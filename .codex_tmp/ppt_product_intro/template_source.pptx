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3.svg" ContentType="image/svg+xml"/>
  <Override PartName="/ppt/media/image145.svg" ContentType="image/svg+xml"/>
  <Override PartName="/ppt/media/image147.svg" ContentType="image/svg+xml"/>
  <Override PartName="/ppt/media/image149.svg" ContentType="image/svg+xml"/>
  <Override PartName="/ppt/media/image151.svg" ContentType="image/svg+xml"/>
  <Override PartName="/ppt/media/image153.svg" ContentType="image/svg+xml"/>
  <Override PartName="/ppt/media/image155.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71.svg" ContentType="image/svg+xml"/>
  <Override PartName="/ppt/media/image173.svg" ContentType="image/svg+xml"/>
  <Override PartName="/ppt/media/image175.svg" ContentType="image/svg+xml"/>
  <Override PartName="/ppt/media/image177.svg" ContentType="image/svg+xml"/>
  <Override PartName="/ppt/media/image179.svg" ContentType="image/svg+xml"/>
  <Override PartName="/ppt/media/image181.svg" ContentType="image/svg+xml"/>
  <Override PartName="/ppt/media/image183.svg" ContentType="image/svg+xml"/>
  <Override PartName="/ppt/media/image185.svg" ContentType="image/svg+xml"/>
  <Override PartName="/ppt/media/image187.svg" ContentType="image/svg+xml"/>
  <Override PartName="/ppt/media/image189.svg" ContentType="image/svg+xml"/>
  <Override PartName="/ppt/media/image191.svg" ContentType="image/svg+xml"/>
  <Override PartName="/ppt/media/image193.svg" ContentType="image/svg+xml"/>
  <Override PartName="/ppt/media/image195.svg" ContentType="image/svg+xml"/>
  <Override PartName="/ppt/media/image197.svg" ContentType="image/svg+xml"/>
  <Override PartName="/ppt/media/image199.svg" ContentType="image/svg+xml"/>
  <Override PartName="/ppt/media/image201.svg" ContentType="image/svg+xml"/>
  <Override PartName="/ppt/media/image203.svg" ContentType="image/svg+xml"/>
  <Override PartName="/ppt/media/image205.svg" ContentType="image/svg+xml"/>
  <Override PartName="/ppt/media/image207.svg" ContentType="image/svg+xml"/>
  <Override PartName="/ppt/media/image209.svg" ContentType="image/svg+xml"/>
  <Override PartName="/ppt/media/image211.svg" ContentType="image/svg+xml"/>
  <Override PartName="/ppt/media/image213.svg" ContentType="image/svg+xml"/>
  <Override PartName="/ppt/media/image215.svg" ContentType="image/svg+xml"/>
  <Override PartName="/ppt/media/image217.svg" ContentType="image/svg+xml"/>
  <Override PartName="/ppt/media/image219.svg" ContentType="image/svg+xml"/>
  <Override PartName="/ppt/media/image221.svg" ContentType="image/svg+xml"/>
  <Override PartName="/ppt/media/image223.svg" ContentType="image/svg+xml"/>
  <Override PartName="/ppt/media/image225.svg" ContentType="image/svg+xml"/>
  <Override PartName="/ppt/media/image227.svg" ContentType="image/svg+xml"/>
  <Override PartName="/ppt/media/image229.svg" ContentType="image/svg+xml"/>
  <Override PartName="/ppt/media/image23.svg" ContentType="image/svg+xml"/>
  <Override PartName="/ppt/media/image231.svg" ContentType="image/svg+xml"/>
  <Override PartName="/ppt/media/image233.svg" ContentType="image/svg+xml"/>
  <Override PartName="/ppt/media/image235.svg" ContentType="image/svg+xml"/>
  <Override PartName="/ppt/media/image237.svg" ContentType="image/svg+xml"/>
  <Override PartName="/ppt/media/image239.svg" ContentType="image/svg+xml"/>
  <Override PartName="/ppt/media/image241.svg" ContentType="image/svg+xml"/>
  <Override PartName="/ppt/media/image243.svg" ContentType="image/svg+xml"/>
  <Override PartName="/ppt/media/image245.svg" ContentType="image/svg+xml"/>
  <Override PartName="/ppt/media/image247.svg" ContentType="image/svg+xml"/>
  <Override PartName="/ppt/media/image249.svg" ContentType="image/svg+xml"/>
  <Override PartName="/ppt/media/image25.svg" ContentType="image/svg+xml"/>
  <Override PartName="/ppt/media/image251.svg" ContentType="image/svg+xml"/>
  <Override PartName="/ppt/media/image253.svg" ContentType="image/svg+xml"/>
  <Override PartName="/ppt/media/image255.svg" ContentType="image/svg+xml"/>
  <Override PartName="/ppt/media/image257.svg" ContentType="image/svg+xml"/>
  <Override PartName="/ppt/media/image259.svg" ContentType="image/svg+xml"/>
  <Override PartName="/ppt/media/image261.svg" ContentType="image/svg+xml"/>
  <Override PartName="/ppt/media/image263.svg" ContentType="image/svg+xml"/>
  <Override PartName="/ppt/media/image265.svg" ContentType="image/svg+xml"/>
  <Override PartName="/ppt/media/image267.svg" ContentType="image/svg+xml"/>
  <Override PartName="/ppt/media/image269.svg" ContentType="image/svg+xml"/>
  <Override PartName="/ppt/media/image27.svg" ContentType="image/svg+xml"/>
  <Override PartName="/ppt/media/image271.svg" ContentType="image/svg+xml"/>
  <Override PartName="/ppt/media/image273.svg" ContentType="image/svg+xml"/>
  <Override PartName="/ppt/media/image275.svg" ContentType="image/svg+xml"/>
  <Override PartName="/ppt/media/image277.svg" ContentType="image/svg+xml"/>
  <Override PartName="/ppt/media/image279.svg" ContentType="image/svg+xml"/>
  <Override PartName="/ppt/media/image281.svg" ContentType="image/svg+xml"/>
  <Override PartName="/ppt/media/image283.svg" ContentType="image/svg+xml"/>
  <Override PartName="/ppt/media/image285.svg" ContentType="image/svg+xml"/>
  <Override PartName="/ppt/media/image287.svg" ContentType="image/svg+xml"/>
  <Override PartName="/ppt/media/image289.svg" ContentType="image/svg+xml"/>
  <Override PartName="/ppt/media/image29.svg" ContentType="image/svg+xml"/>
  <Override PartName="/ppt/media/image291.svg" ContentType="image/svg+xml"/>
  <Override PartName="/ppt/media/image293.svg" ContentType="image/svg+xml"/>
  <Override PartName="/ppt/media/image295.svg" ContentType="image/svg+xml"/>
  <Override PartName="/ppt/media/image297.svg" ContentType="image/svg+xml"/>
  <Override PartName="/ppt/media/image299.svg" ContentType="image/svg+xml"/>
  <Override PartName="/ppt/media/image301.svg" ContentType="image/svg+xml"/>
  <Override PartName="/ppt/media/image303.svg" ContentType="image/svg+xml"/>
  <Override PartName="/ppt/media/image305.svg" ContentType="image/svg+xml"/>
  <Override PartName="/ppt/media/image307.svg" ContentType="image/svg+xml"/>
  <Override PartName="/ppt/media/image309.svg" ContentType="image/svg+xml"/>
  <Override PartName="/ppt/media/image31.svg" ContentType="image/svg+xml"/>
  <Override PartName="/ppt/media/image311.svg" ContentType="image/svg+xml"/>
  <Override PartName="/ppt/media/image313.svg" ContentType="image/svg+xml"/>
  <Override PartName="/ppt/media/image315.svg" ContentType="image/svg+xml"/>
  <Override PartName="/ppt/media/image317.svg" ContentType="image/svg+xml"/>
  <Override PartName="/ppt/media/image319.svg" ContentType="image/svg+xml"/>
  <Override PartName="/ppt/media/image321.svg" ContentType="image/svg+xml"/>
  <Override PartName="/ppt/media/image323.svg" ContentType="image/svg+xml"/>
  <Override PartName="/ppt/media/image325.svg" ContentType="image/svg+xml"/>
  <Override PartName="/ppt/media/image327.svg" ContentType="image/svg+xml"/>
  <Override PartName="/ppt/media/image329.svg" ContentType="image/svg+xml"/>
  <Override PartName="/ppt/media/image33.svg" ContentType="image/svg+xml"/>
  <Override PartName="/ppt/media/image331.svg" ContentType="image/svg+xml"/>
  <Override PartName="/ppt/media/image333.svg" ContentType="image/svg+xml"/>
  <Override PartName="/ppt/media/image335.svg" ContentType="image/svg+xml"/>
  <Override PartName="/ppt/media/image337.svg" ContentType="image/svg+xml"/>
  <Override PartName="/ppt/media/image339.svg" ContentType="image/svg+xml"/>
  <Override PartName="/ppt/media/image341.svg" ContentType="image/svg+xml"/>
  <Override PartName="/ppt/media/image343.svg" ContentType="image/svg+xml"/>
  <Override PartName="/ppt/media/image345.svg" ContentType="image/svg+xml"/>
  <Override PartName="/ppt/media/image347.svg" ContentType="image/svg+xml"/>
  <Override PartName="/ppt/media/image349.svg" ContentType="image/svg+xml"/>
  <Override PartName="/ppt/media/image35.svg" ContentType="image/svg+xml"/>
  <Override PartName="/ppt/media/image351.svg" ContentType="image/svg+xml"/>
  <Override PartName="/ppt/media/image353.svg" ContentType="image/svg+xml"/>
  <Override PartName="/ppt/media/image355.svg" ContentType="image/svg+xml"/>
  <Override PartName="/ppt/media/image357.svg" ContentType="image/svg+xml"/>
  <Override PartName="/ppt/media/image359.svg" ContentType="image/svg+xml"/>
  <Override PartName="/ppt/media/image361.svg" ContentType="image/svg+xml"/>
  <Override PartName="/ppt/media/image363.svg" ContentType="image/svg+xml"/>
  <Override PartName="/ppt/media/image365.svg" ContentType="image/svg+xml"/>
  <Override PartName="/ppt/media/image367.svg" ContentType="image/svg+xml"/>
  <Override PartName="/ppt/media/image369.svg" ContentType="image/svg+xml"/>
  <Override PartName="/ppt/media/image37.svg" ContentType="image/svg+xml"/>
  <Override PartName="/ppt/media/image371.svg" ContentType="image/svg+xml"/>
  <Override PartName="/ppt/media/image373.svg" ContentType="image/svg+xml"/>
  <Override PartName="/ppt/media/image375.svg" ContentType="image/svg+xml"/>
  <Override PartName="/ppt/media/image377.svg" ContentType="image/svg+xml"/>
  <Override PartName="/ppt/media/image379.svg" ContentType="image/svg+xml"/>
  <Override PartName="/ppt/media/image381.svg" ContentType="image/svg+xml"/>
  <Override PartName="/ppt/media/image383.svg" ContentType="image/svg+xml"/>
  <Override PartName="/ppt/media/image385.svg" ContentType="image/svg+xml"/>
  <Override PartName="/ppt/media/image387.svg" ContentType="image/svg+xml"/>
  <Override PartName="/ppt/media/image389.svg" ContentType="image/svg+xml"/>
  <Override PartName="/ppt/media/image39.svg" ContentType="image/svg+xml"/>
  <Override PartName="/ppt/media/image391.svg" ContentType="image/svg+xml"/>
  <Override PartName="/ppt/media/image393.svg" ContentType="image/svg+xml"/>
  <Override PartName="/ppt/media/image395.svg" ContentType="image/svg+xml"/>
  <Override PartName="/ppt/media/image397.svg" ContentType="image/svg+xml"/>
  <Override PartName="/ppt/media/image399.svg" ContentType="image/svg+xml"/>
  <Override PartName="/ppt/media/image401.svg" ContentType="image/svg+xml"/>
  <Override PartName="/ppt/media/image403.svg" ContentType="image/svg+xml"/>
  <Override PartName="/ppt/media/image405.svg" ContentType="image/svg+xml"/>
  <Override PartName="/ppt/media/image407.svg" ContentType="image/svg+xml"/>
  <Override PartName="/ppt/media/image409.svg" ContentType="image/svg+xml"/>
  <Override PartName="/ppt/media/image41.svg" ContentType="image/svg+xml"/>
  <Override PartName="/ppt/media/image411.svg" ContentType="image/svg+xml"/>
  <Override PartName="/ppt/media/image413.svg" ContentType="image/svg+xml"/>
  <Override PartName="/ppt/media/image415.svg" ContentType="image/svg+xml"/>
  <Override PartName="/ppt/media/image417.svg" ContentType="image/svg+xml"/>
  <Override PartName="/ppt/media/image419.svg" ContentType="image/svg+xml"/>
  <Override PartName="/ppt/media/image421.svg" ContentType="image/svg+xml"/>
  <Override PartName="/ppt/media/image423.svg" ContentType="image/svg+xml"/>
  <Override PartName="/ppt/media/image425.svg" ContentType="image/svg+xml"/>
  <Override PartName="/ppt/media/image427.svg" ContentType="image/svg+xml"/>
  <Override PartName="/ppt/media/image429.svg" ContentType="image/svg+xml"/>
  <Override PartName="/ppt/media/image43.svg" ContentType="image/svg+xml"/>
  <Override PartName="/ppt/media/image431.svg" ContentType="image/svg+xml"/>
  <Override PartName="/ppt/media/image433.svg" ContentType="image/svg+xml"/>
  <Override PartName="/ppt/media/image435.svg" ContentType="image/svg+xml"/>
  <Override PartName="/ppt/media/image437.svg" ContentType="image/svg+xml"/>
  <Override PartName="/ppt/media/image439.svg" ContentType="image/svg+xml"/>
  <Override PartName="/ppt/media/image441.svg" ContentType="image/svg+xml"/>
  <Override PartName="/ppt/media/image443.svg" ContentType="image/svg+xml"/>
  <Override PartName="/ppt/media/image445.svg" ContentType="image/svg+xml"/>
  <Override PartName="/ppt/media/image447.svg" ContentType="image/svg+xml"/>
  <Override PartName="/ppt/media/image449.svg" ContentType="image/svg+xml"/>
  <Override PartName="/ppt/media/image45.svg" ContentType="image/svg+xml"/>
  <Override PartName="/ppt/media/image451.svg" ContentType="image/svg+xml"/>
  <Override PartName="/ppt/media/image453.svg" ContentType="image/svg+xml"/>
  <Override PartName="/ppt/media/image455.svg" ContentType="image/svg+xml"/>
  <Override PartName="/ppt/media/image457.svg" ContentType="image/svg+xml"/>
  <Override PartName="/ppt/media/image459.svg" ContentType="image/svg+xml"/>
  <Override PartName="/ppt/media/image461.svg" ContentType="image/svg+xml"/>
  <Override PartName="/ppt/media/image463.svg" ContentType="image/svg+xml"/>
  <Override PartName="/ppt/media/image465.svg" ContentType="image/svg+xml"/>
  <Override PartName="/ppt/media/image467.svg" ContentType="image/svg+xml"/>
  <Override PartName="/ppt/media/image469.svg" ContentType="image/svg+xml"/>
  <Override PartName="/ppt/media/image47.svg" ContentType="image/svg+xml"/>
  <Override PartName="/ppt/media/image471.svg" ContentType="image/svg+xml"/>
  <Override PartName="/ppt/media/image473.svg" ContentType="image/svg+xml"/>
  <Override PartName="/ppt/media/image475.svg" ContentType="image/svg+xml"/>
  <Override PartName="/ppt/media/image477.svg" ContentType="image/svg+xml"/>
  <Override PartName="/ppt/media/image479.svg" ContentType="image/svg+xml"/>
  <Override PartName="/ppt/media/image481.svg" ContentType="image/svg+xml"/>
  <Override PartName="/ppt/media/image483.svg" ContentType="image/svg+xml"/>
  <Override PartName="/ppt/media/image485.svg" ContentType="image/svg+xml"/>
  <Override PartName="/ppt/media/image487.svg" ContentType="image/svg+xml"/>
  <Override PartName="/ppt/media/image489.svg" ContentType="image/svg+xml"/>
  <Override PartName="/ppt/media/image49.svg" ContentType="image/svg+xml"/>
  <Override PartName="/ppt/media/image491.svg" ContentType="image/svg+xml"/>
  <Override PartName="/ppt/media/image493.svg" ContentType="image/svg+xml"/>
  <Override PartName="/ppt/media/image495.svg" ContentType="image/svg+xml"/>
  <Override PartName="/ppt/media/image497.svg" ContentType="image/svg+xml"/>
  <Override PartName="/ppt/media/image499.svg" ContentType="image/svg+xml"/>
  <Override PartName="/ppt/media/image501.svg" ContentType="image/svg+xml"/>
  <Override PartName="/ppt/media/image503.svg" ContentType="image/svg+xml"/>
  <Override PartName="/ppt/media/image505.svg" ContentType="image/svg+xml"/>
  <Override PartName="/ppt/media/image507.svg" ContentType="image/svg+xml"/>
  <Override PartName="/ppt/media/image509.svg" ContentType="image/svg+xml"/>
  <Override PartName="/ppt/media/image51.svg" ContentType="image/svg+xml"/>
  <Override PartName="/ppt/media/image511.svg" ContentType="image/svg+xml"/>
  <Override PartName="/ppt/media/image513.svg" ContentType="image/svg+xml"/>
  <Override PartName="/ppt/media/image515.svg" ContentType="image/svg+xml"/>
  <Override PartName="/ppt/media/image517.svg" ContentType="image/svg+xml"/>
  <Override PartName="/ppt/media/image519.svg" ContentType="image/svg+xml"/>
  <Override PartName="/ppt/media/image521.svg" ContentType="image/svg+xml"/>
  <Override PartName="/ppt/media/image523.svg" ContentType="image/svg+xml"/>
  <Override PartName="/ppt/media/image525.svg" ContentType="image/svg+xml"/>
  <Override PartName="/ppt/media/image527.svg" ContentType="image/svg+xml"/>
  <Override PartName="/ppt/media/image529.svg" ContentType="image/svg+xml"/>
  <Override PartName="/ppt/media/image53.svg" ContentType="image/svg+xml"/>
  <Override PartName="/ppt/media/image531.svg" ContentType="image/svg+xml"/>
  <Override PartName="/ppt/media/image533.svg" ContentType="image/svg+xml"/>
  <Override PartName="/ppt/media/image535.svg" ContentType="image/svg+xml"/>
  <Override PartName="/ppt/media/image537.svg" ContentType="image/svg+xml"/>
  <Override PartName="/ppt/media/image539.svg" ContentType="image/svg+xml"/>
  <Override PartName="/ppt/media/image541.svg" ContentType="image/svg+xml"/>
  <Override PartName="/ppt/media/image543.svg" ContentType="image/svg+xml"/>
  <Override PartName="/ppt/media/image545.svg" ContentType="image/svg+xml"/>
  <Override PartName="/ppt/media/image547.svg" ContentType="image/svg+xml"/>
  <Override PartName="/ppt/media/image549.svg" ContentType="image/svg+xml"/>
  <Override PartName="/ppt/media/image55.svg" ContentType="image/svg+xml"/>
  <Override PartName="/ppt/media/image551.svg" ContentType="image/svg+xml"/>
  <Override PartName="/ppt/media/image553.svg" ContentType="image/svg+xml"/>
  <Override PartName="/ppt/media/image555.svg" ContentType="image/svg+xml"/>
  <Override PartName="/ppt/media/image557.svg" ContentType="image/svg+xml"/>
  <Override PartName="/ppt/media/image559.svg" ContentType="image/svg+xml"/>
  <Override PartName="/ppt/media/image561.svg" ContentType="image/svg+xml"/>
  <Override PartName="/ppt/media/image563.svg" ContentType="image/svg+xml"/>
  <Override PartName="/ppt/media/image565.svg" ContentType="image/svg+xml"/>
  <Override PartName="/ppt/media/image567.svg" ContentType="image/svg+xml"/>
  <Override PartName="/ppt/media/image569.svg" ContentType="image/svg+xml"/>
  <Override PartName="/ppt/media/image57.svg" ContentType="image/svg+xml"/>
  <Override PartName="/ppt/media/image571.svg" ContentType="image/svg+xml"/>
  <Override PartName="/ppt/media/image573.svg" ContentType="image/svg+xml"/>
  <Override PartName="/ppt/media/image575.svg" ContentType="image/svg+xml"/>
  <Override PartName="/ppt/media/image577.svg" ContentType="image/svg+xml"/>
  <Override PartName="/ppt/media/image579.svg" ContentType="image/svg+xml"/>
  <Override PartName="/ppt/media/image581.svg" ContentType="image/svg+xml"/>
  <Override PartName="/ppt/media/image583.svg" ContentType="image/svg+xml"/>
  <Override PartName="/ppt/media/image585.svg" ContentType="image/svg+xml"/>
  <Override PartName="/ppt/media/image587.svg" ContentType="image/svg+xml"/>
  <Override PartName="/ppt/media/image589.svg" ContentType="image/svg+xml"/>
  <Override PartName="/ppt/media/image59.svg" ContentType="image/svg+xml"/>
  <Override PartName="/ppt/media/image591.svg" ContentType="image/svg+xml"/>
  <Override PartName="/ppt/media/image593.svg" ContentType="image/svg+xml"/>
  <Override PartName="/ppt/media/image595.svg" ContentType="image/svg+xml"/>
  <Override PartName="/ppt/media/image597.svg" ContentType="image/svg+xml"/>
  <Override PartName="/ppt/media/image599.svg" ContentType="image/svg+xml"/>
  <Override PartName="/ppt/media/image601.svg" ContentType="image/svg+xml"/>
  <Override PartName="/ppt/media/image603.svg" ContentType="image/svg+xml"/>
  <Override PartName="/ppt/media/image605.svg" ContentType="image/svg+xml"/>
  <Override PartName="/ppt/media/image607.svg" ContentType="image/svg+xml"/>
  <Override PartName="/ppt/media/image609.svg" ContentType="image/svg+xml"/>
  <Override PartName="/ppt/media/image61.svg" ContentType="image/svg+xml"/>
  <Override PartName="/ppt/media/image611.svg" ContentType="image/svg+xml"/>
  <Override PartName="/ppt/media/image613.svg" ContentType="image/svg+xml"/>
  <Override PartName="/ppt/media/image615.svg" ContentType="image/svg+xml"/>
  <Override PartName="/ppt/media/image617.svg" ContentType="image/svg+xml"/>
  <Override PartName="/ppt/media/image619.svg" ContentType="image/svg+xml"/>
  <Override PartName="/ppt/media/image621.svg" ContentType="image/svg+xml"/>
  <Override PartName="/ppt/media/image623.svg" ContentType="image/svg+xml"/>
  <Override PartName="/ppt/media/image625.svg" ContentType="image/svg+xml"/>
  <Override PartName="/ppt/media/image627.svg" ContentType="image/svg+xml"/>
  <Override PartName="/ppt/media/image629.svg" ContentType="image/svg+xml"/>
  <Override PartName="/ppt/media/image63.svg" ContentType="image/svg+xml"/>
  <Override PartName="/ppt/media/image631.svg" ContentType="image/svg+xml"/>
  <Override PartName="/ppt/media/image633.svg" ContentType="image/svg+xml"/>
  <Override PartName="/ppt/media/image635.svg" ContentType="image/svg+xml"/>
  <Override PartName="/ppt/media/image637.svg" ContentType="image/svg+xml"/>
  <Override PartName="/ppt/media/image639.svg" ContentType="image/svg+xml"/>
  <Override PartName="/ppt/media/image641.svg" ContentType="image/svg+xml"/>
  <Override PartName="/ppt/media/image643.svg" ContentType="image/svg+xml"/>
  <Override PartName="/ppt/media/image645.svg" ContentType="image/svg+xml"/>
  <Override PartName="/ppt/media/image647.svg" ContentType="image/svg+xml"/>
  <Override PartName="/ppt/media/image649.svg" ContentType="image/svg+xml"/>
  <Override PartName="/ppt/media/image65.svg" ContentType="image/svg+xml"/>
  <Override PartName="/ppt/media/image651.svg" ContentType="image/svg+xml"/>
  <Override PartName="/ppt/media/image652.svg" ContentType="image/svg+xml"/>
  <Override PartName="/ppt/media/image654.svg" ContentType="image/svg+xml"/>
  <Override PartName="/ppt/media/image656.svg" ContentType="image/svg+xml"/>
  <Override PartName="/ppt/media/image658.svg" ContentType="image/svg+xml"/>
  <Override PartName="/ppt/media/image659.svg" ContentType="image/svg+xml"/>
  <Override PartName="/ppt/media/image661.svg" ContentType="image/svg+xml"/>
  <Override PartName="/ppt/media/image663.svg" ContentType="image/svg+xml"/>
  <Override PartName="/ppt/media/image665.svg" ContentType="image/svg+xml"/>
  <Override PartName="/ppt/media/image666.svg" ContentType="image/svg+xml"/>
  <Override PartName="/ppt/media/image667.svg" ContentType="image/svg+xml"/>
  <Override PartName="/ppt/media/image668.svg" ContentType="image/svg+xml"/>
  <Override PartName="/ppt/media/image669.svg" ContentType="image/svg+xml"/>
  <Override PartName="/ppt/media/image67.svg" ContentType="image/svg+xml"/>
  <Override PartName="/ppt/media/image670.svg" ContentType="image/svg+xml"/>
  <Override PartName="/ppt/media/image671.svg" ContentType="image/svg+xml"/>
  <Override PartName="/ppt/media/image673.svg" ContentType="image/svg+xml"/>
  <Override PartName="/ppt/media/image675.svg" ContentType="image/svg+xml"/>
  <Override PartName="/ppt/media/image677.svg" ContentType="image/svg+xml"/>
  <Override PartName="/ppt/media/image678.svg" ContentType="image/svg+xml"/>
  <Override PartName="/ppt/media/image680.svg" ContentType="image/svg+xml"/>
  <Override PartName="/ppt/media/image682.svg" ContentType="image/svg+xml"/>
  <Override PartName="/ppt/media/image684.svg" ContentType="image/svg+xml"/>
  <Override PartName="/ppt/media/image685.svg" ContentType="image/svg+xml"/>
  <Override PartName="/ppt/media/image686.svg" ContentType="image/svg+xml"/>
  <Override PartName="/ppt/media/image687.svg" ContentType="image/svg+xml"/>
  <Override PartName="/ppt/media/image688.svg" ContentType="image/svg+xml"/>
  <Override PartName="/ppt/media/image689.svg" ContentType="image/svg+xml"/>
  <Override PartName="/ppt/media/image69.svg" ContentType="image/svg+xml"/>
  <Override PartName="/ppt/media/image691.svg" ContentType="image/svg+xml"/>
  <Override PartName="/ppt/media/image693.svg" ContentType="image/svg+xml"/>
  <Override PartName="/ppt/media/image695.svg" ContentType="image/svg+xml"/>
  <Override PartName="/ppt/media/image697.svg" ContentType="image/svg+xml"/>
  <Override PartName="/ppt/media/image699.svg" ContentType="image/svg+xml"/>
  <Override PartName="/ppt/media/image701.svg" ContentType="image/svg+xml"/>
  <Override PartName="/ppt/media/image703.svg" ContentType="image/svg+xml"/>
  <Override PartName="/ppt/media/image705.svg" ContentType="image/svg+xml"/>
  <Override PartName="/ppt/media/image707.svg" ContentType="image/svg+xml"/>
  <Override PartName="/ppt/media/image709.svg" ContentType="image/svg+xml"/>
  <Override PartName="/ppt/media/image71.svg" ContentType="image/svg+xml"/>
  <Override PartName="/ppt/media/image711.svg" ContentType="image/svg+xml"/>
  <Override PartName="/ppt/media/image713.svg" ContentType="image/svg+xml"/>
  <Override PartName="/ppt/media/image715.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94"/>
  </p:handoutMasterIdLst>
  <p:sldIdLst>
    <p:sldId id="16602374" r:id="rId3"/>
    <p:sldId id="267" r:id="rId5"/>
    <p:sldId id="263" r:id="rId6"/>
    <p:sldId id="264" r:id="rId7"/>
    <p:sldId id="266" r:id="rId8"/>
    <p:sldId id="268" r:id="rId9"/>
    <p:sldId id="269" r:id="rId10"/>
    <p:sldId id="271" r:id="rId11"/>
    <p:sldId id="450" r:id="rId12"/>
    <p:sldId id="451" r:id="rId13"/>
    <p:sldId id="278"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16602372"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421" r:id="rId60"/>
    <p:sldId id="422" r:id="rId61"/>
    <p:sldId id="430" r:id="rId62"/>
    <p:sldId id="438" r:id="rId63"/>
    <p:sldId id="434" r:id="rId64"/>
    <p:sldId id="437" r:id="rId65"/>
    <p:sldId id="433" r:id="rId66"/>
    <p:sldId id="440" r:id="rId67"/>
    <p:sldId id="441" r:id="rId68"/>
    <p:sldId id="442" r:id="rId69"/>
    <p:sldId id="443" r:id="rId70"/>
    <p:sldId id="444" r:id="rId71"/>
    <p:sldId id="445" r:id="rId72"/>
    <p:sldId id="446" r:id="rId73"/>
    <p:sldId id="447" r:id="rId74"/>
    <p:sldId id="448" r:id="rId75"/>
    <p:sldId id="449" r:id="rId76"/>
    <p:sldId id="16602362" r:id="rId77"/>
    <p:sldId id="16602363" r:id="rId78"/>
    <p:sldId id="16602366" r:id="rId79"/>
    <p:sldId id="16602365" r:id="rId80"/>
    <p:sldId id="16602367" r:id="rId81"/>
    <p:sldId id="16602376" r:id="rId82"/>
    <p:sldId id="16602386" r:id="rId83"/>
    <p:sldId id="16602381" r:id="rId84"/>
    <p:sldId id="16602382" r:id="rId85"/>
    <p:sldId id="16602383" r:id="rId86"/>
    <p:sldId id="16602384" r:id="rId87"/>
    <p:sldId id="16602368" r:id="rId88"/>
    <p:sldId id="16602373" r:id="rId89"/>
    <p:sldId id="16602369" r:id="rId90"/>
    <p:sldId id="16602371" r:id="rId91"/>
    <p:sldId id="325" r:id="rId92"/>
    <p:sldId id="16602370" r:id="rId93"/>
  </p:sldIdLst>
  <p:sldSz cx="12192000" cy="6858000"/>
  <p:notesSz cx="6858000" cy="9144000"/>
  <p:custDataLst>
    <p:tags r:id="rId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6" userDrawn="1">
          <p15:clr>
            <a:srgbClr val="A4A3A4"/>
          </p15:clr>
        </p15:guide>
        <p15:guide id="2" pos="3855" userDrawn="1">
          <p15:clr>
            <a:srgbClr val="A4A3A4"/>
          </p15:clr>
        </p15:guide>
        <p15:guide id="3" pos="7325" userDrawn="1">
          <p15:clr>
            <a:srgbClr val="A4A3A4"/>
          </p15:clr>
        </p15:guide>
        <p15:guide id="4" pos="250" userDrawn="1">
          <p15:clr>
            <a:srgbClr val="A4A3A4"/>
          </p15:clr>
        </p15:guide>
        <p15:guide id="5" orient="horz" pos="182" userDrawn="1">
          <p15:clr>
            <a:srgbClr val="A4A3A4"/>
          </p15:clr>
        </p15:guide>
        <p15:guide id="6" orient="horz" pos="4082" userDrawn="1">
          <p15:clr>
            <a:srgbClr val="A4A3A4"/>
          </p15:clr>
        </p15:guide>
      </p15:sldGuideLst>
    </p:ext>
    <p:ext uri="{9B23C45E-6A9E-2F80-7F98-0CE583877B2C}">
      <wppc:sldGuideLockLst xmlns:wppc="http://www.wps.cn/officeDocument/PresentationCustomData">
        <wppc:guide id="1"/>
        <wppc:guide id="2"/>
        <wppc:guide id="3"/>
        <wppc:guide id="4"/>
        <wppc:guide id="5"/>
        <wppc:guide id="6"/>
      </wppc:sldGuideLock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n An" initials="AA" lastIdx="3" clrIdx="0"/>
  <p:cmAuthor id="1019" name="谢婧" initials="谢" lastIdx="0" clrIdx="1018"/>
  <p:cmAuthor id="1" name="admin" initials="a" lastIdx="1" clrIdx="0"/>
  <p:cmAuthor id="1020" name="Ling" initials="L" lastIdx="0" clrIdx="1019"/>
  <p:cmAuthor id="2" name="彭 小猫" initials="彭" lastIdx="92" clrIdx="1"/>
  <p:cmAuthor id="1021" name="CHRISYU" initials="" lastIdx="0" clrIdx="1020"/>
  <p:cmAuthor id="3" name="成平 曾" initials="成平" lastIdx="3" clrIdx="2"/>
  <p:cmAuthor id="1022" name="张 珲" initials="张" lastIdx="0" clrIdx="1021"/>
  <p:cmAuthor id="4" name="周 杰鑫" initials="周" lastIdx="1" clrIdx="3"/>
  <p:cmAuthor id="1023" name="dtdream" initials="d" lastIdx="0" clrIdx="1022"/>
  <p:cmAuthor id="5" name="kun yang" initials="" lastIdx="19" clrIdx="4"/>
  <p:cmAuthor id="1024" name="t18221" initials="t" lastIdx="0" clrIdx="1023"/>
  <p:cmAuthor id="6" name="白云起" initials="白云起" lastIdx="5" clrIdx="5"/>
  <p:cmAuthor id="1025" name="office" initials="o" lastIdx="0" clrIdx="1024"/>
  <p:cmAuthor id="7" name="18511994914@163.com" initials="1" lastIdx="1" clrIdx="6"/>
  <p:cmAuthor id="1026" name="周姣" initials="1" lastIdx="0" clrIdx="1025"/>
  <p:cmAuthor id="8" name="Mumu Wen" initials="M" lastIdx="1" clrIdx="0"/>
  <p:cmAuthor id="1027" name="zhuqy3" initials="z" lastIdx="0" clrIdx="1026"/>
  <p:cmAuthor id="9" name=" " initials="cec-T" lastIdx="7" clrIdx="8"/>
  <p:cmAuthor id="1028" name="未知的使用者92" initials="未" lastIdx="0" clrIdx="1027"/>
  <p:cmAuthor id="10" name="Bao Yafei" initials="BY" lastIdx="5" clrIdx="9"/>
  <p:cmAuthor id="1029" name="Unknown User11" initials="U" lastIdx="0" clrIdx="1028"/>
  <p:cmAuthor id="11" name="xuhongli" initials="XHL" lastIdx="7" clrIdx="10"/>
  <p:cmAuthor id="654461932" name="宋远辉" initials="宋" lastIdx="2" clrIdx="213"/>
  <p:cmAuthor id="1030" name="未知的使用者136" initials="未" lastIdx="0" clrIdx="1029"/>
  <p:cmAuthor id="12" name="刘 彦杰" initials="刘" lastIdx="1" clrIdx="11"/>
  <p:cmAuthor id="1031" name="未知的使用者140" initials="未" lastIdx="0" clrIdx="1030"/>
  <p:cmAuthor id="13" name="10118178" initials="1" lastIdx="11" clrIdx="10"/>
  <p:cmAuthor id="1032" name="未知的使用者168" initials="未" lastIdx="0" clrIdx="1031"/>
  <p:cmAuthor id="14" name="zhouwd" initials="z" lastIdx="1" clrIdx="11"/>
  <p:cmAuthor id="1033" name="王 曦" initials="王" lastIdx="0" clrIdx="1032"/>
  <p:cmAuthor id="15" name="马云飞10014438" initials="马" lastIdx="4" clrIdx="0"/>
  <p:cmAuthor id="1034" name="Aqf" initials="A" lastIdx="0" clrIdx="1033"/>
  <p:cmAuthor id="16" name="John" initials="J" lastIdx="36" clrIdx="13"/>
  <p:cmAuthor id="1035" name="Helen Keyworth (HI)" initials="H" lastIdx="0" clrIdx="1034"/>
  <p:cmAuthor id="17" name="10025093" initials="1" lastIdx="51" clrIdx="14"/>
  <p:cmAuthor id="1036" name="刘春杰10244342" initials="刘春杰10244342" lastIdx="0" clrIdx="1035"/>
  <p:cmAuthor id="18" name="10078380" initials="1" lastIdx="1" clrIdx="15"/>
  <p:cmAuthor id="1037" name="li hui" initials="lh" lastIdx="0" clrIdx="1036"/>
  <p:cmAuthor id="19" name="00035181" initials="0" lastIdx="1" clrIdx="16"/>
  <p:cmAuthor id="1038" name="孟轩君" initials="孟" lastIdx="0" clrIdx="1037"/>
  <p:cmAuthor id="20" name="张燕" initials="张" lastIdx="1" clrIdx="17"/>
  <p:cmAuthor id="1039" name="成国强_6jqyBN7N" initials="authorId_8148959" lastIdx="0" clrIdx="1038"/>
  <p:cmAuthor id="21" name="Saku Uchikawa" initials="S" lastIdx="11" clrIdx="0"/>
  <p:cmAuthor id="1040" name="翔 张" initials="翔" lastIdx="0" clrIdx="1039"/>
  <p:cmAuthor id="22" name="10066351" initials="1" lastIdx="2" clrIdx="0"/>
  <p:cmAuthor id="1041" name="王竑达" initials="王竑达" lastIdx="0" clrIdx="1040"/>
  <p:cmAuthor id="23" name="ThinkPad" initials="T" lastIdx="2" clrIdx="22"/>
  <p:cmAuthor id="1042" name="Windows 用户" initials="W用" lastIdx="0" clrIdx="1041"/>
  <p:cmAuthor id="24" name="李蕾00009994" initials="李" lastIdx="6" clrIdx="17"/>
  <p:cmAuthor id="1043" name="李金金" initials="李金金" lastIdx="0" clrIdx="1042"/>
  <p:cmAuthor id="25" name="李璇" initials="李" lastIdx="1" clrIdx="24"/>
  <p:cmAuthor id="1044" name="杨 贺春" initials="杨" lastIdx="0" clrIdx="1043"/>
  <p:cmAuthor id="26" name="Nar.soul" initials="N" lastIdx="4" clrIdx="0"/>
  <p:cmAuthor id="1045" name="wlj352" initials="w" lastIdx="0" clrIdx="1044"/>
  <p:cmAuthor id="27" name="粤" initials="粤" lastIdx="1" clrIdx="25"/>
  <p:cmAuthor id="1046" name="penghang" initials="p" lastIdx="0" clrIdx="1045"/>
  <p:cmAuthor id="28" name="季健雄" initials="季" lastIdx="1" clrIdx="27"/>
  <p:cmAuthor id="1047" name="李红鑫" initials="李红鑫" lastIdx="0" clrIdx="1046"/>
  <p:cmAuthor id="29" name="毛雪峰" initials="毛" lastIdx="3" clrIdx="28"/>
  <p:cmAuthor id="1048" name="未知用户1" initials="未知用户1" lastIdx="0" clrIdx="1047"/>
  <p:cmAuthor id="30" name="10056791" initials="ZTE" lastIdx="1" clrIdx="29"/>
  <p:cmAuthor id="1049" name="未知用户2" initials="未知用户2" lastIdx="0" clrIdx="1048"/>
  <p:cmAuthor id="31" name="suaofengyang@126.com" initials="s" lastIdx="3" clrIdx="28"/>
  <p:cmAuthor id="1050" name="未知用户3" initials="未知用户3" lastIdx="0" clrIdx="1049"/>
  <p:cmAuthor id="32" name="Lee Alwin" initials="LA" lastIdx="1" clrIdx="31"/>
  <p:cmAuthor id="1051" name="未知用户4" initials="未知用户4" lastIdx="0" clrIdx="1050"/>
  <p:cmAuthor id="33" name="yang" initials="y" lastIdx="1" clrIdx="32"/>
  <p:cmAuthor id="1052" name="未知用户10" initials="未知用户10" lastIdx="0" clrIdx="1051"/>
  <p:cmAuthor id="34" name="Y Y" initials="YY" lastIdx="2" clrIdx="33"/>
  <p:cmAuthor id="1053" name="Dale" initials="D" lastIdx="0" clrIdx="1052"/>
  <p:cmAuthor id="35" name="Author" initials="A" lastIdx="0" clrIdx="35"/>
  <p:cmAuthor id="1054" name="zrf" initials="zrf" lastIdx="0" clrIdx="1053"/>
  <p:cmAuthor id="36" name="rev2" initials="c" lastIdx="1" clrIdx="36"/>
  <p:cmAuthor id="1055" name="赵诚荣10027092" initials="赵" lastIdx="0" clrIdx="1054"/>
  <p:cmAuthor id="37" name="黄珂10009187" initials="黄珂10009187" lastIdx="1" clrIdx="37"/>
  <p:cmAuthor id="1056" name="sjzx" initials="s" lastIdx="0" clrIdx="1055"/>
  <p:cmAuthor id="38" name="赵欣" initials="zx" lastIdx="4" clrIdx="37"/>
  <p:cmAuthor id="1057" name="祝惠蓉" initials="祝" lastIdx="0" clrIdx="1056"/>
  <p:cmAuthor id="39" name="10206899" initials="1" lastIdx="1" clrIdx="38"/>
  <p:cmAuthor id="1058" name="Daniel Clyde (HI)" initials="D" lastIdx="0" clrIdx="1057"/>
  <p:cmAuthor id="40" name="10133177" initials="1" lastIdx="1" clrIdx="39"/>
  <p:cmAuthor id="1059" name="未知用户63" initials="未" lastIdx="0" clrIdx="1058"/>
  <p:cmAuthor id="41" name="ASUS" initials="A" lastIdx="1" clrIdx="41"/>
  <p:cmAuthor id="1060" name="未知的使用者102" initials="未" lastIdx="0" clrIdx="1059"/>
  <p:cmAuthor id="42" name="hm" initials="h" lastIdx="10" clrIdx="41"/>
  <p:cmAuthor id="1061" name="Evonlin" initials="E" lastIdx="0" clrIdx="1060"/>
  <p:cmAuthor id="43" name="Microsoft Office 用户" initials="MO用 [8] [6]" lastIdx="1" clrIdx="42"/>
  <p:cmAuthor id="1062" name="WANGZF" initials="W" lastIdx="0" clrIdx="1061"/>
  <p:cmAuthor id="44" name="cjj" initials="c" lastIdx="1" clrIdx="43"/>
  <p:cmAuthor id="1063" name="Xin Wang (IB)" initials="X" lastIdx="0" clrIdx="1062"/>
  <p:cmAuthor id="45" name="10319231" initials="1" lastIdx="3" clrIdx="44"/>
  <p:cmAuthor id="1064" name="zhangbin" initials="z" lastIdx="0" clrIdx="1063"/>
  <p:cmAuthor id="46" name="yuange" initials="y" lastIdx="1" clrIdx="45"/>
  <p:cmAuthor id="1065" name="未知用户181" initials="未" lastIdx="0" clrIdx="1064"/>
  <p:cmAuthor id="47" name="wmj" initials="w" lastIdx="1" clrIdx="46"/>
  <p:cmAuthor id="488885677" name="T" initials="T" lastIdx="2" clrIdx="11"/>
  <p:cmAuthor id="1066" name="未知用户182" initials="未" lastIdx="0" clrIdx="1065"/>
  <p:cmAuthor id="48" name="yhs" initials="y" lastIdx="1" clrIdx="47"/>
  <p:cmAuthor id="488885678" name="山 姜" initials="山姜" lastIdx="1" clrIdx="26"/>
  <p:cmAuthor id="1067" name="nancy" initials="n" lastIdx="0" clrIdx="1066"/>
  <p:cmAuthor id="49" name="user" initials="u" lastIdx="2" clrIdx="48"/>
  <p:cmAuthor id="1068" name="未知的使用者210" initials="未" lastIdx="0" clrIdx="1067"/>
  <p:cmAuthor id="50" name="张卓豫" initials="zzy" lastIdx="1" clrIdx="49"/>
  <p:cmAuthor id="51" name="admin7" initials="l" lastIdx="1" clrIdx="50"/>
  <p:cmAuthor id="1070" name="未知的使用者219" initials="未" lastIdx="0" clrIdx="1069"/>
  <p:cmAuthor id="52" name="未知的使用者83" initials="" lastIdx="1" clrIdx="0"/>
  <p:cmAuthor id="53" name="Paul" initials="P" lastIdx="1" clrIdx="52"/>
  <p:cmAuthor id="54" name="未知的使用者84" initials="" lastIdx="1" clrIdx="1"/>
  <p:cmAuthor id="1073" name="未知的使用者131" initials="未" lastIdx="0" clrIdx="1072"/>
  <p:cmAuthor id="55" name="未知的使用者70" initials="" lastIdx="1" clrIdx="0"/>
  <p:cmAuthor id="1074" name="未知的使用者132" initials="未" lastIdx="0" clrIdx="1073"/>
  <p:cmAuthor id="56" name="未知的使用者85" initials="" lastIdx="1" clrIdx="0"/>
  <p:cmAuthor id="1075" name="未知的使用者226" initials="未" lastIdx="0" clrIdx="1074"/>
  <p:cmAuthor id="57" name="未知的使用者40" initials="" lastIdx="1" clrIdx="0"/>
  <p:cmAuthor id="1076" name="宋润龙" initials="authorId_1386763658" lastIdx="0" clrIdx="1075"/>
  <p:cmAuthor id="58" name="未知的使用者87" initials="" lastIdx="1" clrIdx="0"/>
  <p:cmAuthor id="59" name="曾红" initials="" lastIdx="0" clrIdx="0"/>
  <p:cmAuthor id="60" name="未知的使用者90" initials="" lastIdx="8" clrIdx="0"/>
  <p:cmAuthor id="61" name="未知的使用者29" initials="" lastIdx="1" clrIdx="0"/>
  <p:cmAuthor id="62" name="未知的使用者91" initials="" lastIdx="1" clrIdx="0"/>
  <p:cmAuthor id="63" name="未知的使用者98" initials="" lastIdx="1" clrIdx="0"/>
  <p:cmAuthor id="64" name="gengxuan" initials="g" lastIdx="10" clrIdx="63"/>
  <p:cmAuthor id="65" name="未知的使用者113" initials="" lastIdx="1" clrIdx="2"/>
  <p:cmAuthor id="66" name="liucunri" initials="" lastIdx="1" clrIdx="0"/>
  <p:cmAuthor id="67" name="未知用户9" initials="" lastIdx="1" clrIdx="0"/>
  <p:cmAuthor id="68" name="Unknown User48" initials="" lastIdx="8" clrIdx="0"/>
  <p:cmAuthor id="69" name="未知用户103" initials="" lastIdx="1" clrIdx="0"/>
  <p:cmAuthor id="70" name="Unknown User52" initials="" lastIdx="1" clrIdx="0"/>
  <p:cmAuthor id="71" name="未知的使用者42" initials="" lastIdx="1" clrIdx="0"/>
  <p:cmAuthor id="72" name="Unknown User50" initials="" lastIdx="1" clrIdx="0"/>
  <p:cmAuthor id="73" name="未知的使用者120" initials="" lastIdx="1" clrIdx="0"/>
  <p:cmAuthor id="74" name="px" initials="" lastIdx="3" clrIdx="1"/>
  <p:cmAuthor id="75" name="Sky123.Org" initials="" lastIdx="1" clrIdx="0"/>
  <p:cmAuthor id="76" name="Wurui (Ray)" initials="W(" lastIdx="1" clrIdx="25"/>
  <p:cmAuthor id="77" name="Microsoft Office User" initials="MOU" lastIdx="1" clrIdx="26"/>
  <p:cmAuthor id="78" name="rbh" initials="r" lastIdx="4" clrIdx="77"/>
  <p:cmAuthor id="79" name="微软用户" initials="" lastIdx="1" clrIdx="0"/>
  <p:cmAuthor id="80" name="未知的使用者73" initials="" lastIdx="1" clrIdx="0"/>
  <p:cmAuthor id="81" name="未知的使用者24" initials="" lastIdx="8" clrIdx="0"/>
  <p:cmAuthor id="82" name="未知用户16" initials="" lastIdx="1" clrIdx="0"/>
  <p:cmAuthor id="83" name="Mary Feil-Jacobs" initials="" lastIdx="43" clrIdx="1"/>
  <p:cmAuthor id="84" name="LiuHui" initials="" lastIdx="1" clrIdx="0"/>
  <p:cmAuthor id="85" name="未知的使用者45" initials="" lastIdx="1" clrIdx="0"/>
  <p:cmAuthor id="86" name="王鹏凯" initials="" lastIdx="1" clrIdx="0"/>
  <p:cmAuthor id="87" name="未知用户104" initials="" lastIdx="1" clrIdx="0"/>
  <p:cmAuthor id="88" name="未知用户5" initials="" lastIdx="1" clrIdx="0"/>
  <p:cmAuthor id="89" name="未知的使用者10" initials="" lastIdx="3" clrIdx="1"/>
  <p:cmAuthor id="90" name="未知的使用者93" initials="" lastIdx="1" clrIdx="1"/>
  <p:cmAuthor id="91" name="范作霖" initials="范" lastIdx="1" clrIdx="22"/>
  <p:cmAuthor id="92" name="LeeElva" initials="" lastIdx="1" clrIdx="0"/>
  <p:cmAuthor id="93" name="未知用户99" initials="" lastIdx="1" clrIdx="2"/>
  <p:cmAuthor id="94" name="未知的使用者34" initials="" lastIdx="1" clrIdx="0"/>
  <p:cmAuthor id="95" name="未知的使用者115" initials="" lastIdx="1" clrIdx="1"/>
  <p:cmAuthor id="96" name="未知用户57" initials="" lastIdx="1" clrIdx="0"/>
  <p:cmAuthor id="97" name="lianghb" initials="" lastIdx="19" clrIdx="0"/>
  <p:cmAuthor id="98" name="未知用户17" initials="" lastIdx="0" clrIdx="1"/>
  <p:cmAuthor id="99" name="Deanna Schuler (Bookey Consulting)" initials="" lastIdx="2" clrIdx="0"/>
  <p:cmAuthor id="100" name="未知的使用者57" initials="" lastIdx="1" clrIdx="0"/>
  <p:cmAuthor id="101" name="未知的使用者16" initials="" lastIdx="6" clrIdx="0"/>
  <p:cmAuthor id="102" name="未知的使用者35" initials="" lastIdx="1" clrIdx="0"/>
  <p:cmAuthor id="103" name="未知用户102" initials="" lastIdx="1" clrIdx="1"/>
  <p:cmAuthor id="104" name="maxine" initials="" lastIdx="0" clrIdx="0"/>
  <p:cmAuthor id="105" name="未知的使用者121" initials="" lastIdx="1" clrIdx="1"/>
  <p:cmAuthor id="106" name="未知的使用者12" initials="" lastIdx="1" clrIdx="0"/>
  <p:cmAuthor id="107" name="周元元" initials="" lastIdx="5" clrIdx="0"/>
  <p:cmAuthor id="108" name="未知的使用者27" initials="" lastIdx="8" clrIdx="0"/>
  <p:cmAuthor id="109" name="刘豹" initials="刘" lastIdx="0" clrIdx="0"/>
  <p:cmAuthor id="110" name="未知的使用者30" initials="" lastIdx="8" clrIdx="0"/>
  <p:cmAuthor id="111" name="未知的使用者53" initials="" lastIdx="1" clrIdx="0"/>
  <p:cmAuthor id="112" name="未知用户58" initials="" lastIdx="5" clrIdx="1"/>
  <p:cmAuthor id="113" name="未知的使用者25" initials="" lastIdx="1" clrIdx="0"/>
  <p:cmAuthor id="114" name="liupeng" initials="" lastIdx="1" clrIdx="1"/>
  <p:cmAuthor id="115" name="未知用户24" initials="" lastIdx="1" clrIdx="0"/>
  <p:cmAuthor id="116" name="AbuSina" initials="" lastIdx="2" clrIdx="0"/>
  <p:cmAuthor id="117" name="hl sun" initials="" lastIdx="1" clrIdx="0"/>
  <p:cmAuthor id="118" name="未知的使用者94" initials="" lastIdx="1" clrIdx="2"/>
  <p:cmAuthor id="119" name="未知用户66" initials="" lastIdx="1" clrIdx="0"/>
  <p:cmAuthor id="120" name="郑汝鸿" initials="郑" lastIdx="2" clrIdx="0"/>
  <p:cmAuthor id="121" name="未知用户19" initials="" lastIdx="1" clrIdx="0"/>
  <p:cmAuthor id="122" name="周宏達JerryChou" initials="" lastIdx="6" clrIdx="2"/>
  <p:cmAuthor id="123" name="邢辰凤" initials="邢" lastIdx="45" clrIdx="7"/>
  <p:cmAuthor id="124" name="未知用户7" initials="" lastIdx="1" clrIdx="0"/>
  <p:cmAuthor id="125" name="未知的使用者56" initials="" lastIdx="1" clrIdx="0"/>
  <p:cmAuthor id="126" name="未知用户46" initials="未" lastIdx="1" clrIdx="1"/>
  <p:cmAuthor id="127" name="未知的使用者119" initials="" lastIdx="1" clrIdx="2"/>
  <p:cmAuthor id="128" name="未知用户59" initials="" lastIdx="0" clrIdx="1"/>
  <p:cmAuthor id="129" name="未知的使用者22" initials="" lastIdx="8" clrIdx="0"/>
  <p:cmAuthor id="130" name="未知的使用者103" initials="" lastIdx="8" clrIdx="0"/>
  <p:cmAuthor id="131" name="Wenwen" initials="" lastIdx="1" clrIdx="1"/>
  <p:cmAuthor id="132" name="未知的使用者117" initials="" lastIdx="1" clrIdx="0"/>
  <p:cmAuthor id="133" name="未知的使用者33" initials="" lastIdx="1" clrIdx="0"/>
  <p:cmAuthor id="134" name="未知的使用者28" initials="" lastIdx="1" clrIdx="0"/>
  <p:cmAuthor id="135" name="未知用户67" initials="" lastIdx="1" clrIdx="0"/>
  <p:cmAuthor id="136" name="未知用户114" initials="" lastIdx="1" clrIdx="0"/>
  <p:cmAuthor id="137" name="未知用户18" initials="" lastIdx="10"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142" name="未知的使用者9" initials="" lastIdx="1" clrIdx="0"/>
  <p:cmAuthor id="143" name="未知用户62" initials="" lastIdx="1" clrIdx="1"/>
  <p:cmAuthor id="144" name="yuanzh" initials="" lastIdx="1" clrIdx="1"/>
  <p:cmAuthor id="1483810881" name="WPS_1679281038" initials="W" lastIdx="1" clrIdx="2"/>
  <p:cmAuthor id="145" name="不明使用者57" initials="" lastIdx="1" clrIdx="0"/>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291619609" name="帅帅" initials="帅" lastIdx="1" clrIdx="214"/>
  <p:cmAuthor id="152" name="未知用户115" initials="" lastIdx="1" clrIdx="0"/>
  <p:cmAuthor id="153" name="未知用户21"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159" name="未知用户82" initials="" lastIdx="1" clrIdx="0"/>
  <p:cmAuthor id="160" name="未知的使用者7" initials="" lastIdx="2" clrIdx="0"/>
  <p:cmAuthor id="161" name="未知用户6" initials="" lastIdx="8" clrIdx="0"/>
  <p:cmAuthor id="162" name="未知的使用者55" initials="" lastIdx="1" clrIdx="0"/>
  <p:cmAuthor id="163" name="未知的使用者111" initials="" lastIdx="1" clrIdx="0"/>
  <p:cmAuthor id="164" name="未知的使用者50" initials="" lastIdx="1" clrIdx="0"/>
  <p:cmAuthor id="165" name="未知的使用者11" initials="" lastIdx="1" clrIdx="0"/>
  <p:cmAuthor id="166" name="未知用户47" initials="" lastIdx="6" clrIdx="0"/>
  <p:cmAuthor id="167" name="未知用户106" initials="未" lastIdx="1" clrIdx="0"/>
  <p:cmAuthor id="353158055" name="韩雨" initials="韩" lastIdx="0" clrIdx="0"/>
  <p:cmAuthor id="168" name="未知用户116" initials="" lastIdx="1" clrIdx="1"/>
  <p:cmAuthor id="169" name="未知的使用者150" initials="未" lastIdx="1" clrIdx="0"/>
  <p:cmAuthor id="170" name="未知的使用者69" initials="" lastIdx="1" clrIdx="1"/>
  <p:cmAuthor id="171" name="未知的使用者112" initials="" lastIdx="1" clrIdx="1"/>
  <p:cmAuthor id="172" name="jiansheng li" initials="j" lastIdx="0" clrIdx="0"/>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5" name="ztolei@163.com" initials="z" lastIdx="1" clrIdx="50"/>
  <p:cmAuthor id="186" name="未知用户13" initials="" lastIdx="1" clrIdx="0"/>
  <p:cmAuthor id="187" name="不明使用者21" initials="" lastIdx="1" clrIdx="0"/>
  <p:cmAuthor id="188" name="YUMINGNJ" initials="" lastIdx="3" clrIdx="0"/>
  <p:cmAuthor id="189" name="未知的使用者52" initials="" lastIdx="1" clrIdx="1"/>
  <p:cmAuthor id="1617883812" name="李科伟" initials="李" lastIdx="12"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7" name="任斐" initials="任" lastIdx="1" clrIdx="1"/>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1" name="刘云飞" initials="刘" lastIdx="1" clrIdx="6"/>
  <p:cmAuthor id="212" name="Daniel Wuu" initials="" lastIdx="1" clrIdx="0"/>
  <p:cmAuthor id="213" name="未知用户56" initials="" lastIdx="1" clrIdx="0"/>
  <p:cmAuthor id="214" name="未知的使用者14" initials="" lastIdx="2" clrIdx="0"/>
  <p:cmAuthor id="215" name="王雅静" initials="王" lastIdx="1" clrIdx="0"/>
  <p:cmAuthor id="216" name="sun frank" initials="s" lastIdx="1"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229" name="Ms" initials="M" lastIdx="1" clrIdx="0"/>
  <p:cmAuthor id="230" name="未知的使用者32" initials="" lastIdx="1" clrIdx="0"/>
  <p:cmAuthor id="231" name="未知的使用者49" initials="" lastIdx="1" clrIdx="0"/>
  <p:cmAuthor id="232" name="Unknown User26" initials="U" lastIdx="1" clrIdx="1"/>
  <p:cmAuthor id="1480374901" name="WPS_1678941670" initials="W" lastIdx="1" clrIdx="210"/>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1065107950" name="Jancy_He" initials="J" lastIdx="1" clrIdx="207"/>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337591917" name="小强" initials="小" lastIdx="1" clrIdx="388"/>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2"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0" name="未知用户35" initials="未" lastIdx="1" clrIdx="0"/>
  <p:cmAuthor id="321" name="未知用户111" initials="未" lastIdx="1" clrIdx="1"/>
  <p:cmAuthor id="322" name="崔彤欣" initials="崔" lastIdx="1" clrIdx="321"/>
  <p:cmAuthor id="323" name="ethel" initials="e" lastIdx="2" clrIdx="322"/>
  <p:cmAuthor id="324" name="多丽娅" initials="多" lastIdx="1" clrIdx="323"/>
  <p:cmAuthor id="325" name="25720" initials="2" lastIdx="1" clrIdx="324"/>
  <p:cmAuthor id="326" name="周华慧" initials="周" lastIdx="1" clrIdx="325"/>
  <p:cmAuthor id="327" name="胡萍" initials="胡" lastIdx="1" clrIdx="326"/>
  <p:cmAuthor id="328" name="tianyuan@cmhi.cmcc" initials="tianyuan@cmhi.cmcc" lastIdx="2" clrIdx="327"/>
  <p:cmAuthor id="329" name="24525" initials="2" lastIdx="1" clrIdx="328"/>
  <p:cmAuthor id="330" name="CHENBIN" initials="C" lastIdx="1" clrIdx="329"/>
  <p:cmAuthor id="331" name="liutAO" initials="l" lastIdx="1" clrIdx="330"/>
  <p:cmAuthor id="332" name="玉柱 姚" initials="玉" lastIdx="1" clrIdx="26"/>
  <p:cmAuthor id="333" name="周文_R7fau6bq" initials="周" lastIdx="1630185183" clrIdx="0"/>
  <p:cmAuthor id="334" name="Mjf" initials="M" lastIdx="1" clrIdx="0"/>
  <p:cmAuthor id="335" name="Kate Rijnen" initials="K" lastIdx="11" clrIdx="2"/>
  <p:cmAuthor id="1372219363" name="WPS_1653443306" initials="W" lastIdx="1" clrIdx="207"/>
  <p:cmAuthor id="336" name="Mark McGregor (HI)" initials="M" lastIdx="33" clrIdx="3"/>
  <p:cmAuthor id="337" name="王岚晟" initials="王" lastIdx="1" clrIdx="336"/>
  <p:cmAuthor id="338" name="Franca, Ryan {MDAO~Basel}" initials="F" lastIdx="6" clrIdx="6"/>
  <p:cmAuthor id="339" name="温文波" initials="温" lastIdx="1" clrIdx="338"/>
  <p:cmAuthor id="340" name="zhoupeng" initials="z" lastIdx="5" clrIdx="339"/>
  <p:cmAuthor id="341" name="Louise Adamson (HI)" initials="L" lastIdx="173" clrIdx="9"/>
  <p:cmAuthor id="342" name="xiaohan" initials="x" lastIdx="1" clrIdx="341"/>
  <p:cmAuthor id="343" name="David Morgan (HI)" initials="D" lastIdx="17" clrIdx="11"/>
  <p:cmAuthor id="344" name="Kate Sillitoe (HI)" initials="K" lastIdx="4" clrIdx="12"/>
  <p:cmAuthor id="345" name="kylin" initials="k" lastIdx="1" clrIdx="344"/>
  <p:cmAuthor id="346" name="hpguan" initials="h" lastIdx="27" clrIdx="0"/>
  <p:cmAuthor id="347" name="miaott" initials="m" lastIdx="0" clrIdx="195"/>
  <p:cmAuthor id="348" name="齐涛" initials="齐" lastIdx="1" clrIdx="0"/>
  <p:cmAuthor id="349" name="zhaoby01" initials="z" lastIdx="2" clrIdx="6"/>
  <p:cmAuthor id="427553388" name="little star" initials="l" lastIdx="1" clrIdx="406"/>
  <p:cmAuthor id="350" name="Lydia" initials="L" lastIdx="1" clrIdx="0"/>
  <p:cmAuthor id="351" name="fengyuan03" initials="f" lastIdx="11" clrIdx="1"/>
  <p:cmAuthor id="352" name="古二蛋" initials="古" lastIdx="1" clrIdx="2"/>
  <p:cmAuthor id="353" name="xusha" initials="x" lastIdx="1" clrIdx="2"/>
  <p:cmAuthor id="354" name="李 东科" initials="李" lastIdx="1" clrIdx="35"/>
  <p:cmAuthor id="355" name="甘源" initials="甘" lastIdx="4" clrIdx="0"/>
  <p:cmAuthor id="356" name="何富军" initials="何" lastIdx="1" clrIdx="0"/>
  <p:cmAuthor id="357" name="闫秀丽" initials="闫" lastIdx="0" clrIdx="0"/>
  <p:cmAuthor id="358" name="金雯茜" initials="金" lastIdx="1" clrIdx="357"/>
  <p:cmAuthor id="359" name="qatr130" initials="q" lastIdx="1" clrIdx="0"/>
  <p:cmAuthor id="360" name="袁正海" initials="袁" lastIdx="1" clrIdx="0"/>
  <p:cmAuthor id="287643681" name="殷格非" initials="殷" lastIdx="2" clrIdx="0"/>
  <p:cmAuthor id="361" name="未知用户84" initials="未" lastIdx="1" clrIdx="0"/>
  <p:cmAuthor id="287643682" name="z r" initials="zr" lastIdx="5" clrIdx="12"/>
  <p:cmAuthor id="362" name="未知用户88" initials="未" lastIdx="1" clrIdx="0"/>
  <p:cmAuthor id="287643683" name="lc xue" initials="lx" lastIdx="1" clrIdx="22"/>
  <p:cmAuthor id="363" name="未知的使用者179" initials="未" lastIdx="1" clrIdx="0"/>
  <p:cmAuthor id="287643684" name="ma yanru" initials="my" lastIdx="1" clrIdx="25"/>
  <p:cmAuthor id="364" name="熘?" initials="熘" lastIdx="1" clrIdx="0"/>
  <p:cmAuthor id="287643685" name="罗志军" initials="Microsof" lastIdx="1" clrIdx="38"/>
  <p:cmAuthor id="365" name="未知用户94" initials="未" lastIdx="0" clrIdx="0"/>
  <p:cmAuthor id="366" name="未知用户95" initials="未" lastIdx="1" clrIdx="0"/>
  <p:cmAuthor id="367" name="未知的使用者227" initials="未" lastIdx="2" clrIdx="0"/>
  <p:cmAuthor id="369" name="橙子" initials="橙" lastIdx="2" clrIdx="1"/>
  <p:cmAuthor id="370" name="加 林" initials="加" lastIdx="1" clrIdx="0"/>
  <p:cmAuthor id="371" name="wenle369@sina.com" initials="w" lastIdx="1" clrIdx="0"/>
  <p:cmAuthor id="372" name="未知用户418" initials="未" lastIdx="1" clrIdx="0"/>
  <p:cmAuthor id="373" name="未知用户271" initials="未" lastIdx="1" clrIdx="0"/>
  <p:cmAuthor id="374" name="think" initials="t" lastIdx="1" clrIdx="0"/>
  <p:cmAuthor id="375" name="过 去" initials="过" lastIdx="1" clrIdx="0"/>
  <p:cmAuthor id="376" name="ChinaUser" initials="C" lastIdx="1" clrIdx="0"/>
  <p:cmAuthor id="377" name="未知的使用者149" initials="未" lastIdx="8" clrIdx="0"/>
  <p:cmAuthor id="379" name="linkplus" initials="l" lastIdx="1" clrIdx="0"/>
  <p:cmAuthor id="380" name="未知用户118" initials="未" lastIdx="1" clrIdx="0"/>
  <p:cmAuthor id="381" name="未知用户119" initials="未" lastIdx="0" clrIdx="0"/>
  <p:cmAuthor id="382" name="未知用户120" initials="未" lastIdx="1" clrIdx="1"/>
  <p:cmAuthor id="383" name="未知用户121" initials="未" lastIdx="8" clrIdx="0"/>
  <p:cmAuthor id="384" name="未知用户122" initials="未" lastIdx="0" clrIdx="0"/>
  <p:cmAuthor id="271429377" name="WPS_1490447135" initials="W" lastIdx="1" clrIdx="52"/>
  <p:cmAuthor id="385" name="未知用户123" initials="未" lastIdx="1" clrIdx="0"/>
  <p:cmAuthor id="386" name="未知用户124" initials="未" lastIdx="9" clrIdx="0"/>
  <p:cmAuthor id="387" name="未知用户125" initials="未" lastIdx="2" clrIdx="0"/>
  <p:cmAuthor id="388" name="未知用户126" initials="未" lastIdx="1" clrIdx="0"/>
  <p:cmAuthor id="389" name="未知用户127" initials="未" lastIdx="1" clrIdx="0"/>
  <p:cmAuthor id="390" name="未知用户128" initials="未" lastIdx="1" clrIdx="0"/>
  <p:cmAuthor id="748972523" name="zahur" initials="z" lastIdx="2" clrIdx="24"/>
  <p:cmAuthor id="391" name="未知用户129" initials="未" lastIdx="0" clrIdx="8"/>
  <p:cmAuthor id="392" name="未知用户130" initials="未" lastIdx="1" clrIdx="0"/>
  <p:cmAuthor id="393" name="未知用户131" initials="未" lastIdx="10" clrIdx="0"/>
  <p:cmAuthor id="394" name="未知用户132" initials="未" lastIdx="1" clrIdx="0"/>
  <p:cmAuthor id="395" name="未知用户133" initials="未" lastIdx="2" clrIdx="0"/>
  <p:cmAuthor id="396" name="未知用户134" initials="未" lastIdx="1" clrIdx="0"/>
  <p:cmAuthor id="397" name="未知用户135" initials="未" lastIdx="0" clrIdx="0"/>
  <p:cmAuthor id="394525608" name="仇怿俊" initials="仇" lastIdx="0" clrIdx="0"/>
  <p:cmAuthor id="398" name="未知用户136" initials="未" lastIdx="1" clrIdx="0"/>
  <p:cmAuthor id="394525609" name="韩雨_UBvibq63" initials="authorId_353158055" lastIdx="0" clrIdx="0"/>
  <p:cmAuthor id="399" name="未知用户137" initials="未" lastIdx="0" clrIdx="0"/>
  <p:cmAuthor id="394525610" name="赵培勋_3IVrI7J7" initials="authorId_965678369" lastIdx="0" clrIdx="0"/>
  <p:cmAuthor id="400" name="未知用户138" initials="未" lastIdx="7" clrIdx="0"/>
  <p:cmAuthor id="394525611" name="施丽勤_uMzuu63y" initials="authorId_279398808" lastIdx="0" clrIdx="0"/>
  <p:cmAuthor id="401" name="未知用户141" initials="未" lastIdx="0" clrIdx="0"/>
  <p:cmAuthor id="394525612" name="peng Terry" initials="pT" lastIdx="1" clrIdx="23"/>
  <p:cmAuthor id="402" name="未知用户142" initials="未" lastIdx="0" clrIdx="1"/>
  <p:cmAuthor id="394525613" name="Administrator" initials="A" lastIdx="1" clrIdx="24"/>
  <p:cmAuthor id="403" name="未知用户143" initials="未" lastIdx="1" clrIdx="0"/>
  <p:cmAuthor id="394525614" name="BlackHole" initials="B" lastIdx="1" clrIdx="25"/>
  <p:cmAuthor id="404" name="未知用户144" initials="未" lastIdx="1" clrIdx="0"/>
  <p:cmAuthor id="405" name="未知用户145" initials="未" lastIdx="2" clrIdx="0"/>
  <p:cmAuthor id="406" name="未知的使用者228" initials="" lastIdx="1" clrIdx="0"/>
  <p:cmAuthor id="407" name="未知的使用者229" initials="" lastIdx="8" clrIdx="0"/>
  <p:cmAuthor id="408" name="未知的使用者230" initials="" lastIdx="1" clrIdx="0"/>
  <p:cmAuthor id="409" name="未知的使用者231" initials="" lastIdx="1" clrIdx="0"/>
  <p:cmAuthor id="410" name="未知用户139" initials="未" lastIdx="0" clrIdx="0"/>
  <p:cmAuthor id="411" name="未知用户188" initials="未" lastIdx="1" clrIdx="0"/>
  <p:cmAuthor id="412" name="未知用户189" initials="未" lastIdx="1" clrIdx="0"/>
  <p:cmAuthor id="413" name="未知用户165" initials="未" lastIdx="1" clrIdx="0"/>
  <p:cmAuthor id="414" name="未知用户166" initials="未" lastIdx="1" clrIdx="0"/>
  <p:cmAuthor id="415" name="未知用户167" initials="未" lastIdx="1" clrIdx="0"/>
  <p:cmAuthor id="416" name="未知用户168" initials="未" lastIdx="0" clrIdx="8"/>
  <p:cmAuthor id="417" name="未知用户169" initials="未" lastIdx="1" clrIdx="0"/>
  <p:cmAuthor id="418" name="未知的使用者236" initials="" lastIdx="1" clrIdx="0"/>
  <p:cmAuthor id="419" name="未知的使用者237" initials="" lastIdx="2" clrIdx="0"/>
  <p:cmAuthor id="421" name="未知的使用者239" initials="" lastIdx="43" clrIdx="1"/>
  <p:cmAuthor id="422" name="未知用户174" initials="未" lastIdx="0" clrIdx="0"/>
  <p:cmAuthor id="423" name="未知用户175" initials="未" lastIdx="1" clrIdx="0"/>
  <p:cmAuthor id="424" name="未知用户176" initials="未" lastIdx="0" clrIdx="0"/>
  <p:cmAuthor id="425" name="未知的使用者207" initials="" lastIdx="1" clrIdx="0"/>
  <p:cmAuthor id="426" name="未知的使用者208" initials="" lastIdx="5" clrIdx="1"/>
  <p:cmAuthor id="427" name="alen" initials="a" lastIdx="2" clrIdx="0"/>
  <p:cmAuthor id="428" name="USER" initials="U" lastIdx="0" clrIdx="0"/>
  <p:cmAuthor id="429" name="王 一鸣" initials="王" lastIdx="1" clrIdx="0"/>
  <p:cmAuthor id="430" name="Well Li" initials="W" lastIdx="1" clrIdx="0"/>
  <p:cmAuthor id="431" name="任俊宣" initials="任" lastIdx="1" clrIdx="6"/>
  <p:cmAuthor id="432" name="未知用户198" initials="未" lastIdx="0" clrIdx="0"/>
  <p:cmAuthor id="433" name="未知的使用者215" initials="" lastIdx="1" clrIdx="0"/>
  <p:cmAuthor id="434" name="未知用户220" initials="未" lastIdx="1" clrIdx="0"/>
  <p:cmAuthor id="435" name="未知用户221" initials="未" lastIdx="1" clrIdx="0"/>
  <p:cmAuthor id="436" name="未知用户199" initials="未" lastIdx="0" clrIdx="1"/>
  <p:cmAuthor id="437" name="未知用户200" initials="未" lastIdx="2" clrIdx="0"/>
  <p:cmAuthor id="438" name="未知用户201" initials="未" lastIdx="11" clrIdx="1"/>
  <p:cmAuthor id="439" name="未知用户214" initials="未" lastIdx="1" clrIdx="0"/>
  <p:cmAuthor id="440" name="未知用户216" initials="未" lastIdx="1" clrIdx="0"/>
  <p:cmAuthor id="441" name="未知用户202" initials="未" lastIdx="2" clrIdx="0"/>
  <p:cmAuthor id="442" name="未知用户203" initials="未" lastIdx="15" clrIdx="0"/>
  <p:cmAuthor id="443" name="未知用户204" initials="未" lastIdx="1" clrIdx="0"/>
  <p:cmAuthor id="444" name="未知用户205" initials="未" lastIdx="7" clrIdx="0"/>
  <p:cmAuthor id="445" name="未知用户206" initials="未" lastIdx="1" clrIdx="0"/>
  <p:cmAuthor id="446" name="未知用户207" initials="未" lastIdx="1" clrIdx="0"/>
  <p:cmAuthor id="447" name="未知用户208" initials="未" lastIdx="1" clrIdx="0"/>
  <p:cmAuthor id="448" name="未知用户209" initials="未" lastIdx="2" clrIdx="0"/>
  <p:cmAuthor id="449" name="未知用户210" initials="未" lastIdx="0" clrIdx="0"/>
  <p:cmAuthor id="450" name="未知用户213" initials="未" lastIdx="1" clrIdx="2"/>
  <p:cmAuthor id="451" name="未知用户211" initials="未" lastIdx="1" clrIdx="0"/>
  <p:cmAuthor id="452" name="?定义" initials="?" lastIdx="2" clrIdx="0"/>
  <p:cmAuthor id="453" name="sxp" initials="s" lastIdx="1" clrIdx="2"/>
  <p:cmAuthor id="454" name="allan" initials="a" lastIdx="1" clrIdx="0"/>
  <p:cmAuthor id="456" name="tkadmin" initials="t" lastIdx="1" clrIdx="455"/>
  <p:cmAuthor id="457" name="mawei19" initials="m" lastIdx="1" clrIdx="21"/>
  <p:cmAuthor id="458" name="未知用户148" initials="未" lastIdx="1" clrIdx="0"/>
  <p:cmAuthor id="197537691" name="刘" initials="刘" lastIdx="3" clrIdx="12"/>
  <p:cmAuthor id="297873526" name="刘新妍" initials="刘" lastIdx="1" clrIdx="0"/>
  <p:cmAuthor id="466" name="未知的使用者188" initials="未" lastIdx="1" clrIdx="0"/>
  <p:cmAuthor id="467" name="未知的使用者189" initials="未" lastIdx="2" clrIdx="0"/>
  <p:cmAuthor id="468" name="未知的使用者190" initials="未" lastIdx="1" clrIdx="1"/>
  <p:cmAuthor id="469" name="未知的使用者191" initials="未" lastIdx="1" clrIdx="0"/>
  <p:cmAuthor id="470" name="未知的使用者192" initials="未" lastIdx="1" clrIdx="0"/>
  <p:cmAuthor id="471" name="未知的使用者193" initials="未" lastIdx="2" clrIdx="0"/>
  <p:cmAuthor id="472" name="未知的使用者153" initials="未" lastIdx="1" clrIdx="0"/>
  <p:cmAuthor id="473" name="未知的使用者154" initials="未" lastIdx="1" clrIdx="0"/>
  <p:cmAuthor id="474" name="未知的使用者157" initials="未" lastIdx="1" clrIdx="0"/>
  <p:cmAuthor id="475" name="未知的使用者129" initials="未" lastIdx="1" clrIdx="0"/>
  <p:cmAuthor id="476" name="未知的使用者164" initials="未" lastIdx="8" clrIdx="0"/>
  <p:cmAuthor id="477" name="未知的使用者172" initials="未" lastIdx="1" clrIdx="0"/>
  <p:cmAuthor id="478" name="未知的使用者174" initials="未" lastIdx="1" clrIdx="0"/>
  <p:cmAuthor id="479" name="未知的使用者247" initials="未" lastIdx="6" clrIdx="0"/>
  <p:cmAuthor id="480" name="未知的使用者249" initials="未" lastIdx="43" clrIdx="1"/>
  <p:cmAuthor id="481" name="未知的使用者250" initials="未" lastIdx="1" clrIdx="0"/>
  <p:cmAuthor id="482" name="未知的使用者251" initials="未" lastIdx="1" clrIdx="0"/>
  <p:cmAuthor id="483" name="未知的使用者246" initials="未" lastIdx="1" clrIdx="1"/>
  <p:cmAuthor id="484" name="未知的使用者252" initials="未" lastIdx="1" clrIdx="0"/>
  <p:cmAuthor id="485" name="未知的使用者253" initials="未" lastIdx="1" clrIdx="0"/>
  <p:cmAuthor id="486" name="未知的使用者254" initials="未" lastIdx="1" clrIdx="0"/>
  <p:cmAuthor id="487" name="未知的使用者255" initials="未" lastIdx="1" clrIdx="0"/>
  <p:cmAuthor id="488" name="未知的使用者270" initials="未" lastIdx="1" clrIdx="0"/>
  <p:cmAuthor id="489" name="未知的使用者256" initials="未" lastIdx="1" clrIdx="0"/>
  <p:cmAuthor id="490" name="未知的使用者257" initials="未" lastIdx="1" clrIdx="0"/>
  <p:cmAuthor id="491" name="未知的使用者240" initials="未" lastIdx="1" clrIdx="0"/>
  <p:cmAuthor id="492" name="未知的使用者241" initials="未" lastIdx="1" clrIdx="0"/>
  <p:cmAuthor id="493" name="未知的使用者242" initials="未" lastIdx="2" clrIdx="0"/>
  <p:cmAuthor id="494" name="未知的使用者243" initials="未" lastIdx="1" clrIdx="0"/>
  <p:cmAuthor id="495" name="未知的使用者258" initials="未" lastIdx="8" clrIdx="0"/>
  <p:cmAuthor id="496" name="未知的使用者259" initials="未" lastIdx="1" clrIdx="0"/>
  <p:cmAuthor id="497" name="未知的使用者260" initials="未" lastIdx="1" clrIdx="0"/>
  <p:cmAuthor id="498" name="未知的使用者261" initials="未" lastIdx="11" clrIdx="0"/>
  <p:cmAuthor id="499" name="未知的使用者262" initials="未" lastIdx="7" clrIdx="1"/>
  <p:cmAuthor id="500" name="未知的使用者263" initials="未" lastIdx="1" clrIdx="2"/>
  <p:cmAuthor id="501" name="未知的使用者264" initials="未" lastIdx="1" clrIdx="0"/>
  <p:cmAuthor id="502" name="未知的使用者265" initials="未" lastIdx="1" clrIdx="0"/>
  <p:cmAuthor id="503" name="未知的使用者266" initials="未" lastIdx="1" clrIdx="1"/>
  <p:cmAuthor id="504" name="未知的使用者267" initials="未" lastIdx="1" clrIdx="0"/>
  <p:cmAuthor id="505" name="未知的使用者268" initials="未" lastIdx="2" clrIdx="0"/>
  <p:cmAuthor id="506" name="未知的使用者269" initials="未" lastIdx="7" clrIdx="1"/>
  <p:cmAuthor id="507" name="lillian" initials="l" lastIdx="1" clrIdx="0"/>
  <p:cmAuthor id="509" name="未知用户157" initials="未" lastIdx="8" clrIdx="0"/>
  <p:cmAuthor id="510" name="未知用户158" initials="未" lastIdx="2" clrIdx="0"/>
  <p:cmAuthor id="511" name="未知用户159" initials="未" lastIdx="1" clrIdx="0"/>
  <p:cmAuthor id="1411827" name="黄晓平" initials="黄" lastIdx="0" clrIdx="0"/>
  <p:cmAuthor id="512" name="未知用户160" initials="未" lastIdx="2" clrIdx="0"/>
  <p:cmAuthor id="1411828" name="Mr.Wu" initials="M" lastIdx="1" clrIdx="41"/>
  <p:cmAuthor id="381437688" name="谢学斌" initials="谢" lastIdx="0" clrIdx="0"/>
  <p:cmAuthor id="513" name="王 金谦" initials="王" lastIdx="2" clrIdx="21"/>
  <p:cmAuthor id="1411829" name="Chang Chen" initials="CC" lastIdx="2" clrIdx="44"/>
  <p:cmAuthor id="514" name="順天" initials="順" lastIdx="1" clrIdx="0"/>
  <p:cmAuthor id="1006696089" name="LAN" initials="L" lastIdx="1" clrIdx="1"/>
  <p:cmAuthor id="516" name="未知用户197" initials="未" lastIdx="0" clrIdx="1"/>
  <p:cmAuthor id="518" name="未知的使用者224" initials="未" lastIdx="1" clrIdx="0"/>
  <p:cmAuthor id="519" name="肖婧" initials="肖" lastIdx="7" clrIdx="0"/>
  <p:cmAuthor id="191251535" name="沈霄雷" initials="沈" lastIdx="833089" clrIdx="0"/>
  <p:cmAuthor id="520" name="未知的使用者161" initials="未" lastIdx="1" clrIdx="0"/>
  <p:cmAuthor id="191251536" name="李臻_jiai6ZRr" initials="authorId_192999303" lastIdx="0" clrIdx="0"/>
  <p:cmAuthor id="191251537" name="田亚林+_vEn2feIZ" initials="authorId_385966644" lastIdx="0" clrIdx="0"/>
  <p:cmAuthor id="191251538" name="孙军_a2y2UrEv" initials="authorId_524475945" lastIdx="0" clrIdx="0"/>
  <p:cmAuthor id="523" name="未知用户20" initials="未" lastIdx="1" clrIdx="0"/>
  <p:cmAuthor id="191251539" name="戴 清泺" initials="戴" lastIdx="1" clrIdx="34"/>
  <p:cmAuthor id="191251540" name="NN" initials="NN" lastIdx="10" clrIdx="35"/>
  <p:cmAuthor id="191251541" name="he wen" initials="hw" lastIdx="3" clrIdx="210"/>
  <p:cmAuthor id="191251542" name="yang.yuan" initials="y" lastIdx="0" clrIdx="17"/>
  <p:cmAuthor id="527" name="未知的使用者217" initials="未" lastIdx="1" clrIdx="1"/>
  <p:cmAuthor id="191251543" name="于洪宇_rMRzAZZ7" initials="authorId_260024" lastIdx="580781421" clrIdx="0"/>
  <p:cmAuthor id="529" name="lilan" initials="l" lastIdx="1" clrIdx="0"/>
  <p:cmAuthor id="533" name="hmwang" initials="dsc" lastIdx="2" clrIdx="532"/>
  <p:cmAuthor id="534" name="未知的使用者204" initials="未" lastIdx="1" clrIdx="0"/>
  <p:cmAuthor id="536" name="未知用户346" initials="未" lastIdx="3" clrIdx="1"/>
  <p:cmAuthor id="537" name="未知的使用者151" initials="未" lastIdx="1" clrIdx="1"/>
  <p:cmAuthor id="538" name="未知的使用者216" initials="未" lastIdx="1" clrIdx="0"/>
  <p:cmAuthor id="540" name="未知的使用者130" initials="未" lastIdx="8" clrIdx="0"/>
  <p:cmAuthor id="541" name="未知的使用者234" initials="未" lastIdx="10" clrIdx="0"/>
  <p:cmAuthor id="542" name="未知的使用者137" initials="未" lastIdx="1" clrIdx="0"/>
  <p:cmAuthor id="708433798" name="jialuo" initials="j" lastIdx="0" clrIdx="0"/>
  <p:cmAuthor id="543" name="王芳" initials="王" lastIdx="14" clrIdx="0"/>
  <p:cmAuthor id="708433799" name="陈睿君" initials="ruijun" lastIdx="1" clrIdx="37"/>
  <p:cmAuthor id="708433800" name="xiaming song" initials="xs" lastIdx="1" clrIdx="38"/>
  <p:cmAuthor id="545" name="dell" initials="d" lastIdx="1" clrIdx="544"/>
  <p:cmAuthor id="708433801" name="Rensheng Tang" initials="RT" lastIdx="0" clrIdx="51"/>
  <p:cmAuthor id="708433802" name="林茂" initials="" lastIdx="0" clrIdx="52"/>
  <p:cmAuthor id="547" name="super" initials="s" lastIdx="1" clrIdx="546"/>
  <p:cmAuthor id="548" name="未知的使用者238" initials="未" lastIdx="2" clrIdx="0"/>
  <p:cmAuthor id="549" name="未知的使用者97" initials="未" lastIdx="1" clrIdx="0"/>
  <p:cmAuthor id="553" name="刘晖" initials="刘" lastIdx="1" clrIdx="0"/>
  <p:cmAuthor id="554" name="未知用户190" initials="未" lastIdx="1" clrIdx="1"/>
  <p:cmAuthor id="555" name="未知用户25" initials="未" lastIdx="1" clrIdx="0"/>
  <p:cmAuthor id="556" name="Stacy Chiang" initials="S" lastIdx="2" clrIdx="0"/>
  <p:cmAuthor id="557" name="Xia Ting" initials="X" lastIdx="1" clrIdx="0"/>
  <p:cmAuthor id="8535702" name="曾蓓/贝贝" initials="曾" lastIdx="0" clrIdx="0"/>
  <p:cmAuthor id="558" name="未知用户337" initials="未" lastIdx="0" clrIdx="0"/>
  <p:cmAuthor id="559" name="未知用户336" initials="未" lastIdx="1" clrIdx="0"/>
  <p:cmAuthor id="475196944" name="姚琳" initials="姚" lastIdx="1133934" clrIdx="0"/>
  <p:cmAuthor id="560" name="未知用户318" initials="未" lastIdx="1" clrIdx="1"/>
  <p:cmAuthor id="475196945" name="chen" initials="c" lastIdx="1" clrIdx="2"/>
  <p:cmAuthor id="475196946" name="祖港 张" initials="祖张" lastIdx="12" clrIdx="30"/>
  <p:cmAuthor id="562" name="未知用户320" initials="未" lastIdx="3" clrIdx="0"/>
  <p:cmAuthor id="564" name="未知用户322" initials="未" lastIdx="0" clrIdx="0"/>
  <p:cmAuthor id="565" name="未知用户323" initials="未" lastIdx="9" clrIdx="0"/>
  <p:cmAuthor id="566" name="未知用户287" initials="未" lastIdx="1" clrIdx="0"/>
  <p:cmAuthor id="567" name="未知用户324" initials="未" lastIdx="1" clrIdx="0"/>
  <p:cmAuthor id="568" name="未知用户325" initials="未" lastIdx="2" clrIdx="0"/>
  <p:cmAuthor id="569" name="未知用户290" initials="未" lastIdx="1" clrIdx="0"/>
  <p:cmAuthor id="570" name="未知用户291" initials="未" lastIdx="1" clrIdx="0"/>
  <p:cmAuthor id="571" name="未知用户292" initials="未" lastIdx="0" clrIdx="0"/>
  <p:cmAuthor id="572" name="未知用户293" initials="未" lastIdx="1" clrIdx="0"/>
  <p:cmAuthor id="573" name="未知用户294" initials="未" lastIdx="1" clrIdx="1"/>
  <p:cmAuthor id="574" name="未知用户295" initials="未" lastIdx="1" clrIdx="0"/>
  <p:cmAuthor id="575" name="未知用户326" initials="未" lastIdx="1" clrIdx="0"/>
  <p:cmAuthor id="576" name="未知用户327" initials="未" lastIdx="2" clrIdx="0"/>
  <p:cmAuthor id="577" name="未知用户328" initials="未" lastIdx="2" clrIdx="0"/>
  <p:cmAuthor id="578" name="未知用户299" initials="未" lastIdx="3" clrIdx="0"/>
  <p:cmAuthor id="579" name="未知用户300" initials="未" lastIdx="22" clrIdx="0"/>
  <p:cmAuthor id="580" name="未知用户301" initials="未" lastIdx="1" clrIdx="0"/>
  <p:cmAuthor id="231976950" name="挚爱一生♥祺" initials="挚" lastIdx="2" clrIdx="337"/>
  <p:cmAuthor id="581" name="未知用户302" initials="未" lastIdx="1" clrIdx="1"/>
  <p:cmAuthor id="415625206" name="Ivan Huang" initials="I" lastIdx="2" clrIdx="373"/>
  <p:cmAuthor id="582" name="未知用户303" initials="未" lastIdx="1" clrIdx="0"/>
  <p:cmAuthor id="583" name="未知用户304" initials="未" lastIdx="1" clrIdx="35"/>
  <p:cmAuthor id="584" name="未知用户305" initials="未" lastIdx="1" clrIdx="0"/>
  <p:cmAuthor id="585" name="未知用户306" initials="未" lastIdx="0" clrIdx="0"/>
  <p:cmAuthor id="586" name="未知用户222" initials="未" lastIdx="1" clrIdx="1"/>
  <p:cmAuthor id="587" name="未知用户224" initials="未" lastIdx="0" clrIdx="0"/>
  <p:cmAuthor id="588" name="未知用户332" initials="未" lastIdx="1" clrIdx="0"/>
  <p:cmAuthor id="589" name="未知用户309" initials="未" lastIdx="0" clrIdx="0"/>
  <p:cmAuthor id="590" name="未知用户310" initials="未" lastIdx="1" clrIdx="21"/>
  <p:cmAuthor id="591" name="未知用户311" initials="未" lastIdx="1" clrIdx="0"/>
  <p:cmAuthor id="592" name="未知用户312" initials="未" lastIdx="4" clrIdx="1"/>
  <p:cmAuthor id="593" name="未知用户313" initials="未" lastIdx="1" clrIdx="0"/>
  <p:cmAuthor id="594" name="未知用户335" initials="未" lastIdx="1" clrIdx="0"/>
  <p:cmAuthor id="595" name="未知用户316" initials="未" lastIdx="1" clrIdx="0"/>
  <p:cmAuthor id="596" name="未知用户277" initials="未" lastIdx="1" clrIdx="0"/>
  <p:cmAuthor id="597" name="未知用户278" initials="未" lastIdx="1" clrIdx="0"/>
  <p:cmAuthor id="598" name="未知用户272" initials="未" lastIdx="10" clrIdx="0"/>
  <p:cmAuthor id="599" name="未知用户273" initials="未" lastIdx="1" clrIdx="0"/>
  <p:cmAuthor id="600" name="未知用户279" initials="未" lastIdx="1" clrIdx="1"/>
  <p:cmAuthor id="601" name="未知用户233" initials="未" lastIdx="1" clrIdx="0"/>
  <p:cmAuthor id="1123687567" name="mystic" initials="m" lastIdx="1" clrIdx="11"/>
  <p:cmAuthor id="602" name="未知用户229" initials="未" lastIdx="0" clrIdx="0"/>
  <p:cmAuthor id="603" name="未知用户234" initials="未" lastIdx="1" clrIdx="0"/>
  <p:cmAuthor id="604" name="未知用户274" initials="未" lastIdx="1" clrIdx="0"/>
  <p:cmAuthor id="605" name="未知用户236" initials="未" lastIdx="0" clrIdx="0"/>
  <p:cmAuthor id="606" name="未知用户280" initials="未" lastIdx="2" clrIdx="0"/>
  <p:cmAuthor id="607" name="未知用户238" initials="未" lastIdx="1" clrIdx="21"/>
  <p:cmAuthor id="608" name="未知用户239" initials="未" lastIdx="1" clrIdx="0"/>
  <p:cmAuthor id="609" name="未知用户240" initials="未" lastIdx="4" clrIdx="1"/>
  <p:cmAuthor id="610" name="未知用户241" initials="未" lastIdx="1" clrIdx="0"/>
  <p:cmAuthor id="611" name="未知用户242" initials="未" lastIdx="1" clrIdx="0"/>
  <p:cmAuthor id="612" name="未知用户243" initials="未" lastIdx="1" clrIdx="0"/>
  <p:cmAuthor id="613" name="未知用户244" initials="未" lastIdx="1" clrIdx="0"/>
  <p:cmAuthor id="614" name="未知用户245" initials="未" lastIdx="1" clrIdx="0"/>
  <p:cmAuthor id="615" name="未知用户246" initials="未" lastIdx="1" clrIdx="1"/>
  <p:cmAuthor id="616" name="未知用户247" initials="未" lastIdx="7" clrIdx="0"/>
  <p:cmAuthor id="617" name="未知用户248" initials="未" lastIdx="3" clrIdx="0"/>
  <p:cmAuthor id="618" name="未知用户249" initials="未" lastIdx="1" clrIdx="0"/>
  <p:cmAuthor id="619" name="未知用户250" initials="未" lastIdx="0" clrIdx="0"/>
  <p:cmAuthor id="620" name="未知用户251" initials="未" lastIdx="9" clrIdx="0"/>
  <p:cmAuthor id="621" name="未知用户252" initials="未" lastIdx="1" clrIdx="0"/>
  <p:cmAuthor id="622" name="未知用户253" initials="未" lastIdx="1" clrIdx="0"/>
  <p:cmAuthor id="623" name="未知用户254" initials="未" lastIdx="2" clrIdx="0"/>
  <p:cmAuthor id="624" name="未知用户255" initials="未" lastIdx="1" clrIdx="0"/>
  <p:cmAuthor id="625" name="未知用户256" initials="未" lastIdx="1" clrIdx="0"/>
  <p:cmAuthor id="626" name="未知用户257" initials="未" lastIdx="0" clrIdx="0"/>
  <p:cmAuthor id="627" name="未知用户258" initials="未" lastIdx="1" clrIdx="0"/>
  <p:cmAuthor id="628" name="未知用户259" initials="未" lastIdx="1" clrIdx="1"/>
  <p:cmAuthor id="629" name="未知用户260" initials="未" lastIdx="1" clrIdx="0"/>
  <p:cmAuthor id="630" name="未知用户275" initials="未" lastIdx="1" clrIdx="0"/>
  <p:cmAuthor id="631" name="未知用户276" initials="未" lastIdx="2" clrIdx="0"/>
  <p:cmAuthor id="632" name="未知用户263" initials="未" lastIdx="2" clrIdx="0"/>
  <p:cmAuthor id="633" name="未知用户264" initials="未" lastIdx="3" clrIdx="0"/>
  <p:cmAuthor id="634" name="未知用户265" initials="未" lastIdx="22" clrIdx="0"/>
  <p:cmAuthor id="635" name="未知用户266" initials="未" lastIdx="1" clrIdx="1"/>
  <p:cmAuthor id="636" name="未知用户267" initials="未" lastIdx="1" clrIdx="0"/>
  <p:cmAuthor id="637" name="未知用户268" initials="未" lastIdx="1" clrIdx="35"/>
  <p:cmAuthor id="638" name="未知用户269" initials="未" lastIdx="1" clrIdx="0"/>
  <p:cmAuthor id="639" name="未知用户270" initials="未" lastIdx="0" clrIdx="0"/>
  <p:cmAuthor id="640" name="未知用户193" initials="未" lastIdx="2" clrIdx="0"/>
  <p:cmAuthor id="641" name="未知用户195" initials="未" lastIdx="22" clrIdx="0"/>
  <p:cmAuthor id="642" name="未知用户196" initials="未" lastIdx="1" clrIdx="0"/>
  <p:cmAuthor id="643" name="未知用户358" initials="未" lastIdx="1" clrIdx="0"/>
  <p:cmAuthor id="644" name="未知用户359" initials="未" lastIdx="1" clrIdx="0"/>
  <p:cmAuthor id="645" name="未知用户360" initials="未" lastIdx="10" clrIdx="0"/>
  <p:cmAuthor id="646" name="未知用户361" initials="未" lastIdx="1" clrIdx="0"/>
  <p:cmAuthor id="647" name="未知用户364" initials="未" lastIdx="2" clrIdx="0"/>
  <p:cmAuthor id="648" name="未知用户288" initials="未" lastIdx="1" clrIdx="0"/>
  <p:cmAuthor id="649" name="未知用户297" initials="未" lastIdx="1" clrIdx="0"/>
  <p:cmAuthor id="650" name="未知用户298" initials="未" lastIdx="1" clrIdx="1"/>
  <p:cmAuthor id="651" name="未知用户307" initials="未" lastIdx="7" clrIdx="0"/>
  <p:cmAuthor id="630681151" name="山河念远" initials="山" lastIdx="1" clrIdx="326"/>
  <p:cmAuthor id="652" name="未知用户308" initials="未" lastIdx="3" clrIdx="0"/>
  <p:cmAuthor id="653" name="未知用户315" initials="未" lastIdx="1" clrIdx="0"/>
  <p:cmAuthor id="654" name="未知用户317" initials="未" lastIdx="0" clrIdx="0"/>
  <p:cmAuthor id="655" name="未知用户329" initials="未" lastIdx="10" clrIdx="0"/>
  <p:cmAuthor id="656" name="未知用户333" initials="未" lastIdx="1" clrIdx="0"/>
  <p:cmAuthor id="657" name="未知用户334" initials="未" lastIdx="1" clrIdx="0"/>
  <p:cmAuthor id="658" name="未知用户340" initials="未" lastIdx="2" clrIdx="0"/>
  <p:cmAuthor id="659" name="未知用户341" initials="未" lastIdx="1" clrIdx="0"/>
  <p:cmAuthor id="660" name="未知用户342" initials="未" lastIdx="1" clrIdx="0"/>
  <p:cmAuthor id="661" name="未知用户343" initials="未" lastIdx="0" clrIdx="0"/>
  <p:cmAuthor id="662" name="未知用户344" initials="未" lastIdx="1" clrIdx="0"/>
  <p:cmAuthor id="663" name="未知用户345" initials="未" lastIdx="1" clrIdx="1"/>
  <p:cmAuthor id="664" name="未知用户365" initials="未" lastIdx="1" clrIdx="0"/>
  <p:cmAuthor id="665" name="未知用户366" initials="未" lastIdx="1" clrIdx="0"/>
  <p:cmAuthor id="666" name="未知用户367" initials="未" lastIdx="2" clrIdx="0"/>
  <p:cmAuthor id="667" name="未知用户368" initials="未" lastIdx="2" clrIdx="0"/>
  <p:cmAuthor id="668" name="未知用户403" initials="未" lastIdx="1" clrIdx="0"/>
  <p:cmAuthor id="669" name="未知用户402" initials="未" lastIdx="1" clrIdx="0"/>
  <p:cmAuthor id="670" name="未知用户379" initials="未" lastIdx="10" clrIdx="0"/>
  <p:cmAuthor id="671" name="未知用户380" initials="未" lastIdx="1" clrIdx="0"/>
  <p:cmAuthor id="672" name="未知用户405" initials="未" lastIdx="2" clrIdx="0"/>
  <p:cmAuthor id="673" name="未知用户382" initials="未" lastIdx="1" clrIdx="0"/>
  <p:cmAuthor id="674" name="未知用户383" initials="未" lastIdx="1" clrIdx="0"/>
  <p:cmAuthor id="675" name="未知用户384" initials="未" lastIdx="1" clrIdx="1"/>
  <p:cmAuthor id="676" name="未知用户385" initials="未" lastIdx="7" clrIdx="0"/>
  <p:cmAuthor id="677" name="未知用户386" initials="未" lastIdx="3" clrIdx="0"/>
  <p:cmAuthor id="678" name="未知用户387" initials="未" lastIdx="1" clrIdx="0"/>
  <p:cmAuthor id="679" name="未知用户388" initials="未" lastIdx="0" clrIdx="0"/>
  <p:cmAuthor id="680" name="未知用户411" initials="未" lastIdx="1" clrIdx="0"/>
  <p:cmAuthor id="681" name="未知用户389" initials="未" lastIdx="9" clrIdx="0"/>
  <p:cmAuthor id="682" name="未知用户390" initials="未" lastIdx="1" clrIdx="0"/>
  <p:cmAuthor id="683" name="未知用户391" initials="未" lastIdx="1" clrIdx="0"/>
  <p:cmAuthor id="684" name="未知用户392" initials="未" lastIdx="2" clrIdx="0"/>
  <p:cmAuthor id="685" name="未知用户393" initials="未" lastIdx="1" clrIdx="0"/>
  <p:cmAuthor id="686" name="未知用户394" initials="未" lastIdx="1" clrIdx="0"/>
  <p:cmAuthor id="687" name="未知用户395" initials="未" lastIdx="0" clrIdx="0"/>
  <p:cmAuthor id="688" name="未知用户396" initials="未" lastIdx="1" clrIdx="0"/>
  <p:cmAuthor id="689" name="未知用户406" initials="未" lastIdx="1" clrIdx="0"/>
  <p:cmAuthor id="690" name="未知用户397" initials="未" lastIdx="1" clrIdx="1"/>
  <p:cmAuthor id="559801588" name="李林林" initials="李" lastIdx="0" clrIdx="0"/>
  <p:cmAuthor id="691" name="未知用户407" initials="未" lastIdx="1" clrIdx="0"/>
  <p:cmAuthor id="559801589" name="lin li" initials="ll" lastIdx="22" clrIdx="1"/>
  <p:cmAuthor id="692" name="未知用户398" initials="未" lastIdx="1" clrIdx="0"/>
  <p:cmAuthor id="559801590" name="任 杨志" initials="任" lastIdx="1" clrIdx="9"/>
  <p:cmAuthor id="693" name="未知用户399" initials="未" lastIdx="1" clrIdx="0"/>
  <p:cmAuthor id="694" name="未知用户400" initials="未" lastIdx="2" clrIdx="0"/>
  <p:cmAuthor id="695" name="未知用户401" initials="未" lastIdx="2" clrIdx="0"/>
  <p:cmAuthor id="696" name="未知用户420" initials="未" lastIdx="1" clrIdx="0"/>
  <p:cmAuthor id="697" name="未知用户421" initials="未" lastIdx="1" clrIdx="0"/>
  <p:cmAuthor id="698" name="未知用户422" initials="未" lastIdx="10" clrIdx="0"/>
  <p:cmAuthor id="699" name="未知用户423" initials="未" lastIdx="1" clrIdx="0"/>
  <p:cmAuthor id="700" name="未知用户424" initials="未" lastIdx="2" clrIdx="0"/>
  <p:cmAuthor id="701" name="未知用户419" initials="未" lastIdx="2" clrIdx="0"/>
  <p:cmAuthor id="702" name="未知用户425" initials="未" lastIdx="1" clrIdx="0"/>
  <p:cmAuthor id="703" name="未知用户426" initials="未" lastIdx="1" clrIdx="0"/>
  <p:cmAuthor id="704" name="未知用户427" initials="未" lastIdx="1" clrIdx="1"/>
  <p:cmAuthor id="705" name="未知用户428" initials="未" lastIdx="7" clrIdx="0"/>
  <p:cmAuthor id="706" name="未知用户429" initials="未" lastIdx="3" clrIdx="0"/>
  <p:cmAuthor id="707" name="未知用户430" initials="未" lastIdx="1" clrIdx="0"/>
  <p:cmAuthor id="342238991" name="刘付平" initials="刘" lastIdx="5015" clrIdx="0"/>
  <p:cmAuthor id="708" name="未知用户431" initials="未" lastIdx="1" clrIdx="0"/>
  <p:cmAuthor id="709" name="未知用户432" initials="未" lastIdx="0" clrIdx="0"/>
  <p:cmAuthor id="710" name="未知用户433" initials="未" lastIdx="1" clrIdx="0"/>
  <p:cmAuthor id="711" name="未知用户434" initials="未" lastIdx="9" clrIdx="0"/>
  <p:cmAuthor id="712" name="未知用户435" initials="未" lastIdx="1" clrIdx="0"/>
  <p:cmAuthor id="713" name="未知用户436" initials="未" lastIdx="1" clrIdx="0"/>
  <p:cmAuthor id="714" name="未知用户437" initials="未" lastIdx="2" clrIdx="0"/>
  <p:cmAuthor id="715" name="未知用户438" initials="未" lastIdx="1" clrIdx="0"/>
  <p:cmAuthor id="716" name="未知用户417" initials="未" lastIdx="10" clrIdx="0"/>
  <p:cmAuthor id="717" name="未知用户439" initials="未" lastIdx="1" clrIdx="0"/>
  <p:cmAuthor id="718" name="未知用户440" initials="未" lastIdx="0" clrIdx="0"/>
  <p:cmAuthor id="719" name="未知用户441" initials="未" lastIdx="1" clrIdx="0"/>
  <p:cmAuthor id="720" name="未知用户442" initials="未" lastIdx="1" clrIdx="0"/>
  <p:cmAuthor id="721" name="未知用户443" initials="未" lastIdx="1" clrIdx="1"/>
  <p:cmAuthor id="722" name="未知用户444" initials="未" lastIdx="1" clrIdx="0"/>
  <p:cmAuthor id="723" name="未知用户445" initials="未" lastIdx="1" clrIdx="0"/>
  <p:cmAuthor id="724" name="未知用户446" initials="未" lastIdx="1" clrIdx="0"/>
  <p:cmAuthor id="725" name="未知用户447" initials="未" lastIdx="2" clrIdx="0"/>
  <p:cmAuthor id="726" name="未知用户448" initials="未" lastIdx="2" clrIdx="0"/>
  <p:cmAuthor id="727" name="郭成报" initials="郭" lastIdx="1" clrIdx="726"/>
  <p:cmAuthor id="728" name="谢静波" initials="谢" lastIdx="1" clrIdx="727"/>
  <p:cmAuthor id="730" name="zhang li" initials="z" lastIdx="1" clrIdx="138"/>
  <p:cmAuthor id="1533055663" name="乔显" initials="乔" lastIdx="6" clrIdx="407"/>
  <p:cmAuthor id="734" name="PC" initials="P" lastIdx="1" clrIdx="733"/>
  <p:cmAuthor id="735" name="wfbs" initials="w" lastIdx="1" clrIdx="734"/>
  <p:cmAuthor id="29922660" name="杨强" initials="杨" lastIdx="0" clrIdx="0"/>
  <p:cmAuthor id="29922661" name="檀晟 陈" initials="檀晟" lastIdx="1" clrIdx="10"/>
  <p:cmAuthor id="748" name="殷 积波" initials="殷" lastIdx="1" clrIdx="22"/>
  <p:cmAuthor id="749" name="启浩" initials="启" lastIdx="2" clrIdx="0"/>
  <p:cmAuthor id="750" name="袨?嗴?傤?" initials="袨" lastIdx="0" clrIdx="0"/>
  <p:cmAuthor id="751" name="林玲 郑" initials="林" lastIdx="12" clrIdx="0"/>
  <p:cmAuthor id="752" name="554154816@qq.com" initials="5" lastIdx="0" clrIdx="0"/>
  <p:cmAuthor id="753" name="未知用户192" initials="未" lastIdx="1" clrIdx="0"/>
  <p:cmAuthor id="755" name="未知用户339" initials="未" lastIdx="1" clrIdx="0"/>
  <p:cmAuthor id="757" name="未知用户381" initials="未" lastIdx="1" clrIdx="0"/>
  <p:cmAuthor id="759" name="张逸晨" initials="张" lastIdx="1" clrIdx="0"/>
  <p:cmAuthor id="762" name="张洁01-lhq" initials="张" lastIdx="3" clrIdx="0"/>
  <p:cmAuthor id="763" name="池依曼" initials="池" lastIdx="2" clrIdx="72"/>
  <p:cmAuthor id="764" name="未知用户219" initials="未" lastIdx="3" clrIdx="0"/>
  <p:cmAuthor id="765" name="未知用户230" initials="未" lastIdx="2" clrIdx="0"/>
  <p:cmAuthor id="766" name="未知用户231" initials="未" lastIdx="1" clrIdx="0"/>
  <p:cmAuthor id="767" name="未知用户232" initials="未" lastIdx="1" clrIdx="0"/>
  <p:cmAuthor id="768" name="未知用户237" initials="未" lastIdx="7" clrIdx="0"/>
  <p:cmAuthor id="769" name="未知用户226" initials="未" lastIdx="1" clrIdx="0"/>
  <p:cmAuthor id="770" name="亚运 曹" initials="亚" lastIdx="3" clrIdx="2"/>
  <p:cmAuthor id="354742183" name="海阔、天空" initials="海" lastIdx="4" clrIdx="205"/>
  <p:cmAuthor id="772" name="张正明" initials="张" lastIdx="1" clrIdx="0"/>
  <p:cmAuthor id="773" name="FANG SUN" initials="F" lastIdx="2" clrIdx="4"/>
  <p:cmAuthor id="774" name="富德生命人寿" initials="富" lastIdx="1" clrIdx="0"/>
  <p:cmAuthor id="775" name="袁缘" initials="袁" lastIdx="0" clrIdx="0"/>
  <p:cmAuthor id="776" name="未知用户416" initials="未" lastIdx="1" clrIdx="0"/>
  <p:cmAuthor id="777" name="未知用户404" initials="未" lastIdx="15" clrIdx="0"/>
  <p:cmAuthor id="229306347" name="马一杰" initials="马" lastIdx="1" clrIdx="39"/>
  <p:cmAuthor id="778" name="未知用户408" initials="未" lastIdx="1" clrIdx="1"/>
  <p:cmAuthor id="779" name="未知用户409" initials="未" lastIdx="7" clrIdx="0"/>
  <p:cmAuthor id="780" name="未知用户412" initials="未" lastIdx="0" clrIdx="1"/>
  <p:cmAuthor id="781" name="未知用户413" initials="未" lastIdx="1" clrIdx="0"/>
  <p:cmAuthor id="782" name="未知用户414" initials="未" lastIdx="1" clrIdx="0"/>
  <p:cmAuthor id="783" name="未知用户415" initials="未" lastIdx="1" clrIdx="0"/>
  <p:cmAuthor id="784" name="未知用户215" initials="未" lastIdx="0" clrIdx="0"/>
  <p:cmAuthor id="785" name="未知用户217" initials="未" lastIdx="0" clrIdx="0"/>
  <p:cmAuthor id="786" name="未知用户261" initials="未" lastIdx="0" clrIdx="0"/>
  <p:cmAuthor id="787" name="未知用户371" initials="未" lastIdx="1" clrIdx="0"/>
  <p:cmAuthor id="788" name="未知用户370" initials="未" lastIdx="1" clrIdx="0"/>
  <p:cmAuthor id="789" name="未知用户347" initials="未" lastIdx="10" clrIdx="0"/>
  <p:cmAuthor id="790" name="未知用户348" initials="未" lastIdx="1" clrIdx="0"/>
  <p:cmAuthor id="791" name="未知用户286" initials="未" lastIdx="1" clrIdx="0"/>
  <p:cmAuthor id="792" name="未知用户373" initials="未" lastIdx="2" clrIdx="0"/>
  <p:cmAuthor id="793" name="未知用户350" initials="未" lastIdx="1" clrIdx="0"/>
  <p:cmAuthor id="794" name="未知用户218" initials="未" lastIdx="0" clrIdx="0"/>
  <p:cmAuthor id="222315006" name="夏小芸°Bella" initials="夏" lastIdx="1" clrIdx="0"/>
  <p:cmAuthor id="795" name="未知用户351" initials="未" lastIdx="1" clrIdx="0"/>
  <p:cmAuthor id="796" name="未知用户352" initials="未" lastIdx="1" clrIdx="1"/>
  <p:cmAuthor id="797" name="未知用户353" initials="未" lastIdx="7" clrIdx="0"/>
  <p:cmAuthor id="798" name="未知用户354" initials="未" lastIdx="3" clrIdx="0"/>
  <p:cmAuthor id="799" name="未知用户355" initials="未" lastIdx="1" clrIdx="0"/>
  <p:cmAuthor id="800" name="未知用户356" initials="未" lastIdx="0" clrIdx="0"/>
  <p:cmAuthor id="801" name="未知用户378" initials="未" lastIdx="1" clrIdx="0"/>
  <p:cmAuthor id="802" name="未知用户357" initials="未" lastIdx="9" clrIdx="0"/>
  <p:cmAuthor id="803" name="未知用户362" initials="未" lastIdx="1" clrIdx="0"/>
  <p:cmAuthor id="804" name="未知用户363" initials="未" lastIdx="0" clrIdx="0"/>
  <p:cmAuthor id="805" name="未知用户374" initials="未" lastIdx="1" clrIdx="0"/>
  <p:cmAuthor id="806" name="未知用户375" initials="未" lastIdx="1" clrIdx="0"/>
  <p:cmAuthor id="807" name="未知用户369" initials="未" lastIdx="2" clrIdx="0"/>
  <p:cmAuthor id="808" name="未知用户376" initials="未" lastIdx="22" clrIdx="0"/>
  <p:cmAuthor id="809" name="未知用户377" initials="未" lastIdx="1" clrIdx="0"/>
  <p:cmAuthor id="810" name="未知用户372" initials="未" lastIdx="1" clrIdx="1"/>
  <p:cmAuthor id="813" name="未知用户451" initials="未" lastIdx="1" clrIdx="0"/>
  <p:cmAuthor id="814" name="未知用户466" initials="未" lastIdx="3" clrIdx="0"/>
  <p:cmAuthor id="815" name="未知用户460" initials="未" lastIdx="1" clrIdx="0"/>
  <p:cmAuthor id="816" name="未知用户454" initials="未" lastIdx="2" clrIdx="0"/>
  <p:cmAuthor id="817" name="未知用户461" initials="未" lastIdx="0" clrIdx="0"/>
  <p:cmAuthor id="818" name="未知用户455" initials="未" lastIdx="1" clrIdx="0"/>
  <p:cmAuthor id="819" name="未知用户462" initials="未" lastIdx="10" clrIdx="0"/>
  <p:cmAuthor id="820" name="未知用户465" initials="未" lastIdx="1" clrIdx="5"/>
  <p:cmAuthor id="821" name="未知用户457" initials="未" lastIdx="1" clrIdx="0"/>
  <p:cmAuthor id="822" name="未知用户450" initials="未" lastIdx="0" clrIdx="0"/>
  <p:cmAuthor id="691587970" name="小延魔法师" initials="小" lastIdx="1126286" clrIdx="0"/>
  <p:cmAuthor id="823" name="未知用户463" initials="未" lastIdx="1" clrIdx="18"/>
  <p:cmAuthor id="691587971" name="lmj lmj" initials="ll" lastIdx="1" clrIdx="65"/>
  <p:cmAuthor id="824" name="未知用户467" initials="未" lastIdx="0" clrIdx="0"/>
  <p:cmAuthor id="691587972" name="CMCC" initials="C" lastIdx="2" clrIdx="56"/>
  <p:cmAuthor id="825" name="未知用户468" initials="未" lastIdx="1" clrIdx="0"/>
  <p:cmAuthor id="691587973" name="Ms.Zhang" initials="M" lastIdx="1" clrIdx="59"/>
  <p:cmAuthor id="826" name="未知用户469" initials="未" lastIdx="1" clrIdx="0"/>
  <p:cmAuthor id="691587974" name="张雅欣" initials="张" lastIdx="1" clrIdx="52"/>
  <p:cmAuthor id="827" name="未知用户458" initials="未" lastIdx="2" clrIdx="0"/>
  <p:cmAuthor id="691587975" name="huoys" initials="h" lastIdx="1" clrIdx="333"/>
  <p:cmAuthor id="828" name="未知用户470" initials="未" lastIdx="1" clrIdx="0"/>
  <p:cmAuthor id="829" name="未知用户471" initials="未" lastIdx="1" clrIdx="0"/>
  <p:cmAuthor id="830" name="未知用户472" initials="未" lastIdx="1" clrIdx="0"/>
  <p:cmAuthor id="831" name="未知用户473" initials="未" lastIdx="4" clrIdx="0"/>
  <p:cmAuthor id="832" name="未知用户235" initials="未" lastIdx="0" clrIdx="1"/>
  <p:cmAuthor id="833" name="未知用户453" initials="未" lastIdx="1" clrIdx="0"/>
  <p:cmAuthor id="834" name="未知用户474" initials="未" lastIdx="0" clrIdx="0"/>
  <p:cmAuthor id="49837067" name="刘浩" initials="刘" lastIdx="180431" clrIdx="0"/>
  <p:cmAuthor id="835" name="未知用户475" initials="未" lastIdx="0" clrIdx="0"/>
  <p:cmAuthor id="49837068" name="Vivian Liu" initials="VL" lastIdx="1" clrIdx="1"/>
  <p:cmAuthor id="836" name="未知用户476" initials="未" lastIdx="1" clrIdx="0"/>
  <p:cmAuthor id="49837069" name="he zhirui" initials="hz" lastIdx="1" clrIdx="82"/>
  <p:cmAuthor id="837" name="未知用户459" initials="未" lastIdx="1" clrIdx="1"/>
  <p:cmAuthor id="49837070" name="伟哥" initials="伟哥" lastIdx="1" clrIdx="138"/>
  <p:cmAuthor id="838" name="未知用户489" initials="未" lastIdx="1" clrIdx="0"/>
  <p:cmAuthor id="49837071" name="Windows User" initials="WU" lastIdx="3" clrIdx="207"/>
  <p:cmAuthor id="839" name="未知用户488" initials="未" lastIdx="10" clrIdx="0"/>
  <p:cmAuthor id="49837072" name="郑勇进" initials="郑勇进" lastIdx="0" clrIdx="177"/>
  <p:cmAuthor id="840" name="未知用户490" initials="未" lastIdx="1" clrIdx="0"/>
  <p:cmAuthor id="49837073" name="汤 亚" initials="汤" lastIdx="2" clrIdx="178"/>
  <p:cmAuthor id="841" name="未知用户477" initials="未" lastIdx="2" clrIdx="0"/>
  <p:cmAuthor id="842" name="未知用户478" initials="未" lastIdx="1" clrIdx="0"/>
  <p:cmAuthor id="843" name="未知用户479" initials="未" lastIdx="0" clrIdx="8"/>
  <p:cmAuthor id="844" name="未知用户480" initials="未" lastIdx="1" clrIdx="0"/>
  <p:cmAuthor id="845" name="未知用户481" initials="未" lastIdx="10" clrIdx="0"/>
  <p:cmAuthor id="846" name="未知用户482" initials="未" lastIdx="1" clrIdx="0"/>
  <p:cmAuthor id="847" name="未知用户483" initials="未" lastIdx="1" clrIdx="0"/>
  <p:cmAuthor id="848" name="未知用户484" initials="未" lastIdx="1" clrIdx="0"/>
  <p:cmAuthor id="849" name="未知用户485" initials="未" lastIdx="1" clrIdx="0"/>
  <p:cmAuthor id="850" name="未知用户486" initials="未" lastIdx="0" clrIdx="0"/>
  <p:cmAuthor id="851" name="未知用户452" initials="未" lastIdx="2" clrIdx="0"/>
  <p:cmAuthor id="852" name="未知用户456" initials="未" lastIdx="1" clrIdx="0"/>
  <p:cmAuthor id="853" name="未知用户464" initials="未" lastIdx="0" clrIdx="0"/>
  <p:cmAuthor id="854" name="未知用户487" initials="未" lastIdx="0" clrIdx="0"/>
  <p:cmAuthor id="861" name="seki" initials="s" lastIdx="1" clrIdx="0"/>
  <p:cmAuthor id="869" name="未知的使用者197" initials="未" lastIdx="0" clrIdx="868"/>
  <p:cmAuthor id="870" name="未知的使用者233" initials="未" lastIdx="0" clrIdx="869"/>
  <p:cmAuthor id="871" name="未知的使用者200" initials="未" lastIdx="0" clrIdx="870"/>
  <p:cmAuthor id="873" name="未知的使用者171" initials="未" lastIdx="0" clrIdx="872"/>
  <p:cmAuthor id="1473136569" name="西西弗斯" initials="西" lastIdx="1" clrIdx="798"/>
  <p:cmAuthor id="891" name="吕有才" initials="吕" lastIdx="0" clrIdx="890"/>
  <p:cmAuthor id="892" name="卢碧云" initials="卢" lastIdx="0" clrIdx="891"/>
  <p:cmAuthor id="893" name="作者" initials="A" lastIdx="0" clrIdx="892"/>
  <p:cmAuthor id="894" name="13954" initials="1" lastIdx="0" clrIdx="893"/>
  <p:cmAuthor id="895" name="陈 光" initials="陈" lastIdx="0" clrIdx="894"/>
  <p:cmAuthor id="896" name="Wu Jason" initials="WJ" lastIdx="0" clrIdx="895"/>
  <p:cmAuthor id="897" name="pengfei du" initials="pd" lastIdx="0" clrIdx="896"/>
  <p:cmAuthor id="898" name="luyan" initials="l" lastIdx="0" clrIdx="897"/>
  <p:cmAuthor id="899" name="上官" initials="上官" lastIdx="0" clrIdx="898"/>
  <p:cmAuthor id="900" name="幸全" initials="幸全" lastIdx="0" clrIdx="899"/>
  <p:cmAuthor id="901" name="王瑞敏" initials="王瑞敏" lastIdx="0" clrIdx="900"/>
  <p:cmAuthor id="902" name="86185" initials="8" lastIdx="0" clrIdx="901"/>
  <p:cmAuthor id="903" name="商旅事业部-刘慧林-Niko" initials="商旅事业部-刘慧林-Niko" lastIdx="0" clrIdx="902"/>
  <p:cmAuthor id="47245819" name="群智集" initials="群" lastIdx="0" clrIdx="0"/>
  <p:cmAuthor id="904" name="樊星" initials="樊" lastIdx="0" clrIdx="903"/>
  <p:cmAuthor id="47245820" name="郏 鹏" initials="郏" lastIdx="1" clrIdx="16"/>
  <p:cmAuthor id="905" name="张静_Anua7Nne" initials="authorId_935319063" lastIdx="0" clrIdx="904"/>
  <p:cmAuthor id="47245821" name="郏鹏" initials="M" lastIdx="1" clrIdx="17"/>
  <p:cmAuthor id="47245822" name="Admin" initials="A" lastIdx="1" clrIdx="43"/>
  <p:cmAuthor id="907" name="未知的使用者235" initials="未" lastIdx="0" clrIdx="906"/>
  <p:cmAuthor id="909" name="雨林木风" initials="雨" lastIdx="0" clrIdx="908"/>
  <p:cmAuthor id="910" name="lp" initials="l" lastIdx="0" clrIdx="909"/>
  <p:cmAuthor id="911" name="孙雨琛" initials="孙" lastIdx="0" clrIdx="910"/>
  <p:cmAuthor id="912" name="晶 王" initials="晶王" lastIdx="0" clrIdx="911"/>
  <p:cmAuthor id="913" name="pengding" initials="p" lastIdx="0" clrIdx="912"/>
  <p:cmAuthor id="914" name="韩林松" initials="a" lastIdx="0" clrIdx="913"/>
  <p:cmAuthor id="915" name="随风的蒲公英" initials="随" lastIdx="0" clrIdx="914"/>
  <p:cmAuthor id="916" name="changding2" initials="c" lastIdx="0" clrIdx="915"/>
  <p:cmAuthor id="917" name="hywang70" initials="h" lastIdx="0" clrIdx="916"/>
  <p:cmAuthor id="918" name="马儿" initials="马" lastIdx="0" clrIdx="917"/>
  <p:cmAuthor id="919" name="leige2" initials="l" lastIdx="0" clrIdx="918"/>
  <p:cmAuthor id="920" name="mtxu5" initials="m" lastIdx="0" clrIdx="919"/>
  <p:cmAuthor id="921" name="简单1401026546" initials="简" lastIdx="0" clrIdx="920"/>
  <p:cmAuthor id="922" name="WPS_1474700236" initials="W" lastIdx="0" clrIdx="921"/>
  <p:cmAuthor id="923" name="隔壁老张" initials="隔" lastIdx="0" clrIdx="922"/>
  <p:cmAuthor id="924" name="高飞" initials="高" lastIdx="0" clrIdx="923"/>
  <p:cmAuthor id="925" name="xzb1" initials="x" lastIdx="0" clrIdx="924"/>
  <p:cmAuthor id="927" name="tonghailan" initials="t" lastIdx="0" clrIdx="926"/>
  <p:cmAuthor id="928" name="文文" initials="文" lastIdx="0" clrIdx="927"/>
  <p:cmAuthor id="929" name="玉稳" initials="玉" lastIdx="0" clrIdx="928"/>
  <p:cmAuthor id="930" name="邵名柱" initials="邵" lastIdx="0" clrIdx="929"/>
  <p:cmAuthor id="931" name="方少_UbQfrimU" initials="authorId_442114952" lastIdx="0" clrIdx="930"/>
  <p:cmAuthor id="932" name="叶盛_Q3A3IfEf" initials="authorId_506280334" lastIdx="0" clrIdx="931"/>
  <p:cmAuthor id="933" name="Harley._bEJrUJ7r" initials="authorId_432156705" lastIdx="0" clrIdx="932"/>
  <p:cmAuthor id="934" name="罗平_VB7vJb2E" initials="authorId_305049361" lastIdx="0" clrIdx="933"/>
  <p:cmAuthor id="630218807" name="@" initials="@" lastIdx="1" clrIdx="35"/>
  <p:cmAuthor id="935" name="Huxiaojian" initials="H" lastIdx="0" clrIdx="934"/>
  <p:cmAuthor id="936" name="xixi_nUjqe22E" initials="authorId_359229261" lastIdx="0" clrIdx="935"/>
  <p:cmAuthor id="937" name="Dongzhichao (Charles)" initials="D(" lastIdx="0" clrIdx="936"/>
  <p:cmAuthor id="938" name="安安_zm6nYnYZ" initials="authorId_347340296" lastIdx="0" clrIdx="937"/>
  <p:cmAuthor id="939" name="gh666 S" initials="gS" lastIdx="0" clrIdx="938"/>
  <p:cmAuthor id="940" name="WPS_1676457601" initials="W" lastIdx="0" clrIdx="939"/>
  <p:cmAuthor id="941" name="田宇恒" initials="田" lastIdx="0" clrIdx="940"/>
  <p:cmAuthor id="942" name="Mars" initials="M" lastIdx="0" clrIdx="941"/>
  <p:cmAuthor id="943" name="周君_MfIffYra" initials="authorId_375419134" lastIdx="0" clrIdx="942"/>
  <p:cmAuthor id="944" name="Machackova, Zuzana {MDAO~Basel}" initials="M" lastIdx="0" clrIdx="943"/>
  <p:cmAuthor id="945" name="林诗婷" initials="林" lastIdx="0" clrIdx="944"/>
  <p:cmAuthor id="946" name="Gusto" initials="G" lastIdx="0" clrIdx="945"/>
  <p:cmAuthor id="948" name="吴萍pingwu2" initials="吴" lastIdx="0" clrIdx="947"/>
  <p:cmAuthor id="949" name="針對所選的門市進行小範圍實驗，捕捉驅動績效的關鍵影響因子" initials="針" lastIdx="0" clrIdx="948"/>
  <p:cmAuthor id="950" name="未知的使用者144" initials="未" lastIdx="0" clrIdx="949"/>
  <p:cmAuthor id="951" name="班主任" initials="班" lastIdx="0" clrIdx="950"/>
  <p:cmAuthor id="952" name="未知的使用者147" initials="未" lastIdx="0" clrIdx="951"/>
  <p:cmAuthor id="953" name="蒋芳" initials="蒋" lastIdx="0" clrIdx="952"/>
  <p:cmAuthor id="954" name="阿星" initials="阿" lastIdx="0" clrIdx="953"/>
  <p:cmAuthor id="955" name="gongjt" initials="g" lastIdx="0" clrIdx="954"/>
  <p:cmAuthor id="956" name="h.c.y" initials="h" lastIdx="0" clrIdx="955"/>
  <p:cmAuthor id="957" name="呵呵先生" initials="呵" lastIdx="0" clrIdx="956"/>
  <p:cmAuthor id="958" name="烬飞默途" initials="烬" lastIdx="0" clrIdx="957"/>
  <p:cmAuthor id="959" name="未知用户319" initials="未" lastIdx="0" clrIdx="958"/>
  <p:cmAuthor id="960" name="未知用户321" initials="未" lastIdx="0" clrIdx="959"/>
  <p:cmAuthor id="961" name="胡恩铭" initials="胡" lastIdx="0" clrIdx="960"/>
  <p:cmAuthor id="962" name="张小山" initials="张" lastIdx="0" clrIdx="961"/>
  <p:cmAuthor id="963" name="." initials="." lastIdx="0" clrIdx="962"/>
  <p:cmAuthor id="964" name="颜敏" initials="颜" lastIdx="0" clrIdx="963"/>
  <p:cmAuthor id="965" name="阿修罗" initials="阿" lastIdx="0" clrIdx="964"/>
  <p:cmAuthor id="966" name="醉江南" initials="醉" lastIdx="0" clrIdx="965"/>
  <p:cmAuthor id="967" name="冷暖自知" initials="冷" lastIdx="0" clrIdx="966"/>
  <p:cmAuthor id="968" name="廖一明" initials="廖一明" lastIdx="0" clrIdx="967"/>
  <p:cmAuthor id="969" name="xzpang2" initials="x" lastIdx="0" clrIdx="968"/>
  <p:cmAuthor id="972" name="goforever814" initials="g" lastIdx="0" clrIdx="971"/>
  <p:cmAuthor id="973" name="高胖欧巴" initials="高" lastIdx="0" clrIdx="972"/>
  <p:cmAuthor id="976" name="haoli" initials="h" lastIdx="0" clrIdx="975"/>
  <p:cmAuthor id="977" name="xddu" initials="x" lastIdx="0" clrIdx="976"/>
  <p:cmAuthor id="978" name="cnooc" initials="c" lastIdx="0" clrIdx="977"/>
  <p:cmAuthor id="979" name="bjxia" initials="b" lastIdx="0" clrIdx="978"/>
  <p:cmAuthor id="980" name="刘国飞" initials="刘" lastIdx="0" clrIdx="979"/>
  <p:cmAuthor id="2000" name="熊俊阳_JVbuRZzi" initials="authorId_369679057" lastIdx="0" clrIdx="0"/>
  <p:cmAuthor id="981" name="曹宇" initials="曹" lastIdx="0" clrIdx="980"/>
  <p:cmAuthor id="2001" name="于晖_zy632mY3" initials="authorId_387757713" lastIdx="0" clrIdx="0"/>
  <p:cmAuthor id="982" name="jusfoun" initials="j" lastIdx="0" clrIdx="981"/>
  <p:cmAuthor id="2002" name="金宇峰_BfyebuM3" initials="authorId_1008746-10054633" lastIdx="0" clrIdx="0"/>
  <p:cmAuthor id="983" name="张 敏" initials="张" lastIdx="0" clrIdx="982"/>
  <p:cmAuthor id="2003" name="梁鹏" initials="u" lastIdx="1" clrIdx="35"/>
  <p:cmAuthor id="984" name="Thomas Zeng" initials="TZ" lastIdx="0" clrIdx="983"/>
  <p:cmAuthor id="2004" name="范 斌" initials="范" lastIdx="1" clrIdx="36"/>
  <p:cmAuthor id="985" name="陶然" initials="陶然 [7]" lastIdx="0" clrIdx="984"/>
  <p:cmAuthor id="2005" name="毕邺" initials="党委办公室" lastIdx="2" clrIdx="37"/>
  <p:cmAuthor id="986" name="张鼎" initials="张鼎" lastIdx="0" clrIdx="985"/>
  <p:cmAuthor id="2006" name="jiaru tiger" initials="jt" lastIdx="2" clrIdx="38"/>
  <p:cmAuthor id="987" name="张斌" initials="张" lastIdx="0" clrIdx="986"/>
  <p:cmAuthor id="988" name="Emily Lu Chen" initials="emilchen" lastIdx="0" clrIdx="987"/>
  <p:cmAuthor id="989" name="k1897" initials="k" lastIdx="0" clrIdx="988"/>
  <p:cmAuthor id="990" name="qiao" initials="q" lastIdx="0" clrIdx="989"/>
  <p:cmAuthor id="991" name="徐琳00159163" initials="徐琳00159163" lastIdx="0" clrIdx="990"/>
  <p:cmAuthor id="210492765" name="施普希（菜菜）" initials="施" lastIdx="0" clrIdx="0"/>
  <p:cmAuthor id="992" name="xuan" initials="x" lastIdx="0" clrIdx="991"/>
  <p:cmAuthor id="210492766" name="yu 1" initials="y1" lastIdx="1" clrIdx="19"/>
  <p:cmAuthor id="993" name="zx" initials="z" lastIdx="0" clrIdx="992"/>
  <p:cmAuthor id="210492767" name="李 嘉" initials="李" lastIdx="1" clrIdx="26"/>
  <p:cmAuthor id="994" name="59762" initials="5" lastIdx="0" clrIdx="993"/>
  <p:cmAuthor id="210492768" name="zhang" initials="z" lastIdx="2" clrIdx="35"/>
  <p:cmAuthor id="995" name="王宇豪" initials="WYH" lastIdx="0" clrIdx="994"/>
  <p:cmAuthor id="210492769" name="CNPC" initials="C" lastIdx="10" clrIdx="71"/>
  <p:cmAuthor id="996" name="10270945" initials="1" lastIdx="0" clrIdx="995"/>
  <p:cmAuthor id="210492770" name="V" initials="V" lastIdx="29" clrIdx="43"/>
  <p:cmAuthor id="997" name="10073006" initials="1" lastIdx="0" clrIdx="996"/>
  <p:cmAuthor id="998" name="Hou Yingfeng" initials="H" lastIdx="0" clrIdx="997"/>
  <p:cmAuthor id="999" name="李楠10047711" initials="李楠10047711" lastIdx="0" clrIdx="998"/>
  <p:cmAuthor id="1000" name="10033224" initials="1" lastIdx="0" clrIdx="999"/>
  <p:cmAuthor id="1001" name="10045953" initials="1" lastIdx="0" clrIdx="1000"/>
  <p:cmAuthor id="1002" name="关全全10258021" initials="关" lastIdx="0" clrIdx="1001"/>
  <p:cmAuthor id="1003" name="woshimaomaoli" initials="w" lastIdx="0" clrIdx="1002"/>
  <p:cmAuthor id="1004" name="10293" initials="1" lastIdx="0" clrIdx="1003"/>
  <p:cmAuthor id="1005" name="huangjin" initials="h" lastIdx="0" clrIdx="1004"/>
  <p:cmAuthor id="1006" name="10054047" initials="1" lastIdx="0" clrIdx="1005"/>
  <p:cmAuthor id="1007" name="李庆文" initials="李" lastIdx="0" clrIdx="1006"/>
  <p:cmAuthor id="1008" name="C风信子C" initials="C" lastIdx="0" clrIdx="1007"/>
  <p:cmAuthor id="1009" name="chenhx" initials="c" lastIdx="0" clrIdx="1008"/>
  <p:cmAuthor id="1010" name="张惊雷" initials="张" lastIdx="0" clrIdx="1009"/>
  <p:cmAuthor id="1011" name="张梦瑶" initials="张" lastIdx="0" clrIdx="1010"/>
  <p:cmAuthor id="1012" name="XiHu木鱼" initials="X" lastIdx="0" clrIdx="1011"/>
  <p:cmAuthor id="1013" name="未知用户107" initials="" lastIdx="0" clrIdx="1012"/>
  <p:cmAuthor id="1014" name="贾胜峰" initials="贾" lastIdx="0" clrIdx="1013"/>
  <p:cmAuthor id="1015" name="wyao8" initials="w" lastIdx="0" clrIdx="1014"/>
  <p:cmAuthor id="1016" name="未知的使用者82" initials="" lastIdx="0" clrIdx="1015"/>
  <p:cmAuthor id="1017" name="李雪清" initials="李" lastIdx="0" clrIdx="1016"/>
  <p:cmAuthor id="1018" name="牛滢滢" initials="牛" lastIdx="0" clrIdx="101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FFF2D6"/>
    <a:srgbClr val="D8EFDD"/>
    <a:srgbClr val="3C7BFF"/>
    <a:srgbClr val="4EA478"/>
    <a:srgbClr val="E4AA3B"/>
    <a:srgbClr val="E8F5F1"/>
    <a:srgbClr val="FCF6E7"/>
    <a:srgbClr val="1459FA"/>
    <a:srgbClr val="FF59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0"/>
    <p:restoredTop sz="95848"/>
  </p:normalViewPr>
  <p:slideViewPr>
    <p:cSldViewPr snapToGrid="0" snapToObjects="1" showGuides="1">
      <p:cViewPr varScale="1">
        <p:scale>
          <a:sx n="144" d="100"/>
          <a:sy n="144" d="100"/>
        </p:scale>
        <p:origin x="776" y="184"/>
      </p:cViewPr>
      <p:guideLst>
        <p:guide orient="horz" pos="1996"/>
        <p:guide pos="3855"/>
        <p:guide pos="7325"/>
        <p:guide pos="250"/>
        <p:guide orient="horz" pos="182"/>
        <p:guide orient="horz" pos="4082"/>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99" d="100"/>
          <a:sy n="99" d="100"/>
        </p:scale>
        <p:origin x="3064" y="184"/>
      </p:cViewPr>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tags" Target="tags/tag731.xml"/><Relationship Id="rId98" Type="http://schemas.openxmlformats.org/officeDocument/2006/relationships/commentAuthors" Target="commentAuthors.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handoutMaster" Target="handoutMasters/handoutMaster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3D2C97-3EBC-F54C-A574-98F4C4B2D531}"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4CC039-6AA8-0849-8AF2-37A61151952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9A407D-9B39-8741-A7E2-4EC105EBE14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1C736-C07A-CD4A-8184-EB5B947150C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dirty="0">
                <a:sym typeface="+mn-ea"/>
              </a:rPr>
              <a:t>注</a:t>
            </a:r>
            <a:r>
              <a:rPr lang="en-US" altLang="zh-CN" dirty="0">
                <a:sym typeface="+mn-ea"/>
              </a:rPr>
              <a:t>：</a:t>
            </a:r>
            <a:r>
              <a:rPr lang="zh-CN" altLang="en-US" dirty="0">
                <a:sym typeface="+mn-ea"/>
              </a:rPr>
              <a:t>本页为</a:t>
            </a:r>
            <a:r>
              <a:rPr dirty="0">
                <a:sym typeface="+mn-ea"/>
              </a:rPr>
              <a:t>未购买</a:t>
            </a:r>
            <a:r>
              <a:rPr lang="en-US" altLang="zh-CN" dirty="0">
                <a:sym typeface="+mn-ea"/>
              </a:rPr>
              <a:t>AISpace</a:t>
            </a:r>
            <a:r>
              <a:rPr dirty="0">
                <a:sym typeface="+mn-ea"/>
              </a:rPr>
              <a:t>企业痛点</a:t>
            </a:r>
            <a:r>
              <a:rPr lang="zh-CN" dirty="0">
                <a:sym typeface="+mn-ea"/>
              </a:rPr>
              <a:t>解析</a:t>
            </a:r>
            <a:endParaRPr lang="zh-CN" dirty="0">
              <a:sym typeface="+mn-ea"/>
            </a:endParaRPr>
          </a:p>
          <a:p>
            <a:endParaRPr lang="zh-CN" dirty="0">
              <a:sym typeface="+mn-ea"/>
            </a:endParaRPr>
          </a:p>
          <a:p>
            <a:r>
              <a:rPr lang="zh-CN" dirty="0">
                <a:sym typeface="+mn-ea"/>
              </a:rPr>
              <a:t>再加一个</a:t>
            </a:r>
            <a:r>
              <a:rPr lang="en-US" altLang="zh-CN" dirty="0">
                <a:sym typeface="+mn-ea"/>
              </a:rPr>
              <a:t>：</a:t>
            </a:r>
            <a:r>
              <a:rPr lang="zh-CN" altLang="en-US" dirty="0">
                <a:sym typeface="+mn-ea"/>
              </a:rPr>
              <a:t>为啥要用平台训小模型</a:t>
            </a:r>
            <a:r>
              <a:rPr lang="en-US" altLang="zh-CN" dirty="0">
                <a:sym typeface="+mn-ea"/>
              </a:rPr>
              <a:t>，</a:t>
            </a:r>
            <a:r>
              <a:rPr lang="zh-CN" altLang="en-US" dirty="0">
                <a:sym typeface="+mn-ea"/>
              </a:rPr>
              <a:t>会更符合业务场景</a:t>
            </a:r>
            <a:endParaRPr lang="zh-CN" altLang="en-US" dirty="0">
              <a:sym typeface="+mn-ea"/>
            </a:endParaRPr>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、纪检：找一到二个的行业伙伴进行赋能，外部带货。例如：江苏、江西二地的伙伴。</a:t>
            </a:r>
            <a:endParaRPr lang="en-US" altLang="zh-CN" dirty="0"/>
          </a:p>
          <a:p>
            <a:r>
              <a:rPr lang="en-US" altLang="zh-CN" dirty="0"/>
              <a:t>2</a:t>
            </a:r>
            <a:r>
              <a:rPr lang="zh-CN" altLang="en-US" dirty="0"/>
              <a:t>、关注一下</a:t>
            </a:r>
            <a:r>
              <a:rPr lang="en-US" altLang="zh-CN" dirty="0"/>
              <a:t>AI</a:t>
            </a:r>
            <a:r>
              <a:rPr lang="zh-CN" altLang="en-US" dirty="0"/>
              <a:t>领域的大单。例如：北京亦庄的智能项目</a:t>
            </a:r>
            <a:r>
              <a:rPr lang="en-US" altLang="zh-CN" dirty="0"/>
              <a:t>3000</a:t>
            </a:r>
            <a:r>
              <a:rPr lang="zh-CN" altLang="en-US" dirty="0"/>
              <a:t>万（委办局智能体应用</a:t>
            </a:r>
            <a:r>
              <a:rPr lang="en-US" altLang="zh-CN" dirty="0"/>
              <a:t>+</a:t>
            </a:r>
            <a:r>
              <a:rPr lang="zh-CN" altLang="en-US" dirty="0"/>
              <a:t>模型</a:t>
            </a:r>
            <a:r>
              <a:rPr lang="en-US" altLang="zh-CN" dirty="0"/>
              <a:t>+</a:t>
            </a:r>
            <a:r>
              <a:rPr lang="zh-CN" altLang="en-US"/>
              <a:t>应用的底座平台）。</a:t>
            </a:r>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6861C736-C07A-CD4A-8184-EB5B947150C7}"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主副标题">
    <p:spTree>
      <p:nvGrpSpPr>
        <p:cNvPr id="1" name=""/>
        <p:cNvGrpSpPr/>
        <p:nvPr/>
      </p:nvGrpSpPr>
      <p:grpSpPr>
        <a:xfrm>
          <a:off x="0" y="0"/>
          <a:ext cx="0" cy="0"/>
          <a:chOff x="0" y="0"/>
          <a:chExt cx="0" cy="0"/>
        </a:xfrm>
      </p:grpSpPr>
      <p:pic>
        <p:nvPicPr>
          <p:cNvPr id="6" name="图片 5" descr="Group 2036084635"/>
          <p:cNvPicPr>
            <a:picLocks noChangeAspect="1"/>
          </p:cNvPicPr>
          <p:nvPr userDrawn="1"/>
        </p:nvPicPr>
        <p:blipFill>
          <a:blip r:embed="rId2" cstate="screen"/>
          <a:stretch>
            <a:fillRect/>
          </a:stretch>
        </p:blipFill>
        <p:spPr>
          <a:xfrm>
            <a:off x="5523230" y="1044575"/>
            <a:ext cx="6668770" cy="4881245"/>
          </a:xfrm>
          <a:prstGeom prst="rect">
            <a:avLst/>
          </a:prstGeom>
        </p:spPr>
      </p:pic>
      <p:sp>
        <p:nvSpPr>
          <p:cNvPr id="9" name="文本占位符 8"/>
          <p:cNvSpPr>
            <a:spLocks noGrp="1"/>
          </p:cNvSpPr>
          <p:nvPr>
            <p:ph type="body" sz="quarter" idx="13" hasCustomPrompt="1"/>
          </p:nvPr>
        </p:nvSpPr>
        <p:spPr>
          <a:xfrm>
            <a:off x="698500" y="5096510"/>
            <a:ext cx="8255000" cy="650819"/>
          </a:xfrm>
          <a:prstGeom prst="rect">
            <a:avLst/>
          </a:prstGeom>
        </p:spPr>
        <p:txBody>
          <a:bodyPr lIns="0" tIns="0" rIns="0" bIns="0">
            <a:spAutoFit/>
          </a:bodyPr>
          <a:lstStyle>
            <a:lvl1pPr marL="0" indent="0" algn="l">
              <a:lnSpc>
                <a:spcPct val="110000"/>
              </a:lnSpc>
              <a:spcBef>
                <a:spcPts val="0"/>
              </a:spcBef>
              <a:spcAft>
                <a:spcPts val="0"/>
              </a:spcAft>
              <a:buNone/>
              <a:defRPr kumimoji="1" lang="zh-CN" altLang="en-US" sz="2000" b="0" i="0" dirty="0">
                <a:solidFill>
                  <a:schemeClr val="tx1">
                    <a:alpha val="90000"/>
                  </a:schemeClr>
                </a:solidFill>
                <a:latin typeface="Arial" panose="020B0604020202090204" pitchFamily="34" charset="0"/>
                <a:ea typeface="微软雅黑" panose="020B0502040204020203" pitchFamily="34" charset="-122"/>
                <a:cs typeface="Arial" panose="020B0604020202090204" pitchFamily="34" charset="0"/>
              </a:defRPr>
            </a:lvl1pPr>
          </a:lstStyle>
          <a:p>
            <a:pPr marL="228600" lvl="0" indent="-228600">
              <a:spcBef>
                <a:spcPct val="0"/>
              </a:spcBef>
            </a:pPr>
            <a:r>
              <a:rPr kumimoji="1" lang="en-US" altLang="zh-CN" dirty="0"/>
              <a:t>XXXX</a:t>
            </a:r>
            <a:r>
              <a:rPr kumimoji="1" lang="zh-CN" altLang="en-US" dirty="0"/>
              <a:t> 公司职称 </a:t>
            </a:r>
            <a:r>
              <a:rPr kumimoji="1" lang="en-US" altLang="zh-CN" dirty="0"/>
              <a:t>·</a:t>
            </a:r>
            <a:r>
              <a:rPr kumimoji="1" lang="zh-CN" altLang="en-US" dirty="0"/>
              <a:t>人名</a:t>
            </a:r>
            <a:endParaRPr kumimoji="1" lang="zh-CN" altLang="en-US" dirty="0"/>
          </a:p>
          <a:p>
            <a:pPr marL="228600" lvl="0" indent="-228600">
              <a:spcBef>
                <a:spcPct val="0"/>
              </a:spcBef>
            </a:pPr>
            <a:r>
              <a:rPr kumimoji="1" lang="en-US" altLang="zh-CN" dirty="0"/>
              <a:t>2026.1.13</a:t>
            </a:r>
            <a:endParaRPr kumimoji="1" lang="en-US" altLang="zh-CN" dirty="0"/>
          </a:p>
        </p:txBody>
      </p:sp>
      <p:sp>
        <p:nvSpPr>
          <p:cNvPr id="5" name="文本占位符 4"/>
          <p:cNvSpPr>
            <a:spLocks noGrp="1"/>
          </p:cNvSpPr>
          <p:nvPr>
            <p:ph type="body" sz="quarter" idx="12" hasCustomPrompt="1"/>
          </p:nvPr>
        </p:nvSpPr>
        <p:spPr>
          <a:xfrm>
            <a:off x="698500" y="3228340"/>
            <a:ext cx="8255635" cy="645160"/>
          </a:xfrm>
        </p:spPr>
        <p:txBody>
          <a:bodyPr vert="horz" lIns="0" rIns="0" rtlCol="0">
            <a:spAutoFit/>
          </a:bodyPr>
          <a:lstStyle>
            <a:lvl1pPr marL="0" marR="0" indent="0" algn="l" defTabSz="914400" rtl="0" eaLnBrk="1" fontAlgn="auto" latinLnBrk="0" hangingPunct="1">
              <a:lnSpc>
                <a:spcPct val="90000"/>
              </a:lnSpc>
              <a:spcBef>
                <a:spcPts val="1000"/>
              </a:spcBef>
              <a:buClrTx/>
              <a:buSzTx/>
              <a:buFont typeface="Arial" panose="020B0604020202090204" pitchFamily="34" charset="0"/>
              <a:buNone/>
              <a:defRPr kumimoji="0" lang="en-US" altLang="zh-CN" sz="4000" b="0" i="0" u="none" strike="noStrike" kern="1200" cap="none" spc="0" normalizeH="0" baseline="0" noProof="1">
                <a:solidFill>
                  <a:schemeClr val="tx1">
                    <a:alpha val="90000"/>
                  </a:schemeClr>
                </a:solidFill>
                <a:latin typeface="+mj-ea"/>
                <a:ea typeface="+mj-ea"/>
                <a:cs typeface="Arial" panose="020B0604020202090204" pitchFamily="34" charset="0"/>
              </a:defRPr>
            </a:lvl1pPr>
          </a:lstStyle>
          <a:p>
            <a:pPr lvl="0"/>
            <a:r>
              <a:rPr dirty="0" err="1">
                <a:sym typeface="+mn-ea"/>
              </a:rPr>
              <a:t>点击编辑副标题内</a:t>
            </a:r>
            <a:endParaRPr dirty="0">
              <a:sym typeface="+mn-ea"/>
            </a:endParaRPr>
          </a:p>
        </p:txBody>
      </p:sp>
      <p:sp>
        <p:nvSpPr>
          <p:cNvPr id="4" name="标题 1"/>
          <p:cNvSpPr>
            <a:spLocks noGrp="1"/>
          </p:cNvSpPr>
          <p:nvPr>
            <p:ph type="title" hasCustomPrompt="1"/>
          </p:nvPr>
        </p:nvSpPr>
        <p:spPr>
          <a:xfrm>
            <a:off x="698500" y="2009775"/>
            <a:ext cx="8255000" cy="942975"/>
          </a:xfrm>
          <a:prstGeom prst="rect">
            <a:avLst/>
          </a:prstGeom>
        </p:spPr>
        <p:txBody>
          <a:bodyPr lIns="0" tIns="215900" rIns="0" bIns="0" anchor="ctr" anchorCtr="0"/>
          <a:lstStyle>
            <a:lvl1pPr>
              <a:defRPr sz="6000" b="1" i="0">
                <a:solidFill>
                  <a:schemeClr val="tx1"/>
                </a:solidFill>
                <a:latin typeface="Arial" panose="020B0604020202090204" pitchFamily="34" charset="0"/>
                <a:ea typeface="微软雅黑" panose="020B0502040204020203" pitchFamily="34" charset="-122"/>
                <a:cs typeface="Arial" panose="020B0604020202090204" pitchFamily="34" charset="0"/>
              </a:defRPr>
            </a:lvl1pPr>
          </a:lstStyle>
          <a:p>
            <a:r>
              <a:rPr kumimoji="1" lang="zh-CN" altLang="en-US" dirty="0">
                <a:sym typeface="+mn-ea"/>
              </a:rPr>
              <a:t>点击编辑主标题内容</a:t>
            </a:r>
            <a:endParaRPr kumimoji="1" lang="zh-CN" altLang="en-US" dirty="0"/>
          </a:p>
        </p:txBody>
      </p:sp>
      <p:pic>
        <p:nvPicPr>
          <p:cNvPr id="8" name="图片 7"/>
          <p:cNvPicPr>
            <a:picLocks noChangeAspect="1"/>
          </p:cNvPicPr>
          <p:nvPr userDrawn="1"/>
        </p:nvPicPr>
        <p:blipFill>
          <a:blip r:embed="rId3" cstate="screen"/>
          <a:stretch>
            <a:fillRect/>
          </a:stretch>
        </p:blipFill>
        <p:spPr>
          <a:xfrm>
            <a:off x="622300" y="596900"/>
            <a:ext cx="3027045" cy="66802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目录页">
    <p:spTree>
      <p:nvGrpSpPr>
        <p:cNvPr id="1" name=""/>
        <p:cNvGrpSpPr/>
        <p:nvPr/>
      </p:nvGrpSpPr>
      <p:grpSpPr>
        <a:xfrm>
          <a:off x="0" y="0"/>
          <a:ext cx="0" cy="0"/>
          <a:chOff x="0" y="0"/>
          <a:chExt cx="0" cy="0"/>
        </a:xfrm>
      </p:grpSpPr>
      <p:pic>
        <p:nvPicPr>
          <p:cNvPr id="12" name="图片 11" descr="left-bg"/>
          <p:cNvPicPr>
            <a:picLocks noChangeAspect="1"/>
          </p:cNvPicPr>
          <p:nvPr userDrawn="1"/>
        </p:nvPicPr>
        <p:blipFill>
          <a:blip r:embed="rId2" cstate="screen"/>
          <a:stretch>
            <a:fillRect/>
          </a:stretch>
        </p:blipFill>
        <p:spPr>
          <a:xfrm>
            <a:off x="0" y="0"/>
            <a:ext cx="3877945" cy="6859270"/>
          </a:xfrm>
          <a:prstGeom prst="rect">
            <a:avLst/>
          </a:prstGeom>
        </p:spPr>
      </p:pic>
      <p:sp>
        <p:nvSpPr>
          <p:cNvPr id="7" name="内容占位符 2"/>
          <p:cNvSpPr>
            <a:spLocks noGrp="1"/>
          </p:cNvSpPr>
          <p:nvPr>
            <p:ph idx="1" hasCustomPrompt="1"/>
          </p:nvPr>
        </p:nvSpPr>
        <p:spPr>
          <a:xfrm>
            <a:off x="4519930" y="1412875"/>
            <a:ext cx="4217670" cy="4031961"/>
          </a:xfrm>
          <a:prstGeom prst="rect">
            <a:avLst/>
          </a:prstGeom>
        </p:spPr>
        <p:txBody>
          <a:bodyPr anchor="ctr">
            <a:noAutofit/>
          </a:bodyPr>
          <a:lstStyle>
            <a:lvl1pPr marL="457200" indent="-457200">
              <a:lnSpc>
                <a:spcPct val="150000"/>
              </a:lnSpc>
              <a:spcBef>
                <a:spcPts val="1000"/>
              </a:spcBef>
              <a:spcAft>
                <a:spcPts val="1000"/>
              </a:spcAft>
              <a:buFont typeface="+mj-lt"/>
              <a:buAutoNum type="arabicPeriod"/>
              <a:defRPr sz="2400" b="1">
                <a:solidFill>
                  <a:schemeClr val="tx2">
                    <a:lumMod val="50000"/>
                    <a:lumOff val="50000"/>
                  </a:schemeClr>
                </a:solidFill>
                <a:latin typeface="+mj-ea"/>
                <a:ea typeface="+mj-ea"/>
                <a:cs typeface="+mj-ea"/>
              </a:defRPr>
            </a:lvl1pPr>
          </a:lstStyle>
          <a:p>
            <a:r>
              <a:rPr kumimoji="1" lang="zh-CN" altLang="en-US" dirty="0"/>
              <a:t>第一级
第二级
第三级
第四级
第五级</a:t>
            </a:r>
            <a:endParaRPr kumimoji="1" lang="en-US" altLang="zh-CN" dirty="0"/>
          </a:p>
        </p:txBody>
      </p:sp>
      <p:sp>
        <p:nvSpPr>
          <p:cNvPr id="10" name="文本框 9"/>
          <p:cNvSpPr txBox="1"/>
          <p:nvPr userDrawn="1"/>
        </p:nvSpPr>
        <p:spPr>
          <a:xfrm>
            <a:off x="631971" y="2644790"/>
            <a:ext cx="2745945" cy="707886"/>
          </a:xfrm>
          <a:prstGeom prst="rect">
            <a:avLst/>
          </a:prstGeom>
          <a:noFill/>
        </p:spPr>
        <p:txBody>
          <a:bodyPr wrap="none" rtlCol="0">
            <a:spAutoFit/>
          </a:bodyPr>
          <a:lstStyle/>
          <a:p>
            <a:r>
              <a:rPr kumimoji="1" lang="en-US" altLang="zh-CN" sz="4000" b="1" dirty="0">
                <a:solidFill>
                  <a:schemeClr val="tx1"/>
                </a:solidFill>
                <a:latin typeface="Arial" panose="020B0604020202090204" pitchFamily="34" charset="0"/>
                <a:ea typeface="微软雅黑" panose="020B0502040204020203" pitchFamily="34" charset="-122"/>
                <a:cs typeface="Arial" panose="020B0604020202090204" pitchFamily="34" charset="0"/>
              </a:rPr>
              <a:t>CONTENT</a:t>
            </a:r>
            <a:endParaRPr kumimoji="1" lang="zh-CN" altLang="en-US" sz="4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矩形 10"/>
          <p:cNvSpPr/>
          <p:nvPr userDrawn="1"/>
        </p:nvSpPr>
        <p:spPr>
          <a:xfrm>
            <a:off x="740410" y="3352800"/>
            <a:ext cx="24120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Arial" panose="020B0604020202090204" pitchFamily="34" charset="0"/>
              <a:ea typeface="微软雅黑" panose="020B0502040204020203" pitchFamily="34" charset="-122"/>
              <a:cs typeface="Arial" panose="020B0604020202090204" pitchFamily="34" charset="0"/>
            </a:endParaRPr>
          </a:p>
        </p:txBody>
      </p:sp>
      <p:sp>
        <p:nvSpPr>
          <p:cNvPr id="2" name="矩形 1"/>
          <p:cNvSpPr/>
          <p:nvPr userDrawn="1"/>
        </p:nvSpPr>
        <p:spPr>
          <a:xfrm>
            <a:off x="11567911" y="6499175"/>
            <a:ext cx="447701" cy="261610"/>
          </a:xfrm>
          <a:prstGeom prst="rect">
            <a:avLst/>
          </a:prstGeom>
        </p:spPr>
        <p:txBody>
          <a:bodyPr wrap="square">
            <a:spAutoFit/>
          </a:bodyPr>
          <a:lstStyle/>
          <a:p>
            <a:pPr algn="r"/>
            <a:fld id="{7E244C5E-2AF4-BA42-AEE0-6D42AEA53610}" type="slidenum">
              <a:rPr lang="en-US" altLang="zh-CN" sz="1100" smtClean="0">
                <a:solidFill>
                  <a:schemeClr val="tx2">
                    <a:lumMod val="25000"/>
                    <a:lumOff val="75000"/>
                  </a:schemeClr>
                </a:solidFill>
                <a:latin typeface="Arial" panose="020B0604020202090204" pitchFamily="34" charset="0"/>
                <a:ea typeface="微软雅黑" panose="020B0502040204020203" pitchFamily="34" charset="-122"/>
                <a:cs typeface="Arial" panose="020B0604020202090204" pitchFamily="34" charset="0"/>
              </a:rPr>
            </a:fld>
            <a:endParaRPr lang="zh-CN" altLang="en-US" sz="1100" dirty="0">
              <a:solidFill>
                <a:schemeClr val="tx2">
                  <a:lumMod val="25000"/>
                  <a:lumOff val="75000"/>
                </a:schemeClr>
              </a:solidFill>
              <a:latin typeface="Arial" panose="020B0604020202090204" pitchFamily="34" charset="0"/>
              <a:ea typeface="微软雅黑" panose="020B0502040204020203" pitchFamily="34" charset="-122"/>
              <a:cs typeface="Arial" panose="020B0604020202090204" pitchFamily="34" charset="0"/>
            </a:endParaRPr>
          </a:p>
        </p:txBody>
      </p:sp>
      <p:pic>
        <p:nvPicPr>
          <p:cNvPr id="3" name="图片 2"/>
          <p:cNvPicPr>
            <a:picLocks noChangeAspect="1"/>
          </p:cNvPicPr>
          <p:nvPr userDrawn="1"/>
        </p:nvPicPr>
        <p:blipFill>
          <a:blip r:embed="rId3" cstate="screen"/>
          <a:stretch>
            <a:fillRect/>
          </a:stretch>
        </p:blipFill>
        <p:spPr>
          <a:xfrm>
            <a:off x="9994265" y="290013"/>
            <a:ext cx="1918335" cy="42320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15" name="图片 14" descr="bg"/>
          <p:cNvPicPr>
            <a:picLocks noChangeAspect="1"/>
          </p:cNvPicPr>
          <p:nvPr userDrawn="1"/>
        </p:nvPicPr>
        <p:blipFill>
          <a:blip r:embed="rId2" cstate="screen"/>
          <a:stretch>
            <a:fillRect/>
          </a:stretch>
        </p:blipFill>
        <p:spPr>
          <a:xfrm>
            <a:off x="-16193" y="0"/>
            <a:ext cx="12224385" cy="6876415"/>
          </a:xfrm>
          <a:prstGeom prst="rect">
            <a:avLst/>
          </a:prstGeom>
        </p:spPr>
      </p:pic>
      <p:pic>
        <p:nvPicPr>
          <p:cNvPr id="3" name="图片 2"/>
          <p:cNvPicPr>
            <a:picLocks noChangeAspect="1"/>
          </p:cNvPicPr>
          <p:nvPr userDrawn="1"/>
        </p:nvPicPr>
        <p:blipFill>
          <a:blip r:embed="rId3" cstate="screen"/>
          <a:stretch>
            <a:fillRect/>
          </a:stretch>
        </p:blipFill>
        <p:spPr>
          <a:xfrm>
            <a:off x="9994265" y="290925"/>
            <a:ext cx="1918180" cy="423208"/>
          </a:xfrm>
          <a:prstGeom prst="rect">
            <a:avLst/>
          </a:prstGeom>
        </p:spPr>
      </p:pic>
      <p:sp>
        <p:nvSpPr>
          <p:cNvPr id="2" name="标题 1"/>
          <p:cNvSpPr>
            <a:spLocks noGrp="1"/>
          </p:cNvSpPr>
          <p:nvPr>
            <p:ph type="title" hasCustomPrompt="1"/>
          </p:nvPr>
        </p:nvSpPr>
        <p:spPr>
          <a:xfrm>
            <a:off x="3065172" y="2520175"/>
            <a:ext cx="6297770" cy="1322070"/>
          </a:xfrm>
          <a:prstGeom prst="rect">
            <a:avLst/>
          </a:prstGeom>
        </p:spPr>
        <p:txBody>
          <a:bodyPr anchor="ctr">
            <a:spAutoFit/>
          </a:bodyPr>
          <a:lstStyle>
            <a:lvl1pPr>
              <a:lnSpc>
                <a:spcPct val="100000"/>
              </a:lnSpc>
              <a:spcBef>
                <a:spcPts val="600"/>
              </a:spcBef>
              <a:spcAft>
                <a:spcPts val="600"/>
              </a:spcAft>
              <a:defRPr kumimoji="1" lang="en-US" altLang="zh-CN" sz="4000" b="0" i="0" u="none" strike="noStrike" kern="1200" cap="none" spc="0" normalizeH="0" baseline="0" noProof="1" dirty="0" err="1">
                <a:solidFill>
                  <a:schemeClr val="tx1"/>
                </a:solidFill>
                <a:latin typeface="+mj-ea"/>
                <a:ea typeface="+mj-ea"/>
                <a:cs typeface="Arial" panose="020B0604020202090204" pitchFamily="34" charset="0"/>
              </a:defRPr>
            </a:lvl1pPr>
          </a:lstStyle>
          <a:p>
            <a:r>
              <a:rPr dirty="0" err="1">
                <a:sym typeface="+mn-ea"/>
              </a:rPr>
              <a:t>xxxxxxxxx</a:t>
            </a:r>
            <a:br>
              <a:rPr kumimoji="1" lang="en-US" altLang="zh-CN" dirty="0"/>
            </a:br>
            <a:r>
              <a:rPr kumimoji="1" lang="en-US" altLang="zh-CN" dirty="0" err="1"/>
              <a:t>xxxxxxxxx</a:t>
            </a:r>
            <a:endParaRPr kumimoji="1" lang="zh-CN" altLang="en-US" dirty="0"/>
          </a:p>
        </p:txBody>
      </p:sp>
      <p:cxnSp>
        <p:nvCxnSpPr>
          <p:cNvPr id="8" name="直线连接符 7"/>
          <p:cNvCxnSpPr/>
          <p:nvPr userDrawn="1"/>
        </p:nvCxnSpPr>
        <p:spPr>
          <a:xfrm>
            <a:off x="2627290" y="2640298"/>
            <a:ext cx="0" cy="10818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0" hasCustomPrompt="1"/>
          </p:nvPr>
        </p:nvSpPr>
        <p:spPr>
          <a:xfrm>
            <a:off x="714626" y="2458580"/>
            <a:ext cx="1666875" cy="1445260"/>
          </a:xfrm>
          <a:prstGeom prst="rect">
            <a:avLst/>
          </a:prstGeom>
        </p:spPr>
        <p:txBody>
          <a:bodyPr>
            <a:spAutoFit/>
          </a:bodyPr>
          <a:lstStyle>
            <a:lvl1pPr marL="0" indent="0" algn="r">
              <a:lnSpc>
                <a:spcPct val="100000"/>
              </a:lnSpc>
              <a:buNone/>
              <a:defRPr sz="8800" b="1">
                <a:solidFill>
                  <a:schemeClr val="tx1"/>
                </a:solidFill>
                <a:latin typeface="Arial" panose="020B0604020202090204" pitchFamily="34" charset="0"/>
                <a:ea typeface="微软雅黑" panose="020B0502040204020203" pitchFamily="34" charset="-122"/>
                <a:cs typeface="Arial" panose="020B0604020202090204" pitchFamily="34" charset="0"/>
              </a:defRPr>
            </a:lvl1pPr>
          </a:lstStyle>
          <a:p>
            <a:pPr lvl="0"/>
            <a:r>
              <a:rPr kumimoji="1" lang="en-US" altLang="zh-CN" dirty="0"/>
              <a:t>01</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内容页-浅色">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12431370" y="-2156982"/>
            <a:ext cx="2489200" cy="2413000"/>
          </a:xfrm>
          <a:prstGeom prst="rect">
            <a:avLst/>
          </a:prstGeom>
        </p:spPr>
      </p:pic>
      <p:sp>
        <p:nvSpPr>
          <p:cNvPr id="7" name="文本框 6"/>
          <p:cNvSpPr txBox="1"/>
          <p:nvPr userDrawn="1"/>
        </p:nvSpPr>
        <p:spPr>
          <a:xfrm>
            <a:off x="-2673927" y="20225"/>
            <a:ext cx="2673927" cy="1261884"/>
          </a:xfrm>
          <a:prstGeom prst="rect">
            <a:avLst/>
          </a:prstGeom>
          <a:noFill/>
        </p:spPr>
        <p:txBody>
          <a:bodyPr wrap="square" rtlCol="0">
            <a:spAutoFit/>
          </a:bodyPr>
          <a:lstStyle/>
          <a:p>
            <a:r>
              <a:rPr kumimoji="1" lang="zh-CN" altLang="en-US" sz="1600" dirty="0">
                <a:solidFill>
                  <a:schemeClr val="tx2"/>
                </a:solidFill>
                <a:latin typeface="+mj-ea"/>
                <a:ea typeface="+mj-ea"/>
              </a:rPr>
              <a:t>字体：</a:t>
            </a:r>
            <a:endParaRPr kumimoji="1" lang="en-US" altLang="zh-CN" sz="1600" dirty="0">
              <a:solidFill>
                <a:schemeClr val="tx2"/>
              </a:solidFill>
              <a:latin typeface="+mj-ea"/>
              <a:ea typeface="+mj-ea"/>
            </a:endParaRPr>
          </a:p>
          <a:p>
            <a:r>
              <a:rPr kumimoji="1" lang="zh-CN" altLang="en-US" sz="1200" dirty="0">
                <a:solidFill>
                  <a:schemeClr val="tx2"/>
                </a:solidFill>
                <a:latin typeface="+mj-ea"/>
                <a:ea typeface="+mj-ea"/>
              </a:rPr>
              <a:t>标题</a:t>
            </a:r>
            <a:r>
              <a:rPr kumimoji="1" lang="en-US" altLang="zh-CN" sz="1200" dirty="0">
                <a:solidFill>
                  <a:schemeClr val="tx2"/>
                </a:solidFill>
                <a:latin typeface="+mj-ea"/>
                <a:ea typeface="+mj-ea"/>
              </a:rPr>
              <a:t>:</a:t>
            </a:r>
            <a:r>
              <a:rPr kumimoji="1" lang="zh-CN" altLang="en-US" sz="1200" dirty="0">
                <a:solidFill>
                  <a:schemeClr val="tx2"/>
                </a:solidFill>
                <a:latin typeface="+mj-ea"/>
                <a:ea typeface="+mj-ea"/>
              </a:rPr>
              <a:t> </a:t>
            </a:r>
            <a:r>
              <a:rPr kumimoji="1" lang="en-US" altLang="zh-CN" sz="1200" dirty="0">
                <a:solidFill>
                  <a:schemeClr val="tx2"/>
                </a:solidFill>
                <a:latin typeface="+mj-ea"/>
                <a:ea typeface="+mj-ea"/>
              </a:rPr>
              <a:t>24pt  </a:t>
            </a:r>
            <a:endParaRPr kumimoji="1" lang="en-US" altLang="zh-CN" sz="1200" dirty="0">
              <a:solidFill>
                <a:schemeClr val="tx2"/>
              </a:solidFill>
              <a:latin typeface="+mj-ea"/>
              <a:ea typeface="+mj-ea"/>
            </a:endParaRPr>
          </a:p>
          <a:p>
            <a:r>
              <a:rPr kumimoji="1" lang="zh-CN" altLang="en-US" sz="1200" dirty="0">
                <a:solidFill>
                  <a:schemeClr val="tx2"/>
                </a:solidFill>
                <a:latin typeface="+mj-ea"/>
                <a:ea typeface="+mj-ea"/>
              </a:rPr>
              <a:t>内文：</a:t>
            </a:r>
            <a:r>
              <a:rPr kumimoji="1" lang="en-US" altLang="zh-CN" sz="1200" dirty="0">
                <a:solidFill>
                  <a:schemeClr val="tx2"/>
                </a:solidFill>
                <a:latin typeface="+mj-ea"/>
                <a:ea typeface="+mj-ea"/>
              </a:rPr>
              <a:t>12-20pt</a:t>
            </a:r>
            <a:br>
              <a:rPr kumimoji="1" lang="en-US" altLang="zh-CN" sz="1200" dirty="0">
                <a:solidFill>
                  <a:schemeClr val="tx2"/>
                </a:solidFill>
                <a:latin typeface="+mj-ea"/>
                <a:ea typeface="+mj-ea"/>
              </a:rPr>
            </a:br>
            <a:r>
              <a:rPr kumimoji="1" lang="zh-CN" altLang="en-US" sz="1200" dirty="0">
                <a:solidFill>
                  <a:schemeClr val="tx2"/>
                </a:solidFill>
                <a:latin typeface="+mj-ea"/>
                <a:ea typeface="+mj-ea"/>
              </a:rPr>
              <a:t>密集内容不用于讲解，可小于</a:t>
            </a:r>
            <a:r>
              <a:rPr kumimoji="1" lang="en-US" altLang="zh-CN" sz="1200" dirty="0">
                <a:solidFill>
                  <a:schemeClr val="tx2"/>
                </a:solidFill>
                <a:latin typeface="+mj-ea"/>
                <a:ea typeface="+mj-ea"/>
              </a:rPr>
              <a:t>12</a:t>
            </a:r>
            <a:r>
              <a:rPr kumimoji="1" lang="zh-CN" altLang="en-US" sz="1200" dirty="0">
                <a:solidFill>
                  <a:schemeClr val="tx2"/>
                </a:solidFill>
                <a:latin typeface="+mj-ea"/>
                <a:ea typeface="+mj-ea"/>
              </a:rPr>
              <a:t>号。</a:t>
            </a:r>
            <a:endParaRPr kumimoji="1" lang="en-US" altLang="zh-CN" sz="1200" dirty="0">
              <a:solidFill>
                <a:schemeClr val="tx2"/>
              </a:solidFill>
              <a:latin typeface="+mj-ea"/>
              <a:ea typeface="+mj-ea"/>
            </a:endParaRPr>
          </a:p>
          <a:p>
            <a:r>
              <a:rPr kumimoji="1" lang="zh-CN" altLang="en-US" sz="1200" dirty="0">
                <a:solidFill>
                  <a:schemeClr val="tx2"/>
                </a:solidFill>
                <a:latin typeface="+mj-ea"/>
                <a:ea typeface="+mj-ea"/>
              </a:rPr>
              <a:t>字体：微软雅黑、</a:t>
            </a:r>
            <a:r>
              <a:rPr kumimoji="1" lang="en-US" altLang="zh-CN" sz="1200" dirty="0" err="1">
                <a:solidFill>
                  <a:schemeClr val="tx2"/>
                </a:solidFill>
                <a:latin typeface="+mj-ea"/>
                <a:ea typeface="+mj-ea"/>
              </a:rPr>
              <a:t>Arail</a:t>
            </a:r>
            <a:r>
              <a:rPr kumimoji="1" lang="zh-CN" altLang="en-US" sz="1200" dirty="0">
                <a:solidFill>
                  <a:schemeClr val="tx2"/>
                </a:solidFill>
                <a:latin typeface="+mj-ea"/>
                <a:ea typeface="+mj-ea"/>
              </a:rPr>
              <a:t>（数字和英文使用</a:t>
            </a:r>
            <a:r>
              <a:rPr kumimoji="1" lang="en-US" altLang="zh-CN" sz="1200" dirty="0" err="1">
                <a:solidFill>
                  <a:schemeClr val="tx2"/>
                </a:solidFill>
                <a:latin typeface="+mj-ea"/>
                <a:ea typeface="+mj-ea"/>
              </a:rPr>
              <a:t>Arail</a:t>
            </a:r>
            <a:r>
              <a:rPr kumimoji="1" lang="zh-CN" altLang="en-US" sz="1200" dirty="0">
                <a:solidFill>
                  <a:schemeClr val="tx2"/>
                </a:solidFill>
                <a:latin typeface="+mj-ea"/>
                <a:ea typeface="+mj-ea"/>
              </a:rPr>
              <a:t>）</a:t>
            </a:r>
            <a:endParaRPr kumimoji="1" lang="zh-CN" altLang="en-US" sz="1200" dirty="0">
              <a:solidFill>
                <a:schemeClr val="tx2"/>
              </a:solidFill>
              <a:latin typeface="+mj-ea"/>
              <a:ea typeface="+mj-ea"/>
            </a:endParaRPr>
          </a:p>
        </p:txBody>
      </p:sp>
      <p:sp>
        <p:nvSpPr>
          <p:cNvPr id="8" name="矩形 7"/>
          <p:cNvSpPr/>
          <p:nvPr userDrawn="1"/>
        </p:nvSpPr>
        <p:spPr>
          <a:xfrm>
            <a:off x="-1774526" y="1800640"/>
            <a:ext cx="504526"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827999" rtlCol="0" anchor="ctr"/>
          <a:lstStyle/>
          <a:p>
            <a:pPr lvl="0"/>
            <a:r>
              <a:rPr lang="zh-CN" altLang="en-US" sz="1200" dirty="0">
                <a:solidFill>
                  <a:schemeClr val="accent1"/>
                </a:solidFill>
                <a:latin typeface="微软雅黑" panose="020B0502040204020203" pitchFamily="34" charset="-122"/>
                <a:ea typeface="微软雅黑" panose="020B0502040204020203" pitchFamily="34" charset="-122"/>
              </a:rPr>
              <a:t>强调</a:t>
            </a:r>
            <a:endParaRPr lang="zh-CN" altLang="en-US" sz="1200" dirty="0">
              <a:solidFill>
                <a:schemeClr val="accent1"/>
              </a:solidFill>
              <a:latin typeface="微软雅黑" panose="020B0502040204020203" pitchFamily="34" charset="-122"/>
              <a:ea typeface="微软雅黑" panose="020B0502040204020203" pitchFamily="34" charset="-122"/>
            </a:endParaRPr>
          </a:p>
        </p:txBody>
      </p:sp>
      <p:sp>
        <p:nvSpPr>
          <p:cNvPr id="9" name="矩形 8"/>
          <p:cNvSpPr/>
          <p:nvPr userDrawn="1"/>
        </p:nvSpPr>
        <p:spPr>
          <a:xfrm>
            <a:off x="-1774526" y="2261248"/>
            <a:ext cx="504526" cy="3385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827999" rtlCol="0" anchor="ctr"/>
          <a:lstStyle/>
          <a:p>
            <a:pPr lvl="0"/>
            <a:r>
              <a:rPr lang="zh-CN" altLang="en-US" sz="1200" dirty="0">
                <a:solidFill>
                  <a:schemeClr val="tx2"/>
                </a:solidFill>
                <a:latin typeface="微软雅黑" panose="020B0502040204020203" pitchFamily="34" charset="-122"/>
                <a:ea typeface="微软雅黑" panose="020B0502040204020203" pitchFamily="34" charset="-122"/>
              </a:rPr>
              <a:t>一级正文</a:t>
            </a:r>
            <a:endParaRPr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0" name="文本框 9"/>
          <p:cNvSpPr txBox="1"/>
          <p:nvPr userDrawn="1"/>
        </p:nvSpPr>
        <p:spPr>
          <a:xfrm>
            <a:off x="-1862069" y="1429970"/>
            <a:ext cx="1644998" cy="338554"/>
          </a:xfrm>
          <a:prstGeom prst="rect">
            <a:avLst/>
          </a:prstGeom>
          <a:noFill/>
        </p:spPr>
        <p:txBody>
          <a:bodyPr wrap="square" rtlCol="0">
            <a:spAutoFit/>
          </a:bodyPr>
          <a:lstStyle/>
          <a:p>
            <a:r>
              <a:rPr kumimoji="1" lang="zh-CN" altLang="en-US" sz="1600" dirty="0">
                <a:solidFill>
                  <a:schemeClr val="tx2"/>
                </a:solidFill>
                <a:latin typeface="+mj-ea"/>
                <a:ea typeface="+mj-ea"/>
              </a:rPr>
              <a:t>文字颜色：</a:t>
            </a:r>
            <a:endParaRPr kumimoji="1" lang="en-US" altLang="zh-CN" sz="1600" dirty="0">
              <a:solidFill>
                <a:schemeClr val="tx2"/>
              </a:solidFill>
              <a:latin typeface="+mj-ea"/>
              <a:ea typeface="+mj-ea"/>
            </a:endParaRPr>
          </a:p>
        </p:txBody>
      </p:sp>
      <p:sp>
        <p:nvSpPr>
          <p:cNvPr id="11" name="矩形 10"/>
          <p:cNvSpPr/>
          <p:nvPr userDrawn="1"/>
        </p:nvSpPr>
        <p:spPr>
          <a:xfrm>
            <a:off x="-1774526" y="2721856"/>
            <a:ext cx="504526" cy="338554"/>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827999" rtlCol="0" anchor="ctr"/>
          <a:lstStyle/>
          <a:p>
            <a:pPr lvl="0"/>
            <a:r>
              <a:rPr lang="zh-CN" altLang="en-US" sz="1200" dirty="0">
                <a:solidFill>
                  <a:schemeClr val="tx2">
                    <a:lumMod val="75000"/>
                    <a:lumOff val="25000"/>
                  </a:schemeClr>
                </a:solidFill>
                <a:latin typeface="微软雅黑" panose="020B0502040204020203" pitchFamily="34" charset="-122"/>
                <a:ea typeface="微软雅黑" panose="020B0502040204020203" pitchFamily="34" charset="-122"/>
              </a:rPr>
              <a:t>二级正文</a:t>
            </a:r>
            <a:endParaRPr lang="zh-CN" altLang="en-US" sz="1200" dirty="0">
              <a:solidFill>
                <a:schemeClr val="tx2">
                  <a:lumMod val="75000"/>
                  <a:lumOff val="25000"/>
                </a:schemeClr>
              </a:solidFill>
              <a:latin typeface="微软雅黑" panose="020B0502040204020203" pitchFamily="34" charset="-122"/>
              <a:ea typeface="微软雅黑" panose="020B0502040204020203" pitchFamily="34" charset="-122"/>
            </a:endParaRPr>
          </a:p>
        </p:txBody>
      </p:sp>
      <p:sp>
        <p:nvSpPr>
          <p:cNvPr id="13" name="矩形 12"/>
          <p:cNvSpPr/>
          <p:nvPr userDrawn="1"/>
        </p:nvSpPr>
        <p:spPr>
          <a:xfrm>
            <a:off x="-2881502" y="4939849"/>
            <a:ext cx="1008636" cy="286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200" b="1" dirty="0">
                <a:solidFill>
                  <a:schemeClr val="tx2"/>
                </a:solidFill>
                <a:latin typeface="微软雅黑" panose="020B0502040204020203" pitchFamily="34" charset="-122"/>
                <a:ea typeface="微软雅黑" panose="020B0502040204020203" pitchFamily="34" charset="-122"/>
              </a:rPr>
              <a:t>文本</a:t>
            </a:r>
            <a:endParaRPr kumimoji="1" lang="zh-CN" altLang="en-US" sz="1200" b="1" dirty="0">
              <a:solidFill>
                <a:schemeClr val="tx2"/>
              </a:solidFill>
              <a:latin typeface="微软雅黑" panose="020B0502040204020203" pitchFamily="34" charset="-122"/>
              <a:ea typeface="微软雅黑" panose="020B0502040204020203" pitchFamily="34" charset="-122"/>
            </a:endParaRPr>
          </a:p>
        </p:txBody>
      </p:sp>
      <p:sp>
        <p:nvSpPr>
          <p:cNvPr id="14" name="矩形 13"/>
          <p:cNvSpPr/>
          <p:nvPr userDrawn="1"/>
        </p:nvSpPr>
        <p:spPr>
          <a:xfrm>
            <a:off x="-1868328" y="4939849"/>
            <a:ext cx="1778029" cy="286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spcBef>
                <a:spcPts val="400"/>
              </a:spcBef>
              <a:spcAft>
                <a:spcPts val="400"/>
              </a:spcAft>
            </a:pPr>
            <a:r>
              <a:rPr kumimoji="1" lang="zh-CN" altLang="en-US" sz="1200" b="1" dirty="0">
                <a:solidFill>
                  <a:schemeClr val="tx2"/>
                </a:solidFill>
                <a:latin typeface="微软雅黑" panose="020B0502040204020203" pitchFamily="34" charset="-122"/>
                <a:ea typeface="微软雅黑" panose="020B0502040204020203" pitchFamily="34" charset="-122"/>
              </a:rPr>
              <a:t>段前       段后      行距</a:t>
            </a:r>
            <a:endParaRPr kumimoji="1" lang="zh-CN" altLang="en-US" sz="1200" b="1" dirty="0">
              <a:solidFill>
                <a:schemeClr val="tx2"/>
              </a:solidFill>
              <a:latin typeface="微软雅黑" panose="020B0502040204020203" pitchFamily="34" charset="-122"/>
              <a:ea typeface="微软雅黑" panose="020B0502040204020203" pitchFamily="34" charset="-122"/>
            </a:endParaRPr>
          </a:p>
        </p:txBody>
      </p:sp>
      <p:sp>
        <p:nvSpPr>
          <p:cNvPr id="15" name="矩形 14"/>
          <p:cNvSpPr/>
          <p:nvPr userDrawn="1"/>
        </p:nvSpPr>
        <p:spPr>
          <a:xfrm>
            <a:off x="-2881502" y="5339093"/>
            <a:ext cx="1008636" cy="1518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11</a:t>
            </a:r>
            <a:r>
              <a:rPr kumimoji="1" lang="zh-CN" altLang="en-US" sz="1200" dirty="0">
                <a:solidFill>
                  <a:schemeClr val="tx2"/>
                </a:solidFill>
                <a:latin typeface="微软雅黑" panose="020B0502040204020203" pitchFamily="34" charset="-122"/>
                <a:ea typeface="微软雅黑" panose="020B0502040204020203" pitchFamily="34" charset="-122"/>
              </a:rPr>
              <a:t>号字</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lvl="0">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12</a:t>
            </a:r>
            <a:r>
              <a:rPr kumimoji="1" lang="zh-CN" altLang="en-US" sz="1200" dirty="0">
                <a:solidFill>
                  <a:schemeClr val="tx2"/>
                </a:solidFill>
                <a:latin typeface="微软雅黑" panose="020B0502040204020203" pitchFamily="34" charset="-122"/>
                <a:ea typeface="微软雅黑" panose="020B0502040204020203" pitchFamily="34" charset="-122"/>
              </a:rPr>
              <a:t>号字</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lvl="0">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14</a:t>
            </a:r>
            <a:r>
              <a:rPr kumimoji="1" lang="zh-CN" altLang="en-US" sz="1200" dirty="0">
                <a:solidFill>
                  <a:schemeClr val="tx2"/>
                </a:solidFill>
                <a:latin typeface="微软雅黑" panose="020B0502040204020203" pitchFamily="34" charset="-122"/>
                <a:ea typeface="微软雅黑" panose="020B0502040204020203" pitchFamily="34" charset="-122"/>
              </a:rPr>
              <a:t>号字</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lvl="0">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16~22</a:t>
            </a:r>
            <a:r>
              <a:rPr kumimoji="1" lang="zh-CN" altLang="en-US" sz="1200" dirty="0">
                <a:solidFill>
                  <a:schemeClr val="tx2"/>
                </a:solidFill>
                <a:latin typeface="微软雅黑" panose="020B0502040204020203" pitchFamily="34" charset="-122"/>
                <a:ea typeface="微软雅黑" panose="020B0502040204020203" pitchFamily="34" charset="-122"/>
              </a:rPr>
              <a:t>号</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lvl="0">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24</a:t>
            </a:r>
            <a:r>
              <a:rPr kumimoji="1" lang="zh-CN" altLang="en-US" sz="1200" dirty="0">
                <a:solidFill>
                  <a:schemeClr val="tx2"/>
                </a:solidFill>
                <a:latin typeface="微软雅黑" panose="020B0502040204020203" pitchFamily="34" charset="-122"/>
                <a:ea typeface="微软雅黑" panose="020B0502040204020203" pitchFamily="34" charset="-122"/>
              </a:rPr>
              <a:t>号及以上</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lvl="0">
              <a:lnSpc>
                <a:spcPct val="110000"/>
              </a:lnSpc>
              <a:spcBef>
                <a:spcPts val="400"/>
              </a:spcBef>
              <a:spcAft>
                <a:spcPts val="400"/>
              </a:spcAft>
            </a:pP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6" name="矩形 15"/>
          <p:cNvSpPr/>
          <p:nvPr userDrawn="1"/>
        </p:nvSpPr>
        <p:spPr>
          <a:xfrm>
            <a:off x="-1868328" y="5339093"/>
            <a:ext cx="594313" cy="1518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3</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4</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5</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6</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6</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7" name="矩形 16"/>
          <p:cNvSpPr/>
          <p:nvPr userDrawn="1"/>
        </p:nvSpPr>
        <p:spPr>
          <a:xfrm>
            <a:off x="-1278739" y="5339093"/>
            <a:ext cx="594313" cy="1518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3</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4</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5</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6</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6</a:t>
            </a:r>
            <a:r>
              <a:rPr kumimoji="1" lang="zh-CN" altLang="en-US" sz="1200" dirty="0">
                <a:solidFill>
                  <a:schemeClr val="tx2"/>
                </a:solidFill>
                <a:latin typeface="微软雅黑" panose="020B0502040204020203" pitchFamily="34" charset="-122"/>
                <a:ea typeface="微软雅黑" panose="020B0502040204020203" pitchFamily="34" charset="-122"/>
              </a:rPr>
              <a:t>磅</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8" name="矩形 17"/>
          <p:cNvSpPr/>
          <p:nvPr userDrawn="1"/>
        </p:nvSpPr>
        <p:spPr>
          <a:xfrm>
            <a:off x="-684612" y="5339093"/>
            <a:ext cx="594313" cy="1518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1.1</a:t>
            </a:r>
            <a:r>
              <a:rPr kumimoji="1" lang="zh-CN" altLang="en-US" sz="1200" dirty="0">
                <a:solidFill>
                  <a:schemeClr val="tx2"/>
                </a:solidFill>
                <a:latin typeface="微软雅黑" panose="020B0502040204020203" pitchFamily="34" charset="-122"/>
                <a:ea typeface="微软雅黑" panose="020B0502040204020203" pitchFamily="34" charset="-122"/>
              </a:rPr>
              <a:t>倍</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1.1</a:t>
            </a:r>
            <a:r>
              <a:rPr kumimoji="1" lang="zh-CN" altLang="en-US" sz="1200" dirty="0">
                <a:solidFill>
                  <a:schemeClr val="tx2"/>
                </a:solidFill>
                <a:latin typeface="微软雅黑" panose="020B0502040204020203" pitchFamily="34" charset="-122"/>
                <a:ea typeface="微软雅黑" panose="020B0502040204020203" pitchFamily="34" charset="-122"/>
              </a:rPr>
              <a:t>倍</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1.2</a:t>
            </a:r>
            <a:r>
              <a:rPr kumimoji="1" lang="zh-CN" altLang="en-US" sz="1200" dirty="0">
                <a:solidFill>
                  <a:schemeClr val="tx2"/>
                </a:solidFill>
                <a:latin typeface="微软雅黑" panose="020B0502040204020203" pitchFamily="34" charset="-122"/>
                <a:ea typeface="微软雅黑" panose="020B0502040204020203" pitchFamily="34" charset="-122"/>
              </a:rPr>
              <a:t>倍</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1.2</a:t>
            </a:r>
            <a:r>
              <a:rPr kumimoji="1" lang="zh-CN" altLang="en-US" sz="1200" dirty="0">
                <a:solidFill>
                  <a:schemeClr val="tx2"/>
                </a:solidFill>
                <a:latin typeface="微软雅黑" panose="020B0502040204020203" pitchFamily="34" charset="-122"/>
                <a:ea typeface="微软雅黑" panose="020B0502040204020203" pitchFamily="34" charset="-122"/>
              </a:rPr>
              <a:t>倍</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a:lnSpc>
                <a:spcPct val="110000"/>
              </a:lnSpc>
              <a:spcBef>
                <a:spcPts val="400"/>
              </a:spcBef>
              <a:spcAft>
                <a:spcPts val="400"/>
              </a:spcAft>
            </a:pPr>
            <a:r>
              <a:rPr kumimoji="1" lang="en-US" altLang="zh-CN" sz="1200" dirty="0">
                <a:solidFill>
                  <a:schemeClr val="tx2"/>
                </a:solidFill>
                <a:latin typeface="微软雅黑" panose="020B0502040204020203" pitchFamily="34" charset="-122"/>
                <a:ea typeface="微软雅黑" panose="020B0502040204020203" pitchFamily="34" charset="-122"/>
              </a:rPr>
              <a:t>1.4</a:t>
            </a:r>
            <a:r>
              <a:rPr kumimoji="1" lang="zh-CN" altLang="en-US" sz="1200" dirty="0">
                <a:solidFill>
                  <a:schemeClr val="tx2"/>
                </a:solidFill>
                <a:latin typeface="微软雅黑" panose="020B0502040204020203" pitchFamily="34" charset="-122"/>
                <a:ea typeface="微软雅黑" panose="020B0502040204020203" pitchFamily="34" charset="-122"/>
              </a:rPr>
              <a:t>倍</a:t>
            </a: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9" name="副标题 5"/>
          <p:cNvSpPr>
            <a:spLocks noGrp="1"/>
          </p:cNvSpPr>
          <p:nvPr userDrawn="1"/>
        </p:nvSpPr>
        <p:spPr>
          <a:xfrm>
            <a:off x="-2673927" y="-1661028"/>
            <a:ext cx="5100400" cy="1530016"/>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mj-ea"/>
                <a:ea typeface="+mj-ea"/>
                <a:cs typeface="Microsoft YaHei Regular" panose="020B0502040204020203" charset="-122"/>
                <a:sym typeface="+mn-ea"/>
              </a:rPr>
              <a:t>架构图设计原则</a:t>
            </a:r>
            <a:endParaRPr lang="zh-CN" altLang="en-US" sz="1600" dirty="0">
              <a:solidFill>
                <a:schemeClr val="tx2"/>
              </a:solidFill>
              <a:latin typeface="+mj-ea"/>
              <a:ea typeface="+mj-ea"/>
              <a:cs typeface="Microsoft YaHei Regular" panose="020B0502040204020203" charset="-122"/>
              <a:sym typeface="+mn-ea"/>
            </a:endParaRPr>
          </a:p>
          <a:p>
            <a:pPr algn="l">
              <a:lnSpc>
                <a:spcPct val="100000"/>
              </a:lnSpc>
              <a:spcAft>
                <a:spcPts val="0"/>
              </a:spcAft>
            </a:pPr>
            <a:r>
              <a:rPr lang="zh-CN" altLang="en-US" sz="1400" b="1" dirty="0">
                <a:solidFill>
                  <a:schemeClr val="tx2"/>
                </a:solidFill>
                <a:latin typeface="+mj-ea"/>
                <a:ea typeface="+mj-ea"/>
                <a:cs typeface="Microsoft YaHei Regular" panose="020B0502040204020203" charset="-122"/>
                <a:sym typeface="+mn-ea"/>
              </a:rPr>
              <a:t>减少配色</a:t>
            </a:r>
            <a:r>
              <a:rPr lang="zh-CN" altLang="en-US" sz="1400" dirty="0">
                <a:solidFill>
                  <a:schemeClr val="tx2"/>
                </a:solidFill>
                <a:latin typeface="+mj-ea"/>
                <a:ea typeface="+mj-ea"/>
                <a:cs typeface="Microsoft YaHei Regular" panose="020B0502040204020203" charset="-122"/>
                <a:sym typeface="+mn-ea"/>
              </a:rPr>
              <a:t>：元素配色少一点，只对重点信息赋予强调色</a:t>
            </a:r>
            <a:endParaRPr lang="zh-CN" altLang="en-US" sz="1400" dirty="0">
              <a:solidFill>
                <a:schemeClr val="tx2"/>
              </a:solidFill>
              <a:latin typeface="+mj-ea"/>
              <a:ea typeface="+mj-ea"/>
              <a:cs typeface="Microsoft YaHei Regular" panose="020B0502040204020203" charset="-122"/>
              <a:sym typeface="+mn-ea"/>
            </a:endParaRPr>
          </a:p>
          <a:p>
            <a:pPr algn="l">
              <a:lnSpc>
                <a:spcPct val="100000"/>
              </a:lnSpc>
              <a:spcAft>
                <a:spcPts val="0"/>
              </a:spcAft>
            </a:pPr>
            <a:r>
              <a:rPr lang="zh-CN" altLang="en-US" sz="1400" b="1" dirty="0">
                <a:solidFill>
                  <a:schemeClr val="tx2"/>
                </a:solidFill>
                <a:latin typeface="+mj-ea"/>
                <a:ea typeface="+mj-ea"/>
                <a:cs typeface="Microsoft YaHei Regular" panose="020B0502040204020203" charset="-122"/>
                <a:sym typeface="+mn-ea"/>
              </a:rPr>
              <a:t>做好对齐</a:t>
            </a:r>
            <a:r>
              <a:rPr lang="zh-CN" altLang="en-US" sz="1400" dirty="0">
                <a:solidFill>
                  <a:schemeClr val="tx2"/>
                </a:solidFill>
                <a:latin typeface="+mj-ea"/>
                <a:ea typeface="+mj-ea"/>
                <a:cs typeface="Microsoft YaHei Regular" panose="020B0502040204020203" charset="-122"/>
                <a:sym typeface="+mn-ea"/>
              </a:rPr>
              <a:t>：保证各元素对齐并保留一定的间距</a:t>
            </a:r>
            <a:endParaRPr lang="zh-CN" altLang="en-US" sz="1400" dirty="0">
              <a:solidFill>
                <a:schemeClr val="tx2"/>
              </a:solidFill>
              <a:latin typeface="+mj-ea"/>
              <a:ea typeface="+mj-ea"/>
              <a:cs typeface="Microsoft YaHei Regular" panose="020B0502040204020203" charset="-122"/>
              <a:sym typeface="+mn-ea"/>
            </a:endParaRPr>
          </a:p>
          <a:p>
            <a:pPr algn="l">
              <a:lnSpc>
                <a:spcPct val="100000"/>
              </a:lnSpc>
              <a:spcAft>
                <a:spcPts val="0"/>
              </a:spcAft>
            </a:pPr>
            <a:r>
              <a:rPr lang="zh-CN" altLang="en-US" sz="1400" b="1" dirty="0">
                <a:solidFill>
                  <a:schemeClr val="tx2"/>
                </a:solidFill>
                <a:latin typeface="+mj-ea"/>
                <a:ea typeface="+mj-ea"/>
                <a:cs typeface="Microsoft YaHei Regular" panose="020B0502040204020203" charset="-122"/>
                <a:sym typeface="+mn-ea"/>
              </a:rPr>
              <a:t>划分层级</a:t>
            </a:r>
            <a:r>
              <a:rPr lang="zh-CN" altLang="en-US" sz="1400" dirty="0">
                <a:solidFill>
                  <a:schemeClr val="tx2"/>
                </a:solidFill>
                <a:latin typeface="+mj-ea"/>
                <a:ea typeface="+mj-ea"/>
                <a:cs typeface="Microsoft YaHei Regular" panose="020B0502040204020203" charset="-122"/>
                <a:sym typeface="+mn-ea"/>
              </a:rPr>
              <a:t>：划分好内容层级，统计的元素样式尽可能统一</a:t>
            </a:r>
            <a:endParaRPr lang="zh-CN" altLang="en-US" sz="1400" dirty="0">
              <a:solidFill>
                <a:schemeClr val="tx2"/>
              </a:solidFill>
              <a:latin typeface="+mj-ea"/>
              <a:ea typeface="+mj-ea"/>
              <a:cs typeface="Microsoft YaHei Regular" panose="020B0502040204020203" charset="-122"/>
              <a:sym typeface="+mn-ea"/>
            </a:endParaRPr>
          </a:p>
        </p:txBody>
      </p:sp>
      <p:sp>
        <p:nvSpPr>
          <p:cNvPr id="20" name="矩形 19"/>
          <p:cNvSpPr/>
          <p:nvPr userDrawn="1"/>
        </p:nvSpPr>
        <p:spPr>
          <a:xfrm>
            <a:off x="-1774526" y="3163383"/>
            <a:ext cx="504526" cy="338554"/>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827999" rtlCol="0" anchor="ctr"/>
          <a:lstStyle/>
          <a:p>
            <a:pPr lvl="0"/>
            <a:r>
              <a:rPr lang="zh-CN" altLang="en-US" sz="1200" dirty="0">
                <a:solidFill>
                  <a:schemeClr val="tx2">
                    <a:lumMod val="50000"/>
                    <a:lumOff val="50000"/>
                  </a:schemeClr>
                </a:solidFill>
                <a:latin typeface="微软雅黑" panose="020B0502040204020203" pitchFamily="34" charset="-122"/>
                <a:ea typeface="微软雅黑" panose="020B0502040204020203" pitchFamily="34" charset="-122"/>
              </a:rPr>
              <a:t>三级正文</a:t>
            </a:r>
            <a:endParaRPr lang="zh-CN" altLang="en-US" sz="1200" dirty="0">
              <a:solidFill>
                <a:schemeClr val="tx2">
                  <a:lumMod val="50000"/>
                  <a:lumOff val="50000"/>
                </a:schemeClr>
              </a:solidFill>
              <a:latin typeface="微软雅黑" panose="020B0502040204020203" pitchFamily="34" charset="-122"/>
              <a:ea typeface="微软雅黑" panose="020B0502040204020203" pitchFamily="34" charset="-122"/>
            </a:endParaRPr>
          </a:p>
        </p:txBody>
      </p:sp>
      <p:sp>
        <p:nvSpPr>
          <p:cNvPr id="21" name="矩形 20"/>
          <p:cNvSpPr>
            <a:spLocks noChangeAspect="1"/>
          </p:cNvSpPr>
          <p:nvPr userDrawn="1"/>
        </p:nvSpPr>
        <p:spPr>
          <a:xfrm>
            <a:off x="12473133" y="244696"/>
            <a:ext cx="648000" cy="648000"/>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1000" dirty="0" err="1">
                <a:solidFill>
                  <a:schemeClr val="tx2"/>
                </a:solidFill>
                <a:latin typeface="微软雅黑" panose="020B0502040204020203" pitchFamily="34" charset="-122"/>
                <a:ea typeface="微软雅黑" panose="020B0502040204020203" pitchFamily="34" charset="-122"/>
              </a:rPr>
              <a:t>bg</a:t>
            </a:r>
            <a:endParaRPr kumimoji="1" lang="en-US" altLang="zh-CN" sz="1000" dirty="0">
              <a:solidFill>
                <a:schemeClr val="tx2"/>
              </a:solidFill>
              <a:latin typeface="微软雅黑" panose="020B0502040204020203" pitchFamily="34" charset="-122"/>
              <a:ea typeface="微软雅黑" panose="020B0502040204020203" pitchFamily="34" charset="-122"/>
            </a:endParaRPr>
          </a:p>
          <a:p>
            <a:pPr algn="ctr"/>
            <a:r>
              <a:rPr kumimoji="1" lang="zh-CN" altLang="en-US" sz="1000" dirty="0">
                <a:solidFill>
                  <a:schemeClr val="tx2"/>
                </a:solidFill>
                <a:latin typeface="微软雅黑" panose="020B0502040204020203" pitchFamily="34" charset="-122"/>
                <a:ea typeface="微软雅黑" panose="020B0502040204020203" pitchFamily="34" charset="-122"/>
              </a:rPr>
              <a:t>白色背景</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22" name="矩形 21"/>
          <p:cNvSpPr>
            <a:spLocks noChangeAspect="1"/>
          </p:cNvSpPr>
          <p:nvPr userDrawn="1"/>
        </p:nvSpPr>
        <p:spPr>
          <a:xfrm>
            <a:off x="13133490" y="244696"/>
            <a:ext cx="648000" cy="648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1000" dirty="0">
                <a:solidFill>
                  <a:schemeClr val="tx2"/>
                </a:solidFill>
                <a:latin typeface="微软雅黑" panose="020B0502040204020203" pitchFamily="34" charset="-122"/>
                <a:ea typeface="微软雅黑" panose="020B0502040204020203" pitchFamily="34" charset="-122"/>
              </a:rPr>
              <a:t>text</a:t>
            </a:r>
            <a:br>
              <a:rPr kumimoji="1" lang="en-US" altLang="zh-CN" sz="1000" dirty="0">
                <a:solidFill>
                  <a:schemeClr val="tx2"/>
                </a:solidFill>
                <a:latin typeface="微软雅黑" panose="020B0502040204020203" pitchFamily="34" charset="-122"/>
                <a:ea typeface="微软雅黑" panose="020B0502040204020203" pitchFamily="34" charset="-122"/>
              </a:rPr>
            </a:br>
            <a:r>
              <a:rPr kumimoji="1" lang="zh-CN" altLang="en-US" sz="1000" dirty="0">
                <a:solidFill>
                  <a:schemeClr val="tx2"/>
                </a:solidFill>
                <a:latin typeface="微软雅黑" panose="020B0502040204020203" pitchFamily="34" charset="-122"/>
                <a:ea typeface="微软雅黑" panose="020B0502040204020203" pitchFamily="34" charset="-122"/>
              </a:rPr>
              <a:t>白色文字</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23" name="矩形 22"/>
          <p:cNvSpPr>
            <a:spLocks noChangeAspect="1"/>
          </p:cNvSpPr>
          <p:nvPr userDrawn="1"/>
        </p:nvSpPr>
        <p:spPr>
          <a:xfrm>
            <a:off x="12473133" y="1269914"/>
            <a:ext cx="648000" cy="648000"/>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24" name="矩形 23"/>
          <p:cNvSpPr>
            <a:spLocks noChangeAspect="1"/>
          </p:cNvSpPr>
          <p:nvPr userDrawn="1"/>
        </p:nvSpPr>
        <p:spPr>
          <a:xfrm>
            <a:off x="13793847" y="244696"/>
            <a:ext cx="648000" cy="648000"/>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en-US" altLang="zh-CN" sz="1000" dirty="0">
              <a:solidFill>
                <a:schemeClr val="tx2"/>
              </a:solidFill>
              <a:latin typeface="微软雅黑" panose="020B0502040204020203" pitchFamily="34" charset="-122"/>
              <a:ea typeface="微软雅黑" panose="020B0502040204020203" pitchFamily="34" charset="-122"/>
            </a:endParaRPr>
          </a:p>
          <a:p>
            <a:pPr algn="ctr"/>
            <a:r>
              <a:rPr kumimoji="1" lang="zh-CN" altLang="en-US" sz="1000" dirty="0">
                <a:solidFill>
                  <a:schemeClr val="tx2"/>
                </a:solidFill>
                <a:latin typeface="微软雅黑" panose="020B0502040204020203" pitchFamily="34" charset="-122"/>
                <a:ea typeface="微软雅黑" panose="020B0502040204020203" pitchFamily="34" charset="-122"/>
              </a:rPr>
              <a:t>默认</a:t>
            </a:r>
            <a:br>
              <a:rPr kumimoji="1" lang="en-US" altLang="zh-CN" sz="1000" dirty="0">
                <a:solidFill>
                  <a:schemeClr val="tx2"/>
                </a:solidFill>
                <a:latin typeface="微软雅黑" panose="020B0502040204020203" pitchFamily="34" charset="-122"/>
                <a:ea typeface="微软雅黑" panose="020B0502040204020203" pitchFamily="34" charset="-122"/>
              </a:rPr>
            </a:br>
            <a:r>
              <a:rPr kumimoji="1" lang="zh-CN" altLang="en-US" sz="1000" dirty="0">
                <a:solidFill>
                  <a:schemeClr val="tx2"/>
                </a:solidFill>
                <a:latin typeface="微软雅黑" panose="020B0502040204020203" pitchFamily="34" charset="-122"/>
                <a:ea typeface="微软雅黑" panose="020B0502040204020203" pitchFamily="34" charset="-122"/>
              </a:rPr>
              <a:t>中性</a:t>
            </a:r>
            <a:endParaRPr kumimoji="1" lang="en-US" altLang="zh-CN" sz="1000" dirty="0">
              <a:solidFill>
                <a:schemeClr val="tx2"/>
              </a:solidFill>
              <a:latin typeface="微软雅黑" panose="020B0502040204020203" pitchFamily="34" charset="-122"/>
              <a:ea typeface="微软雅黑" panose="020B0502040204020203" pitchFamily="34" charset="-122"/>
            </a:endParaRPr>
          </a:p>
          <a:p>
            <a:pPr algn="ctr"/>
            <a:r>
              <a:rPr kumimoji="1" lang="zh-CN" altLang="en-US" sz="1000" dirty="0">
                <a:solidFill>
                  <a:schemeClr val="tx2"/>
                </a:solidFill>
                <a:latin typeface="微软雅黑" panose="020B0502040204020203" pitchFamily="34" charset="-122"/>
                <a:ea typeface="微软雅黑" panose="020B0502040204020203" pitchFamily="34" charset="-122"/>
              </a:rPr>
              <a:t>填充色</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25" name="矩形 24"/>
          <p:cNvSpPr>
            <a:spLocks noChangeAspect="1"/>
          </p:cNvSpPr>
          <p:nvPr userDrawn="1"/>
        </p:nvSpPr>
        <p:spPr>
          <a:xfrm>
            <a:off x="14449682" y="244696"/>
            <a:ext cx="648000" cy="64800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br>
              <a:rPr kumimoji="1" lang="en-US" altLang="zh-CN" sz="1000" dirty="0">
                <a:solidFill>
                  <a:schemeClr val="tx1"/>
                </a:solidFill>
                <a:latin typeface="微软雅黑" panose="020B0502040204020203" pitchFamily="34" charset="-122"/>
                <a:ea typeface="微软雅黑" panose="020B0502040204020203" pitchFamily="34" charset="-122"/>
              </a:rPr>
            </a:br>
            <a:r>
              <a:rPr kumimoji="1" lang="zh-CN" altLang="en-US" sz="1000" dirty="0">
                <a:solidFill>
                  <a:schemeClr val="bg1"/>
                </a:solidFill>
                <a:latin typeface="微软雅黑" panose="020B0502040204020203" pitchFamily="34" charset="-122"/>
                <a:ea typeface="微软雅黑" panose="020B0502040204020203" pitchFamily="34" charset="-122"/>
              </a:rPr>
              <a:t>黑色</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一级文本</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26" name="矩形 25"/>
          <p:cNvSpPr>
            <a:spLocks noChangeAspect="1"/>
          </p:cNvSpPr>
          <p:nvPr userDrawn="1"/>
        </p:nvSpPr>
        <p:spPr>
          <a:xfrm>
            <a:off x="15105517" y="244696"/>
            <a:ext cx="648000" cy="648000"/>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endParaRPr kumimoji="1" lang="en-US" altLang="zh-CN" sz="1000" dirty="0">
              <a:solidFill>
                <a:schemeClr val="bg1"/>
              </a:solidFill>
              <a:latin typeface="微软雅黑" panose="020B0502040204020203" pitchFamily="34" charset="-122"/>
              <a:ea typeface="微软雅黑" panose="020B0502040204020203"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蓝</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27" name="矩形 26"/>
          <p:cNvSpPr>
            <a:spLocks noChangeAspect="1"/>
          </p:cNvSpPr>
          <p:nvPr userDrawn="1"/>
        </p:nvSpPr>
        <p:spPr>
          <a:xfrm>
            <a:off x="15762274" y="244696"/>
            <a:ext cx="648000" cy="648000"/>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蓝</a:t>
            </a:r>
            <a:r>
              <a:rPr kumimoji="1" lang="en-US" altLang="zh-CN" sz="1000" dirty="0">
                <a:solidFill>
                  <a:schemeClr val="bg1"/>
                </a:solidFill>
                <a:latin typeface="微软雅黑" panose="020B0502040204020203" pitchFamily="34" charset="-122"/>
                <a:ea typeface="微软雅黑" panose="020B0502040204020203" pitchFamily="34" charset="-122"/>
              </a:rPr>
              <a:t>-</a:t>
            </a:r>
            <a:r>
              <a:rPr kumimoji="1" lang="zh-CN" altLang="en-US" sz="1000" dirty="0">
                <a:solidFill>
                  <a:schemeClr val="bg1"/>
                </a:solidFill>
                <a:latin typeface="微软雅黑" panose="020B0502040204020203" pitchFamily="34" charset="-122"/>
                <a:ea typeface="微软雅黑" panose="020B0502040204020203" pitchFamily="34" charset="-122"/>
              </a:rPr>
              <a:t>交互</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28" name="矩形 27"/>
          <p:cNvSpPr>
            <a:spLocks noChangeAspect="1"/>
          </p:cNvSpPr>
          <p:nvPr userDrawn="1"/>
        </p:nvSpPr>
        <p:spPr>
          <a:xfrm>
            <a:off x="16421385" y="244696"/>
            <a:ext cx="648000" cy="64800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紫</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29" name="矩形 28"/>
          <p:cNvSpPr>
            <a:spLocks noChangeAspect="1"/>
          </p:cNvSpPr>
          <p:nvPr userDrawn="1"/>
        </p:nvSpPr>
        <p:spPr>
          <a:xfrm>
            <a:off x="17080496" y="244696"/>
            <a:ext cx="648000" cy="64800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紫</a:t>
            </a:r>
            <a:r>
              <a:rPr kumimoji="1" lang="en-US" altLang="zh-CN" sz="1000" dirty="0">
                <a:solidFill>
                  <a:schemeClr val="bg1"/>
                </a:solidFill>
                <a:latin typeface="微软雅黑" panose="020B0502040204020203" pitchFamily="34" charset="-122"/>
                <a:ea typeface="微软雅黑" panose="020B0502040204020203" pitchFamily="34" charset="-122"/>
              </a:rPr>
              <a:t>-</a:t>
            </a:r>
            <a:r>
              <a:rPr kumimoji="1" lang="zh-CN" altLang="en-US" sz="1000" dirty="0">
                <a:solidFill>
                  <a:schemeClr val="bg1"/>
                </a:solidFill>
                <a:latin typeface="微软雅黑" panose="020B0502040204020203" pitchFamily="34" charset="-122"/>
                <a:ea typeface="微软雅黑" panose="020B0502040204020203" pitchFamily="34" charset="-122"/>
              </a:rPr>
              <a:t>交互</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30" name="矩形 29"/>
          <p:cNvSpPr>
            <a:spLocks noChangeAspect="1"/>
          </p:cNvSpPr>
          <p:nvPr userDrawn="1"/>
        </p:nvSpPr>
        <p:spPr>
          <a:xfrm>
            <a:off x="17739607" y="244696"/>
            <a:ext cx="648000" cy="648000"/>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青</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31" name="矩形 30"/>
          <p:cNvSpPr>
            <a:spLocks noChangeAspect="1"/>
          </p:cNvSpPr>
          <p:nvPr userDrawn="1"/>
        </p:nvSpPr>
        <p:spPr>
          <a:xfrm>
            <a:off x="18398718" y="244696"/>
            <a:ext cx="648000" cy="6480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dirty="0" err="1">
                <a:solidFill>
                  <a:schemeClr val="bg1"/>
                </a:solidFill>
                <a:latin typeface="微软雅黑" panose="020B0502040204020203" pitchFamily="34" charset="-122"/>
                <a:ea typeface="微软雅黑" panose="020B0502040204020203" pitchFamily="34" charset="-122"/>
              </a:rPr>
              <a:t>bg</a:t>
            </a:r>
            <a:endParaRPr kumimoji="1" lang="en-US" altLang="zh-CN" sz="1000" dirty="0">
              <a:solidFill>
                <a:schemeClr val="bg1"/>
              </a:solidFill>
              <a:latin typeface="微软雅黑" panose="020B0502040204020203" pitchFamily="34" charset="-122"/>
              <a:ea typeface="微软雅黑" panose="020B0502040204020203" pitchFamily="34" charset="-122"/>
            </a:endParaRPr>
          </a:p>
          <a:p>
            <a:pPr algn="ctr"/>
            <a:r>
              <a:rPr kumimoji="1" lang="zh-CN" altLang="en-US" sz="1000" dirty="0">
                <a:solidFill>
                  <a:schemeClr val="bg1"/>
                </a:solidFill>
                <a:latin typeface="微软雅黑" panose="020B0502040204020203" pitchFamily="34" charset="-122"/>
                <a:ea typeface="微软雅黑" panose="020B0502040204020203" pitchFamily="34" charset="-122"/>
              </a:rPr>
              <a:t>青</a:t>
            </a:r>
            <a:r>
              <a:rPr kumimoji="1" lang="en-US" altLang="zh-CN" sz="1000" dirty="0">
                <a:solidFill>
                  <a:schemeClr val="bg1"/>
                </a:solidFill>
                <a:latin typeface="微软雅黑" panose="020B0502040204020203" pitchFamily="34" charset="-122"/>
                <a:ea typeface="微软雅黑" panose="020B0502040204020203" pitchFamily="34" charset="-122"/>
              </a:rPr>
              <a:t>-</a:t>
            </a:r>
            <a:r>
              <a:rPr kumimoji="1" lang="zh-CN" altLang="en-US" sz="1000" dirty="0">
                <a:solidFill>
                  <a:schemeClr val="bg1"/>
                </a:solidFill>
                <a:latin typeface="微软雅黑" panose="020B0502040204020203" pitchFamily="34" charset="-122"/>
                <a:ea typeface="微软雅黑" panose="020B0502040204020203" pitchFamily="34" charset="-122"/>
              </a:rPr>
              <a:t>交互</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32" name="矩形 31"/>
          <p:cNvSpPr>
            <a:spLocks noChangeAspect="1"/>
          </p:cNvSpPr>
          <p:nvPr userDrawn="1"/>
        </p:nvSpPr>
        <p:spPr>
          <a:xfrm>
            <a:off x="12473133" y="1927358"/>
            <a:ext cx="648000" cy="64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33" name="矩形 32"/>
          <p:cNvSpPr>
            <a:spLocks noChangeAspect="1"/>
          </p:cNvSpPr>
          <p:nvPr userDrawn="1"/>
        </p:nvSpPr>
        <p:spPr>
          <a:xfrm>
            <a:off x="12473133" y="2584802"/>
            <a:ext cx="648000" cy="648000"/>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34" name="矩形 33"/>
          <p:cNvSpPr>
            <a:spLocks noChangeAspect="1"/>
          </p:cNvSpPr>
          <p:nvPr userDrawn="1"/>
        </p:nvSpPr>
        <p:spPr>
          <a:xfrm>
            <a:off x="12473133" y="3242246"/>
            <a:ext cx="648000" cy="648000"/>
          </a:xfrm>
          <a:prstGeom prst="rect">
            <a:avLst/>
          </a:prstGeom>
          <a:solidFill>
            <a:schemeClr val="bg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35" name="矩形 34"/>
          <p:cNvSpPr>
            <a:spLocks noChangeAspect="1"/>
          </p:cNvSpPr>
          <p:nvPr userDrawn="1"/>
        </p:nvSpPr>
        <p:spPr>
          <a:xfrm>
            <a:off x="12473133" y="3899690"/>
            <a:ext cx="648000" cy="648000"/>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36" name="矩形 35"/>
          <p:cNvSpPr>
            <a:spLocks noChangeAspect="1"/>
          </p:cNvSpPr>
          <p:nvPr userDrawn="1"/>
        </p:nvSpPr>
        <p:spPr>
          <a:xfrm>
            <a:off x="13133490" y="1269914"/>
            <a:ext cx="648000" cy="6480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37" name="矩形 36"/>
          <p:cNvSpPr>
            <a:spLocks noChangeAspect="1"/>
          </p:cNvSpPr>
          <p:nvPr userDrawn="1"/>
        </p:nvSpPr>
        <p:spPr>
          <a:xfrm>
            <a:off x="13133490" y="1927358"/>
            <a:ext cx="648000" cy="64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38" name="矩形 37"/>
          <p:cNvSpPr>
            <a:spLocks noChangeAspect="1"/>
          </p:cNvSpPr>
          <p:nvPr userDrawn="1"/>
        </p:nvSpPr>
        <p:spPr>
          <a:xfrm>
            <a:off x="13133490" y="2584802"/>
            <a:ext cx="648000" cy="6480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39" name="矩形 38"/>
          <p:cNvSpPr>
            <a:spLocks noChangeAspect="1"/>
          </p:cNvSpPr>
          <p:nvPr userDrawn="1"/>
        </p:nvSpPr>
        <p:spPr>
          <a:xfrm>
            <a:off x="13133490" y="3242246"/>
            <a:ext cx="648000" cy="64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40" name="矩形 39"/>
          <p:cNvSpPr>
            <a:spLocks noChangeAspect="1"/>
          </p:cNvSpPr>
          <p:nvPr userDrawn="1"/>
        </p:nvSpPr>
        <p:spPr>
          <a:xfrm>
            <a:off x="13133490" y="3899690"/>
            <a:ext cx="648000" cy="64800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41" name="矩形 40"/>
          <p:cNvSpPr>
            <a:spLocks noChangeAspect="1"/>
          </p:cNvSpPr>
          <p:nvPr userDrawn="1"/>
        </p:nvSpPr>
        <p:spPr>
          <a:xfrm>
            <a:off x="13793847" y="1269914"/>
            <a:ext cx="648000" cy="648000"/>
          </a:xfrm>
          <a:prstGeom prst="rect">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1000" dirty="0">
                <a:solidFill>
                  <a:schemeClr val="tx2"/>
                </a:solidFill>
                <a:latin typeface="微软雅黑" panose="020B0502040204020203" pitchFamily="34" charset="-122"/>
                <a:ea typeface="微软雅黑" panose="020B0502040204020203" pitchFamily="34" charset="-122"/>
              </a:rPr>
              <a:t>填充</a:t>
            </a:r>
            <a:r>
              <a:rPr kumimoji="1" lang="en-US" altLang="zh-CN" sz="1000" dirty="0">
                <a:solidFill>
                  <a:schemeClr val="tx2"/>
                </a:solidFill>
                <a:latin typeface="微软雅黑" panose="020B0502040204020203" pitchFamily="34" charset="-122"/>
                <a:ea typeface="微软雅黑" panose="020B0502040204020203" pitchFamily="34" charset="-122"/>
              </a:rPr>
              <a:t>/</a:t>
            </a:r>
            <a:r>
              <a:rPr kumimoji="1" lang="zh-CN" altLang="en-US" sz="1000" dirty="0">
                <a:solidFill>
                  <a:schemeClr val="tx2"/>
                </a:solidFill>
                <a:latin typeface="微软雅黑" panose="020B0502040204020203" pitchFamily="34" charset="-122"/>
                <a:ea typeface="微软雅黑" panose="020B0502040204020203" pitchFamily="34" charset="-122"/>
              </a:rPr>
              <a:t>描边</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2" name="矩形 41"/>
          <p:cNvSpPr>
            <a:spLocks noChangeAspect="1"/>
          </p:cNvSpPr>
          <p:nvPr userDrawn="1"/>
        </p:nvSpPr>
        <p:spPr>
          <a:xfrm>
            <a:off x="13793847" y="1927358"/>
            <a:ext cx="648000" cy="648000"/>
          </a:xfrm>
          <a:prstGeom prst="rect">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dirty="0">
                <a:solidFill>
                  <a:schemeClr val="tx2"/>
                </a:solidFill>
                <a:latin typeface="微软雅黑" panose="020B0502040204020203" pitchFamily="34" charset="-122"/>
                <a:ea typeface="微软雅黑" panose="020B0502040204020203" pitchFamily="34" charset="-122"/>
              </a:rPr>
              <a:t>填充</a:t>
            </a:r>
            <a:r>
              <a:rPr kumimoji="1" lang="en-US" altLang="zh-CN" sz="1000" dirty="0">
                <a:solidFill>
                  <a:schemeClr val="tx2"/>
                </a:solidFill>
                <a:latin typeface="微软雅黑" panose="020B0502040204020203" pitchFamily="34" charset="-122"/>
                <a:ea typeface="微软雅黑" panose="020B0502040204020203" pitchFamily="34" charset="-122"/>
              </a:rPr>
              <a:t>/</a:t>
            </a:r>
            <a:r>
              <a:rPr kumimoji="1" lang="zh-CN" altLang="en-US" sz="1000" dirty="0">
                <a:solidFill>
                  <a:schemeClr val="tx2"/>
                </a:solidFill>
                <a:latin typeface="微软雅黑" panose="020B0502040204020203" pitchFamily="34" charset="-122"/>
                <a:ea typeface="微软雅黑" panose="020B0502040204020203" pitchFamily="34" charset="-122"/>
              </a:rPr>
              <a:t>描边</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3" name="矩形 42"/>
          <p:cNvSpPr>
            <a:spLocks noChangeAspect="1"/>
          </p:cNvSpPr>
          <p:nvPr userDrawn="1"/>
        </p:nvSpPr>
        <p:spPr>
          <a:xfrm>
            <a:off x="13793847" y="2584802"/>
            <a:ext cx="648000" cy="648000"/>
          </a:xfrm>
          <a:prstGeom prst="rect">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dirty="0">
                <a:solidFill>
                  <a:schemeClr val="tx2"/>
                </a:solidFill>
                <a:latin typeface="微软雅黑" panose="020B0502040204020203" pitchFamily="34" charset="-122"/>
                <a:ea typeface="微软雅黑" panose="020B0502040204020203" pitchFamily="34" charset="-122"/>
              </a:rPr>
              <a:t>填充</a:t>
            </a:r>
            <a:r>
              <a:rPr kumimoji="1" lang="en-US" altLang="zh-CN" sz="1000" dirty="0">
                <a:solidFill>
                  <a:schemeClr val="tx2"/>
                </a:solidFill>
                <a:latin typeface="微软雅黑" panose="020B0502040204020203" pitchFamily="34" charset="-122"/>
                <a:ea typeface="微软雅黑" panose="020B0502040204020203" pitchFamily="34" charset="-122"/>
              </a:rPr>
              <a:t>/</a:t>
            </a:r>
            <a:r>
              <a:rPr kumimoji="1" lang="zh-CN" altLang="en-US" sz="1000" dirty="0">
                <a:solidFill>
                  <a:schemeClr val="tx2"/>
                </a:solidFill>
                <a:latin typeface="微软雅黑" panose="020B0502040204020203" pitchFamily="34" charset="-122"/>
                <a:ea typeface="微软雅黑" panose="020B0502040204020203" pitchFamily="34" charset="-122"/>
              </a:rPr>
              <a:t>描边</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4" name="矩形 43"/>
          <p:cNvSpPr>
            <a:spLocks noChangeAspect="1"/>
          </p:cNvSpPr>
          <p:nvPr userDrawn="1"/>
        </p:nvSpPr>
        <p:spPr>
          <a:xfrm>
            <a:off x="13793847" y="3242246"/>
            <a:ext cx="648000" cy="648000"/>
          </a:xfrm>
          <a:prstGeom prst="rect">
            <a:avLst/>
          </a:prstGeom>
          <a:solidFill>
            <a:schemeClr val="bg2">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dirty="0">
                <a:solidFill>
                  <a:schemeClr val="tx2"/>
                </a:solidFill>
                <a:latin typeface="微软雅黑" panose="020B0502040204020203" pitchFamily="34" charset="-122"/>
                <a:ea typeface="微软雅黑" panose="020B0502040204020203" pitchFamily="34" charset="-122"/>
              </a:rPr>
              <a:t>填充</a:t>
            </a:r>
            <a:r>
              <a:rPr kumimoji="1" lang="en-US" altLang="zh-CN" sz="1000" dirty="0">
                <a:solidFill>
                  <a:schemeClr val="tx2"/>
                </a:solidFill>
                <a:latin typeface="微软雅黑" panose="020B0502040204020203" pitchFamily="34" charset="-122"/>
                <a:ea typeface="微软雅黑" panose="020B0502040204020203" pitchFamily="34" charset="-122"/>
              </a:rPr>
              <a:t>/</a:t>
            </a:r>
            <a:r>
              <a:rPr kumimoji="1" lang="zh-CN" altLang="en-US" sz="1000" dirty="0">
                <a:solidFill>
                  <a:schemeClr val="tx2"/>
                </a:solidFill>
                <a:latin typeface="微软雅黑" panose="020B0502040204020203" pitchFamily="34" charset="-122"/>
                <a:ea typeface="微软雅黑" panose="020B0502040204020203" pitchFamily="34" charset="-122"/>
              </a:rPr>
              <a:t>描边</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5" name="矩形 44"/>
          <p:cNvSpPr>
            <a:spLocks noChangeAspect="1"/>
          </p:cNvSpPr>
          <p:nvPr userDrawn="1"/>
        </p:nvSpPr>
        <p:spPr>
          <a:xfrm>
            <a:off x="13793847" y="3899690"/>
            <a:ext cx="648000" cy="648000"/>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dirty="0">
                <a:solidFill>
                  <a:schemeClr val="tx2"/>
                </a:solidFill>
                <a:latin typeface="微软雅黑" panose="020B0502040204020203" pitchFamily="34" charset="-122"/>
                <a:ea typeface="微软雅黑" panose="020B0502040204020203" pitchFamily="34" charset="-122"/>
              </a:rPr>
              <a:t>填充</a:t>
            </a:r>
            <a:r>
              <a:rPr kumimoji="1" lang="en-US" altLang="zh-CN" sz="1000" dirty="0">
                <a:solidFill>
                  <a:schemeClr val="tx2"/>
                </a:solidFill>
                <a:latin typeface="微软雅黑" panose="020B0502040204020203" pitchFamily="34" charset="-122"/>
                <a:ea typeface="微软雅黑" panose="020B0502040204020203" pitchFamily="34" charset="-122"/>
              </a:rPr>
              <a:t>/</a:t>
            </a:r>
            <a:r>
              <a:rPr kumimoji="1" lang="zh-CN" altLang="en-US" sz="1000" dirty="0">
                <a:solidFill>
                  <a:schemeClr val="tx2"/>
                </a:solidFill>
                <a:latin typeface="微软雅黑" panose="020B0502040204020203" pitchFamily="34" charset="-122"/>
                <a:ea typeface="微软雅黑" panose="020B0502040204020203" pitchFamily="34" charset="-122"/>
              </a:rPr>
              <a:t>描边</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6" name="矩形 45"/>
          <p:cNvSpPr>
            <a:spLocks noChangeAspect="1"/>
          </p:cNvSpPr>
          <p:nvPr userDrawn="1"/>
        </p:nvSpPr>
        <p:spPr>
          <a:xfrm>
            <a:off x="14449682" y="1269914"/>
            <a:ext cx="648000" cy="648000"/>
          </a:xfrm>
          <a:prstGeom prst="rect">
            <a:avLst/>
          </a:prstGeom>
          <a:solidFill>
            <a:schemeClr val="tx2">
              <a:lumMod val="10000"/>
              <a:lumOff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1000" dirty="0">
                <a:solidFill>
                  <a:schemeClr val="tx2"/>
                </a:solidFill>
                <a:latin typeface="微软雅黑" panose="020B0502040204020203" pitchFamily="34" charset="-122"/>
                <a:ea typeface="微软雅黑" panose="020B0502040204020203" pitchFamily="34" charset="-122"/>
              </a:rPr>
              <a:t>禁用文本</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7" name="矩形 46"/>
          <p:cNvSpPr>
            <a:spLocks noChangeAspect="1"/>
          </p:cNvSpPr>
          <p:nvPr userDrawn="1"/>
        </p:nvSpPr>
        <p:spPr>
          <a:xfrm>
            <a:off x="14449682" y="1927358"/>
            <a:ext cx="648000" cy="648000"/>
          </a:xfrm>
          <a:prstGeom prst="rect">
            <a:avLst/>
          </a:prstGeom>
          <a:solidFill>
            <a:schemeClr val="tx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48" name="矩形 47"/>
          <p:cNvSpPr>
            <a:spLocks noChangeAspect="1"/>
          </p:cNvSpPr>
          <p:nvPr userDrawn="1"/>
        </p:nvSpPr>
        <p:spPr>
          <a:xfrm>
            <a:off x="14449682" y="2584802"/>
            <a:ext cx="648000" cy="648000"/>
          </a:xfrm>
          <a:prstGeom prst="rect">
            <a:avLst/>
          </a:prstGeom>
          <a:solidFill>
            <a:schemeClr val="tx2">
              <a:lumMod val="50000"/>
              <a:lumOff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1000" dirty="0">
                <a:solidFill>
                  <a:schemeClr val="tx2"/>
                </a:solidFill>
                <a:latin typeface="微软雅黑" panose="020B0502040204020203" pitchFamily="34" charset="-122"/>
                <a:ea typeface="微软雅黑" panose="020B0502040204020203" pitchFamily="34" charset="-122"/>
              </a:rPr>
              <a:t>三级文本</a:t>
            </a: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49" name="矩形 48"/>
          <p:cNvSpPr>
            <a:spLocks noChangeAspect="1"/>
          </p:cNvSpPr>
          <p:nvPr userDrawn="1"/>
        </p:nvSpPr>
        <p:spPr>
          <a:xfrm>
            <a:off x="14449682" y="3242246"/>
            <a:ext cx="648000" cy="648000"/>
          </a:xfrm>
          <a:prstGeom prst="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1000" dirty="0">
                <a:solidFill>
                  <a:schemeClr val="bg1"/>
                </a:solidFill>
                <a:latin typeface="微软雅黑" panose="020B0502040204020203" pitchFamily="34" charset="-122"/>
                <a:ea typeface="微软雅黑" panose="020B0502040204020203" pitchFamily="34" charset="-122"/>
              </a:rPr>
              <a:t>二级文本</a:t>
            </a: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50" name="矩形 49"/>
          <p:cNvSpPr>
            <a:spLocks noChangeAspect="1"/>
          </p:cNvSpPr>
          <p:nvPr userDrawn="1"/>
        </p:nvSpPr>
        <p:spPr>
          <a:xfrm>
            <a:off x="14449682" y="3899690"/>
            <a:ext cx="648000" cy="648000"/>
          </a:xfrm>
          <a:prstGeom prst="rect">
            <a:avLst/>
          </a:prstGeom>
          <a:solidFill>
            <a:schemeClr val="tx2">
              <a:lumMod val="90000"/>
              <a:lumOff val="1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000" dirty="0">
              <a:solidFill>
                <a:schemeClr val="tx2"/>
              </a:solidFill>
              <a:latin typeface="微软雅黑" panose="020B0502040204020203" pitchFamily="34" charset="-122"/>
              <a:ea typeface="微软雅黑" panose="020B0502040204020203" pitchFamily="34" charset="-122"/>
            </a:endParaRPr>
          </a:p>
        </p:txBody>
      </p:sp>
      <p:sp>
        <p:nvSpPr>
          <p:cNvPr id="51" name="矩形 50"/>
          <p:cNvSpPr>
            <a:spLocks noChangeAspect="1"/>
          </p:cNvSpPr>
          <p:nvPr userDrawn="1"/>
        </p:nvSpPr>
        <p:spPr>
          <a:xfrm>
            <a:off x="15105517" y="1269914"/>
            <a:ext cx="648000" cy="6480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2" name="矩形 51"/>
          <p:cNvSpPr>
            <a:spLocks noChangeAspect="1"/>
          </p:cNvSpPr>
          <p:nvPr userDrawn="1"/>
        </p:nvSpPr>
        <p:spPr>
          <a:xfrm>
            <a:off x="15105517" y="1927358"/>
            <a:ext cx="648000" cy="648000"/>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3" name="矩形 52"/>
          <p:cNvSpPr>
            <a:spLocks noChangeAspect="1"/>
          </p:cNvSpPr>
          <p:nvPr userDrawn="1"/>
        </p:nvSpPr>
        <p:spPr>
          <a:xfrm>
            <a:off x="15105517" y="2584802"/>
            <a:ext cx="648000" cy="6480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4" name="矩形 53"/>
          <p:cNvSpPr>
            <a:spLocks noChangeAspect="1"/>
          </p:cNvSpPr>
          <p:nvPr userDrawn="1"/>
        </p:nvSpPr>
        <p:spPr>
          <a:xfrm>
            <a:off x="15105517" y="3242246"/>
            <a:ext cx="648000" cy="648000"/>
          </a:xfrm>
          <a:prstGeom prst="rect">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55" name="矩形 54"/>
          <p:cNvSpPr>
            <a:spLocks noChangeAspect="1"/>
          </p:cNvSpPr>
          <p:nvPr userDrawn="1"/>
        </p:nvSpPr>
        <p:spPr>
          <a:xfrm>
            <a:off x="15105517" y="3899690"/>
            <a:ext cx="648000" cy="648000"/>
          </a:xfrm>
          <a:prstGeom prst="rect">
            <a:avLst/>
          </a:pr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56" name="矩形 55"/>
          <p:cNvSpPr>
            <a:spLocks noChangeAspect="1"/>
          </p:cNvSpPr>
          <p:nvPr userDrawn="1"/>
        </p:nvSpPr>
        <p:spPr>
          <a:xfrm>
            <a:off x="15762274" y="1269914"/>
            <a:ext cx="648000" cy="648000"/>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7" name="矩形 56"/>
          <p:cNvSpPr>
            <a:spLocks noChangeAspect="1"/>
          </p:cNvSpPr>
          <p:nvPr userDrawn="1"/>
        </p:nvSpPr>
        <p:spPr>
          <a:xfrm>
            <a:off x="15762274" y="1927358"/>
            <a:ext cx="648000" cy="648000"/>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8" name="矩形 57"/>
          <p:cNvSpPr>
            <a:spLocks noChangeAspect="1"/>
          </p:cNvSpPr>
          <p:nvPr userDrawn="1"/>
        </p:nvSpPr>
        <p:spPr>
          <a:xfrm>
            <a:off x="15762274" y="2584802"/>
            <a:ext cx="648000" cy="6480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59" name="矩形 58"/>
          <p:cNvSpPr>
            <a:spLocks noChangeAspect="1"/>
          </p:cNvSpPr>
          <p:nvPr userDrawn="1"/>
        </p:nvSpPr>
        <p:spPr>
          <a:xfrm>
            <a:off x="15762274" y="3242246"/>
            <a:ext cx="648000" cy="648000"/>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60" name="矩形 59"/>
          <p:cNvSpPr>
            <a:spLocks noChangeAspect="1"/>
          </p:cNvSpPr>
          <p:nvPr userDrawn="1"/>
        </p:nvSpPr>
        <p:spPr>
          <a:xfrm>
            <a:off x="15762274" y="3899690"/>
            <a:ext cx="648000" cy="648000"/>
          </a:xfrm>
          <a:prstGeom prst="rect">
            <a:avLst/>
          </a:prstGeom>
          <a:solidFill>
            <a:schemeClr val="accent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61" name="矩形 60"/>
          <p:cNvSpPr>
            <a:spLocks noChangeAspect="1"/>
          </p:cNvSpPr>
          <p:nvPr userDrawn="1"/>
        </p:nvSpPr>
        <p:spPr>
          <a:xfrm>
            <a:off x="16421385" y="1269914"/>
            <a:ext cx="648000" cy="648000"/>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2" name="矩形 61"/>
          <p:cNvSpPr>
            <a:spLocks noChangeAspect="1"/>
          </p:cNvSpPr>
          <p:nvPr userDrawn="1"/>
        </p:nvSpPr>
        <p:spPr>
          <a:xfrm>
            <a:off x="16421385" y="1927358"/>
            <a:ext cx="648000" cy="648000"/>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3" name="矩形 62"/>
          <p:cNvSpPr>
            <a:spLocks noChangeAspect="1"/>
          </p:cNvSpPr>
          <p:nvPr userDrawn="1"/>
        </p:nvSpPr>
        <p:spPr>
          <a:xfrm>
            <a:off x="16421385" y="2584802"/>
            <a:ext cx="648000" cy="6480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4" name="矩形 63"/>
          <p:cNvSpPr>
            <a:spLocks noChangeAspect="1"/>
          </p:cNvSpPr>
          <p:nvPr userDrawn="1"/>
        </p:nvSpPr>
        <p:spPr>
          <a:xfrm>
            <a:off x="16421385" y="3242246"/>
            <a:ext cx="648000" cy="6480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65" name="矩形 64"/>
          <p:cNvSpPr>
            <a:spLocks noChangeAspect="1"/>
          </p:cNvSpPr>
          <p:nvPr userDrawn="1"/>
        </p:nvSpPr>
        <p:spPr>
          <a:xfrm>
            <a:off x="16421385" y="3899690"/>
            <a:ext cx="648000" cy="64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66" name="矩形 65"/>
          <p:cNvSpPr>
            <a:spLocks noChangeAspect="1"/>
          </p:cNvSpPr>
          <p:nvPr userDrawn="1"/>
        </p:nvSpPr>
        <p:spPr>
          <a:xfrm>
            <a:off x="17080496" y="1269914"/>
            <a:ext cx="648000" cy="648000"/>
          </a:xfrm>
          <a:prstGeom prst="rect">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7" name="矩形 66"/>
          <p:cNvSpPr>
            <a:spLocks noChangeAspect="1"/>
          </p:cNvSpPr>
          <p:nvPr userDrawn="1"/>
        </p:nvSpPr>
        <p:spPr>
          <a:xfrm>
            <a:off x="17080496" y="1927358"/>
            <a:ext cx="648000" cy="648000"/>
          </a:xfrm>
          <a:prstGeom prst="rect">
            <a:avLst/>
          </a:prstGeom>
          <a:solidFill>
            <a:schemeClr val="accent4">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8" name="矩形 67"/>
          <p:cNvSpPr>
            <a:spLocks noChangeAspect="1"/>
          </p:cNvSpPr>
          <p:nvPr userDrawn="1"/>
        </p:nvSpPr>
        <p:spPr>
          <a:xfrm>
            <a:off x="17080496" y="2584802"/>
            <a:ext cx="648000" cy="6480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69" name="矩形 68"/>
          <p:cNvSpPr>
            <a:spLocks noChangeAspect="1"/>
          </p:cNvSpPr>
          <p:nvPr userDrawn="1"/>
        </p:nvSpPr>
        <p:spPr>
          <a:xfrm>
            <a:off x="17080496" y="3242246"/>
            <a:ext cx="648000" cy="648000"/>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70" name="矩形 69"/>
          <p:cNvSpPr>
            <a:spLocks noChangeAspect="1"/>
          </p:cNvSpPr>
          <p:nvPr userDrawn="1"/>
        </p:nvSpPr>
        <p:spPr>
          <a:xfrm>
            <a:off x="17080496" y="3899690"/>
            <a:ext cx="648000" cy="6480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71" name="矩形 70"/>
          <p:cNvSpPr>
            <a:spLocks noChangeAspect="1"/>
          </p:cNvSpPr>
          <p:nvPr userDrawn="1"/>
        </p:nvSpPr>
        <p:spPr>
          <a:xfrm>
            <a:off x="17739607" y="1269914"/>
            <a:ext cx="648000" cy="648000"/>
          </a:xfrm>
          <a:prstGeom prst="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2" name="矩形 71"/>
          <p:cNvSpPr>
            <a:spLocks noChangeAspect="1"/>
          </p:cNvSpPr>
          <p:nvPr userDrawn="1"/>
        </p:nvSpPr>
        <p:spPr>
          <a:xfrm>
            <a:off x="17739607" y="1927358"/>
            <a:ext cx="648000" cy="648000"/>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3" name="矩形 72"/>
          <p:cNvSpPr>
            <a:spLocks noChangeAspect="1"/>
          </p:cNvSpPr>
          <p:nvPr userDrawn="1"/>
        </p:nvSpPr>
        <p:spPr>
          <a:xfrm>
            <a:off x="17739607" y="2584802"/>
            <a:ext cx="648000" cy="6480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4" name="矩形 73"/>
          <p:cNvSpPr>
            <a:spLocks noChangeAspect="1"/>
          </p:cNvSpPr>
          <p:nvPr userDrawn="1"/>
        </p:nvSpPr>
        <p:spPr>
          <a:xfrm>
            <a:off x="17739607" y="3242246"/>
            <a:ext cx="648000" cy="648000"/>
          </a:xfrm>
          <a:prstGeom prst="rect">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75" name="矩形 74"/>
          <p:cNvSpPr>
            <a:spLocks noChangeAspect="1"/>
          </p:cNvSpPr>
          <p:nvPr userDrawn="1"/>
        </p:nvSpPr>
        <p:spPr>
          <a:xfrm>
            <a:off x="17739607" y="3899690"/>
            <a:ext cx="648000" cy="648000"/>
          </a:xfrm>
          <a:prstGeom prst="rect">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76" name="矩形 75"/>
          <p:cNvSpPr>
            <a:spLocks noChangeAspect="1"/>
          </p:cNvSpPr>
          <p:nvPr userDrawn="1"/>
        </p:nvSpPr>
        <p:spPr>
          <a:xfrm>
            <a:off x="18398718" y="1269914"/>
            <a:ext cx="648000" cy="6480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7" name="矩形 76"/>
          <p:cNvSpPr>
            <a:spLocks noChangeAspect="1"/>
          </p:cNvSpPr>
          <p:nvPr userDrawn="1"/>
        </p:nvSpPr>
        <p:spPr>
          <a:xfrm>
            <a:off x="18398718" y="1927358"/>
            <a:ext cx="648000" cy="648000"/>
          </a:xfrm>
          <a:prstGeom prst="rect">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8" name="矩形 77"/>
          <p:cNvSpPr>
            <a:spLocks noChangeAspect="1"/>
          </p:cNvSpPr>
          <p:nvPr userDrawn="1"/>
        </p:nvSpPr>
        <p:spPr>
          <a:xfrm>
            <a:off x="18398718" y="2584802"/>
            <a:ext cx="648000" cy="648000"/>
          </a:xfrm>
          <a:prstGeom prst="rect">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tx1"/>
              </a:solidFill>
              <a:latin typeface="微软雅黑" panose="020B0502040204020203" pitchFamily="34" charset="-122"/>
              <a:ea typeface="微软雅黑" panose="020B0502040204020203" pitchFamily="34" charset="-122"/>
            </a:endParaRPr>
          </a:p>
        </p:txBody>
      </p:sp>
      <p:sp>
        <p:nvSpPr>
          <p:cNvPr id="79" name="矩形 78"/>
          <p:cNvSpPr>
            <a:spLocks noChangeAspect="1"/>
          </p:cNvSpPr>
          <p:nvPr userDrawn="1"/>
        </p:nvSpPr>
        <p:spPr>
          <a:xfrm>
            <a:off x="18398718" y="3242246"/>
            <a:ext cx="648000" cy="648000"/>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80" name="矩形 79"/>
          <p:cNvSpPr>
            <a:spLocks noChangeAspect="1"/>
          </p:cNvSpPr>
          <p:nvPr userDrawn="1"/>
        </p:nvSpPr>
        <p:spPr>
          <a:xfrm>
            <a:off x="18398718" y="3899690"/>
            <a:ext cx="648000" cy="648000"/>
          </a:xfrm>
          <a:prstGeom prst="rect">
            <a:avLst/>
          </a:prstGeom>
          <a:solidFill>
            <a:schemeClr val="accent6">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1000" dirty="0">
              <a:solidFill>
                <a:schemeClr val="bg1"/>
              </a:solidFill>
              <a:latin typeface="微软雅黑" panose="020B0502040204020203" pitchFamily="34" charset="-122"/>
              <a:ea typeface="微软雅黑" panose="020B0502040204020203" pitchFamily="34" charset="-122"/>
            </a:endParaRPr>
          </a:p>
        </p:txBody>
      </p:sp>
      <p:sp>
        <p:nvSpPr>
          <p:cNvPr id="81" name="矩形 80"/>
          <p:cNvSpPr/>
          <p:nvPr userDrawn="1"/>
        </p:nvSpPr>
        <p:spPr>
          <a:xfrm>
            <a:off x="12474464" y="4694246"/>
            <a:ext cx="6575619" cy="1832225"/>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0" indent="0" algn="l">
              <a:lnSpc>
                <a:spcPct val="120000"/>
              </a:lnSpc>
              <a:buFont typeface="+mj-lt"/>
              <a:buNone/>
            </a:pPr>
            <a:r>
              <a:rPr kumimoji="1" lang="zh-CN" altLang="en-US" sz="1200" b="1" dirty="0">
                <a:solidFill>
                  <a:schemeClr val="tx2"/>
                </a:solidFill>
                <a:latin typeface="微软雅黑" panose="020B0502040204020203" pitchFamily="34" charset="-122"/>
                <a:ea typeface="微软雅黑" panose="020B0502040204020203" pitchFamily="34" charset="-122"/>
              </a:rPr>
              <a:t>注意事项：</a:t>
            </a:r>
            <a:endParaRPr kumimoji="1" lang="en-US" altLang="zh-CN" sz="1200" b="1" dirty="0">
              <a:solidFill>
                <a:schemeClr val="tx2"/>
              </a:solidFill>
              <a:latin typeface="微软雅黑" panose="020B0502040204020203" pitchFamily="34" charset="-122"/>
              <a:ea typeface="微软雅黑" panose="020B0502040204020203" pitchFamily="34" charset="-122"/>
            </a:endParaRPr>
          </a:p>
          <a:p>
            <a:pPr marL="228600" indent="-228600" algn="l">
              <a:lnSpc>
                <a:spcPct val="120000"/>
              </a:lnSpc>
              <a:buFont typeface="+mj-lt"/>
              <a:buAutoNum type="arabicPeriod"/>
            </a:pPr>
            <a:r>
              <a:rPr kumimoji="1" lang="zh-CN" altLang="en-US" sz="1200" b="0" dirty="0">
                <a:solidFill>
                  <a:schemeClr val="tx2"/>
                </a:solidFill>
                <a:latin typeface="微软雅黑" panose="020B0502040204020203" pitchFamily="34" charset="-122"/>
                <a:ea typeface="微软雅黑" panose="020B0502040204020203" pitchFamily="34" charset="-122"/>
              </a:rPr>
              <a:t>颜色选择统一点选，不可吸色；</a:t>
            </a:r>
            <a:endParaRPr kumimoji="1" lang="en-US" altLang="zh-CN" sz="1200" b="0" dirty="0">
              <a:solidFill>
                <a:schemeClr val="tx2"/>
              </a:solidFill>
              <a:latin typeface="微软雅黑" panose="020B0502040204020203" pitchFamily="34" charset="-122"/>
              <a:ea typeface="微软雅黑" panose="020B0502040204020203" pitchFamily="34" charset="-122"/>
            </a:endParaRPr>
          </a:p>
          <a:p>
            <a:pPr marL="228600" indent="-228600" algn="l">
              <a:lnSpc>
                <a:spcPct val="120000"/>
              </a:lnSpc>
              <a:buFont typeface="+mj-lt"/>
              <a:buAutoNum type="arabicPeriod"/>
            </a:pPr>
            <a:r>
              <a:rPr kumimoji="1" lang="zh-CN" altLang="en-US" sz="1200" b="0" dirty="0">
                <a:solidFill>
                  <a:srgbClr val="FF0000"/>
                </a:solidFill>
                <a:latin typeface="微软雅黑" panose="020B0502040204020203" pitchFamily="34" charset="-122"/>
                <a:ea typeface="微软雅黑" panose="020B0502040204020203" pitchFamily="34" charset="-122"/>
              </a:rPr>
              <a:t>注意两个白色的使用，左</a:t>
            </a:r>
            <a:r>
              <a:rPr kumimoji="1" lang="en-US" altLang="zh-CN" sz="1200" b="0" dirty="0">
                <a:solidFill>
                  <a:srgbClr val="FF0000"/>
                </a:solidFill>
                <a:latin typeface="微软雅黑" panose="020B0502040204020203" pitchFamily="34" charset="-122"/>
                <a:ea typeface="微软雅黑" panose="020B0502040204020203" pitchFamily="34" charset="-122"/>
              </a:rPr>
              <a:t>1</a:t>
            </a:r>
            <a:r>
              <a:rPr kumimoji="1" lang="zh-CN" altLang="en-US" sz="1200" b="0" dirty="0">
                <a:solidFill>
                  <a:srgbClr val="FF0000"/>
                </a:solidFill>
                <a:latin typeface="微软雅黑" panose="020B0502040204020203" pitchFamily="34" charset="-122"/>
                <a:ea typeface="微软雅黑" panose="020B0502040204020203" pitchFamily="34" charset="-122"/>
              </a:rPr>
              <a:t>为白色背景，左</a:t>
            </a:r>
            <a:r>
              <a:rPr kumimoji="1" lang="en-US" altLang="zh-CN" sz="1200" b="0" dirty="0">
                <a:solidFill>
                  <a:srgbClr val="FF0000"/>
                </a:solidFill>
                <a:latin typeface="微软雅黑" panose="020B0502040204020203" pitchFamily="34" charset="-122"/>
                <a:ea typeface="微软雅黑" panose="020B0502040204020203" pitchFamily="34" charset="-122"/>
              </a:rPr>
              <a:t>2</a:t>
            </a:r>
            <a:r>
              <a:rPr kumimoji="1" lang="zh-CN" altLang="en-US" sz="1200" b="0" dirty="0">
                <a:solidFill>
                  <a:srgbClr val="FF0000"/>
                </a:solidFill>
                <a:latin typeface="微软雅黑" panose="020B0502040204020203" pitchFamily="34" charset="-122"/>
                <a:ea typeface="微软雅黑" panose="020B0502040204020203" pitchFamily="34" charset="-122"/>
              </a:rPr>
              <a:t>为白色文字；</a:t>
            </a:r>
            <a:endParaRPr kumimoji="1" lang="en-US" altLang="zh-CN" sz="1200" b="0" dirty="0">
              <a:solidFill>
                <a:srgbClr val="FF0000"/>
              </a:solidFill>
              <a:latin typeface="微软雅黑" panose="020B0502040204020203" pitchFamily="34" charset="-122"/>
              <a:ea typeface="微软雅黑" panose="020B0502040204020203" pitchFamily="34" charset="-122"/>
            </a:endParaRPr>
          </a:p>
          <a:p>
            <a:pPr marL="228600" indent="-228600" algn="l">
              <a:lnSpc>
                <a:spcPct val="120000"/>
              </a:lnSpc>
              <a:buFont typeface="+mj-lt"/>
              <a:buAutoNum type="arabicPeriod"/>
            </a:pPr>
            <a:r>
              <a:rPr kumimoji="1" lang="zh-CN" altLang="en-US" sz="1200" b="0" dirty="0">
                <a:solidFill>
                  <a:schemeClr val="tx2"/>
                </a:solidFill>
                <a:latin typeface="微软雅黑" panose="020B0502040204020203" pitchFamily="34" charset="-122"/>
                <a:ea typeface="微软雅黑" panose="020B0502040204020203" pitchFamily="34" charset="-122"/>
              </a:rPr>
              <a:t>色彩层级由高到低，标红色斜线的禁止使用；</a:t>
            </a:r>
            <a:endParaRPr kumimoji="1" lang="en-US" altLang="zh-CN" sz="1200" b="0" dirty="0">
              <a:solidFill>
                <a:schemeClr val="tx2"/>
              </a:solidFill>
              <a:latin typeface="微软雅黑" panose="020B0502040204020203" pitchFamily="34" charset="-122"/>
              <a:ea typeface="微软雅黑" panose="020B0502040204020203" pitchFamily="34" charset="-122"/>
            </a:endParaRPr>
          </a:p>
          <a:p>
            <a:pPr marL="228600" indent="-228600">
              <a:lnSpc>
                <a:spcPct val="120000"/>
              </a:lnSpc>
              <a:buFont typeface="+mj-lt"/>
              <a:buAutoNum type="arabicPeriod"/>
            </a:pPr>
            <a:r>
              <a:rPr kumimoji="1" lang="zh-CN" altLang="en-US" sz="1200" b="0" dirty="0">
                <a:solidFill>
                  <a:schemeClr val="tx2"/>
                </a:solidFill>
                <a:latin typeface="微软雅黑" panose="020B0502040204020203" pitchFamily="34" charset="-122"/>
                <a:ea typeface="微软雅黑" panose="020B0502040204020203" pitchFamily="34" charset="-122"/>
              </a:rPr>
              <a:t>整体</a:t>
            </a:r>
            <a:r>
              <a:rPr kumimoji="1" lang="en-US" altLang="zh-CN" sz="1200" b="0" dirty="0">
                <a:solidFill>
                  <a:schemeClr val="tx2"/>
                </a:solidFill>
                <a:latin typeface="微软雅黑" panose="020B0502040204020203" pitchFamily="34" charset="-122"/>
                <a:ea typeface="微软雅黑" panose="020B0502040204020203" pitchFamily="34" charset="-122"/>
              </a:rPr>
              <a:t>PPT</a:t>
            </a:r>
            <a:r>
              <a:rPr kumimoji="1" lang="zh-CN" altLang="en-US" sz="1200" b="0" dirty="0">
                <a:solidFill>
                  <a:schemeClr val="tx2"/>
                </a:solidFill>
                <a:latin typeface="微软雅黑" panose="020B0502040204020203" pitchFamily="34" charset="-122"/>
                <a:ea typeface="微软雅黑" panose="020B0502040204020203" pitchFamily="34" charset="-122"/>
              </a:rPr>
              <a:t>浅色风格为主，切忌大面积使用高纯度颜色。</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marL="228600" indent="-228600">
              <a:lnSpc>
                <a:spcPct val="120000"/>
              </a:lnSpc>
              <a:buFont typeface="+mj-lt"/>
              <a:buAutoNum type="arabicPeriod"/>
            </a:pPr>
            <a:r>
              <a:rPr kumimoji="1" lang="zh-CN" altLang="en-US" sz="1200" dirty="0">
                <a:solidFill>
                  <a:schemeClr val="tx2"/>
                </a:solidFill>
                <a:latin typeface="微软雅黑" panose="020B0502040204020203" pitchFamily="34" charset="-122"/>
                <a:ea typeface="微软雅黑" panose="020B0502040204020203" pitchFamily="34" charset="-122"/>
              </a:rPr>
              <a:t>文字颜色与背景颜色需要较大对比度；</a:t>
            </a:r>
            <a:endParaRPr kumimoji="1" lang="en-US" altLang="zh-CN" sz="1200" dirty="0">
              <a:solidFill>
                <a:schemeClr val="tx2"/>
              </a:solidFill>
              <a:latin typeface="微软雅黑" panose="020B0502040204020203" pitchFamily="34" charset="-122"/>
              <a:ea typeface="微软雅黑" panose="020B0502040204020203" pitchFamily="34" charset="-122"/>
            </a:endParaRPr>
          </a:p>
          <a:p>
            <a:pPr marL="228600" indent="-228600">
              <a:lnSpc>
                <a:spcPct val="120000"/>
              </a:lnSpc>
              <a:buFont typeface="+mj-lt"/>
              <a:buAutoNum type="arabicPeriod"/>
            </a:pPr>
            <a:r>
              <a:rPr kumimoji="1" lang="zh-CN" altLang="en-US" sz="1200" dirty="0">
                <a:solidFill>
                  <a:schemeClr val="tx2"/>
                </a:solidFill>
                <a:latin typeface="微软雅黑" panose="020B0502040204020203" pitchFamily="34" charset="-122"/>
                <a:ea typeface="微软雅黑" panose="020B0502040204020203" pitchFamily="34" charset="-122"/>
              </a:rPr>
              <a:t>背景层上叠背景要慎重，搭配自然但要能清晰区分边界。</a:t>
            </a:r>
            <a:endParaRPr kumimoji="1" lang="en-US" altLang="zh-CN" sz="1200" dirty="0">
              <a:solidFill>
                <a:schemeClr val="tx2"/>
              </a:solidFill>
              <a:latin typeface="微软雅黑" panose="020B0502040204020203" pitchFamily="34" charset="-122"/>
              <a:ea typeface="微软雅黑" panose="020B0502040204020203" pitchFamily="34" charset="-122"/>
            </a:endParaRPr>
          </a:p>
        </p:txBody>
      </p:sp>
      <p:cxnSp>
        <p:nvCxnSpPr>
          <p:cNvPr id="82" name="直线连接符 81"/>
          <p:cNvCxnSpPr/>
          <p:nvPr userDrawn="1"/>
        </p:nvCxnSpPr>
        <p:spPr>
          <a:xfrm>
            <a:off x="12316953" y="-390356"/>
            <a:ext cx="4090626" cy="0"/>
          </a:xfrm>
          <a:prstGeom prst="line">
            <a:avLst/>
          </a:prstGeom>
          <a:ln w="952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83" name="文本框 82"/>
          <p:cNvSpPr txBox="1"/>
          <p:nvPr userDrawn="1"/>
        </p:nvSpPr>
        <p:spPr>
          <a:xfrm>
            <a:off x="14972565" y="-686132"/>
            <a:ext cx="1313180" cy="261610"/>
          </a:xfrm>
          <a:prstGeom prst="rect">
            <a:avLst/>
          </a:prstGeom>
          <a:noFill/>
        </p:spPr>
        <p:txBody>
          <a:bodyPr wrap="none" rtlCol="0">
            <a:spAutoFit/>
          </a:bodyPr>
          <a:lstStyle/>
          <a:p>
            <a:pPr algn="l"/>
            <a:r>
              <a:rPr kumimoji="1" lang="zh-CN" altLang="en-US" sz="1100" dirty="0">
                <a:solidFill>
                  <a:srgbClr val="FF0000"/>
                </a:solidFill>
                <a:ea typeface="+mj-ea"/>
              </a:rPr>
              <a:t>跟随主题自动变色</a:t>
            </a:r>
            <a:endParaRPr kumimoji="1" lang="zh-CN" altLang="en-US" sz="1100" dirty="0">
              <a:solidFill>
                <a:srgbClr val="FF0000"/>
              </a:solidFill>
              <a:ea typeface="+mj-ea"/>
            </a:endParaRPr>
          </a:p>
        </p:txBody>
      </p:sp>
      <p:sp>
        <p:nvSpPr>
          <p:cNvPr id="84" name="文本框 83"/>
          <p:cNvSpPr txBox="1"/>
          <p:nvPr userDrawn="1"/>
        </p:nvSpPr>
        <p:spPr>
          <a:xfrm>
            <a:off x="14956310" y="-249057"/>
            <a:ext cx="607859" cy="261610"/>
          </a:xfrm>
          <a:prstGeom prst="rect">
            <a:avLst/>
          </a:prstGeom>
          <a:noFill/>
        </p:spPr>
        <p:txBody>
          <a:bodyPr wrap="none" rtlCol="0">
            <a:spAutoFit/>
          </a:bodyPr>
          <a:lstStyle/>
          <a:p>
            <a:pPr algn="l"/>
            <a:r>
              <a:rPr kumimoji="1" lang="zh-CN" altLang="en-US" sz="1100" dirty="0">
                <a:solidFill>
                  <a:srgbClr val="FF0000"/>
                </a:solidFill>
                <a:ea typeface="+mj-ea"/>
              </a:rPr>
              <a:t>不变色</a:t>
            </a:r>
            <a:endParaRPr kumimoji="1" lang="zh-CN" altLang="en-US" sz="1100" dirty="0">
              <a:solidFill>
                <a:srgbClr val="FF0000"/>
              </a:solidFill>
              <a:ea typeface="+mj-ea"/>
            </a:endParaRPr>
          </a:p>
        </p:txBody>
      </p:sp>
      <p:cxnSp>
        <p:nvCxnSpPr>
          <p:cNvPr id="85" name="直线连接符 84"/>
          <p:cNvCxnSpPr/>
          <p:nvPr userDrawn="1"/>
        </p:nvCxnSpPr>
        <p:spPr>
          <a:xfrm flipV="1">
            <a:off x="13108562"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86" name="直线连接符 85"/>
          <p:cNvCxnSpPr/>
          <p:nvPr userDrawn="1"/>
        </p:nvCxnSpPr>
        <p:spPr>
          <a:xfrm flipV="1">
            <a:off x="13108562"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87" name="直线连接符 86"/>
          <p:cNvCxnSpPr/>
          <p:nvPr userDrawn="1"/>
        </p:nvCxnSpPr>
        <p:spPr>
          <a:xfrm flipV="1">
            <a:off x="12464128"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88" name="直线连接符 87"/>
          <p:cNvCxnSpPr/>
          <p:nvPr userDrawn="1"/>
        </p:nvCxnSpPr>
        <p:spPr>
          <a:xfrm flipV="1">
            <a:off x="12464128"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89" name="直线连接符 88"/>
          <p:cNvCxnSpPr/>
          <p:nvPr userDrawn="1"/>
        </p:nvCxnSpPr>
        <p:spPr>
          <a:xfrm flipV="1">
            <a:off x="12464128" y="3251061"/>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90" name="直线连接符 89"/>
          <p:cNvCxnSpPr/>
          <p:nvPr userDrawn="1"/>
        </p:nvCxnSpPr>
        <p:spPr>
          <a:xfrm flipV="1">
            <a:off x="12464128" y="2589209"/>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91" name="直线连接符 90"/>
          <p:cNvCxnSpPr/>
          <p:nvPr userDrawn="1"/>
        </p:nvCxnSpPr>
        <p:spPr>
          <a:xfrm flipV="1">
            <a:off x="12464128" y="1282923"/>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92" name="文本框 91"/>
          <p:cNvSpPr txBox="1"/>
          <p:nvPr userDrawn="1"/>
        </p:nvSpPr>
        <p:spPr>
          <a:xfrm>
            <a:off x="12500578" y="-1540755"/>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3" name="文本框 92"/>
          <p:cNvSpPr txBox="1"/>
          <p:nvPr userDrawn="1"/>
        </p:nvSpPr>
        <p:spPr>
          <a:xfrm>
            <a:off x="12500578" y="-1335271"/>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4" name="文本框 93"/>
          <p:cNvSpPr txBox="1"/>
          <p:nvPr userDrawn="1"/>
        </p:nvSpPr>
        <p:spPr>
          <a:xfrm>
            <a:off x="12500578" y="-1150336"/>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5" name="文本框 94"/>
          <p:cNvSpPr txBox="1"/>
          <p:nvPr userDrawn="1"/>
        </p:nvSpPr>
        <p:spPr>
          <a:xfrm>
            <a:off x="12500578" y="-955127"/>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6" name="文本框 95"/>
          <p:cNvSpPr txBox="1"/>
          <p:nvPr userDrawn="1"/>
        </p:nvSpPr>
        <p:spPr>
          <a:xfrm>
            <a:off x="12500578" y="-759918"/>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7" name="文本框 96"/>
          <p:cNvSpPr txBox="1"/>
          <p:nvPr userDrawn="1"/>
        </p:nvSpPr>
        <p:spPr>
          <a:xfrm>
            <a:off x="13186204" y="-1335271"/>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8" name="文本框 97"/>
          <p:cNvSpPr txBox="1"/>
          <p:nvPr userDrawn="1"/>
        </p:nvSpPr>
        <p:spPr>
          <a:xfrm>
            <a:off x="13186204" y="-759918"/>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99" name="文本框 98"/>
          <p:cNvSpPr txBox="1"/>
          <p:nvPr userDrawn="1"/>
        </p:nvSpPr>
        <p:spPr>
          <a:xfrm>
            <a:off x="12734539" y="-1540755"/>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100" name="文本框 99"/>
          <p:cNvSpPr txBox="1"/>
          <p:nvPr userDrawn="1"/>
        </p:nvSpPr>
        <p:spPr>
          <a:xfrm>
            <a:off x="12734539" y="-1335271"/>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101" name="文本框 100"/>
          <p:cNvSpPr txBox="1"/>
          <p:nvPr userDrawn="1"/>
        </p:nvSpPr>
        <p:spPr>
          <a:xfrm>
            <a:off x="12734539" y="-1150336"/>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102" name="文本框 101"/>
          <p:cNvSpPr txBox="1"/>
          <p:nvPr userDrawn="1"/>
        </p:nvSpPr>
        <p:spPr>
          <a:xfrm>
            <a:off x="12734539" y="-955127"/>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sp>
        <p:nvSpPr>
          <p:cNvPr id="103" name="文本框 102"/>
          <p:cNvSpPr txBox="1"/>
          <p:nvPr userDrawn="1"/>
        </p:nvSpPr>
        <p:spPr>
          <a:xfrm>
            <a:off x="12734539" y="-759918"/>
            <a:ext cx="317716" cy="307777"/>
          </a:xfrm>
          <a:prstGeom prst="rect">
            <a:avLst/>
          </a:prstGeom>
          <a:noFill/>
        </p:spPr>
        <p:txBody>
          <a:bodyPr wrap="none" rtlCol="0">
            <a:spAutoFit/>
          </a:bodyPr>
          <a:lstStyle/>
          <a:p>
            <a:pPr algn="l"/>
            <a:r>
              <a:rPr kumimoji="1" lang="en-US" altLang="zh-CN" sz="1400" dirty="0">
                <a:solidFill>
                  <a:srgbClr val="FF0000"/>
                </a:solidFill>
                <a:ea typeface="+mj-ea"/>
              </a:rPr>
              <a:t>×</a:t>
            </a:r>
            <a:endParaRPr kumimoji="1" lang="zh-CN" altLang="en-US" sz="1400" dirty="0">
              <a:solidFill>
                <a:srgbClr val="FF0000"/>
              </a:solidFill>
              <a:ea typeface="+mj-ea"/>
            </a:endParaRPr>
          </a:p>
        </p:txBody>
      </p:sp>
      <p:cxnSp>
        <p:nvCxnSpPr>
          <p:cNvPr id="104" name="直线连接符 103"/>
          <p:cNvCxnSpPr/>
          <p:nvPr userDrawn="1"/>
        </p:nvCxnSpPr>
        <p:spPr>
          <a:xfrm flipV="1">
            <a:off x="14445686"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05" name="直线连接符 104"/>
          <p:cNvCxnSpPr/>
          <p:nvPr userDrawn="1"/>
        </p:nvCxnSpPr>
        <p:spPr>
          <a:xfrm flipV="1">
            <a:off x="14445686"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06" name="文本框 105"/>
          <p:cNvSpPr txBox="1"/>
          <p:nvPr userDrawn="1"/>
        </p:nvSpPr>
        <p:spPr>
          <a:xfrm>
            <a:off x="14972565" y="-1376206"/>
            <a:ext cx="1313180" cy="430887"/>
          </a:xfrm>
          <a:prstGeom prst="rect">
            <a:avLst/>
          </a:prstGeom>
          <a:noFill/>
        </p:spPr>
        <p:txBody>
          <a:bodyPr wrap="none" rtlCol="0">
            <a:spAutoFit/>
          </a:bodyPr>
          <a:lstStyle/>
          <a:p>
            <a:pPr algn="l"/>
            <a:r>
              <a:rPr kumimoji="1" lang="zh-CN" altLang="en-US" sz="1100" dirty="0">
                <a:solidFill>
                  <a:srgbClr val="FF0000"/>
                </a:solidFill>
                <a:ea typeface="+mj-ea"/>
              </a:rPr>
              <a:t>请注意白色文字和</a:t>
            </a:r>
            <a:endParaRPr kumimoji="1" lang="en-US" altLang="zh-CN" sz="1100" dirty="0">
              <a:solidFill>
                <a:srgbClr val="FF0000"/>
              </a:solidFill>
              <a:ea typeface="+mj-ea"/>
            </a:endParaRPr>
          </a:p>
          <a:p>
            <a:pPr algn="l"/>
            <a:r>
              <a:rPr kumimoji="1" lang="zh-CN" altLang="en-US" sz="1100" dirty="0">
                <a:solidFill>
                  <a:srgbClr val="FF0000"/>
                </a:solidFill>
                <a:ea typeface="+mj-ea"/>
              </a:rPr>
              <a:t>白色背景的使用</a:t>
            </a:r>
            <a:endParaRPr kumimoji="1" lang="zh-CN" altLang="en-US" sz="1100" dirty="0">
              <a:solidFill>
                <a:srgbClr val="FF0000"/>
              </a:solidFill>
              <a:ea typeface="+mj-ea"/>
            </a:endParaRPr>
          </a:p>
        </p:txBody>
      </p:sp>
      <p:sp>
        <p:nvSpPr>
          <p:cNvPr id="107" name="矩形 106"/>
          <p:cNvSpPr/>
          <p:nvPr userDrawn="1"/>
        </p:nvSpPr>
        <p:spPr>
          <a:xfrm>
            <a:off x="-1774526" y="3610644"/>
            <a:ext cx="504526" cy="338554"/>
          </a:xfrm>
          <a:prstGeom prst="rect">
            <a:avLst/>
          </a:prstGeom>
          <a:solidFill>
            <a:schemeClr val="tx2">
              <a:lumMod val="10000"/>
              <a:lumOff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827999" rtlCol="0" anchor="ctr"/>
          <a:lstStyle/>
          <a:p>
            <a:pPr lvl="0"/>
            <a:r>
              <a:rPr lang="zh-CN" altLang="en-US" sz="1200" dirty="0">
                <a:solidFill>
                  <a:schemeClr val="tx2"/>
                </a:solidFill>
                <a:latin typeface="微软雅黑" panose="020B0502040204020203" pitchFamily="34" charset="-122"/>
                <a:ea typeface="微软雅黑" panose="020B0502040204020203" pitchFamily="34" charset="-122"/>
              </a:rPr>
              <a:t>禁用色</a:t>
            </a:r>
            <a:endParaRPr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08" name="文本框 107"/>
          <p:cNvSpPr txBox="1"/>
          <p:nvPr userDrawn="1"/>
        </p:nvSpPr>
        <p:spPr>
          <a:xfrm>
            <a:off x="12351781" y="928950"/>
            <a:ext cx="748923" cy="261610"/>
          </a:xfrm>
          <a:prstGeom prst="rect">
            <a:avLst/>
          </a:prstGeom>
          <a:noFill/>
        </p:spPr>
        <p:txBody>
          <a:bodyPr wrap="none" rtlCol="0">
            <a:spAutoFit/>
          </a:bodyPr>
          <a:lstStyle/>
          <a:p>
            <a:pPr algn="l"/>
            <a:r>
              <a:rPr kumimoji="1" lang="zh-CN" altLang="en-US" sz="1100" dirty="0">
                <a:solidFill>
                  <a:srgbClr val="FF0000"/>
                </a:solidFill>
                <a:ea typeface="+mj-ea"/>
              </a:rPr>
              <a:t>白色背景</a:t>
            </a:r>
            <a:endParaRPr kumimoji="1" lang="zh-CN" altLang="en-US" sz="1100" dirty="0">
              <a:solidFill>
                <a:srgbClr val="FF0000"/>
              </a:solidFill>
              <a:ea typeface="+mj-ea"/>
            </a:endParaRPr>
          </a:p>
        </p:txBody>
      </p:sp>
      <p:cxnSp>
        <p:nvCxnSpPr>
          <p:cNvPr id="109" name="直线连接符 108"/>
          <p:cNvCxnSpPr/>
          <p:nvPr userDrawn="1"/>
        </p:nvCxnSpPr>
        <p:spPr>
          <a:xfrm flipV="1">
            <a:off x="13112186" y="2589209"/>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10" name="直线连接符 109"/>
          <p:cNvCxnSpPr/>
          <p:nvPr userDrawn="1"/>
        </p:nvCxnSpPr>
        <p:spPr>
          <a:xfrm flipV="1">
            <a:off x="13112186" y="1282923"/>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11" name="直线连接符 110"/>
          <p:cNvCxnSpPr/>
          <p:nvPr userDrawn="1"/>
        </p:nvCxnSpPr>
        <p:spPr>
          <a:xfrm flipV="1">
            <a:off x="13124886" y="3251061"/>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12" name="文本框 111"/>
          <p:cNvSpPr txBox="1"/>
          <p:nvPr userDrawn="1"/>
        </p:nvSpPr>
        <p:spPr>
          <a:xfrm>
            <a:off x="13100704" y="928950"/>
            <a:ext cx="748923" cy="261610"/>
          </a:xfrm>
          <a:prstGeom prst="rect">
            <a:avLst/>
          </a:prstGeom>
          <a:noFill/>
        </p:spPr>
        <p:txBody>
          <a:bodyPr wrap="none" rtlCol="0">
            <a:spAutoFit/>
          </a:bodyPr>
          <a:lstStyle/>
          <a:p>
            <a:pPr algn="l"/>
            <a:r>
              <a:rPr kumimoji="1" lang="zh-CN" altLang="en-US" sz="1100" dirty="0">
                <a:solidFill>
                  <a:srgbClr val="FF0000"/>
                </a:solidFill>
                <a:ea typeface="+mj-ea"/>
              </a:rPr>
              <a:t>白色文字</a:t>
            </a:r>
            <a:endParaRPr kumimoji="1" lang="zh-CN" altLang="en-US" sz="1100" dirty="0">
              <a:solidFill>
                <a:srgbClr val="FF0000"/>
              </a:solidFill>
              <a:ea typeface="+mj-ea"/>
            </a:endParaRPr>
          </a:p>
        </p:txBody>
      </p:sp>
      <p:sp>
        <p:nvSpPr>
          <p:cNvPr id="113" name="矩形 112"/>
          <p:cNvSpPr/>
          <p:nvPr userDrawn="1"/>
        </p:nvSpPr>
        <p:spPr>
          <a:xfrm>
            <a:off x="0" y="0"/>
            <a:ext cx="407988" cy="296863"/>
          </a:xfrm>
          <a:prstGeom prst="rect">
            <a:avLst/>
          </a:prstGeom>
          <a:solidFill>
            <a:schemeClr val="accent1">
              <a:alpha val="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4" name="矩形 113"/>
          <p:cNvSpPr/>
          <p:nvPr userDrawn="1"/>
        </p:nvSpPr>
        <p:spPr>
          <a:xfrm>
            <a:off x="0" y="6561137"/>
            <a:ext cx="407988" cy="296863"/>
          </a:xfrm>
          <a:prstGeom prst="rect">
            <a:avLst/>
          </a:prstGeom>
          <a:solidFill>
            <a:schemeClr val="accent1">
              <a:alpha val="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5" name="矩形 114"/>
          <p:cNvSpPr/>
          <p:nvPr userDrawn="1"/>
        </p:nvSpPr>
        <p:spPr>
          <a:xfrm>
            <a:off x="11784012" y="0"/>
            <a:ext cx="407988" cy="296863"/>
          </a:xfrm>
          <a:prstGeom prst="rect">
            <a:avLst/>
          </a:prstGeom>
          <a:solidFill>
            <a:schemeClr val="accent1">
              <a:alpha val="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6" name="矩形 115"/>
          <p:cNvSpPr/>
          <p:nvPr userDrawn="1"/>
        </p:nvSpPr>
        <p:spPr>
          <a:xfrm>
            <a:off x="11784012" y="6561137"/>
            <a:ext cx="407988" cy="296863"/>
          </a:xfrm>
          <a:prstGeom prst="rect">
            <a:avLst/>
          </a:prstGeom>
          <a:solidFill>
            <a:schemeClr val="accent1">
              <a:alpha val="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7" name="矩形 116"/>
          <p:cNvSpPr/>
          <p:nvPr userDrawn="1"/>
        </p:nvSpPr>
        <p:spPr>
          <a:xfrm>
            <a:off x="0" y="-266065"/>
            <a:ext cx="408305" cy="10414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8" name="矩形 117"/>
          <p:cNvSpPr/>
          <p:nvPr userDrawn="1"/>
        </p:nvSpPr>
        <p:spPr>
          <a:xfrm>
            <a:off x="-217170" y="6561455"/>
            <a:ext cx="146050" cy="29718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9" name="矩形 118"/>
          <p:cNvSpPr/>
          <p:nvPr userDrawn="1"/>
        </p:nvSpPr>
        <p:spPr>
          <a:xfrm>
            <a:off x="-217170" y="0"/>
            <a:ext cx="146050" cy="29718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0" name="矩形 119"/>
          <p:cNvSpPr/>
          <p:nvPr userDrawn="1"/>
        </p:nvSpPr>
        <p:spPr>
          <a:xfrm>
            <a:off x="12288520" y="6561455"/>
            <a:ext cx="146050" cy="29718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1" name="矩形 120"/>
          <p:cNvSpPr/>
          <p:nvPr userDrawn="1"/>
        </p:nvSpPr>
        <p:spPr>
          <a:xfrm>
            <a:off x="12288520" y="0"/>
            <a:ext cx="146050" cy="29718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2" name="矩形 121"/>
          <p:cNvSpPr/>
          <p:nvPr userDrawn="1"/>
        </p:nvSpPr>
        <p:spPr>
          <a:xfrm>
            <a:off x="0" y="6957060"/>
            <a:ext cx="408305" cy="10414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3" name="矩形 122"/>
          <p:cNvSpPr/>
          <p:nvPr userDrawn="1"/>
        </p:nvSpPr>
        <p:spPr>
          <a:xfrm>
            <a:off x="11783695" y="-266065"/>
            <a:ext cx="408305" cy="10414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4" name="矩形 123"/>
          <p:cNvSpPr/>
          <p:nvPr userDrawn="1"/>
        </p:nvSpPr>
        <p:spPr>
          <a:xfrm>
            <a:off x="11783695" y="6957060"/>
            <a:ext cx="408305" cy="104140"/>
          </a:xfrm>
          <a:prstGeom prst="rect">
            <a:avLst/>
          </a:prstGeom>
          <a:solidFill>
            <a:schemeClr val="bg1">
              <a:alpha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3" name="图片 2"/>
          <p:cNvPicPr>
            <a:picLocks noChangeAspect="1"/>
          </p:cNvPicPr>
          <p:nvPr userDrawn="1"/>
        </p:nvPicPr>
        <p:blipFill>
          <a:blip r:embed="rId3" cstate="screen"/>
          <a:stretch>
            <a:fillRect/>
          </a:stretch>
        </p:blipFill>
        <p:spPr>
          <a:xfrm>
            <a:off x="9994265" y="290013"/>
            <a:ext cx="1918335" cy="423208"/>
          </a:xfrm>
          <a:prstGeom prst="rect">
            <a:avLst/>
          </a:prstGeom>
        </p:spPr>
      </p:pic>
      <p:sp>
        <p:nvSpPr>
          <p:cNvPr id="6" name="矩形 5"/>
          <p:cNvSpPr/>
          <p:nvPr userDrawn="1"/>
        </p:nvSpPr>
        <p:spPr>
          <a:xfrm>
            <a:off x="0" y="360000"/>
            <a:ext cx="309880" cy="323850"/>
          </a:xfrm>
          <a:prstGeom prst="rect">
            <a:avLst/>
          </a:prstGeom>
          <a:solidFill>
            <a:schemeClr val="accent1"/>
          </a:solidFill>
          <a:ln w="12700">
            <a:miter lim="400000"/>
          </a:ln>
        </p:spPr>
        <p:txBody>
          <a:bodyPr lIns="0" tIns="0" rIns="467995" bIns="0" anchor="ctr"/>
          <a:lstStyle/>
          <a:p>
            <a:pPr lvl="0"/>
            <a:endParaRPr lang="zh-CN" altLang="en-US" sz="2800" b="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矩形 4"/>
          <p:cNvSpPr/>
          <p:nvPr userDrawn="1"/>
        </p:nvSpPr>
        <p:spPr>
          <a:xfrm>
            <a:off x="11569592" y="6493627"/>
            <a:ext cx="447701" cy="261610"/>
          </a:xfrm>
          <a:prstGeom prst="rect">
            <a:avLst/>
          </a:prstGeom>
        </p:spPr>
        <p:txBody>
          <a:bodyPr wrap="square">
            <a:spAutoFit/>
          </a:bodyPr>
          <a:lstStyle/>
          <a:p>
            <a:pPr algn="r"/>
            <a:fld id="{7E244C5E-2AF4-BA42-AEE0-6D42AEA53610}" type="slidenum">
              <a:rPr lang="en-US" altLang="zh-CN" sz="1100" smtClean="0">
                <a:solidFill>
                  <a:schemeClr val="tx2">
                    <a:lumMod val="25000"/>
                    <a:lumOff val="75000"/>
                  </a:schemeClr>
                </a:solidFill>
                <a:latin typeface="Arial" panose="020B0604020202090204" pitchFamily="34" charset="0"/>
                <a:ea typeface="微软雅黑" panose="020B0502040204020203" pitchFamily="34" charset="-122"/>
                <a:cs typeface="Arial" panose="020B0604020202090204" pitchFamily="34" charset="0"/>
              </a:rPr>
            </a:fld>
            <a:endParaRPr lang="zh-CN" altLang="en-US" sz="1100" dirty="0">
              <a:solidFill>
                <a:schemeClr val="tx2">
                  <a:lumMod val="25000"/>
                  <a:lumOff val="7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标题 1"/>
          <p:cNvSpPr>
            <a:spLocks noGrp="1"/>
          </p:cNvSpPr>
          <p:nvPr>
            <p:ph type="title"/>
          </p:nvPr>
        </p:nvSpPr>
        <p:spPr>
          <a:xfrm>
            <a:off x="396000" y="288000"/>
            <a:ext cx="9286412" cy="455930"/>
          </a:xfrm>
          <a:prstGeom prst="rect">
            <a:avLst/>
          </a:prstGeom>
          <a:noFill/>
        </p:spPr>
        <p:txBody>
          <a:bodyPr wrap="square" tIns="36195" bIns="36195" rtlCol="0" anchor="ctr">
            <a:noAutofit/>
          </a:bodyPr>
          <a:lstStyle>
            <a:lvl1pPr>
              <a:lnSpc>
                <a:spcPct val="100000"/>
              </a:lnSpc>
              <a:defRPr lang="zh-CN" altLang="en-US" sz="2400" b="1" dirty="0">
                <a:solidFill>
                  <a:schemeClr val="accent1"/>
                </a:solidFill>
                <a:latin typeface="+mj-ea"/>
                <a:ea typeface="+mj-ea"/>
                <a:cs typeface="Arial" panose="020B0604020202090204" pitchFamily="34" charset="0"/>
              </a:defRPr>
            </a:lvl1pPr>
          </a:lstStyle>
          <a:p>
            <a:pPr marL="0" lvl="0"/>
            <a:r>
              <a:rPr kumimoji="1" lang="zh-CN" altLang="en-US" dirty="0"/>
              <a:t>单击此处编辑母版标题样式</a:t>
            </a:r>
            <a:endParaRPr kumimoji="1" lang="zh-CN" altLang="en-US" dirty="0"/>
          </a:p>
        </p:txBody>
      </p:sp>
      <p:sp>
        <p:nvSpPr>
          <p:cNvPr id="12" name="文本占位符 3"/>
          <p:cNvSpPr>
            <a:spLocks noGrp="1"/>
          </p:cNvSpPr>
          <p:nvPr>
            <p:ph type="body" sz="quarter" idx="13" hasCustomPrompt="1"/>
          </p:nvPr>
        </p:nvSpPr>
        <p:spPr>
          <a:xfrm>
            <a:off x="396000" y="756000"/>
            <a:ext cx="11379389" cy="730948"/>
          </a:xfrm>
          <a:prstGeom prst="rect">
            <a:avLst/>
          </a:prstGeom>
        </p:spPr>
        <p:txBody>
          <a:bodyPr tIns="36195" bIns="36195"/>
          <a:lstStyle>
            <a:lvl1pPr marL="0" indent="0">
              <a:lnSpc>
                <a:spcPct val="120000"/>
              </a:lnSpc>
              <a:spcBef>
                <a:spcPts val="500"/>
              </a:spcBef>
              <a:spcAft>
                <a:spcPts val="500"/>
              </a:spcAft>
              <a:buFont typeface="Arial" panose="020B0604020202090204" pitchFamily="34" charset="0"/>
              <a:buNone/>
              <a:defRPr sz="1600">
                <a:solidFill>
                  <a:schemeClr val="tx2"/>
                </a:solidFill>
                <a:latin typeface="+mj-ea"/>
                <a:ea typeface="+mj-ea"/>
                <a:cs typeface="Arial" panose="020B0604020202090204" pitchFamily="34" charset="0"/>
              </a:defRPr>
            </a:lvl1pPr>
            <a:lvl4pPr marL="1371600" indent="0">
              <a:buNone/>
              <a:defRPr/>
            </a:lvl4pPr>
            <a:lvl5pPr marL="1828800" indent="0">
              <a:buNone/>
              <a:defRPr/>
            </a:lvl5pPr>
          </a:lstStyle>
          <a:p>
            <a:pPr lvl="0"/>
            <a:r>
              <a:rPr kumimoji="1" lang="zh-CN" altLang="en-US" dirty="0">
                <a:sym typeface="+mn-ea"/>
              </a:rPr>
              <a:t>单击此处编辑母版副标题样式</a:t>
            </a:r>
            <a:r>
              <a:rPr kumimoji="1" lang="en-US" altLang="zh-CN" dirty="0">
                <a:sym typeface="+mn-ea"/>
              </a:rPr>
              <a:t>-</a:t>
            </a:r>
            <a:r>
              <a:rPr kumimoji="1" lang="zh-CN" altLang="en-US" dirty="0">
                <a:sym typeface="+mn-ea"/>
              </a:rPr>
              <a:t>双行</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内容页-深色">
    <p:bg>
      <p:bgPr>
        <a:gradFill>
          <a:gsLst>
            <a:gs pos="0">
              <a:schemeClr val="accent1"/>
            </a:gs>
            <a:gs pos="100000">
              <a:schemeClr val="accent2">
                <a:lumMod val="75000"/>
              </a:schemeClr>
            </a:gs>
          </a:gsLst>
          <a:lin ang="0" scaled="1"/>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screen"/>
          <a:stretch>
            <a:fillRect/>
          </a:stretch>
        </p:blipFill>
        <p:spPr>
          <a:xfrm>
            <a:off x="9994265" y="290925"/>
            <a:ext cx="1918180" cy="423208"/>
          </a:xfrm>
          <a:prstGeom prst="rect">
            <a:avLst/>
          </a:prstGeom>
        </p:spPr>
      </p:pic>
      <p:sp>
        <p:nvSpPr>
          <p:cNvPr id="6" name="矩形 5"/>
          <p:cNvSpPr/>
          <p:nvPr userDrawn="1"/>
        </p:nvSpPr>
        <p:spPr>
          <a:xfrm>
            <a:off x="0" y="367665"/>
            <a:ext cx="309880" cy="323850"/>
          </a:xfrm>
          <a:prstGeom prst="rect">
            <a:avLst/>
          </a:prstGeom>
          <a:solidFill>
            <a:schemeClr val="bg1"/>
          </a:solidFill>
          <a:ln w="12700">
            <a:miter lim="400000"/>
          </a:ln>
        </p:spPr>
        <p:txBody>
          <a:bodyPr lIns="0" tIns="0" rIns="0" bIns="0" anchor="ctr"/>
          <a:lstStyle/>
          <a:p>
            <a:pPr lvl="0"/>
            <a:endParaRPr lang="zh-CN" altLang="en-US" sz="2800" b="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矩形 4"/>
          <p:cNvSpPr/>
          <p:nvPr userDrawn="1"/>
        </p:nvSpPr>
        <p:spPr>
          <a:xfrm>
            <a:off x="11539265" y="6493627"/>
            <a:ext cx="447701" cy="261610"/>
          </a:xfrm>
          <a:prstGeom prst="rect">
            <a:avLst/>
          </a:prstGeom>
        </p:spPr>
        <p:txBody>
          <a:bodyPr wrap="square">
            <a:spAutoFit/>
          </a:bodyPr>
          <a:lstStyle/>
          <a:p>
            <a:pPr algn="r"/>
            <a:fld id="{7E244C5E-2AF4-BA42-AEE0-6D42AEA53610}" type="slidenum">
              <a:rPr lang="en-US" altLang="zh-CN" sz="1100" smtClean="0">
                <a:solidFill>
                  <a:schemeClr val="tx1">
                    <a:alpha val="50000"/>
                  </a:schemeClr>
                </a:solidFill>
                <a:latin typeface="Arial" panose="020B0604020202090204" pitchFamily="34" charset="0"/>
                <a:ea typeface="微软雅黑" panose="020B0502040204020203" pitchFamily="34" charset="-122"/>
                <a:cs typeface="Arial" panose="020B0604020202090204" pitchFamily="34" charset="0"/>
              </a:rPr>
            </a:fld>
            <a:endParaRPr lang="zh-CN" altLang="en-US" sz="1100" dirty="0">
              <a:solidFill>
                <a:schemeClr val="tx1">
                  <a:alpha val="5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标题 1"/>
          <p:cNvSpPr>
            <a:spLocks noGrp="1"/>
          </p:cNvSpPr>
          <p:nvPr>
            <p:ph type="title"/>
          </p:nvPr>
        </p:nvSpPr>
        <p:spPr>
          <a:xfrm>
            <a:off x="407988" y="301625"/>
            <a:ext cx="9286412" cy="455930"/>
          </a:xfrm>
          <a:prstGeom prst="rect">
            <a:avLst/>
          </a:prstGeom>
          <a:noFill/>
        </p:spPr>
        <p:txBody>
          <a:bodyPr wrap="square" rtlCol="0" anchor="ctr">
            <a:noAutofit/>
          </a:bodyPr>
          <a:lstStyle>
            <a:lvl1pPr>
              <a:lnSpc>
                <a:spcPct val="100000"/>
              </a:lnSpc>
              <a:defRPr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defRPr>
            </a:lvl1pPr>
          </a:lstStyle>
          <a:p>
            <a:pPr marL="0" lvl="0"/>
            <a:r>
              <a:rPr kumimoji="1" lang="zh-CN" altLang="en-US" dirty="0"/>
              <a:t>单击此处编辑母版标题样式</a:t>
            </a:r>
            <a:endParaRPr kumimoji="1" lang="zh-CN" altLang="en-US" dirty="0"/>
          </a:p>
        </p:txBody>
      </p:sp>
      <p:sp>
        <p:nvSpPr>
          <p:cNvPr id="12" name="文本占位符 3"/>
          <p:cNvSpPr>
            <a:spLocks noGrp="1"/>
          </p:cNvSpPr>
          <p:nvPr>
            <p:ph type="body" sz="quarter" idx="13" hasCustomPrompt="1"/>
          </p:nvPr>
        </p:nvSpPr>
        <p:spPr>
          <a:xfrm>
            <a:off x="406305" y="757555"/>
            <a:ext cx="11379389" cy="730948"/>
          </a:xfrm>
          <a:prstGeom prst="rect">
            <a:avLst/>
          </a:prstGeom>
        </p:spPr>
        <p:txBody>
          <a:bodyPr/>
          <a:lstStyle>
            <a:lvl1pPr marL="0" indent="0">
              <a:lnSpc>
                <a:spcPct val="120000"/>
              </a:lnSpc>
              <a:spcBef>
                <a:spcPts val="500"/>
              </a:spcBef>
              <a:spcAft>
                <a:spcPts val="500"/>
              </a:spcAft>
              <a:buFont typeface="Arial" panose="020B0604020202090204" pitchFamily="34" charset="0"/>
              <a:buNone/>
              <a:defRPr sz="1600">
                <a:solidFill>
                  <a:schemeClr val="tx1"/>
                </a:solidFill>
                <a:latin typeface="Arial" panose="020B0604020202090204" pitchFamily="34" charset="0"/>
                <a:ea typeface="微软雅黑" panose="020B0502040204020203" pitchFamily="34" charset="-122"/>
                <a:cs typeface="Arial" panose="020B0604020202090204" pitchFamily="34" charset="0"/>
              </a:defRPr>
            </a:lvl1pPr>
            <a:lvl4pPr marL="1371600" indent="0">
              <a:buNone/>
              <a:defRPr/>
            </a:lvl4pPr>
            <a:lvl5pPr marL="1828800" indent="0">
              <a:buNone/>
              <a:defRPr/>
            </a:lvl5pPr>
          </a:lstStyle>
          <a:p>
            <a:pPr lvl="0"/>
            <a:r>
              <a:rPr kumimoji="1" lang="zh-CN" altLang="en-US" dirty="0">
                <a:sym typeface="+mn-ea"/>
              </a:rPr>
              <a:t>单击此处编辑母版副标题样式</a:t>
            </a:r>
            <a:r>
              <a:rPr kumimoji="1" lang="en-US" altLang="zh-CN" dirty="0">
                <a:sym typeface="+mn-ea"/>
              </a:rPr>
              <a:t>-</a:t>
            </a:r>
            <a:r>
              <a:rPr kumimoji="1" lang="zh-CN" altLang="en-US" dirty="0">
                <a:sym typeface="+mn-ea"/>
              </a:rPr>
              <a:t>双行</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sp>
        <p:nvSpPr>
          <p:cNvPr id="2" name="矩形 1"/>
          <p:cNvSpPr/>
          <p:nvPr userDrawn="1"/>
        </p:nvSpPr>
        <p:spPr>
          <a:xfrm>
            <a:off x="3442465" y="1862580"/>
            <a:ext cx="5307077" cy="1446550"/>
          </a:xfrm>
          <a:prstGeom prst="rect">
            <a:avLst/>
          </a:prstGeom>
          <a:noFill/>
        </p:spPr>
        <p:txBody>
          <a:bodyPr wrap="none" lIns="72000" tIns="45720" rIns="72000" bIns="45720">
            <a:spAutoFit/>
          </a:bodyPr>
          <a:lstStyle/>
          <a:p>
            <a:pPr marL="0" indent="0" algn="ctr">
              <a:tabLst>
                <a:tab pos="1147445" algn="l"/>
              </a:tabLst>
            </a:pPr>
            <a:r>
              <a:rPr lang="en-US" altLang="zh-CN" sz="8800" b="1" cap="none" spc="600" baseline="0" dirty="0">
                <a:ln w="10160">
                  <a:gradFill>
                    <a:gsLst>
                      <a:gs pos="0">
                        <a:schemeClr val="tx1"/>
                      </a:gs>
                      <a:gs pos="77000">
                        <a:schemeClr val="tx1">
                          <a:alpha val="0"/>
                        </a:schemeClr>
                      </a:gs>
                    </a:gsLst>
                    <a:lin ang="5400000" scaled="1"/>
                  </a:gradFill>
                  <a:prstDash val="solid"/>
                </a:ln>
                <a:noFill/>
                <a:effectLst>
                  <a:outerShdw blurRad="38100" dist="22860" dir="5400000" algn="tl" rotWithShape="0">
                    <a:srgbClr val="000000">
                      <a:alpha val="30000"/>
                    </a:srgbClr>
                  </a:outerShdw>
                </a:effectLst>
              </a:rPr>
              <a:t>THANKS</a:t>
            </a:r>
            <a:endParaRPr lang="zh-CN" altLang="en-US" sz="8800" b="1" cap="none" spc="600" baseline="0" dirty="0">
              <a:ln w="10160">
                <a:gradFill>
                  <a:gsLst>
                    <a:gs pos="0">
                      <a:schemeClr val="tx1"/>
                    </a:gs>
                    <a:gs pos="77000">
                      <a:schemeClr val="tx1">
                        <a:alpha val="0"/>
                      </a:schemeClr>
                    </a:gs>
                  </a:gsLst>
                  <a:lin ang="5400000" scaled="1"/>
                </a:gradFill>
                <a:prstDash val="solid"/>
              </a:ln>
              <a:noFill/>
              <a:effectLst>
                <a:outerShdw blurRad="38100" dist="22860" dir="5400000" algn="tl" rotWithShape="0">
                  <a:srgbClr val="000000">
                    <a:alpha val="30000"/>
                  </a:srgbClr>
                </a:outerShdw>
              </a:effectLst>
            </a:endParaRPr>
          </a:p>
        </p:txBody>
      </p:sp>
      <p:pic>
        <p:nvPicPr>
          <p:cNvPr id="9" name="图片 8"/>
          <p:cNvPicPr>
            <a:picLocks noChangeAspect="1"/>
          </p:cNvPicPr>
          <p:nvPr userDrawn="1"/>
        </p:nvPicPr>
        <p:blipFill>
          <a:blip r:embed="rId2" cstate="screen"/>
          <a:stretch>
            <a:fillRect/>
          </a:stretch>
        </p:blipFill>
        <p:spPr>
          <a:xfrm>
            <a:off x="4757240" y="5009136"/>
            <a:ext cx="2677519" cy="590741"/>
          </a:xfrm>
          <a:prstGeom prst="rect">
            <a:avLst/>
          </a:prstGeom>
        </p:spPr>
      </p:pic>
      <p:sp>
        <p:nvSpPr>
          <p:cNvPr id="8" name="标题 1"/>
          <p:cNvSpPr>
            <a:spLocks noGrp="1"/>
          </p:cNvSpPr>
          <p:nvPr>
            <p:ph type="title" hasCustomPrompt="1"/>
          </p:nvPr>
        </p:nvSpPr>
        <p:spPr>
          <a:xfrm>
            <a:off x="1825494" y="2714849"/>
            <a:ext cx="8541020" cy="1025369"/>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defRPr sz="4800" b="1" i="0">
                <a:solidFill>
                  <a:schemeClr val="tx1"/>
                </a:solidFill>
                <a:latin typeface="微软雅黑" panose="020B0502040204020203" pitchFamily="34" charset="-122"/>
                <a:ea typeface="微软雅黑" panose="020B0502040204020203" pitchFamily="34" charset="-122"/>
              </a:defRPr>
            </a:lvl1pPr>
          </a:lstStyle>
          <a:p>
            <a:r>
              <a:rPr kumimoji="1" lang="zh-CN" altLang="en-US" dirty="0"/>
              <a:t>封底</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10273665" y="290013"/>
            <a:ext cx="1918335" cy="423208"/>
          </a:xfrm>
          <a:prstGeom prst="rect">
            <a:avLst/>
          </a:prstGeom>
        </p:spPr>
      </p:pic>
      <p:sp>
        <p:nvSpPr>
          <p:cNvPr id="2" name="标题 1"/>
          <p:cNvSpPr>
            <a:spLocks noGrp="1"/>
          </p:cNvSpPr>
          <p:nvPr>
            <p:ph type="title"/>
          </p:nvPr>
        </p:nvSpPr>
        <p:spPr>
          <a:xfrm>
            <a:off x="406156" y="286909"/>
            <a:ext cx="9967929" cy="461665"/>
          </a:xfrm>
          <a:prstGeom prst="rect">
            <a:avLst/>
          </a:prstGeom>
          <a:noFill/>
        </p:spPr>
        <p:txBody>
          <a:bodyPr wrap="square" rtlCol="0" anchor="ctr">
            <a:noAutofit/>
          </a:bodyPr>
          <a:lstStyle>
            <a:lvl1pPr>
              <a:lnSpc>
                <a:spcPct val="100000"/>
              </a:lnSpc>
              <a:defRPr lang="zh-CN" altLang="en-US" sz="2400" b="1" dirty="0">
                <a:solidFill>
                  <a:schemeClr val="tx1"/>
                </a:solidFill>
                <a:latin typeface="Arial" panose="020B0604020202090204" pitchFamily="34" charset="0"/>
                <a:ea typeface="Microsoft YaHei" panose="020B0502040204020203" pitchFamily="34" charset="-122"/>
                <a:cs typeface="Arial" panose="020B0604020202090204" pitchFamily="34" charset="0"/>
              </a:defRPr>
            </a:lvl1pPr>
          </a:lstStyle>
          <a:p>
            <a:pPr marL="0" lvl="0"/>
            <a:r>
              <a:rPr kumimoji="1" lang="zh-CN" altLang="en-US" dirty="0"/>
              <a:t>单击此处编辑母版标题样式</a:t>
            </a:r>
            <a:endParaRPr kumimoji="1" lang="zh-CN" altLang="en-US" dirty="0"/>
          </a:p>
        </p:txBody>
      </p:sp>
      <p:sp>
        <p:nvSpPr>
          <p:cNvPr id="6" name="矩形 5"/>
          <p:cNvSpPr/>
          <p:nvPr userDrawn="1"/>
        </p:nvSpPr>
        <p:spPr>
          <a:xfrm>
            <a:off x="-8635" y="358541"/>
            <a:ext cx="216638" cy="324000"/>
          </a:xfrm>
          <a:prstGeom prst="rect">
            <a:avLst/>
          </a:prstGeom>
          <a:solidFill>
            <a:schemeClr val="tx1"/>
          </a:solidFill>
          <a:ln w="12700">
            <a:miter lim="400000"/>
          </a:ln>
        </p:spPr>
        <p:txBody>
          <a:bodyPr lIns="0" tIns="0" rIns="0" bIns="0" anchor="ctr"/>
          <a:lstStyle/>
          <a:p>
            <a:pPr lvl="0"/>
            <a:endParaRPr lang="zh-CN" altLang="en-US" sz="2800" b="0">
              <a:solidFill>
                <a:srgbClr val="FFFFFF"/>
              </a:solidFill>
            </a:endParaRPr>
          </a:p>
        </p:txBody>
      </p:sp>
      <p:sp>
        <p:nvSpPr>
          <p:cNvPr id="4" name="文本占位符 3"/>
          <p:cNvSpPr>
            <a:spLocks noGrp="1"/>
          </p:cNvSpPr>
          <p:nvPr>
            <p:ph type="body" sz="quarter" idx="13"/>
          </p:nvPr>
        </p:nvSpPr>
        <p:spPr>
          <a:xfrm>
            <a:off x="406305" y="969836"/>
            <a:ext cx="11379389" cy="730948"/>
          </a:xfrm>
          <a:prstGeom prst="rect">
            <a:avLst/>
          </a:prstGeom>
        </p:spPr>
        <p:txBody>
          <a:bodyPr/>
          <a:lstStyle>
            <a:lvl1pPr marL="0" indent="0">
              <a:lnSpc>
                <a:spcPct val="120000"/>
              </a:lnSpc>
              <a:spcBef>
                <a:spcPts val="500"/>
              </a:spcBef>
              <a:spcAft>
                <a:spcPts val="500"/>
              </a:spcAft>
              <a:buFont typeface="Arial" panose="020B0604020202090204" pitchFamily="34" charset="0"/>
              <a:buNone/>
              <a:defRPr sz="1600">
                <a:solidFill>
                  <a:schemeClr val="tx2">
                    <a:lumMod val="75000"/>
                  </a:schemeClr>
                </a:solidFill>
                <a:latin typeface="Microsoft YaHei" panose="020B0502040204020203" pitchFamily="34" charset="-122"/>
                <a:ea typeface="Microsoft YaHei" panose="020B0502040204020203" pitchFamily="34" charset="-122"/>
              </a:defRPr>
            </a:lvl1pPr>
            <a:lvl4pPr marL="1371600" indent="0">
              <a:buNone/>
              <a:defRPr/>
            </a:lvl4pPr>
            <a:lvl5pPr marL="1828800" indent="0">
              <a:buNone/>
              <a:defRPr/>
            </a:lvl5pPr>
          </a:lstStyle>
          <a:p>
            <a:pPr lvl="0"/>
            <a:r>
              <a:rPr kumimoji="1" lang="zh-CN" altLang="en-US" dirty="0"/>
              <a:t>单击此处编辑母版文本样式</a:t>
            </a:r>
            <a:endParaRPr kumimoji="1" lang="zh-CN" altLang="en-US" dirty="0"/>
          </a:p>
        </p:txBody>
      </p:sp>
      <p:sp>
        <p:nvSpPr>
          <p:cNvPr id="5" name="矩形 4"/>
          <p:cNvSpPr/>
          <p:nvPr userDrawn="1"/>
        </p:nvSpPr>
        <p:spPr>
          <a:xfrm>
            <a:off x="11571468" y="6424949"/>
            <a:ext cx="447701" cy="261610"/>
          </a:xfrm>
          <a:prstGeom prst="rect">
            <a:avLst/>
          </a:prstGeom>
        </p:spPr>
        <p:txBody>
          <a:bodyPr wrap="square">
            <a:spAutoFit/>
          </a:bodyPr>
          <a:lstStyle/>
          <a:p>
            <a:pPr algn="r"/>
            <a:fld id="{7E244C5E-2AF4-BA42-AEE0-6D42AEA53610}" type="slidenum">
              <a:rPr lang="en-US" altLang="zh-CN" sz="1100" smtClean="0">
                <a:solidFill>
                  <a:schemeClr val="tx2">
                    <a:lumMod val="20000"/>
                    <a:lumOff val="80000"/>
                  </a:schemeClr>
                </a:solidFill>
              </a:rPr>
            </a:fld>
            <a:endParaRPr lang="zh-CN" altLang="en-US" sz="1100" dirty="0">
              <a:solidFill>
                <a:schemeClr val="tx2">
                  <a:lumMod val="20000"/>
                  <a:lumOff val="80000"/>
                </a:schemeClr>
              </a:solidFill>
              <a:latin typeface="+mj-ea"/>
              <a:ea typeface="+mj-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0.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6" name="图片 55" descr="bg"/>
          <p:cNvPicPr>
            <a:picLocks noChangeAspect="1"/>
          </p:cNvPicPr>
          <p:nvPr userDrawn="1"/>
        </p:nvPicPr>
        <p:blipFill>
          <a:blip r:embed="rId8" cstate="screen"/>
          <a:stretch>
            <a:fillRect/>
          </a:stretch>
        </p:blipFill>
        <p:spPr>
          <a:xfrm>
            <a:off x="1" y="1"/>
            <a:ext cx="12192000" cy="685819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tags" Target="../tags/tag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4.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0" Type="http://schemas.openxmlformats.org/officeDocument/2006/relationships/notesSlide" Target="../notesSlides/notesSlide14.xml"/><Relationship Id="rId2" Type="http://schemas.openxmlformats.org/officeDocument/2006/relationships/tags" Target="../tags/tag10.xml"/><Relationship Id="rId19" Type="http://schemas.openxmlformats.org/officeDocument/2006/relationships/slideLayout" Target="../slideLayouts/slideLayout4.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6" Type="http://schemas.openxmlformats.org/officeDocument/2006/relationships/notesSlide" Target="../notesSlides/notesSlide15.xml"/><Relationship Id="rId25" Type="http://schemas.openxmlformats.org/officeDocument/2006/relationships/slideLayout" Target="../slideLayouts/slideLayout4.xml"/><Relationship Id="rId24" Type="http://schemas.openxmlformats.org/officeDocument/2006/relationships/tags" Target="../tags/tag50.xml"/><Relationship Id="rId23" Type="http://schemas.openxmlformats.org/officeDocument/2006/relationships/tags" Target="../tags/tag49.xml"/><Relationship Id="rId22" Type="http://schemas.openxmlformats.org/officeDocument/2006/relationships/tags" Target="../tags/tag48.xml"/><Relationship Id="rId21" Type="http://schemas.openxmlformats.org/officeDocument/2006/relationships/tags" Target="../tags/tag47.xml"/><Relationship Id="rId20" Type="http://schemas.openxmlformats.org/officeDocument/2006/relationships/tags" Target="../tags/tag46.xml"/><Relationship Id="rId2" Type="http://schemas.openxmlformats.org/officeDocument/2006/relationships/tags" Target="../tags/tag28.xml"/><Relationship Id="rId19" Type="http://schemas.openxmlformats.org/officeDocument/2006/relationships/tags" Target="../tags/tag45.xml"/><Relationship Id="rId18" Type="http://schemas.openxmlformats.org/officeDocument/2006/relationships/tags" Target="../tags/tag44.xml"/><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9" Type="http://schemas.openxmlformats.org/officeDocument/2006/relationships/image" Target="../media/image30.png"/><Relationship Id="rId82" Type="http://schemas.openxmlformats.org/officeDocument/2006/relationships/notesSlide" Target="../notesSlides/notesSlide17.xml"/><Relationship Id="rId81" Type="http://schemas.openxmlformats.org/officeDocument/2006/relationships/slideLayout" Target="../slideLayouts/slideLayout4.xml"/><Relationship Id="rId80" Type="http://schemas.openxmlformats.org/officeDocument/2006/relationships/image" Target="../media/image101.svg"/><Relationship Id="rId8" Type="http://schemas.openxmlformats.org/officeDocument/2006/relationships/image" Target="../media/image29.svg"/><Relationship Id="rId79" Type="http://schemas.openxmlformats.org/officeDocument/2006/relationships/image" Target="../media/image100.png"/><Relationship Id="rId78" Type="http://schemas.openxmlformats.org/officeDocument/2006/relationships/image" Target="../media/image99.svg"/><Relationship Id="rId77" Type="http://schemas.openxmlformats.org/officeDocument/2006/relationships/image" Target="../media/image98.png"/><Relationship Id="rId76" Type="http://schemas.openxmlformats.org/officeDocument/2006/relationships/image" Target="../media/image97.svg"/><Relationship Id="rId75" Type="http://schemas.openxmlformats.org/officeDocument/2006/relationships/image" Target="../media/image96.png"/><Relationship Id="rId74" Type="http://schemas.openxmlformats.org/officeDocument/2006/relationships/image" Target="../media/image95.svg"/><Relationship Id="rId73" Type="http://schemas.openxmlformats.org/officeDocument/2006/relationships/image" Target="../media/image94.png"/><Relationship Id="rId72" Type="http://schemas.openxmlformats.org/officeDocument/2006/relationships/image" Target="../media/image93.svg"/><Relationship Id="rId71" Type="http://schemas.openxmlformats.org/officeDocument/2006/relationships/image" Target="../media/image92.png"/><Relationship Id="rId70" Type="http://schemas.openxmlformats.org/officeDocument/2006/relationships/image" Target="../media/image91.svg"/><Relationship Id="rId7" Type="http://schemas.openxmlformats.org/officeDocument/2006/relationships/image" Target="../media/image28.png"/><Relationship Id="rId69" Type="http://schemas.openxmlformats.org/officeDocument/2006/relationships/image" Target="../media/image90.png"/><Relationship Id="rId68" Type="http://schemas.openxmlformats.org/officeDocument/2006/relationships/image" Target="../media/image89.svg"/><Relationship Id="rId67" Type="http://schemas.openxmlformats.org/officeDocument/2006/relationships/image" Target="../media/image88.png"/><Relationship Id="rId66" Type="http://schemas.openxmlformats.org/officeDocument/2006/relationships/image" Target="../media/image87.svg"/><Relationship Id="rId65" Type="http://schemas.openxmlformats.org/officeDocument/2006/relationships/image" Target="../media/image86.png"/><Relationship Id="rId64" Type="http://schemas.openxmlformats.org/officeDocument/2006/relationships/image" Target="../media/image85.svg"/><Relationship Id="rId63" Type="http://schemas.openxmlformats.org/officeDocument/2006/relationships/image" Target="../media/image84.png"/><Relationship Id="rId62" Type="http://schemas.openxmlformats.org/officeDocument/2006/relationships/image" Target="../media/image83.svg"/><Relationship Id="rId61" Type="http://schemas.openxmlformats.org/officeDocument/2006/relationships/image" Target="../media/image82.png"/><Relationship Id="rId60" Type="http://schemas.openxmlformats.org/officeDocument/2006/relationships/image" Target="../media/image81.svg"/><Relationship Id="rId6" Type="http://schemas.openxmlformats.org/officeDocument/2006/relationships/image" Target="../media/image27.svg"/><Relationship Id="rId59" Type="http://schemas.openxmlformats.org/officeDocument/2006/relationships/image" Target="../media/image80.png"/><Relationship Id="rId58" Type="http://schemas.openxmlformats.org/officeDocument/2006/relationships/image" Target="../media/image79.svg"/><Relationship Id="rId57" Type="http://schemas.openxmlformats.org/officeDocument/2006/relationships/image" Target="../media/image78.png"/><Relationship Id="rId56" Type="http://schemas.openxmlformats.org/officeDocument/2006/relationships/image" Target="../media/image77.svg"/><Relationship Id="rId55" Type="http://schemas.openxmlformats.org/officeDocument/2006/relationships/image" Target="../media/image76.png"/><Relationship Id="rId54" Type="http://schemas.openxmlformats.org/officeDocument/2006/relationships/image" Target="../media/image75.svg"/><Relationship Id="rId53" Type="http://schemas.openxmlformats.org/officeDocument/2006/relationships/image" Target="../media/image74.png"/><Relationship Id="rId52" Type="http://schemas.openxmlformats.org/officeDocument/2006/relationships/image" Target="../media/image73.svg"/><Relationship Id="rId51" Type="http://schemas.openxmlformats.org/officeDocument/2006/relationships/image" Target="../media/image72.png"/><Relationship Id="rId50" Type="http://schemas.openxmlformats.org/officeDocument/2006/relationships/image" Target="../media/image71.svg"/><Relationship Id="rId5" Type="http://schemas.openxmlformats.org/officeDocument/2006/relationships/image" Target="../media/image26.png"/><Relationship Id="rId49" Type="http://schemas.openxmlformats.org/officeDocument/2006/relationships/image" Target="../media/image70.png"/><Relationship Id="rId48" Type="http://schemas.openxmlformats.org/officeDocument/2006/relationships/image" Target="../media/image69.svg"/><Relationship Id="rId47" Type="http://schemas.openxmlformats.org/officeDocument/2006/relationships/image" Target="../media/image68.png"/><Relationship Id="rId46" Type="http://schemas.openxmlformats.org/officeDocument/2006/relationships/image" Target="../media/image67.svg"/><Relationship Id="rId45" Type="http://schemas.openxmlformats.org/officeDocument/2006/relationships/image" Target="../media/image66.png"/><Relationship Id="rId44" Type="http://schemas.openxmlformats.org/officeDocument/2006/relationships/image" Target="../media/image65.svg"/><Relationship Id="rId43" Type="http://schemas.openxmlformats.org/officeDocument/2006/relationships/image" Target="../media/image64.png"/><Relationship Id="rId42" Type="http://schemas.openxmlformats.org/officeDocument/2006/relationships/image" Target="../media/image63.svg"/><Relationship Id="rId41" Type="http://schemas.openxmlformats.org/officeDocument/2006/relationships/image" Target="../media/image62.png"/><Relationship Id="rId40" Type="http://schemas.openxmlformats.org/officeDocument/2006/relationships/image" Target="../media/image61.svg"/><Relationship Id="rId4" Type="http://schemas.openxmlformats.org/officeDocument/2006/relationships/image" Target="../media/image25.svg"/><Relationship Id="rId39" Type="http://schemas.openxmlformats.org/officeDocument/2006/relationships/image" Target="../media/image60.png"/><Relationship Id="rId38" Type="http://schemas.openxmlformats.org/officeDocument/2006/relationships/image" Target="../media/image59.svg"/><Relationship Id="rId37" Type="http://schemas.openxmlformats.org/officeDocument/2006/relationships/image" Target="../media/image58.png"/><Relationship Id="rId36" Type="http://schemas.openxmlformats.org/officeDocument/2006/relationships/image" Target="../media/image57.svg"/><Relationship Id="rId35" Type="http://schemas.openxmlformats.org/officeDocument/2006/relationships/image" Target="../media/image56.png"/><Relationship Id="rId34" Type="http://schemas.openxmlformats.org/officeDocument/2006/relationships/image" Target="../media/image55.svg"/><Relationship Id="rId33" Type="http://schemas.openxmlformats.org/officeDocument/2006/relationships/image" Target="../media/image54.png"/><Relationship Id="rId32" Type="http://schemas.openxmlformats.org/officeDocument/2006/relationships/image" Target="../media/image53.svg"/><Relationship Id="rId31" Type="http://schemas.openxmlformats.org/officeDocument/2006/relationships/image" Target="../media/image52.png"/><Relationship Id="rId30" Type="http://schemas.openxmlformats.org/officeDocument/2006/relationships/image" Target="../media/image51.svg"/><Relationship Id="rId3" Type="http://schemas.openxmlformats.org/officeDocument/2006/relationships/image" Target="../media/image24.png"/><Relationship Id="rId29" Type="http://schemas.openxmlformats.org/officeDocument/2006/relationships/image" Target="../media/image50.png"/><Relationship Id="rId28" Type="http://schemas.openxmlformats.org/officeDocument/2006/relationships/image" Target="../media/image49.svg"/><Relationship Id="rId27" Type="http://schemas.openxmlformats.org/officeDocument/2006/relationships/image" Target="../media/image48.png"/><Relationship Id="rId26" Type="http://schemas.openxmlformats.org/officeDocument/2006/relationships/image" Target="../media/image47.svg"/><Relationship Id="rId25" Type="http://schemas.openxmlformats.org/officeDocument/2006/relationships/image" Target="../media/image46.png"/><Relationship Id="rId24" Type="http://schemas.openxmlformats.org/officeDocument/2006/relationships/image" Target="../media/image45.svg"/><Relationship Id="rId23" Type="http://schemas.openxmlformats.org/officeDocument/2006/relationships/image" Target="../media/image44.png"/><Relationship Id="rId22" Type="http://schemas.openxmlformats.org/officeDocument/2006/relationships/image" Target="../media/image43.svg"/><Relationship Id="rId21" Type="http://schemas.openxmlformats.org/officeDocument/2006/relationships/image" Target="../media/image42.png"/><Relationship Id="rId20" Type="http://schemas.openxmlformats.org/officeDocument/2006/relationships/image" Target="../media/image41.svg"/><Relationship Id="rId2" Type="http://schemas.openxmlformats.org/officeDocument/2006/relationships/image" Target="../media/image23.svg"/><Relationship Id="rId19" Type="http://schemas.openxmlformats.org/officeDocument/2006/relationships/image" Target="../media/image40.png"/><Relationship Id="rId18" Type="http://schemas.openxmlformats.org/officeDocument/2006/relationships/image" Target="../media/image39.svg"/><Relationship Id="rId17" Type="http://schemas.openxmlformats.org/officeDocument/2006/relationships/image" Target="../media/image38.png"/><Relationship Id="rId16" Type="http://schemas.openxmlformats.org/officeDocument/2006/relationships/image" Target="../media/image37.svg"/><Relationship Id="rId15" Type="http://schemas.openxmlformats.org/officeDocument/2006/relationships/image" Target="../media/image36.png"/><Relationship Id="rId14" Type="http://schemas.openxmlformats.org/officeDocument/2006/relationships/image" Target="../media/image35.svg"/><Relationship Id="rId13" Type="http://schemas.openxmlformats.org/officeDocument/2006/relationships/image" Target="../media/image34.png"/><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image" Target="../media/image31.sv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9" Type="http://schemas.openxmlformats.org/officeDocument/2006/relationships/image" Target="../media/image110.png"/><Relationship Id="rId8" Type="http://schemas.openxmlformats.org/officeDocument/2006/relationships/image" Target="../media/image109.svg"/><Relationship Id="rId7" Type="http://schemas.openxmlformats.org/officeDocument/2006/relationships/image" Target="../media/image108.png"/><Relationship Id="rId6" Type="http://schemas.openxmlformats.org/officeDocument/2006/relationships/image" Target="../media/image107.svg"/><Relationship Id="rId5" Type="http://schemas.openxmlformats.org/officeDocument/2006/relationships/image" Target="../media/image106.png"/><Relationship Id="rId40" Type="http://schemas.openxmlformats.org/officeDocument/2006/relationships/notesSlide" Target="../notesSlides/notesSlide18.xml"/><Relationship Id="rId4" Type="http://schemas.openxmlformats.org/officeDocument/2006/relationships/image" Target="../media/image105.svg"/><Relationship Id="rId39" Type="http://schemas.openxmlformats.org/officeDocument/2006/relationships/slideLayout" Target="../slideLayouts/slideLayout4.xml"/><Relationship Id="rId38" Type="http://schemas.openxmlformats.org/officeDocument/2006/relationships/image" Target="../media/image139.svg"/><Relationship Id="rId37" Type="http://schemas.openxmlformats.org/officeDocument/2006/relationships/image" Target="../media/image138.png"/><Relationship Id="rId36" Type="http://schemas.openxmlformats.org/officeDocument/2006/relationships/image" Target="../media/image137.svg"/><Relationship Id="rId35" Type="http://schemas.openxmlformats.org/officeDocument/2006/relationships/image" Target="../media/image136.png"/><Relationship Id="rId34" Type="http://schemas.openxmlformats.org/officeDocument/2006/relationships/image" Target="../media/image135.svg"/><Relationship Id="rId33" Type="http://schemas.openxmlformats.org/officeDocument/2006/relationships/image" Target="../media/image134.png"/><Relationship Id="rId32" Type="http://schemas.openxmlformats.org/officeDocument/2006/relationships/image" Target="../media/image133.svg"/><Relationship Id="rId31" Type="http://schemas.openxmlformats.org/officeDocument/2006/relationships/image" Target="../media/image132.png"/><Relationship Id="rId30" Type="http://schemas.openxmlformats.org/officeDocument/2006/relationships/image" Target="../media/image131.svg"/><Relationship Id="rId3" Type="http://schemas.openxmlformats.org/officeDocument/2006/relationships/image" Target="../media/image104.png"/><Relationship Id="rId29" Type="http://schemas.openxmlformats.org/officeDocument/2006/relationships/image" Target="../media/image130.png"/><Relationship Id="rId28" Type="http://schemas.openxmlformats.org/officeDocument/2006/relationships/image" Target="../media/image129.svg"/><Relationship Id="rId27" Type="http://schemas.openxmlformats.org/officeDocument/2006/relationships/image" Target="../media/image128.png"/><Relationship Id="rId26" Type="http://schemas.openxmlformats.org/officeDocument/2006/relationships/image" Target="../media/image127.svg"/><Relationship Id="rId25" Type="http://schemas.openxmlformats.org/officeDocument/2006/relationships/image" Target="../media/image126.png"/><Relationship Id="rId24" Type="http://schemas.openxmlformats.org/officeDocument/2006/relationships/image" Target="../media/image125.svg"/><Relationship Id="rId23" Type="http://schemas.openxmlformats.org/officeDocument/2006/relationships/image" Target="../media/image124.png"/><Relationship Id="rId22" Type="http://schemas.openxmlformats.org/officeDocument/2006/relationships/image" Target="../media/image123.svg"/><Relationship Id="rId21" Type="http://schemas.openxmlformats.org/officeDocument/2006/relationships/image" Target="../media/image122.png"/><Relationship Id="rId20" Type="http://schemas.openxmlformats.org/officeDocument/2006/relationships/image" Target="../media/image121.svg"/><Relationship Id="rId2" Type="http://schemas.openxmlformats.org/officeDocument/2006/relationships/image" Target="../media/image103.svg"/><Relationship Id="rId19" Type="http://schemas.openxmlformats.org/officeDocument/2006/relationships/image" Target="../media/image120.png"/><Relationship Id="rId18" Type="http://schemas.openxmlformats.org/officeDocument/2006/relationships/image" Target="../media/image119.svg"/><Relationship Id="rId17" Type="http://schemas.openxmlformats.org/officeDocument/2006/relationships/image" Target="../media/image118.png"/><Relationship Id="rId16" Type="http://schemas.openxmlformats.org/officeDocument/2006/relationships/image" Target="../media/image117.svg"/><Relationship Id="rId15" Type="http://schemas.openxmlformats.org/officeDocument/2006/relationships/image" Target="../media/image116.png"/><Relationship Id="rId14" Type="http://schemas.openxmlformats.org/officeDocument/2006/relationships/image" Target="../media/image115.svg"/><Relationship Id="rId13" Type="http://schemas.openxmlformats.org/officeDocument/2006/relationships/image" Target="../media/image114.png"/><Relationship Id="rId12" Type="http://schemas.openxmlformats.org/officeDocument/2006/relationships/image" Target="../media/image113.svg"/><Relationship Id="rId11" Type="http://schemas.openxmlformats.org/officeDocument/2006/relationships/image" Target="../media/image112.png"/><Relationship Id="rId10" Type="http://schemas.openxmlformats.org/officeDocument/2006/relationships/image" Target="../media/image111.svg"/><Relationship Id="rId1" Type="http://schemas.openxmlformats.org/officeDocument/2006/relationships/image" Target="../media/image102.png"/></Relationships>
</file>

<file path=ppt/slides/_rels/slide19.xml.rels><?xml version="1.0" encoding="UTF-8" standalone="yes"?>
<Relationships xmlns="http://schemas.openxmlformats.org/package/2006/relationships"><Relationship Id="rId9" Type="http://schemas.openxmlformats.org/officeDocument/2006/relationships/image" Target="../media/image148.png"/><Relationship Id="rId8" Type="http://schemas.openxmlformats.org/officeDocument/2006/relationships/image" Target="../media/image147.svg"/><Relationship Id="rId7" Type="http://schemas.openxmlformats.org/officeDocument/2006/relationships/image" Target="../media/image146.png"/><Relationship Id="rId62" Type="http://schemas.openxmlformats.org/officeDocument/2006/relationships/notesSlide" Target="../notesSlides/notesSlide19.xml"/><Relationship Id="rId61" Type="http://schemas.openxmlformats.org/officeDocument/2006/relationships/slideLayout" Target="../slideLayouts/slideLayout4.xml"/><Relationship Id="rId60" Type="http://schemas.openxmlformats.org/officeDocument/2006/relationships/image" Target="../media/image199.svg"/><Relationship Id="rId6" Type="http://schemas.openxmlformats.org/officeDocument/2006/relationships/image" Target="../media/image145.svg"/><Relationship Id="rId59" Type="http://schemas.openxmlformats.org/officeDocument/2006/relationships/image" Target="../media/image198.png"/><Relationship Id="rId58" Type="http://schemas.openxmlformats.org/officeDocument/2006/relationships/image" Target="../media/image197.svg"/><Relationship Id="rId57" Type="http://schemas.openxmlformats.org/officeDocument/2006/relationships/image" Target="../media/image196.png"/><Relationship Id="rId56" Type="http://schemas.openxmlformats.org/officeDocument/2006/relationships/image" Target="../media/image195.svg"/><Relationship Id="rId55" Type="http://schemas.openxmlformats.org/officeDocument/2006/relationships/image" Target="../media/image194.png"/><Relationship Id="rId54" Type="http://schemas.openxmlformats.org/officeDocument/2006/relationships/image" Target="../media/image193.svg"/><Relationship Id="rId53" Type="http://schemas.openxmlformats.org/officeDocument/2006/relationships/image" Target="../media/image192.png"/><Relationship Id="rId52" Type="http://schemas.openxmlformats.org/officeDocument/2006/relationships/image" Target="../media/image191.svg"/><Relationship Id="rId51" Type="http://schemas.openxmlformats.org/officeDocument/2006/relationships/image" Target="../media/image190.png"/><Relationship Id="rId50" Type="http://schemas.openxmlformats.org/officeDocument/2006/relationships/image" Target="../media/image189.svg"/><Relationship Id="rId5" Type="http://schemas.openxmlformats.org/officeDocument/2006/relationships/image" Target="../media/image144.png"/><Relationship Id="rId49" Type="http://schemas.openxmlformats.org/officeDocument/2006/relationships/image" Target="../media/image188.png"/><Relationship Id="rId48" Type="http://schemas.openxmlformats.org/officeDocument/2006/relationships/image" Target="../media/image187.svg"/><Relationship Id="rId47" Type="http://schemas.openxmlformats.org/officeDocument/2006/relationships/image" Target="../media/image186.png"/><Relationship Id="rId46" Type="http://schemas.openxmlformats.org/officeDocument/2006/relationships/image" Target="../media/image185.svg"/><Relationship Id="rId45" Type="http://schemas.openxmlformats.org/officeDocument/2006/relationships/image" Target="../media/image184.png"/><Relationship Id="rId44" Type="http://schemas.openxmlformats.org/officeDocument/2006/relationships/image" Target="../media/image183.svg"/><Relationship Id="rId43" Type="http://schemas.openxmlformats.org/officeDocument/2006/relationships/image" Target="../media/image182.png"/><Relationship Id="rId42" Type="http://schemas.openxmlformats.org/officeDocument/2006/relationships/image" Target="../media/image181.svg"/><Relationship Id="rId41" Type="http://schemas.openxmlformats.org/officeDocument/2006/relationships/image" Target="../media/image180.png"/><Relationship Id="rId40" Type="http://schemas.openxmlformats.org/officeDocument/2006/relationships/image" Target="../media/image179.svg"/><Relationship Id="rId4" Type="http://schemas.openxmlformats.org/officeDocument/2006/relationships/image" Target="../media/image143.svg"/><Relationship Id="rId39" Type="http://schemas.openxmlformats.org/officeDocument/2006/relationships/image" Target="../media/image178.png"/><Relationship Id="rId38" Type="http://schemas.openxmlformats.org/officeDocument/2006/relationships/image" Target="../media/image177.svg"/><Relationship Id="rId37" Type="http://schemas.openxmlformats.org/officeDocument/2006/relationships/image" Target="../media/image176.png"/><Relationship Id="rId36" Type="http://schemas.openxmlformats.org/officeDocument/2006/relationships/image" Target="../media/image175.svg"/><Relationship Id="rId35" Type="http://schemas.openxmlformats.org/officeDocument/2006/relationships/image" Target="../media/image174.png"/><Relationship Id="rId34" Type="http://schemas.openxmlformats.org/officeDocument/2006/relationships/image" Target="../media/image173.svg"/><Relationship Id="rId33" Type="http://schemas.openxmlformats.org/officeDocument/2006/relationships/image" Target="../media/image172.png"/><Relationship Id="rId32" Type="http://schemas.openxmlformats.org/officeDocument/2006/relationships/image" Target="../media/image171.svg"/><Relationship Id="rId31" Type="http://schemas.openxmlformats.org/officeDocument/2006/relationships/image" Target="../media/image170.png"/><Relationship Id="rId30" Type="http://schemas.openxmlformats.org/officeDocument/2006/relationships/image" Target="../media/image169.svg"/><Relationship Id="rId3" Type="http://schemas.openxmlformats.org/officeDocument/2006/relationships/image" Target="../media/image142.png"/><Relationship Id="rId29" Type="http://schemas.openxmlformats.org/officeDocument/2006/relationships/image" Target="../media/image168.png"/><Relationship Id="rId28" Type="http://schemas.openxmlformats.org/officeDocument/2006/relationships/image" Target="../media/image167.svg"/><Relationship Id="rId27" Type="http://schemas.openxmlformats.org/officeDocument/2006/relationships/image" Target="../media/image166.png"/><Relationship Id="rId26" Type="http://schemas.openxmlformats.org/officeDocument/2006/relationships/image" Target="../media/image165.svg"/><Relationship Id="rId25" Type="http://schemas.openxmlformats.org/officeDocument/2006/relationships/image" Target="../media/image164.png"/><Relationship Id="rId24" Type="http://schemas.openxmlformats.org/officeDocument/2006/relationships/image" Target="../media/image163.svg"/><Relationship Id="rId23" Type="http://schemas.openxmlformats.org/officeDocument/2006/relationships/image" Target="../media/image162.png"/><Relationship Id="rId22" Type="http://schemas.openxmlformats.org/officeDocument/2006/relationships/image" Target="../media/image161.svg"/><Relationship Id="rId21" Type="http://schemas.openxmlformats.org/officeDocument/2006/relationships/image" Target="../media/image160.png"/><Relationship Id="rId20" Type="http://schemas.openxmlformats.org/officeDocument/2006/relationships/image" Target="../media/image159.svg"/><Relationship Id="rId2" Type="http://schemas.openxmlformats.org/officeDocument/2006/relationships/image" Target="../media/image141.svg"/><Relationship Id="rId19" Type="http://schemas.openxmlformats.org/officeDocument/2006/relationships/image" Target="../media/image158.png"/><Relationship Id="rId18" Type="http://schemas.openxmlformats.org/officeDocument/2006/relationships/image" Target="../media/image157.svg"/><Relationship Id="rId17" Type="http://schemas.openxmlformats.org/officeDocument/2006/relationships/image" Target="../media/image156.png"/><Relationship Id="rId16" Type="http://schemas.openxmlformats.org/officeDocument/2006/relationships/image" Target="../media/image155.svg"/><Relationship Id="rId15" Type="http://schemas.openxmlformats.org/officeDocument/2006/relationships/image" Target="../media/image154.png"/><Relationship Id="rId14" Type="http://schemas.openxmlformats.org/officeDocument/2006/relationships/image" Target="../media/image153.svg"/><Relationship Id="rId13" Type="http://schemas.openxmlformats.org/officeDocument/2006/relationships/image" Target="../media/image152.png"/><Relationship Id="rId12" Type="http://schemas.openxmlformats.org/officeDocument/2006/relationships/image" Target="../media/image151.svg"/><Relationship Id="rId11" Type="http://schemas.openxmlformats.org/officeDocument/2006/relationships/image" Target="../media/image150.png"/><Relationship Id="rId10" Type="http://schemas.openxmlformats.org/officeDocument/2006/relationships/image" Target="../media/image149.svg"/><Relationship Id="rId1" Type="http://schemas.openxmlformats.org/officeDocument/2006/relationships/image" Target="../media/image140.png"/></Relationships>
</file>

<file path=ppt/slides/_rels/slide20.xml.rels><?xml version="1.0" encoding="UTF-8" standalone="yes"?>
<Relationships xmlns="http://schemas.openxmlformats.org/package/2006/relationships"><Relationship Id="rId9" Type="http://schemas.openxmlformats.org/officeDocument/2006/relationships/image" Target="../media/image208.png"/><Relationship Id="rId8" Type="http://schemas.openxmlformats.org/officeDocument/2006/relationships/image" Target="../media/image207.svg"/><Relationship Id="rId7" Type="http://schemas.openxmlformats.org/officeDocument/2006/relationships/image" Target="../media/image206.png"/><Relationship Id="rId6" Type="http://schemas.openxmlformats.org/officeDocument/2006/relationships/image" Target="../media/image205.svg"/><Relationship Id="rId5" Type="http://schemas.openxmlformats.org/officeDocument/2006/relationships/image" Target="../media/image204.png"/><Relationship Id="rId48" Type="http://schemas.openxmlformats.org/officeDocument/2006/relationships/notesSlide" Target="../notesSlides/notesSlide20.xml"/><Relationship Id="rId47" Type="http://schemas.openxmlformats.org/officeDocument/2006/relationships/slideLayout" Target="../slideLayouts/slideLayout4.xml"/><Relationship Id="rId46" Type="http://schemas.openxmlformats.org/officeDocument/2006/relationships/image" Target="../media/image245.svg"/><Relationship Id="rId45" Type="http://schemas.openxmlformats.org/officeDocument/2006/relationships/image" Target="../media/image244.png"/><Relationship Id="rId44" Type="http://schemas.openxmlformats.org/officeDocument/2006/relationships/image" Target="../media/image243.svg"/><Relationship Id="rId43" Type="http://schemas.openxmlformats.org/officeDocument/2006/relationships/image" Target="../media/image242.png"/><Relationship Id="rId42" Type="http://schemas.openxmlformats.org/officeDocument/2006/relationships/image" Target="../media/image241.svg"/><Relationship Id="rId41" Type="http://schemas.openxmlformats.org/officeDocument/2006/relationships/image" Target="../media/image240.png"/><Relationship Id="rId40" Type="http://schemas.openxmlformats.org/officeDocument/2006/relationships/image" Target="../media/image239.svg"/><Relationship Id="rId4" Type="http://schemas.openxmlformats.org/officeDocument/2006/relationships/image" Target="../media/image203.svg"/><Relationship Id="rId39" Type="http://schemas.openxmlformats.org/officeDocument/2006/relationships/image" Target="../media/image238.png"/><Relationship Id="rId38" Type="http://schemas.openxmlformats.org/officeDocument/2006/relationships/image" Target="../media/image237.svg"/><Relationship Id="rId37" Type="http://schemas.openxmlformats.org/officeDocument/2006/relationships/image" Target="../media/image236.png"/><Relationship Id="rId36" Type="http://schemas.openxmlformats.org/officeDocument/2006/relationships/image" Target="../media/image235.svg"/><Relationship Id="rId35" Type="http://schemas.openxmlformats.org/officeDocument/2006/relationships/image" Target="../media/image234.png"/><Relationship Id="rId34" Type="http://schemas.openxmlformats.org/officeDocument/2006/relationships/image" Target="../media/image233.svg"/><Relationship Id="rId33" Type="http://schemas.openxmlformats.org/officeDocument/2006/relationships/image" Target="../media/image232.png"/><Relationship Id="rId32" Type="http://schemas.openxmlformats.org/officeDocument/2006/relationships/image" Target="../media/image231.svg"/><Relationship Id="rId31" Type="http://schemas.openxmlformats.org/officeDocument/2006/relationships/image" Target="../media/image230.png"/><Relationship Id="rId30" Type="http://schemas.openxmlformats.org/officeDocument/2006/relationships/image" Target="../media/image229.svg"/><Relationship Id="rId3" Type="http://schemas.openxmlformats.org/officeDocument/2006/relationships/image" Target="../media/image202.png"/><Relationship Id="rId29" Type="http://schemas.openxmlformats.org/officeDocument/2006/relationships/image" Target="../media/image228.png"/><Relationship Id="rId28" Type="http://schemas.openxmlformats.org/officeDocument/2006/relationships/image" Target="../media/image227.svg"/><Relationship Id="rId27" Type="http://schemas.openxmlformats.org/officeDocument/2006/relationships/image" Target="../media/image226.png"/><Relationship Id="rId26" Type="http://schemas.openxmlformats.org/officeDocument/2006/relationships/image" Target="../media/image225.svg"/><Relationship Id="rId25" Type="http://schemas.openxmlformats.org/officeDocument/2006/relationships/image" Target="../media/image224.png"/><Relationship Id="rId24" Type="http://schemas.openxmlformats.org/officeDocument/2006/relationships/image" Target="../media/image223.svg"/><Relationship Id="rId23" Type="http://schemas.openxmlformats.org/officeDocument/2006/relationships/image" Target="../media/image222.png"/><Relationship Id="rId22" Type="http://schemas.openxmlformats.org/officeDocument/2006/relationships/image" Target="../media/image221.svg"/><Relationship Id="rId21" Type="http://schemas.openxmlformats.org/officeDocument/2006/relationships/image" Target="../media/image220.png"/><Relationship Id="rId20" Type="http://schemas.openxmlformats.org/officeDocument/2006/relationships/image" Target="../media/image219.svg"/><Relationship Id="rId2" Type="http://schemas.openxmlformats.org/officeDocument/2006/relationships/image" Target="../media/image201.svg"/><Relationship Id="rId19" Type="http://schemas.openxmlformats.org/officeDocument/2006/relationships/image" Target="../media/image218.png"/><Relationship Id="rId18" Type="http://schemas.openxmlformats.org/officeDocument/2006/relationships/image" Target="../media/image217.svg"/><Relationship Id="rId17" Type="http://schemas.openxmlformats.org/officeDocument/2006/relationships/image" Target="../media/image216.png"/><Relationship Id="rId16" Type="http://schemas.openxmlformats.org/officeDocument/2006/relationships/image" Target="../media/image215.svg"/><Relationship Id="rId15" Type="http://schemas.openxmlformats.org/officeDocument/2006/relationships/image" Target="../media/image214.png"/><Relationship Id="rId14" Type="http://schemas.openxmlformats.org/officeDocument/2006/relationships/image" Target="../media/image213.svg"/><Relationship Id="rId13" Type="http://schemas.openxmlformats.org/officeDocument/2006/relationships/image" Target="../media/image212.png"/><Relationship Id="rId12" Type="http://schemas.openxmlformats.org/officeDocument/2006/relationships/image" Target="../media/image211.svg"/><Relationship Id="rId11" Type="http://schemas.openxmlformats.org/officeDocument/2006/relationships/image" Target="../media/image210.png"/><Relationship Id="rId10" Type="http://schemas.openxmlformats.org/officeDocument/2006/relationships/image" Target="../media/image209.svg"/><Relationship Id="rId1" Type="http://schemas.openxmlformats.org/officeDocument/2006/relationships/image" Target="../media/image200.png"/></Relationships>
</file>

<file path=ppt/slides/_rels/slide21.xml.rels><?xml version="1.0" encoding="UTF-8" standalone="yes"?>
<Relationships xmlns="http://schemas.openxmlformats.org/package/2006/relationships"><Relationship Id="rId9" Type="http://schemas.openxmlformats.org/officeDocument/2006/relationships/image" Target="../media/image254.png"/><Relationship Id="rId8" Type="http://schemas.openxmlformats.org/officeDocument/2006/relationships/image" Target="../media/image253.svg"/><Relationship Id="rId7" Type="http://schemas.openxmlformats.org/officeDocument/2006/relationships/image" Target="../media/image252.png"/><Relationship Id="rId6" Type="http://schemas.openxmlformats.org/officeDocument/2006/relationships/image" Target="../media/image251.svg"/><Relationship Id="rId5" Type="http://schemas.openxmlformats.org/officeDocument/2006/relationships/image" Target="../media/image250.png"/><Relationship Id="rId48" Type="http://schemas.openxmlformats.org/officeDocument/2006/relationships/notesSlide" Target="../notesSlides/notesSlide21.xml"/><Relationship Id="rId47" Type="http://schemas.openxmlformats.org/officeDocument/2006/relationships/slideLayout" Target="../slideLayouts/slideLayout4.xml"/><Relationship Id="rId46" Type="http://schemas.openxmlformats.org/officeDocument/2006/relationships/image" Target="../media/image291.svg"/><Relationship Id="rId45" Type="http://schemas.openxmlformats.org/officeDocument/2006/relationships/image" Target="../media/image290.png"/><Relationship Id="rId44" Type="http://schemas.openxmlformats.org/officeDocument/2006/relationships/image" Target="../media/image289.svg"/><Relationship Id="rId43" Type="http://schemas.openxmlformats.org/officeDocument/2006/relationships/image" Target="../media/image288.png"/><Relationship Id="rId42" Type="http://schemas.openxmlformats.org/officeDocument/2006/relationships/image" Target="../media/image287.svg"/><Relationship Id="rId41" Type="http://schemas.openxmlformats.org/officeDocument/2006/relationships/image" Target="../media/image286.png"/><Relationship Id="rId40" Type="http://schemas.openxmlformats.org/officeDocument/2006/relationships/image" Target="../media/image285.svg"/><Relationship Id="rId4" Type="http://schemas.openxmlformats.org/officeDocument/2006/relationships/image" Target="../media/image249.svg"/><Relationship Id="rId39" Type="http://schemas.openxmlformats.org/officeDocument/2006/relationships/image" Target="../media/image284.png"/><Relationship Id="rId38" Type="http://schemas.openxmlformats.org/officeDocument/2006/relationships/image" Target="../media/image283.svg"/><Relationship Id="rId37" Type="http://schemas.openxmlformats.org/officeDocument/2006/relationships/image" Target="../media/image282.png"/><Relationship Id="rId36" Type="http://schemas.openxmlformats.org/officeDocument/2006/relationships/image" Target="../media/image281.svg"/><Relationship Id="rId35" Type="http://schemas.openxmlformats.org/officeDocument/2006/relationships/image" Target="../media/image280.png"/><Relationship Id="rId34" Type="http://schemas.openxmlformats.org/officeDocument/2006/relationships/image" Target="../media/image279.svg"/><Relationship Id="rId33" Type="http://schemas.openxmlformats.org/officeDocument/2006/relationships/image" Target="../media/image278.png"/><Relationship Id="rId32" Type="http://schemas.openxmlformats.org/officeDocument/2006/relationships/image" Target="../media/image277.svg"/><Relationship Id="rId31" Type="http://schemas.openxmlformats.org/officeDocument/2006/relationships/image" Target="../media/image276.png"/><Relationship Id="rId30" Type="http://schemas.openxmlformats.org/officeDocument/2006/relationships/image" Target="../media/image275.svg"/><Relationship Id="rId3" Type="http://schemas.openxmlformats.org/officeDocument/2006/relationships/image" Target="../media/image248.png"/><Relationship Id="rId29" Type="http://schemas.openxmlformats.org/officeDocument/2006/relationships/image" Target="../media/image274.png"/><Relationship Id="rId28" Type="http://schemas.openxmlformats.org/officeDocument/2006/relationships/image" Target="../media/image273.svg"/><Relationship Id="rId27" Type="http://schemas.openxmlformats.org/officeDocument/2006/relationships/image" Target="../media/image272.png"/><Relationship Id="rId26" Type="http://schemas.openxmlformats.org/officeDocument/2006/relationships/image" Target="../media/image271.svg"/><Relationship Id="rId25" Type="http://schemas.openxmlformats.org/officeDocument/2006/relationships/image" Target="../media/image270.png"/><Relationship Id="rId24" Type="http://schemas.openxmlformats.org/officeDocument/2006/relationships/image" Target="../media/image269.svg"/><Relationship Id="rId23" Type="http://schemas.openxmlformats.org/officeDocument/2006/relationships/image" Target="../media/image268.png"/><Relationship Id="rId22" Type="http://schemas.openxmlformats.org/officeDocument/2006/relationships/image" Target="../media/image267.svg"/><Relationship Id="rId21" Type="http://schemas.openxmlformats.org/officeDocument/2006/relationships/image" Target="../media/image266.png"/><Relationship Id="rId20" Type="http://schemas.openxmlformats.org/officeDocument/2006/relationships/image" Target="../media/image265.svg"/><Relationship Id="rId2" Type="http://schemas.openxmlformats.org/officeDocument/2006/relationships/image" Target="../media/image247.svg"/><Relationship Id="rId19" Type="http://schemas.openxmlformats.org/officeDocument/2006/relationships/image" Target="../media/image264.png"/><Relationship Id="rId18" Type="http://schemas.openxmlformats.org/officeDocument/2006/relationships/image" Target="../media/image263.svg"/><Relationship Id="rId17" Type="http://schemas.openxmlformats.org/officeDocument/2006/relationships/image" Target="../media/image262.png"/><Relationship Id="rId16" Type="http://schemas.openxmlformats.org/officeDocument/2006/relationships/image" Target="../media/image261.svg"/><Relationship Id="rId15" Type="http://schemas.openxmlformats.org/officeDocument/2006/relationships/image" Target="../media/image260.png"/><Relationship Id="rId14" Type="http://schemas.openxmlformats.org/officeDocument/2006/relationships/image" Target="../media/image259.svg"/><Relationship Id="rId13" Type="http://schemas.openxmlformats.org/officeDocument/2006/relationships/image" Target="../media/image258.png"/><Relationship Id="rId12" Type="http://schemas.openxmlformats.org/officeDocument/2006/relationships/image" Target="../media/image257.svg"/><Relationship Id="rId11" Type="http://schemas.openxmlformats.org/officeDocument/2006/relationships/image" Target="../media/image256.png"/><Relationship Id="rId10" Type="http://schemas.openxmlformats.org/officeDocument/2006/relationships/image" Target="../media/image255.svg"/><Relationship Id="rId1" Type="http://schemas.openxmlformats.org/officeDocument/2006/relationships/image" Target="../media/image246.png"/></Relationships>
</file>

<file path=ppt/slides/_rels/slide22.xml.rels><?xml version="1.0" encoding="UTF-8" standalone="yes"?>
<Relationships xmlns="http://schemas.openxmlformats.org/package/2006/relationships"><Relationship Id="rId9" Type="http://schemas.openxmlformats.org/officeDocument/2006/relationships/image" Target="../media/image300.png"/><Relationship Id="rId8" Type="http://schemas.openxmlformats.org/officeDocument/2006/relationships/image" Target="../media/image299.svg"/><Relationship Id="rId7" Type="http://schemas.openxmlformats.org/officeDocument/2006/relationships/image" Target="../media/image298.png"/><Relationship Id="rId6" Type="http://schemas.openxmlformats.org/officeDocument/2006/relationships/image" Target="../media/image297.svg"/><Relationship Id="rId5" Type="http://schemas.openxmlformats.org/officeDocument/2006/relationships/image" Target="../media/image296.png"/><Relationship Id="rId42" Type="http://schemas.openxmlformats.org/officeDocument/2006/relationships/notesSlide" Target="../notesSlides/notesSlide22.xml"/><Relationship Id="rId41" Type="http://schemas.openxmlformats.org/officeDocument/2006/relationships/slideLayout" Target="../slideLayouts/slideLayout4.xml"/><Relationship Id="rId40" Type="http://schemas.openxmlformats.org/officeDocument/2006/relationships/image" Target="../media/image331.svg"/><Relationship Id="rId4" Type="http://schemas.openxmlformats.org/officeDocument/2006/relationships/image" Target="../media/image295.svg"/><Relationship Id="rId39" Type="http://schemas.openxmlformats.org/officeDocument/2006/relationships/image" Target="../media/image330.png"/><Relationship Id="rId38" Type="http://schemas.openxmlformats.org/officeDocument/2006/relationships/image" Target="../media/image329.svg"/><Relationship Id="rId37" Type="http://schemas.openxmlformats.org/officeDocument/2006/relationships/image" Target="../media/image328.png"/><Relationship Id="rId36" Type="http://schemas.openxmlformats.org/officeDocument/2006/relationships/image" Target="../media/image327.svg"/><Relationship Id="rId35" Type="http://schemas.openxmlformats.org/officeDocument/2006/relationships/image" Target="../media/image326.png"/><Relationship Id="rId34" Type="http://schemas.openxmlformats.org/officeDocument/2006/relationships/image" Target="../media/image325.svg"/><Relationship Id="rId33" Type="http://schemas.openxmlformats.org/officeDocument/2006/relationships/image" Target="../media/image324.png"/><Relationship Id="rId32" Type="http://schemas.openxmlformats.org/officeDocument/2006/relationships/image" Target="../media/image323.svg"/><Relationship Id="rId31" Type="http://schemas.openxmlformats.org/officeDocument/2006/relationships/image" Target="../media/image322.png"/><Relationship Id="rId30" Type="http://schemas.openxmlformats.org/officeDocument/2006/relationships/image" Target="../media/image321.svg"/><Relationship Id="rId3" Type="http://schemas.openxmlformats.org/officeDocument/2006/relationships/image" Target="../media/image294.png"/><Relationship Id="rId29" Type="http://schemas.openxmlformats.org/officeDocument/2006/relationships/image" Target="../media/image320.png"/><Relationship Id="rId28" Type="http://schemas.openxmlformats.org/officeDocument/2006/relationships/image" Target="../media/image319.svg"/><Relationship Id="rId27" Type="http://schemas.openxmlformats.org/officeDocument/2006/relationships/image" Target="../media/image318.png"/><Relationship Id="rId26" Type="http://schemas.openxmlformats.org/officeDocument/2006/relationships/image" Target="../media/image317.svg"/><Relationship Id="rId25" Type="http://schemas.openxmlformats.org/officeDocument/2006/relationships/image" Target="../media/image316.png"/><Relationship Id="rId24" Type="http://schemas.openxmlformats.org/officeDocument/2006/relationships/image" Target="../media/image315.svg"/><Relationship Id="rId23" Type="http://schemas.openxmlformats.org/officeDocument/2006/relationships/image" Target="../media/image314.png"/><Relationship Id="rId22" Type="http://schemas.openxmlformats.org/officeDocument/2006/relationships/image" Target="../media/image313.svg"/><Relationship Id="rId21" Type="http://schemas.openxmlformats.org/officeDocument/2006/relationships/image" Target="../media/image312.png"/><Relationship Id="rId20" Type="http://schemas.openxmlformats.org/officeDocument/2006/relationships/image" Target="../media/image311.svg"/><Relationship Id="rId2" Type="http://schemas.openxmlformats.org/officeDocument/2006/relationships/image" Target="../media/image293.svg"/><Relationship Id="rId19" Type="http://schemas.openxmlformats.org/officeDocument/2006/relationships/image" Target="../media/image310.png"/><Relationship Id="rId18" Type="http://schemas.openxmlformats.org/officeDocument/2006/relationships/image" Target="../media/image309.svg"/><Relationship Id="rId17" Type="http://schemas.openxmlformats.org/officeDocument/2006/relationships/image" Target="../media/image308.png"/><Relationship Id="rId16" Type="http://schemas.openxmlformats.org/officeDocument/2006/relationships/image" Target="../media/image307.svg"/><Relationship Id="rId15" Type="http://schemas.openxmlformats.org/officeDocument/2006/relationships/image" Target="../media/image306.png"/><Relationship Id="rId14" Type="http://schemas.openxmlformats.org/officeDocument/2006/relationships/image" Target="../media/image305.svg"/><Relationship Id="rId13" Type="http://schemas.openxmlformats.org/officeDocument/2006/relationships/image" Target="../media/image304.png"/><Relationship Id="rId12" Type="http://schemas.openxmlformats.org/officeDocument/2006/relationships/image" Target="../media/image303.svg"/><Relationship Id="rId11" Type="http://schemas.openxmlformats.org/officeDocument/2006/relationships/image" Target="../media/image302.png"/><Relationship Id="rId10" Type="http://schemas.openxmlformats.org/officeDocument/2006/relationships/image" Target="../media/image301.svg"/><Relationship Id="rId1" Type="http://schemas.openxmlformats.org/officeDocument/2006/relationships/image" Target="../media/image292.png"/></Relationships>
</file>

<file path=ppt/slides/_rels/slide23.xml.rels><?xml version="1.0" encoding="UTF-8" standalone="yes"?>
<Relationships xmlns="http://schemas.openxmlformats.org/package/2006/relationships"><Relationship Id="rId9" Type="http://schemas.openxmlformats.org/officeDocument/2006/relationships/image" Target="../media/image340.png"/><Relationship Id="rId82" Type="http://schemas.openxmlformats.org/officeDocument/2006/relationships/notesSlide" Target="../notesSlides/notesSlide23.xml"/><Relationship Id="rId81" Type="http://schemas.openxmlformats.org/officeDocument/2006/relationships/slideLayout" Target="../slideLayouts/slideLayout5.xml"/><Relationship Id="rId80" Type="http://schemas.openxmlformats.org/officeDocument/2006/relationships/image" Target="../media/image411.svg"/><Relationship Id="rId8" Type="http://schemas.openxmlformats.org/officeDocument/2006/relationships/image" Target="../media/image339.svg"/><Relationship Id="rId79" Type="http://schemas.openxmlformats.org/officeDocument/2006/relationships/image" Target="../media/image410.png"/><Relationship Id="rId78" Type="http://schemas.openxmlformats.org/officeDocument/2006/relationships/image" Target="../media/image409.svg"/><Relationship Id="rId77" Type="http://schemas.openxmlformats.org/officeDocument/2006/relationships/image" Target="../media/image408.png"/><Relationship Id="rId76" Type="http://schemas.openxmlformats.org/officeDocument/2006/relationships/image" Target="../media/image407.svg"/><Relationship Id="rId75" Type="http://schemas.openxmlformats.org/officeDocument/2006/relationships/image" Target="../media/image406.png"/><Relationship Id="rId74" Type="http://schemas.openxmlformats.org/officeDocument/2006/relationships/image" Target="../media/image405.svg"/><Relationship Id="rId73" Type="http://schemas.openxmlformats.org/officeDocument/2006/relationships/image" Target="../media/image404.png"/><Relationship Id="rId72" Type="http://schemas.openxmlformats.org/officeDocument/2006/relationships/image" Target="../media/image403.svg"/><Relationship Id="rId71" Type="http://schemas.openxmlformats.org/officeDocument/2006/relationships/image" Target="../media/image402.png"/><Relationship Id="rId70" Type="http://schemas.openxmlformats.org/officeDocument/2006/relationships/image" Target="../media/image401.svg"/><Relationship Id="rId7" Type="http://schemas.openxmlformats.org/officeDocument/2006/relationships/image" Target="../media/image338.png"/><Relationship Id="rId69" Type="http://schemas.openxmlformats.org/officeDocument/2006/relationships/image" Target="../media/image400.png"/><Relationship Id="rId68" Type="http://schemas.openxmlformats.org/officeDocument/2006/relationships/image" Target="../media/image399.svg"/><Relationship Id="rId67" Type="http://schemas.openxmlformats.org/officeDocument/2006/relationships/image" Target="../media/image398.png"/><Relationship Id="rId66" Type="http://schemas.openxmlformats.org/officeDocument/2006/relationships/image" Target="../media/image397.svg"/><Relationship Id="rId65" Type="http://schemas.openxmlformats.org/officeDocument/2006/relationships/image" Target="../media/image396.png"/><Relationship Id="rId64" Type="http://schemas.openxmlformats.org/officeDocument/2006/relationships/image" Target="../media/image395.svg"/><Relationship Id="rId63" Type="http://schemas.openxmlformats.org/officeDocument/2006/relationships/image" Target="../media/image394.png"/><Relationship Id="rId62" Type="http://schemas.openxmlformats.org/officeDocument/2006/relationships/image" Target="../media/image393.svg"/><Relationship Id="rId61" Type="http://schemas.openxmlformats.org/officeDocument/2006/relationships/image" Target="../media/image392.png"/><Relationship Id="rId60" Type="http://schemas.openxmlformats.org/officeDocument/2006/relationships/image" Target="../media/image391.svg"/><Relationship Id="rId6" Type="http://schemas.openxmlformats.org/officeDocument/2006/relationships/image" Target="../media/image337.svg"/><Relationship Id="rId59" Type="http://schemas.openxmlformats.org/officeDocument/2006/relationships/image" Target="../media/image390.png"/><Relationship Id="rId58" Type="http://schemas.openxmlformats.org/officeDocument/2006/relationships/image" Target="../media/image389.svg"/><Relationship Id="rId57" Type="http://schemas.openxmlformats.org/officeDocument/2006/relationships/image" Target="../media/image388.png"/><Relationship Id="rId56" Type="http://schemas.openxmlformats.org/officeDocument/2006/relationships/image" Target="../media/image387.svg"/><Relationship Id="rId55" Type="http://schemas.openxmlformats.org/officeDocument/2006/relationships/image" Target="../media/image386.png"/><Relationship Id="rId54" Type="http://schemas.openxmlformats.org/officeDocument/2006/relationships/image" Target="../media/image385.svg"/><Relationship Id="rId53" Type="http://schemas.openxmlformats.org/officeDocument/2006/relationships/image" Target="../media/image384.png"/><Relationship Id="rId52" Type="http://schemas.openxmlformats.org/officeDocument/2006/relationships/image" Target="../media/image383.svg"/><Relationship Id="rId51" Type="http://schemas.openxmlformats.org/officeDocument/2006/relationships/image" Target="../media/image382.png"/><Relationship Id="rId50" Type="http://schemas.openxmlformats.org/officeDocument/2006/relationships/image" Target="../media/image381.svg"/><Relationship Id="rId5" Type="http://schemas.openxmlformats.org/officeDocument/2006/relationships/image" Target="../media/image336.png"/><Relationship Id="rId49" Type="http://schemas.openxmlformats.org/officeDocument/2006/relationships/image" Target="../media/image380.png"/><Relationship Id="rId48" Type="http://schemas.openxmlformats.org/officeDocument/2006/relationships/image" Target="../media/image379.svg"/><Relationship Id="rId47" Type="http://schemas.openxmlformats.org/officeDocument/2006/relationships/image" Target="../media/image378.png"/><Relationship Id="rId46" Type="http://schemas.openxmlformats.org/officeDocument/2006/relationships/image" Target="../media/image377.svg"/><Relationship Id="rId45" Type="http://schemas.openxmlformats.org/officeDocument/2006/relationships/image" Target="../media/image376.png"/><Relationship Id="rId44" Type="http://schemas.openxmlformats.org/officeDocument/2006/relationships/image" Target="../media/image375.svg"/><Relationship Id="rId43" Type="http://schemas.openxmlformats.org/officeDocument/2006/relationships/image" Target="../media/image374.png"/><Relationship Id="rId42" Type="http://schemas.openxmlformats.org/officeDocument/2006/relationships/image" Target="../media/image373.svg"/><Relationship Id="rId41" Type="http://schemas.openxmlformats.org/officeDocument/2006/relationships/image" Target="../media/image372.png"/><Relationship Id="rId40" Type="http://schemas.openxmlformats.org/officeDocument/2006/relationships/image" Target="../media/image371.svg"/><Relationship Id="rId4" Type="http://schemas.openxmlformats.org/officeDocument/2006/relationships/image" Target="../media/image335.svg"/><Relationship Id="rId39" Type="http://schemas.openxmlformats.org/officeDocument/2006/relationships/image" Target="../media/image370.png"/><Relationship Id="rId38" Type="http://schemas.openxmlformats.org/officeDocument/2006/relationships/image" Target="../media/image369.svg"/><Relationship Id="rId37" Type="http://schemas.openxmlformats.org/officeDocument/2006/relationships/image" Target="../media/image368.png"/><Relationship Id="rId36" Type="http://schemas.openxmlformats.org/officeDocument/2006/relationships/image" Target="../media/image367.svg"/><Relationship Id="rId35" Type="http://schemas.openxmlformats.org/officeDocument/2006/relationships/image" Target="../media/image366.png"/><Relationship Id="rId34" Type="http://schemas.openxmlformats.org/officeDocument/2006/relationships/image" Target="../media/image365.svg"/><Relationship Id="rId33" Type="http://schemas.openxmlformats.org/officeDocument/2006/relationships/image" Target="../media/image364.png"/><Relationship Id="rId32" Type="http://schemas.openxmlformats.org/officeDocument/2006/relationships/image" Target="../media/image363.svg"/><Relationship Id="rId31" Type="http://schemas.openxmlformats.org/officeDocument/2006/relationships/image" Target="../media/image362.png"/><Relationship Id="rId30" Type="http://schemas.openxmlformats.org/officeDocument/2006/relationships/image" Target="../media/image361.svg"/><Relationship Id="rId3" Type="http://schemas.openxmlformats.org/officeDocument/2006/relationships/image" Target="../media/image334.png"/><Relationship Id="rId29" Type="http://schemas.openxmlformats.org/officeDocument/2006/relationships/image" Target="../media/image360.png"/><Relationship Id="rId28" Type="http://schemas.openxmlformats.org/officeDocument/2006/relationships/image" Target="../media/image359.svg"/><Relationship Id="rId27" Type="http://schemas.openxmlformats.org/officeDocument/2006/relationships/image" Target="../media/image358.png"/><Relationship Id="rId26" Type="http://schemas.openxmlformats.org/officeDocument/2006/relationships/image" Target="../media/image357.svg"/><Relationship Id="rId25" Type="http://schemas.openxmlformats.org/officeDocument/2006/relationships/image" Target="../media/image356.png"/><Relationship Id="rId24" Type="http://schemas.openxmlformats.org/officeDocument/2006/relationships/image" Target="../media/image355.svg"/><Relationship Id="rId23" Type="http://schemas.openxmlformats.org/officeDocument/2006/relationships/image" Target="../media/image354.png"/><Relationship Id="rId22" Type="http://schemas.openxmlformats.org/officeDocument/2006/relationships/image" Target="../media/image353.svg"/><Relationship Id="rId21" Type="http://schemas.openxmlformats.org/officeDocument/2006/relationships/image" Target="../media/image352.png"/><Relationship Id="rId20" Type="http://schemas.openxmlformats.org/officeDocument/2006/relationships/image" Target="../media/image351.svg"/><Relationship Id="rId2" Type="http://schemas.openxmlformats.org/officeDocument/2006/relationships/image" Target="../media/image333.svg"/><Relationship Id="rId19" Type="http://schemas.openxmlformats.org/officeDocument/2006/relationships/image" Target="../media/image350.png"/><Relationship Id="rId18" Type="http://schemas.openxmlformats.org/officeDocument/2006/relationships/image" Target="../media/image349.svg"/><Relationship Id="rId17" Type="http://schemas.openxmlformats.org/officeDocument/2006/relationships/image" Target="../media/image348.png"/><Relationship Id="rId16" Type="http://schemas.openxmlformats.org/officeDocument/2006/relationships/image" Target="../media/image347.svg"/><Relationship Id="rId15" Type="http://schemas.openxmlformats.org/officeDocument/2006/relationships/image" Target="../media/image346.png"/><Relationship Id="rId14" Type="http://schemas.openxmlformats.org/officeDocument/2006/relationships/image" Target="../media/image345.svg"/><Relationship Id="rId13" Type="http://schemas.openxmlformats.org/officeDocument/2006/relationships/image" Target="../media/image344.png"/><Relationship Id="rId12" Type="http://schemas.openxmlformats.org/officeDocument/2006/relationships/image" Target="../media/image343.svg"/><Relationship Id="rId11" Type="http://schemas.openxmlformats.org/officeDocument/2006/relationships/image" Target="../media/image342.png"/><Relationship Id="rId10" Type="http://schemas.openxmlformats.org/officeDocument/2006/relationships/image" Target="../media/image341.svg"/><Relationship Id="rId1" Type="http://schemas.openxmlformats.org/officeDocument/2006/relationships/image" Target="../media/image332.png"/></Relationships>
</file>

<file path=ppt/slides/_rels/slide24.xml.rels><?xml version="1.0" encoding="UTF-8" standalone="yes"?>
<Relationships xmlns="http://schemas.openxmlformats.org/package/2006/relationships"><Relationship Id="rId9" Type="http://schemas.openxmlformats.org/officeDocument/2006/relationships/image" Target="../media/image420.png"/><Relationship Id="rId8" Type="http://schemas.openxmlformats.org/officeDocument/2006/relationships/image" Target="../media/image419.svg"/><Relationship Id="rId7" Type="http://schemas.openxmlformats.org/officeDocument/2006/relationships/image" Target="../media/image418.png"/><Relationship Id="rId6" Type="http://schemas.openxmlformats.org/officeDocument/2006/relationships/image" Target="../media/image417.svg"/><Relationship Id="rId5" Type="http://schemas.openxmlformats.org/officeDocument/2006/relationships/image" Target="../media/image416.png"/><Relationship Id="rId40" Type="http://schemas.openxmlformats.org/officeDocument/2006/relationships/notesSlide" Target="../notesSlides/notesSlide24.xml"/><Relationship Id="rId4" Type="http://schemas.openxmlformats.org/officeDocument/2006/relationships/image" Target="../media/image415.svg"/><Relationship Id="rId39" Type="http://schemas.openxmlformats.org/officeDocument/2006/relationships/slideLayout" Target="../slideLayouts/slideLayout5.xml"/><Relationship Id="rId38" Type="http://schemas.openxmlformats.org/officeDocument/2006/relationships/image" Target="../media/image449.svg"/><Relationship Id="rId37" Type="http://schemas.openxmlformats.org/officeDocument/2006/relationships/image" Target="../media/image448.png"/><Relationship Id="rId36" Type="http://schemas.openxmlformats.org/officeDocument/2006/relationships/image" Target="../media/image447.svg"/><Relationship Id="rId35" Type="http://schemas.openxmlformats.org/officeDocument/2006/relationships/image" Target="../media/image446.png"/><Relationship Id="rId34" Type="http://schemas.openxmlformats.org/officeDocument/2006/relationships/image" Target="../media/image445.svg"/><Relationship Id="rId33" Type="http://schemas.openxmlformats.org/officeDocument/2006/relationships/image" Target="../media/image444.png"/><Relationship Id="rId32" Type="http://schemas.openxmlformats.org/officeDocument/2006/relationships/image" Target="../media/image443.svg"/><Relationship Id="rId31" Type="http://schemas.openxmlformats.org/officeDocument/2006/relationships/image" Target="../media/image442.png"/><Relationship Id="rId30" Type="http://schemas.openxmlformats.org/officeDocument/2006/relationships/image" Target="../media/image441.svg"/><Relationship Id="rId3" Type="http://schemas.openxmlformats.org/officeDocument/2006/relationships/image" Target="../media/image414.png"/><Relationship Id="rId29" Type="http://schemas.openxmlformats.org/officeDocument/2006/relationships/image" Target="../media/image440.png"/><Relationship Id="rId28" Type="http://schemas.openxmlformats.org/officeDocument/2006/relationships/image" Target="../media/image439.svg"/><Relationship Id="rId27" Type="http://schemas.openxmlformats.org/officeDocument/2006/relationships/image" Target="../media/image438.png"/><Relationship Id="rId26" Type="http://schemas.openxmlformats.org/officeDocument/2006/relationships/image" Target="../media/image437.svg"/><Relationship Id="rId25" Type="http://schemas.openxmlformats.org/officeDocument/2006/relationships/image" Target="../media/image436.png"/><Relationship Id="rId24" Type="http://schemas.openxmlformats.org/officeDocument/2006/relationships/image" Target="../media/image435.svg"/><Relationship Id="rId23" Type="http://schemas.openxmlformats.org/officeDocument/2006/relationships/image" Target="../media/image434.png"/><Relationship Id="rId22" Type="http://schemas.openxmlformats.org/officeDocument/2006/relationships/image" Target="../media/image433.svg"/><Relationship Id="rId21" Type="http://schemas.openxmlformats.org/officeDocument/2006/relationships/image" Target="../media/image432.png"/><Relationship Id="rId20" Type="http://schemas.openxmlformats.org/officeDocument/2006/relationships/image" Target="../media/image431.svg"/><Relationship Id="rId2" Type="http://schemas.openxmlformats.org/officeDocument/2006/relationships/image" Target="../media/image413.svg"/><Relationship Id="rId19" Type="http://schemas.openxmlformats.org/officeDocument/2006/relationships/image" Target="../media/image430.png"/><Relationship Id="rId18" Type="http://schemas.openxmlformats.org/officeDocument/2006/relationships/image" Target="../media/image429.svg"/><Relationship Id="rId17" Type="http://schemas.openxmlformats.org/officeDocument/2006/relationships/image" Target="../media/image428.png"/><Relationship Id="rId16" Type="http://schemas.openxmlformats.org/officeDocument/2006/relationships/image" Target="../media/image427.svg"/><Relationship Id="rId15" Type="http://schemas.openxmlformats.org/officeDocument/2006/relationships/image" Target="../media/image426.png"/><Relationship Id="rId14" Type="http://schemas.openxmlformats.org/officeDocument/2006/relationships/image" Target="../media/image425.svg"/><Relationship Id="rId13" Type="http://schemas.openxmlformats.org/officeDocument/2006/relationships/image" Target="../media/image424.png"/><Relationship Id="rId12" Type="http://schemas.openxmlformats.org/officeDocument/2006/relationships/image" Target="../media/image423.svg"/><Relationship Id="rId11" Type="http://schemas.openxmlformats.org/officeDocument/2006/relationships/image" Target="../media/image422.png"/><Relationship Id="rId10" Type="http://schemas.openxmlformats.org/officeDocument/2006/relationships/image" Target="../media/image421.svg"/><Relationship Id="rId1" Type="http://schemas.openxmlformats.org/officeDocument/2006/relationships/image" Target="../media/image412.png"/></Relationships>
</file>

<file path=ppt/slides/_rels/slide25.xml.rels><?xml version="1.0" encoding="UTF-8" standalone="yes"?>
<Relationships xmlns="http://schemas.openxmlformats.org/package/2006/relationships"><Relationship Id="rId9" Type="http://schemas.openxmlformats.org/officeDocument/2006/relationships/image" Target="../media/image458.png"/><Relationship Id="rId8" Type="http://schemas.openxmlformats.org/officeDocument/2006/relationships/image" Target="../media/image457.svg"/><Relationship Id="rId7" Type="http://schemas.openxmlformats.org/officeDocument/2006/relationships/image" Target="../media/image456.png"/><Relationship Id="rId62" Type="http://schemas.openxmlformats.org/officeDocument/2006/relationships/notesSlide" Target="../notesSlides/notesSlide25.xml"/><Relationship Id="rId61" Type="http://schemas.openxmlformats.org/officeDocument/2006/relationships/slideLayout" Target="../slideLayouts/slideLayout5.xml"/><Relationship Id="rId60" Type="http://schemas.openxmlformats.org/officeDocument/2006/relationships/image" Target="../media/image509.svg"/><Relationship Id="rId6" Type="http://schemas.openxmlformats.org/officeDocument/2006/relationships/image" Target="../media/image455.svg"/><Relationship Id="rId59" Type="http://schemas.openxmlformats.org/officeDocument/2006/relationships/image" Target="../media/image508.png"/><Relationship Id="rId58" Type="http://schemas.openxmlformats.org/officeDocument/2006/relationships/image" Target="../media/image507.svg"/><Relationship Id="rId57" Type="http://schemas.openxmlformats.org/officeDocument/2006/relationships/image" Target="../media/image506.png"/><Relationship Id="rId56" Type="http://schemas.openxmlformats.org/officeDocument/2006/relationships/image" Target="../media/image505.svg"/><Relationship Id="rId55" Type="http://schemas.openxmlformats.org/officeDocument/2006/relationships/image" Target="../media/image504.png"/><Relationship Id="rId54" Type="http://schemas.openxmlformats.org/officeDocument/2006/relationships/image" Target="../media/image503.svg"/><Relationship Id="rId53" Type="http://schemas.openxmlformats.org/officeDocument/2006/relationships/image" Target="../media/image502.png"/><Relationship Id="rId52" Type="http://schemas.openxmlformats.org/officeDocument/2006/relationships/image" Target="../media/image501.svg"/><Relationship Id="rId51" Type="http://schemas.openxmlformats.org/officeDocument/2006/relationships/image" Target="../media/image500.png"/><Relationship Id="rId50" Type="http://schemas.openxmlformats.org/officeDocument/2006/relationships/image" Target="../media/image499.svg"/><Relationship Id="rId5" Type="http://schemas.openxmlformats.org/officeDocument/2006/relationships/image" Target="../media/image454.png"/><Relationship Id="rId49" Type="http://schemas.openxmlformats.org/officeDocument/2006/relationships/image" Target="../media/image498.png"/><Relationship Id="rId48" Type="http://schemas.openxmlformats.org/officeDocument/2006/relationships/image" Target="../media/image497.svg"/><Relationship Id="rId47" Type="http://schemas.openxmlformats.org/officeDocument/2006/relationships/image" Target="../media/image496.png"/><Relationship Id="rId46" Type="http://schemas.openxmlformats.org/officeDocument/2006/relationships/image" Target="../media/image495.svg"/><Relationship Id="rId45" Type="http://schemas.openxmlformats.org/officeDocument/2006/relationships/image" Target="../media/image494.png"/><Relationship Id="rId44" Type="http://schemas.openxmlformats.org/officeDocument/2006/relationships/image" Target="../media/image493.svg"/><Relationship Id="rId43" Type="http://schemas.openxmlformats.org/officeDocument/2006/relationships/image" Target="../media/image492.png"/><Relationship Id="rId42" Type="http://schemas.openxmlformats.org/officeDocument/2006/relationships/image" Target="../media/image491.svg"/><Relationship Id="rId41" Type="http://schemas.openxmlformats.org/officeDocument/2006/relationships/image" Target="../media/image490.png"/><Relationship Id="rId40" Type="http://schemas.openxmlformats.org/officeDocument/2006/relationships/image" Target="../media/image489.svg"/><Relationship Id="rId4" Type="http://schemas.openxmlformats.org/officeDocument/2006/relationships/image" Target="../media/image453.svg"/><Relationship Id="rId39" Type="http://schemas.openxmlformats.org/officeDocument/2006/relationships/image" Target="../media/image488.png"/><Relationship Id="rId38" Type="http://schemas.openxmlformats.org/officeDocument/2006/relationships/image" Target="../media/image487.svg"/><Relationship Id="rId37" Type="http://schemas.openxmlformats.org/officeDocument/2006/relationships/image" Target="../media/image486.png"/><Relationship Id="rId36" Type="http://schemas.openxmlformats.org/officeDocument/2006/relationships/image" Target="../media/image485.svg"/><Relationship Id="rId35" Type="http://schemas.openxmlformats.org/officeDocument/2006/relationships/image" Target="../media/image484.png"/><Relationship Id="rId34" Type="http://schemas.openxmlformats.org/officeDocument/2006/relationships/image" Target="../media/image483.svg"/><Relationship Id="rId33" Type="http://schemas.openxmlformats.org/officeDocument/2006/relationships/image" Target="../media/image482.png"/><Relationship Id="rId32" Type="http://schemas.openxmlformats.org/officeDocument/2006/relationships/image" Target="../media/image481.svg"/><Relationship Id="rId31" Type="http://schemas.openxmlformats.org/officeDocument/2006/relationships/image" Target="../media/image480.png"/><Relationship Id="rId30" Type="http://schemas.openxmlformats.org/officeDocument/2006/relationships/image" Target="../media/image479.svg"/><Relationship Id="rId3" Type="http://schemas.openxmlformats.org/officeDocument/2006/relationships/image" Target="../media/image452.png"/><Relationship Id="rId29" Type="http://schemas.openxmlformats.org/officeDocument/2006/relationships/image" Target="../media/image478.png"/><Relationship Id="rId28" Type="http://schemas.openxmlformats.org/officeDocument/2006/relationships/image" Target="../media/image477.svg"/><Relationship Id="rId27" Type="http://schemas.openxmlformats.org/officeDocument/2006/relationships/image" Target="../media/image476.png"/><Relationship Id="rId26" Type="http://schemas.openxmlformats.org/officeDocument/2006/relationships/image" Target="../media/image475.svg"/><Relationship Id="rId25" Type="http://schemas.openxmlformats.org/officeDocument/2006/relationships/image" Target="../media/image474.png"/><Relationship Id="rId24" Type="http://schemas.openxmlformats.org/officeDocument/2006/relationships/image" Target="../media/image473.svg"/><Relationship Id="rId23" Type="http://schemas.openxmlformats.org/officeDocument/2006/relationships/image" Target="../media/image472.png"/><Relationship Id="rId22" Type="http://schemas.openxmlformats.org/officeDocument/2006/relationships/image" Target="../media/image471.svg"/><Relationship Id="rId21" Type="http://schemas.openxmlformats.org/officeDocument/2006/relationships/image" Target="../media/image470.png"/><Relationship Id="rId20" Type="http://schemas.openxmlformats.org/officeDocument/2006/relationships/image" Target="../media/image469.svg"/><Relationship Id="rId2" Type="http://schemas.openxmlformats.org/officeDocument/2006/relationships/image" Target="../media/image451.svg"/><Relationship Id="rId19" Type="http://schemas.openxmlformats.org/officeDocument/2006/relationships/image" Target="../media/image468.png"/><Relationship Id="rId18" Type="http://schemas.openxmlformats.org/officeDocument/2006/relationships/image" Target="../media/image467.svg"/><Relationship Id="rId17" Type="http://schemas.openxmlformats.org/officeDocument/2006/relationships/image" Target="../media/image466.png"/><Relationship Id="rId16" Type="http://schemas.openxmlformats.org/officeDocument/2006/relationships/image" Target="../media/image465.svg"/><Relationship Id="rId15" Type="http://schemas.openxmlformats.org/officeDocument/2006/relationships/image" Target="../media/image464.png"/><Relationship Id="rId14" Type="http://schemas.openxmlformats.org/officeDocument/2006/relationships/image" Target="../media/image463.svg"/><Relationship Id="rId13" Type="http://schemas.openxmlformats.org/officeDocument/2006/relationships/image" Target="../media/image462.png"/><Relationship Id="rId12" Type="http://schemas.openxmlformats.org/officeDocument/2006/relationships/image" Target="../media/image461.svg"/><Relationship Id="rId11" Type="http://schemas.openxmlformats.org/officeDocument/2006/relationships/image" Target="../media/image460.png"/><Relationship Id="rId10" Type="http://schemas.openxmlformats.org/officeDocument/2006/relationships/image" Target="../media/image459.svg"/><Relationship Id="rId1" Type="http://schemas.openxmlformats.org/officeDocument/2006/relationships/image" Target="../media/image450.png"/></Relationships>
</file>

<file path=ppt/slides/_rels/slide26.xml.rels><?xml version="1.0" encoding="UTF-8" standalone="yes"?>
<Relationships xmlns="http://schemas.openxmlformats.org/package/2006/relationships"><Relationship Id="rId9" Type="http://schemas.openxmlformats.org/officeDocument/2006/relationships/image" Target="../media/image518.png"/><Relationship Id="rId8" Type="http://schemas.openxmlformats.org/officeDocument/2006/relationships/image" Target="../media/image517.svg"/><Relationship Id="rId7" Type="http://schemas.openxmlformats.org/officeDocument/2006/relationships/image" Target="../media/image516.png"/><Relationship Id="rId6" Type="http://schemas.openxmlformats.org/officeDocument/2006/relationships/image" Target="../media/image515.svg"/><Relationship Id="rId5" Type="http://schemas.openxmlformats.org/officeDocument/2006/relationships/image" Target="../media/image514.png"/><Relationship Id="rId48" Type="http://schemas.openxmlformats.org/officeDocument/2006/relationships/notesSlide" Target="../notesSlides/notesSlide26.xml"/><Relationship Id="rId47" Type="http://schemas.openxmlformats.org/officeDocument/2006/relationships/slideLayout" Target="../slideLayouts/slideLayout5.xml"/><Relationship Id="rId46" Type="http://schemas.openxmlformats.org/officeDocument/2006/relationships/image" Target="../media/image555.svg"/><Relationship Id="rId45" Type="http://schemas.openxmlformats.org/officeDocument/2006/relationships/image" Target="../media/image554.png"/><Relationship Id="rId44" Type="http://schemas.openxmlformats.org/officeDocument/2006/relationships/image" Target="../media/image553.svg"/><Relationship Id="rId43" Type="http://schemas.openxmlformats.org/officeDocument/2006/relationships/image" Target="../media/image552.png"/><Relationship Id="rId42" Type="http://schemas.openxmlformats.org/officeDocument/2006/relationships/image" Target="../media/image551.svg"/><Relationship Id="rId41" Type="http://schemas.openxmlformats.org/officeDocument/2006/relationships/image" Target="../media/image550.png"/><Relationship Id="rId40" Type="http://schemas.openxmlformats.org/officeDocument/2006/relationships/image" Target="../media/image549.svg"/><Relationship Id="rId4" Type="http://schemas.openxmlformats.org/officeDocument/2006/relationships/image" Target="../media/image513.svg"/><Relationship Id="rId39" Type="http://schemas.openxmlformats.org/officeDocument/2006/relationships/image" Target="../media/image548.png"/><Relationship Id="rId38" Type="http://schemas.openxmlformats.org/officeDocument/2006/relationships/image" Target="../media/image547.svg"/><Relationship Id="rId37" Type="http://schemas.openxmlformats.org/officeDocument/2006/relationships/image" Target="../media/image546.png"/><Relationship Id="rId36" Type="http://schemas.openxmlformats.org/officeDocument/2006/relationships/image" Target="../media/image545.svg"/><Relationship Id="rId35" Type="http://schemas.openxmlformats.org/officeDocument/2006/relationships/image" Target="../media/image544.png"/><Relationship Id="rId34" Type="http://schemas.openxmlformats.org/officeDocument/2006/relationships/image" Target="../media/image543.svg"/><Relationship Id="rId33" Type="http://schemas.openxmlformats.org/officeDocument/2006/relationships/image" Target="../media/image542.png"/><Relationship Id="rId32" Type="http://schemas.openxmlformats.org/officeDocument/2006/relationships/image" Target="../media/image541.svg"/><Relationship Id="rId31" Type="http://schemas.openxmlformats.org/officeDocument/2006/relationships/image" Target="../media/image540.png"/><Relationship Id="rId30" Type="http://schemas.openxmlformats.org/officeDocument/2006/relationships/image" Target="../media/image539.svg"/><Relationship Id="rId3" Type="http://schemas.openxmlformats.org/officeDocument/2006/relationships/image" Target="../media/image512.png"/><Relationship Id="rId29" Type="http://schemas.openxmlformats.org/officeDocument/2006/relationships/image" Target="../media/image538.png"/><Relationship Id="rId28" Type="http://schemas.openxmlformats.org/officeDocument/2006/relationships/image" Target="../media/image537.svg"/><Relationship Id="rId27" Type="http://schemas.openxmlformats.org/officeDocument/2006/relationships/image" Target="../media/image536.png"/><Relationship Id="rId26" Type="http://schemas.openxmlformats.org/officeDocument/2006/relationships/image" Target="../media/image535.svg"/><Relationship Id="rId25" Type="http://schemas.openxmlformats.org/officeDocument/2006/relationships/image" Target="../media/image534.png"/><Relationship Id="rId24" Type="http://schemas.openxmlformats.org/officeDocument/2006/relationships/image" Target="../media/image533.svg"/><Relationship Id="rId23" Type="http://schemas.openxmlformats.org/officeDocument/2006/relationships/image" Target="../media/image532.png"/><Relationship Id="rId22" Type="http://schemas.openxmlformats.org/officeDocument/2006/relationships/image" Target="../media/image531.svg"/><Relationship Id="rId21" Type="http://schemas.openxmlformats.org/officeDocument/2006/relationships/image" Target="../media/image530.png"/><Relationship Id="rId20" Type="http://schemas.openxmlformats.org/officeDocument/2006/relationships/image" Target="../media/image529.svg"/><Relationship Id="rId2" Type="http://schemas.openxmlformats.org/officeDocument/2006/relationships/image" Target="../media/image511.svg"/><Relationship Id="rId19" Type="http://schemas.openxmlformats.org/officeDocument/2006/relationships/image" Target="../media/image528.png"/><Relationship Id="rId18" Type="http://schemas.openxmlformats.org/officeDocument/2006/relationships/image" Target="../media/image527.svg"/><Relationship Id="rId17" Type="http://schemas.openxmlformats.org/officeDocument/2006/relationships/image" Target="../media/image526.png"/><Relationship Id="rId16" Type="http://schemas.openxmlformats.org/officeDocument/2006/relationships/image" Target="../media/image525.svg"/><Relationship Id="rId15" Type="http://schemas.openxmlformats.org/officeDocument/2006/relationships/image" Target="../media/image524.png"/><Relationship Id="rId14" Type="http://schemas.openxmlformats.org/officeDocument/2006/relationships/image" Target="../media/image523.svg"/><Relationship Id="rId13" Type="http://schemas.openxmlformats.org/officeDocument/2006/relationships/image" Target="../media/image522.png"/><Relationship Id="rId12" Type="http://schemas.openxmlformats.org/officeDocument/2006/relationships/image" Target="../media/image521.svg"/><Relationship Id="rId11" Type="http://schemas.openxmlformats.org/officeDocument/2006/relationships/image" Target="../media/image520.png"/><Relationship Id="rId10" Type="http://schemas.openxmlformats.org/officeDocument/2006/relationships/image" Target="../media/image519.svg"/><Relationship Id="rId1" Type="http://schemas.openxmlformats.org/officeDocument/2006/relationships/image" Target="../media/image510.png"/></Relationships>
</file>

<file path=ppt/slides/_rels/slide27.xml.rels><?xml version="1.0" encoding="UTF-8" standalone="yes"?>
<Relationships xmlns="http://schemas.openxmlformats.org/package/2006/relationships"><Relationship Id="rId9" Type="http://schemas.openxmlformats.org/officeDocument/2006/relationships/image" Target="../media/image564.png"/><Relationship Id="rId8" Type="http://schemas.openxmlformats.org/officeDocument/2006/relationships/image" Target="../media/image563.svg"/><Relationship Id="rId7" Type="http://schemas.openxmlformats.org/officeDocument/2006/relationships/image" Target="../media/image562.png"/><Relationship Id="rId6" Type="http://schemas.openxmlformats.org/officeDocument/2006/relationships/image" Target="../media/image561.svg"/><Relationship Id="rId5" Type="http://schemas.openxmlformats.org/officeDocument/2006/relationships/image" Target="../media/image560.png"/><Relationship Id="rId48" Type="http://schemas.openxmlformats.org/officeDocument/2006/relationships/notesSlide" Target="../notesSlides/notesSlide27.xml"/><Relationship Id="rId47" Type="http://schemas.openxmlformats.org/officeDocument/2006/relationships/slideLayout" Target="../slideLayouts/slideLayout5.xml"/><Relationship Id="rId46" Type="http://schemas.openxmlformats.org/officeDocument/2006/relationships/image" Target="../media/image601.svg"/><Relationship Id="rId45" Type="http://schemas.openxmlformats.org/officeDocument/2006/relationships/image" Target="../media/image600.png"/><Relationship Id="rId44" Type="http://schemas.openxmlformats.org/officeDocument/2006/relationships/image" Target="../media/image599.svg"/><Relationship Id="rId43" Type="http://schemas.openxmlformats.org/officeDocument/2006/relationships/image" Target="../media/image598.png"/><Relationship Id="rId42" Type="http://schemas.openxmlformats.org/officeDocument/2006/relationships/image" Target="../media/image597.svg"/><Relationship Id="rId41" Type="http://schemas.openxmlformats.org/officeDocument/2006/relationships/image" Target="../media/image596.png"/><Relationship Id="rId40" Type="http://schemas.openxmlformats.org/officeDocument/2006/relationships/image" Target="../media/image595.svg"/><Relationship Id="rId4" Type="http://schemas.openxmlformats.org/officeDocument/2006/relationships/image" Target="../media/image559.svg"/><Relationship Id="rId39" Type="http://schemas.openxmlformats.org/officeDocument/2006/relationships/image" Target="../media/image594.png"/><Relationship Id="rId38" Type="http://schemas.openxmlformats.org/officeDocument/2006/relationships/image" Target="../media/image593.svg"/><Relationship Id="rId37" Type="http://schemas.openxmlformats.org/officeDocument/2006/relationships/image" Target="../media/image592.png"/><Relationship Id="rId36" Type="http://schemas.openxmlformats.org/officeDocument/2006/relationships/image" Target="../media/image591.svg"/><Relationship Id="rId35" Type="http://schemas.openxmlformats.org/officeDocument/2006/relationships/image" Target="../media/image590.png"/><Relationship Id="rId34" Type="http://schemas.openxmlformats.org/officeDocument/2006/relationships/image" Target="../media/image589.svg"/><Relationship Id="rId33" Type="http://schemas.openxmlformats.org/officeDocument/2006/relationships/image" Target="../media/image588.png"/><Relationship Id="rId32" Type="http://schemas.openxmlformats.org/officeDocument/2006/relationships/image" Target="../media/image587.svg"/><Relationship Id="rId31" Type="http://schemas.openxmlformats.org/officeDocument/2006/relationships/image" Target="../media/image586.png"/><Relationship Id="rId30" Type="http://schemas.openxmlformats.org/officeDocument/2006/relationships/image" Target="../media/image585.svg"/><Relationship Id="rId3" Type="http://schemas.openxmlformats.org/officeDocument/2006/relationships/image" Target="../media/image558.png"/><Relationship Id="rId29" Type="http://schemas.openxmlformats.org/officeDocument/2006/relationships/image" Target="../media/image584.png"/><Relationship Id="rId28" Type="http://schemas.openxmlformats.org/officeDocument/2006/relationships/image" Target="../media/image583.svg"/><Relationship Id="rId27" Type="http://schemas.openxmlformats.org/officeDocument/2006/relationships/image" Target="../media/image582.png"/><Relationship Id="rId26" Type="http://schemas.openxmlformats.org/officeDocument/2006/relationships/image" Target="../media/image581.svg"/><Relationship Id="rId25" Type="http://schemas.openxmlformats.org/officeDocument/2006/relationships/image" Target="../media/image580.png"/><Relationship Id="rId24" Type="http://schemas.openxmlformats.org/officeDocument/2006/relationships/image" Target="../media/image579.svg"/><Relationship Id="rId23" Type="http://schemas.openxmlformats.org/officeDocument/2006/relationships/image" Target="../media/image578.png"/><Relationship Id="rId22" Type="http://schemas.openxmlformats.org/officeDocument/2006/relationships/image" Target="../media/image577.svg"/><Relationship Id="rId21" Type="http://schemas.openxmlformats.org/officeDocument/2006/relationships/image" Target="../media/image576.png"/><Relationship Id="rId20" Type="http://schemas.openxmlformats.org/officeDocument/2006/relationships/image" Target="../media/image575.svg"/><Relationship Id="rId2" Type="http://schemas.openxmlformats.org/officeDocument/2006/relationships/image" Target="../media/image557.svg"/><Relationship Id="rId19" Type="http://schemas.openxmlformats.org/officeDocument/2006/relationships/image" Target="../media/image574.png"/><Relationship Id="rId18" Type="http://schemas.openxmlformats.org/officeDocument/2006/relationships/image" Target="../media/image573.svg"/><Relationship Id="rId17" Type="http://schemas.openxmlformats.org/officeDocument/2006/relationships/image" Target="../media/image572.png"/><Relationship Id="rId16" Type="http://schemas.openxmlformats.org/officeDocument/2006/relationships/image" Target="../media/image571.svg"/><Relationship Id="rId15" Type="http://schemas.openxmlformats.org/officeDocument/2006/relationships/image" Target="../media/image570.png"/><Relationship Id="rId14" Type="http://schemas.openxmlformats.org/officeDocument/2006/relationships/image" Target="../media/image569.svg"/><Relationship Id="rId13" Type="http://schemas.openxmlformats.org/officeDocument/2006/relationships/image" Target="../media/image568.png"/><Relationship Id="rId12" Type="http://schemas.openxmlformats.org/officeDocument/2006/relationships/image" Target="../media/image567.svg"/><Relationship Id="rId11" Type="http://schemas.openxmlformats.org/officeDocument/2006/relationships/image" Target="../media/image566.png"/><Relationship Id="rId10" Type="http://schemas.openxmlformats.org/officeDocument/2006/relationships/image" Target="../media/image565.svg"/><Relationship Id="rId1" Type="http://schemas.openxmlformats.org/officeDocument/2006/relationships/image" Target="../media/image556.png"/></Relationships>
</file>

<file path=ppt/slides/_rels/slide28.xml.rels><?xml version="1.0" encoding="UTF-8" standalone="yes"?>
<Relationships xmlns="http://schemas.openxmlformats.org/package/2006/relationships"><Relationship Id="rId9" Type="http://schemas.openxmlformats.org/officeDocument/2006/relationships/image" Target="../media/image610.png"/><Relationship Id="rId8" Type="http://schemas.openxmlformats.org/officeDocument/2006/relationships/image" Target="../media/image609.svg"/><Relationship Id="rId7" Type="http://schemas.openxmlformats.org/officeDocument/2006/relationships/image" Target="../media/image608.png"/><Relationship Id="rId6" Type="http://schemas.openxmlformats.org/officeDocument/2006/relationships/image" Target="../media/image607.svg"/><Relationship Id="rId5" Type="http://schemas.openxmlformats.org/officeDocument/2006/relationships/image" Target="../media/image606.png"/><Relationship Id="rId42" Type="http://schemas.openxmlformats.org/officeDocument/2006/relationships/notesSlide" Target="../notesSlides/notesSlide28.xml"/><Relationship Id="rId41" Type="http://schemas.openxmlformats.org/officeDocument/2006/relationships/slideLayout" Target="../slideLayouts/slideLayout5.xml"/><Relationship Id="rId40" Type="http://schemas.openxmlformats.org/officeDocument/2006/relationships/image" Target="../media/image641.svg"/><Relationship Id="rId4" Type="http://schemas.openxmlformats.org/officeDocument/2006/relationships/image" Target="../media/image605.svg"/><Relationship Id="rId39" Type="http://schemas.openxmlformats.org/officeDocument/2006/relationships/image" Target="../media/image640.png"/><Relationship Id="rId38" Type="http://schemas.openxmlformats.org/officeDocument/2006/relationships/image" Target="../media/image639.svg"/><Relationship Id="rId37" Type="http://schemas.openxmlformats.org/officeDocument/2006/relationships/image" Target="../media/image638.png"/><Relationship Id="rId36" Type="http://schemas.openxmlformats.org/officeDocument/2006/relationships/image" Target="../media/image637.svg"/><Relationship Id="rId35" Type="http://schemas.openxmlformats.org/officeDocument/2006/relationships/image" Target="../media/image636.png"/><Relationship Id="rId34" Type="http://schemas.openxmlformats.org/officeDocument/2006/relationships/image" Target="../media/image635.svg"/><Relationship Id="rId33" Type="http://schemas.openxmlformats.org/officeDocument/2006/relationships/image" Target="../media/image634.png"/><Relationship Id="rId32" Type="http://schemas.openxmlformats.org/officeDocument/2006/relationships/image" Target="../media/image633.svg"/><Relationship Id="rId31" Type="http://schemas.openxmlformats.org/officeDocument/2006/relationships/image" Target="../media/image632.png"/><Relationship Id="rId30" Type="http://schemas.openxmlformats.org/officeDocument/2006/relationships/image" Target="../media/image631.svg"/><Relationship Id="rId3" Type="http://schemas.openxmlformats.org/officeDocument/2006/relationships/image" Target="../media/image604.png"/><Relationship Id="rId29" Type="http://schemas.openxmlformats.org/officeDocument/2006/relationships/image" Target="../media/image630.png"/><Relationship Id="rId28" Type="http://schemas.openxmlformats.org/officeDocument/2006/relationships/image" Target="../media/image629.svg"/><Relationship Id="rId27" Type="http://schemas.openxmlformats.org/officeDocument/2006/relationships/image" Target="../media/image628.png"/><Relationship Id="rId26" Type="http://schemas.openxmlformats.org/officeDocument/2006/relationships/image" Target="../media/image627.svg"/><Relationship Id="rId25" Type="http://schemas.openxmlformats.org/officeDocument/2006/relationships/image" Target="../media/image626.png"/><Relationship Id="rId24" Type="http://schemas.openxmlformats.org/officeDocument/2006/relationships/image" Target="../media/image625.svg"/><Relationship Id="rId23" Type="http://schemas.openxmlformats.org/officeDocument/2006/relationships/image" Target="../media/image624.png"/><Relationship Id="rId22" Type="http://schemas.openxmlformats.org/officeDocument/2006/relationships/image" Target="../media/image623.svg"/><Relationship Id="rId21" Type="http://schemas.openxmlformats.org/officeDocument/2006/relationships/image" Target="../media/image622.png"/><Relationship Id="rId20" Type="http://schemas.openxmlformats.org/officeDocument/2006/relationships/image" Target="../media/image621.svg"/><Relationship Id="rId2" Type="http://schemas.openxmlformats.org/officeDocument/2006/relationships/image" Target="../media/image603.svg"/><Relationship Id="rId19" Type="http://schemas.openxmlformats.org/officeDocument/2006/relationships/image" Target="../media/image620.png"/><Relationship Id="rId18" Type="http://schemas.openxmlformats.org/officeDocument/2006/relationships/image" Target="../media/image619.svg"/><Relationship Id="rId17" Type="http://schemas.openxmlformats.org/officeDocument/2006/relationships/image" Target="../media/image618.png"/><Relationship Id="rId16" Type="http://schemas.openxmlformats.org/officeDocument/2006/relationships/image" Target="../media/image617.svg"/><Relationship Id="rId15" Type="http://schemas.openxmlformats.org/officeDocument/2006/relationships/image" Target="../media/image616.png"/><Relationship Id="rId14" Type="http://schemas.openxmlformats.org/officeDocument/2006/relationships/image" Target="../media/image615.svg"/><Relationship Id="rId13" Type="http://schemas.openxmlformats.org/officeDocument/2006/relationships/image" Target="../media/image614.png"/><Relationship Id="rId12" Type="http://schemas.openxmlformats.org/officeDocument/2006/relationships/image" Target="../media/image613.svg"/><Relationship Id="rId11" Type="http://schemas.openxmlformats.org/officeDocument/2006/relationships/image" Target="../media/image612.png"/><Relationship Id="rId10" Type="http://schemas.openxmlformats.org/officeDocument/2006/relationships/image" Target="../media/image611.svg"/><Relationship Id="rId1" Type="http://schemas.openxmlformats.org/officeDocument/2006/relationships/image" Target="../media/image60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9" Type="http://schemas.openxmlformats.org/officeDocument/2006/relationships/image" Target="../media/image643.svg"/><Relationship Id="rId8" Type="http://schemas.openxmlformats.org/officeDocument/2006/relationships/image" Target="../media/image642.png"/><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4" Type="http://schemas.openxmlformats.org/officeDocument/2006/relationships/notesSlide" Target="../notesSlides/notesSlide35.xml"/><Relationship Id="rId23" Type="http://schemas.openxmlformats.org/officeDocument/2006/relationships/slideLayout" Target="../slideLayouts/slideLayout4.xml"/><Relationship Id="rId22" Type="http://schemas.openxmlformats.org/officeDocument/2006/relationships/tags" Target="../tags/tag70.xml"/><Relationship Id="rId21" Type="http://schemas.openxmlformats.org/officeDocument/2006/relationships/tags" Target="../tags/tag69.xml"/><Relationship Id="rId20" Type="http://schemas.openxmlformats.org/officeDocument/2006/relationships/tags" Target="../tags/tag68.xml"/><Relationship Id="rId2" Type="http://schemas.openxmlformats.org/officeDocument/2006/relationships/tags" Target="../tags/tag52.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tags" Target="../tags/tag51.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4.xml"/><Relationship Id="rId3" Type="http://schemas.openxmlformats.org/officeDocument/2006/relationships/image" Target="../media/image645.svg"/><Relationship Id="rId2" Type="http://schemas.openxmlformats.org/officeDocument/2006/relationships/image" Target="../media/image644.png"/><Relationship Id="rId1" Type="http://schemas.openxmlformats.org/officeDocument/2006/relationships/tags" Target="../tags/tag71.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4.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3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6" Type="http://schemas.openxmlformats.org/officeDocument/2006/relationships/notesSlide" Target="../notesSlides/notesSlide38.xml"/><Relationship Id="rId25" Type="http://schemas.openxmlformats.org/officeDocument/2006/relationships/slideLayout" Target="../slideLayouts/slideLayout4.xml"/><Relationship Id="rId24" Type="http://schemas.openxmlformats.org/officeDocument/2006/relationships/tags" Target="../tags/tag101.xml"/><Relationship Id="rId23" Type="http://schemas.openxmlformats.org/officeDocument/2006/relationships/tags" Target="../tags/tag100.xml"/><Relationship Id="rId22" Type="http://schemas.openxmlformats.org/officeDocument/2006/relationships/tags" Target="../tags/tag99.xml"/><Relationship Id="rId21" Type="http://schemas.openxmlformats.org/officeDocument/2006/relationships/tags" Target="../tags/tag98.xml"/><Relationship Id="rId20" Type="http://schemas.openxmlformats.org/officeDocument/2006/relationships/tags" Target="../tags/tag97.xml"/><Relationship Id="rId2" Type="http://schemas.openxmlformats.org/officeDocument/2006/relationships/tags" Target="../tags/tag79.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39.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image" Target="../media/image649.svg"/><Relationship Id="rId7" Type="http://schemas.openxmlformats.org/officeDocument/2006/relationships/image" Target="../media/image648.png"/><Relationship Id="rId6" Type="http://schemas.openxmlformats.org/officeDocument/2006/relationships/image" Target="../media/image647.svg"/><Relationship Id="rId5" Type="http://schemas.openxmlformats.org/officeDocument/2006/relationships/image" Target="../media/image646.png"/><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7" Type="http://schemas.openxmlformats.org/officeDocument/2006/relationships/notesSlide" Target="../notesSlides/notesSlide39.xml"/><Relationship Id="rId16" Type="http://schemas.openxmlformats.org/officeDocument/2006/relationships/slideLayout" Target="../slideLayouts/slideLayout4.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tags" Target="../tags/tag10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4.xml"/><Relationship Id="rId2" Type="http://schemas.openxmlformats.org/officeDocument/2006/relationships/image" Target="../media/image651.svg"/><Relationship Id="rId1" Type="http://schemas.openxmlformats.org/officeDocument/2006/relationships/image" Target="../media/image650.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image" Target="../media/image652.svg"/><Relationship Id="rId1" Type="http://schemas.openxmlformats.org/officeDocument/2006/relationships/image" Target="../media/image648.png"/></Relationships>
</file>

<file path=ppt/slides/_rels/slide42.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image" Target="../media/image654.svg"/><Relationship Id="rId7" Type="http://schemas.openxmlformats.org/officeDocument/2006/relationships/image" Target="../media/image653.png"/><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8" Type="http://schemas.openxmlformats.org/officeDocument/2006/relationships/notesSlide" Target="../notesSlides/notesSlide42.xml"/><Relationship Id="rId27" Type="http://schemas.openxmlformats.org/officeDocument/2006/relationships/slideLayout" Target="../slideLayouts/slideLayout4.xml"/><Relationship Id="rId26" Type="http://schemas.openxmlformats.org/officeDocument/2006/relationships/image" Target="../media/image652.svg"/><Relationship Id="rId25" Type="http://schemas.openxmlformats.org/officeDocument/2006/relationships/image" Target="../media/image648.png"/><Relationship Id="rId24" Type="http://schemas.openxmlformats.org/officeDocument/2006/relationships/tags" Target="../tags/tag130.xml"/><Relationship Id="rId23" Type="http://schemas.openxmlformats.org/officeDocument/2006/relationships/tags" Target="../tags/tag129.xml"/><Relationship Id="rId22" Type="http://schemas.openxmlformats.org/officeDocument/2006/relationships/tags" Target="../tags/tag128.xml"/><Relationship Id="rId21" Type="http://schemas.openxmlformats.org/officeDocument/2006/relationships/tags" Target="../tags/tag127.xml"/><Relationship Id="rId20" Type="http://schemas.openxmlformats.org/officeDocument/2006/relationships/tags" Target="../tags/tag126.xml"/><Relationship Id="rId2" Type="http://schemas.openxmlformats.org/officeDocument/2006/relationships/tags" Target="../tags/tag114.xml"/><Relationship Id="rId19" Type="http://schemas.openxmlformats.org/officeDocument/2006/relationships/tags" Target="../tags/tag125.xml"/><Relationship Id="rId18" Type="http://schemas.openxmlformats.org/officeDocument/2006/relationships/image" Target="../media/image658.svg"/><Relationship Id="rId17" Type="http://schemas.openxmlformats.org/officeDocument/2006/relationships/image" Target="../media/image657.png"/><Relationship Id="rId16" Type="http://schemas.openxmlformats.org/officeDocument/2006/relationships/tags" Target="../tags/tag124.xml"/><Relationship Id="rId15" Type="http://schemas.openxmlformats.org/officeDocument/2006/relationships/image" Target="../media/image656.svg"/><Relationship Id="rId14" Type="http://schemas.openxmlformats.org/officeDocument/2006/relationships/image" Target="../media/image655.png"/><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3.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slideLayout" Target="../slideLayouts/slideLayout4.xml"/><Relationship Id="rId6" Type="http://schemas.openxmlformats.org/officeDocument/2006/relationships/image" Target="../media/image652.svg"/><Relationship Id="rId5" Type="http://schemas.openxmlformats.org/officeDocument/2006/relationships/image" Target="../media/image648.png"/><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44.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image" Target="../media/image649.svg"/><Relationship Id="rId5" Type="http://schemas.openxmlformats.org/officeDocument/2006/relationships/image" Target="../media/image648.png"/><Relationship Id="rId4" Type="http://schemas.openxmlformats.org/officeDocument/2006/relationships/tags" Target="../tags/tag138.xml"/><Relationship Id="rId3" Type="http://schemas.openxmlformats.org/officeDocument/2006/relationships/tags" Target="../tags/tag137.xml"/><Relationship Id="rId20" Type="http://schemas.openxmlformats.org/officeDocument/2006/relationships/notesSlide" Target="../notesSlides/notesSlide44.xml"/><Relationship Id="rId2" Type="http://schemas.openxmlformats.org/officeDocument/2006/relationships/tags" Target="../tags/tag136.xml"/><Relationship Id="rId19" Type="http://schemas.openxmlformats.org/officeDocument/2006/relationships/slideLayout" Target="../slideLayouts/slideLayout4.xml"/><Relationship Id="rId18" Type="http://schemas.openxmlformats.org/officeDocument/2006/relationships/tags" Target="../tags/tag150.xml"/><Relationship Id="rId17" Type="http://schemas.openxmlformats.org/officeDocument/2006/relationships/tags" Target="../tags/tag149.xml"/><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tags" Target="../tags/tag135.xml"/></Relationships>
</file>

<file path=ppt/slides/_rels/slide45.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image" Target="../media/image659.svg"/><Relationship Id="rId5" Type="http://schemas.openxmlformats.org/officeDocument/2006/relationships/image" Target="../media/image648.png"/><Relationship Id="rId4" Type="http://schemas.openxmlformats.org/officeDocument/2006/relationships/tags" Target="../tags/tag154.xml"/><Relationship Id="rId3" Type="http://schemas.openxmlformats.org/officeDocument/2006/relationships/tags" Target="../tags/tag153.xml"/><Relationship Id="rId24" Type="http://schemas.openxmlformats.org/officeDocument/2006/relationships/notesSlide" Target="../notesSlides/notesSlide45.xml"/><Relationship Id="rId23" Type="http://schemas.openxmlformats.org/officeDocument/2006/relationships/slideLayout" Target="../slideLayouts/slideLayout4.xml"/><Relationship Id="rId22" Type="http://schemas.openxmlformats.org/officeDocument/2006/relationships/tags" Target="../tags/tag170.xml"/><Relationship Id="rId21" Type="http://schemas.openxmlformats.org/officeDocument/2006/relationships/tags" Target="../tags/tag169.xml"/><Relationship Id="rId20" Type="http://schemas.openxmlformats.org/officeDocument/2006/relationships/tags" Target="../tags/tag168.xml"/><Relationship Id="rId2" Type="http://schemas.openxmlformats.org/officeDocument/2006/relationships/tags" Target="../tags/tag152.xml"/><Relationship Id="rId19" Type="http://schemas.openxmlformats.org/officeDocument/2006/relationships/tags" Target="../tags/tag167.xml"/><Relationship Id="rId18" Type="http://schemas.openxmlformats.org/officeDocument/2006/relationships/tags" Target="../tags/tag166.xml"/><Relationship Id="rId17" Type="http://schemas.openxmlformats.org/officeDocument/2006/relationships/tags" Target="../tags/tag165.xml"/><Relationship Id="rId16" Type="http://schemas.openxmlformats.org/officeDocument/2006/relationships/tags" Target="../tags/tag164.xml"/><Relationship Id="rId15" Type="http://schemas.openxmlformats.org/officeDocument/2006/relationships/tags" Target="../tags/tag163.xml"/><Relationship Id="rId14" Type="http://schemas.openxmlformats.org/officeDocument/2006/relationships/tags" Target="../tags/tag162.xml"/><Relationship Id="rId13" Type="http://schemas.openxmlformats.org/officeDocument/2006/relationships/tags" Target="../tags/tag161.xml"/><Relationship Id="rId12" Type="http://schemas.openxmlformats.org/officeDocument/2006/relationships/tags" Target="../tags/tag160.xml"/><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tags" Target="../tags/tag151.xml"/></Relationships>
</file>

<file path=ppt/slides/_rels/slide46.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image" Target="../media/image661.svg"/><Relationship Id="rId5" Type="http://schemas.openxmlformats.org/officeDocument/2006/relationships/image" Target="../media/image660.png"/><Relationship Id="rId4" Type="http://schemas.openxmlformats.org/officeDocument/2006/relationships/tags" Target="../tags/tag174.xml"/><Relationship Id="rId33" Type="http://schemas.openxmlformats.org/officeDocument/2006/relationships/notesSlide" Target="../notesSlides/notesSlide46.xml"/><Relationship Id="rId32" Type="http://schemas.openxmlformats.org/officeDocument/2006/relationships/slideLayout" Target="../slideLayouts/slideLayout4.xml"/><Relationship Id="rId31" Type="http://schemas.openxmlformats.org/officeDocument/2006/relationships/tags" Target="../tags/tag197.xml"/><Relationship Id="rId30" Type="http://schemas.openxmlformats.org/officeDocument/2006/relationships/tags" Target="../tags/tag196.xml"/><Relationship Id="rId3" Type="http://schemas.openxmlformats.org/officeDocument/2006/relationships/tags" Target="../tags/tag173.xml"/><Relationship Id="rId29" Type="http://schemas.openxmlformats.org/officeDocument/2006/relationships/tags" Target="../tags/tag195.xml"/><Relationship Id="rId28" Type="http://schemas.openxmlformats.org/officeDocument/2006/relationships/tags" Target="../tags/tag194.xml"/><Relationship Id="rId27" Type="http://schemas.openxmlformats.org/officeDocument/2006/relationships/tags" Target="../tags/tag193.xml"/><Relationship Id="rId26" Type="http://schemas.openxmlformats.org/officeDocument/2006/relationships/tags" Target="../tags/tag192.xml"/><Relationship Id="rId25" Type="http://schemas.openxmlformats.org/officeDocument/2006/relationships/tags" Target="../tags/tag191.xml"/><Relationship Id="rId24" Type="http://schemas.openxmlformats.org/officeDocument/2006/relationships/tags" Target="../tags/tag190.xml"/><Relationship Id="rId23" Type="http://schemas.openxmlformats.org/officeDocument/2006/relationships/tags" Target="../tags/tag189.xml"/><Relationship Id="rId22" Type="http://schemas.openxmlformats.org/officeDocument/2006/relationships/tags" Target="../tags/tag188.xml"/><Relationship Id="rId21" Type="http://schemas.openxmlformats.org/officeDocument/2006/relationships/tags" Target="../tags/tag187.xml"/><Relationship Id="rId20" Type="http://schemas.openxmlformats.org/officeDocument/2006/relationships/tags" Target="../tags/tag186.xml"/><Relationship Id="rId2" Type="http://schemas.openxmlformats.org/officeDocument/2006/relationships/tags" Target="../tags/tag172.xml"/><Relationship Id="rId19" Type="http://schemas.openxmlformats.org/officeDocument/2006/relationships/tags" Target="../tags/tag185.xml"/><Relationship Id="rId18" Type="http://schemas.openxmlformats.org/officeDocument/2006/relationships/tags" Target="../tags/tag184.xml"/><Relationship Id="rId17" Type="http://schemas.openxmlformats.org/officeDocument/2006/relationships/tags" Target="../tags/tag183.xml"/><Relationship Id="rId16" Type="http://schemas.openxmlformats.org/officeDocument/2006/relationships/tags" Target="../tags/tag182.xml"/><Relationship Id="rId15" Type="http://schemas.openxmlformats.org/officeDocument/2006/relationships/tags" Target="../tags/tag181.xml"/><Relationship Id="rId14" Type="http://schemas.openxmlformats.org/officeDocument/2006/relationships/image" Target="../media/image663.svg"/><Relationship Id="rId13" Type="http://schemas.openxmlformats.org/officeDocument/2006/relationships/image" Target="../media/image662.png"/><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71.xml"/></Relationships>
</file>

<file path=ppt/slides/_rels/slide47.xml.rels><?xml version="1.0" encoding="UTF-8" standalone="yes"?>
<Relationships xmlns="http://schemas.openxmlformats.org/package/2006/relationships"><Relationship Id="rId9" Type="http://schemas.openxmlformats.org/officeDocument/2006/relationships/tags" Target="../tags/tag206.xml"/><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tags" Target="../tags/tag203.xml"/><Relationship Id="rId53" Type="http://schemas.openxmlformats.org/officeDocument/2006/relationships/notesSlide" Target="../notesSlides/notesSlide47.xml"/><Relationship Id="rId52" Type="http://schemas.openxmlformats.org/officeDocument/2006/relationships/slideLayout" Target="../slideLayouts/slideLayout4.xml"/><Relationship Id="rId51" Type="http://schemas.openxmlformats.org/officeDocument/2006/relationships/tags" Target="../tags/tag246.xml"/><Relationship Id="rId50" Type="http://schemas.openxmlformats.org/officeDocument/2006/relationships/tags" Target="../tags/tag245.xml"/><Relationship Id="rId5" Type="http://schemas.openxmlformats.org/officeDocument/2006/relationships/tags" Target="../tags/tag202.xml"/><Relationship Id="rId49" Type="http://schemas.openxmlformats.org/officeDocument/2006/relationships/tags" Target="../tags/tag244.xml"/><Relationship Id="rId48" Type="http://schemas.openxmlformats.org/officeDocument/2006/relationships/tags" Target="../tags/tag243.xml"/><Relationship Id="rId47" Type="http://schemas.openxmlformats.org/officeDocument/2006/relationships/tags" Target="../tags/tag242.xml"/><Relationship Id="rId46" Type="http://schemas.openxmlformats.org/officeDocument/2006/relationships/tags" Target="../tags/tag241.xml"/><Relationship Id="rId45" Type="http://schemas.openxmlformats.org/officeDocument/2006/relationships/tags" Target="../tags/tag240.xml"/><Relationship Id="rId44" Type="http://schemas.openxmlformats.org/officeDocument/2006/relationships/tags" Target="../tags/tag239.xml"/><Relationship Id="rId43" Type="http://schemas.openxmlformats.org/officeDocument/2006/relationships/tags" Target="../tags/tag238.xml"/><Relationship Id="rId42" Type="http://schemas.openxmlformats.org/officeDocument/2006/relationships/tags" Target="../tags/tag237.xml"/><Relationship Id="rId41" Type="http://schemas.openxmlformats.org/officeDocument/2006/relationships/tags" Target="../tags/tag236.xml"/><Relationship Id="rId40" Type="http://schemas.openxmlformats.org/officeDocument/2006/relationships/tags" Target="../tags/tag235.xml"/><Relationship Id="rId4" Type="http://schemas.openxmlformats.org/officeDocument/2006/relationships/tags" Target="../tags/tag201.xml"/><Relationship Id="rId39" Type="http://schemas.openxmlformats.org/officeDocument/2006/relationships/tags" Target="../tags/tag234.xml"/><Relationship Id="rId38" Type="http://schemas.openxmlformats.org/officeDocument/2006/relationships/tags" Target="../tags/tag233.xml"/><Relationship Id="rId37" Type="http://schemas.openxmlformats.org/officeDocument/2006/relationships/tags" Target="../tags/tag232.xml"/><Relationship Id="rId36" Type="http://schemas.openxmlformats.org/officeDocument/2006/relationships/tags" Target="../tags/tag231.xml"/><Relationship Id="rId35" Type="http://schemas.openxmlformats.org/officeDocument/2006/relationships/tags" Target="../tags/tag230.xml"/><Relationship Id="rId34" Type="http://schemas.openxmlformats.org/officeDocument/2006/relationships/tags" Target="../tags/tag229.xml"/><Relationship Id="rId33" Type="http://schemas.openxmlformats.org/officeDocument/2006/relationships/tags" Target="../tags/tag228.xml"/><Relationship Id="rId32" Type="http://schemas.openxmlformats.org/officeDocument/2006/relationships/tags" Target="../tags/tag227.xml"/><Relationship Id="rId31" Type="http://schemas.openxmlformats.org/officeDocument/2006/relationships/tags" Target="../tags/tag226.xml"/><Relationship Id="rId30" Type="http://schemas.openxmlformats.org/officeDocument/2006/relationships/tags" Target="../tags/tag225.xml"/><Relationship Id="rId3" Type="http://schemas.openxmlformats.org/officeDocument/2006/relationships/tags" Target="../tags/tag200.xml"/><Relationship Id="rId29" Type="http://schemas.openxmlformats.org/officeDocument/2006/relationships/tags" Target="../tags/tag224.xml"/><Relationship Id="rId28" Type="http://schemas.openxmlformats.org/officeDocument/2006/relationships/tags" Target="../tags/tag223.xml"/><Relationship Id="rId27" Type="http://schemas.openxmlformats.org/officeDocument/2006/relationships/tags" Target="../tags/tag222.xml"/><Relationship Id="rId26" Type="http://schemas.openxmlformats.org/officeDocument/2006/relationships/tags" Target="../tags/tag221.xml"/><Relationship Id="rId25" Type="http://schemas.openxmlformats.org/officeDocument/2006/relationships/tags" Target="../tags/tag220.xml"/><Relationship Id="rId24" Type="http://schemas.openxmlformats.org/officeDocument/2006/relationships/tags" Target="../tags/tag219.xml"/><Relationship Id="rId23" Type="http://schemas.openxmlformats.org/officeDocument/2006/relationships/tags" Target="../tags/tag218.xml"/><Relationship Id="rId22" Type="http://schemas.openxmlformats.org/officeDocument/2006/relationships/tags" Target="../tags/tag217.xml"/><Relationship Id="rId21" Type="http://schemas.openxmlformats.org/officeDocument/2006/relationships/tags" Target="../tags/tag216.xml"/><Relationship Id="rId20" Type="http://schemas.openxmlformats.org/officeDocument/2006/relationships/tags" Target="../tags/tag215.xml"/><Relationship Id="rId2" Type="http://schemas.openxmlformats.org/officeDocument/2006/relationships/tags" Target="../tags/tag199.xml"/><Relationship Id="rId19" Type="http://schemas.openxmlformats.org/officeDocument/2006/relationships/tags" Target="../tags/tag214.xml"/><Relationship Id="rId18" Type="http://schemas.openxmlformats.org/officeDocument/2006/relationships/tags" Target="../tags/tag213.xml"/><Relationship Id="rId17" Type="http://schemas.openxmlformats.org/officeDocument/2006/relationships/tags" Target="../tags/tag212.xml"/><Relationship Id="rId16" Type="http://schemas.openxmlformats.org/officeDocument/2006/relationships/tags" Target="../tags/tag211.xml"/><Relationship Id="rId15" Type="http://schemas.openxmlformats.org/officeDocument/2006/relationships/tags" Target="../tags/tag210.xml"/><Relationship Id="rId14" Type="http://schemas.openxmlformats.org/officeDocument/2006/relationships/image" Target="../media/image665.svg"/><Relationship Id="rId13" Type="http://schemas.openxmlformats.org/officeDocument/2006/relationships/image" Target="../media/image664.png"/><Relationship Id="rId12" Type="http://schemas.openxmlformats.org/officeDocument/2006/relationships/tags" Target="../tags/tag209.xml"/><Relationship Id="rId11" Type="http://schemas.openxmlformats.org/officeDocument/2006/relationships/tags" Target="../tags/tag208.xml"/><Relationship Id="rId10" Type="http://schemas.openxmlformats.org/officeDocument/2006/relationships/tags" Target="../tags/tag207.xml"/><Relationship Id="rId1" Type="http://schemas.openxmlformats.org/officeDocument/2006/relationships/tags" Target="../tags/tag198.xml"/></Relationships>
</file>

<file path=ppt/slides/_rels/slide48.xml.rels><?xml version="1.0" encoding="UTF-8" standalone="yes"?>
<Relationships xmlns="http://schemas.openxmlformats.org/package/2006/relationships"><Relationship Id="rId9" Type="http://schemas.openxmlformats.org/officeDocument/2006/relationships/tags" Target="../tags/tag255.xml"/><Relationship Id="rId8" Type="http://schemas.openxmlformats.org/officeDocument/2006/relationships/tags" Target="../tags/tag254.xml"/><Relationship Id="rId7" Type="http://schemas.openxmlformats.org/officeDocument/2006/relationships/tags" Target="../tags/tag253.xml"/><Relationship Id="rId6" Type="http://schemas.openxmlformats.org/officeDocument/2006/relationships/tags" Target="../tags/tag252.xml"/><Relationship Id="rId5" Type="http://schemas.openxmlformats.org/officeDocument/2006/relationships/tags" Target="../tags/tag251.xml"/><Relationship Id="rId4" Type="http://schemas.openxmlformats.org/officeDocument/2006/relationships/tags" Target="../tags/tag250.xml"/><Relationship Id="rId32" Type="http://schemas.openxmlformats.org/officeDocument/2006/relationships/notesSlide" Target="../notesSlides/notesSlide48.xml"/><Relationship Id="rId31" Type="http://schemas.openxmlformats.org/officeDocument/2006/relationships/slideLayout" Target="../slideLayouts/slideLayout4.xml"/><Relationship Id="rId30" Type="http://schemas.openxmlformats.org/officeDocument/2006/relationships/tags" Target="../tags/tag276.xml"/><Relationship Id="rId3" Type="http://schemas.openxmlformats.org/officeDocument/2006/relationships/tags" Target="../tags/tag249.xml"/><Relationship Id="rId29" Type="http://schemas.openxmlformats.org/officeDocument/2006/relationships/tags" Target="../tags/tag275.xml"/><Relationship Id="rId28" Type="http://schemas.openxmlformats.org/officeDocument/2006/relationships/tags" Target="../tags/tag274.xml"/><Relationship Id="rId27" Type="http://schemas.openxmlformats.org/officeDocument/2006/relationships/tags" Target="../tags/tag273.xml"/><Relationship Id="rId26" Type="http://schemas.openxmlformats.org/officeDocument/2006/relationships/tags" Target="../tags/tag272.xml"/><Relationship Id="rId25" Type="http://schemas.openxmlformats.org/officeDocument/2006/relationships/tags" Target="../tags/tag271.xml"/><Relationship Id="rId24" Type="http://schemas.openxmlformats.org/officeDocument/2006/relationships/tags" Target="../tags/tag270.xml"/><Relationship Id="rId23" Type="http://schemas.openxmlformats.org/officeDocument/2006/relationships/tags" Target="../tags/tag269.xml"/><Relationship Id="rId22" Type="http://schemas.openxmlformats.org/officeDocument/2006/relationships/tags" Target="../tags/tag268.xml"/><Relationship Id="rId21" Type="http://schemas.openxmlformats.org/officeDocument/2006/relationships/tags" Target="../tags/tag267.xml"/><Relationship Id="rId20" Type="http://schemas.openxmlformats.org/officeDocument/2006/relationships/tags" Target="../tags/tag266.xml"/><Relationship Id="rId2" Type="http://schemas.openxmlformats.org/officeDocument/2006/relationships/tags" Target="../tags/tag248.xml"/><Relationship Id="rId19" Type="http://schemas.openxmlformats.org/officeDocument/2006/relationships/tags" Target="../tags/tag265.xml"/><Relationship Id="rId18" Type="http://schemas.openxmlformats.org/officeDocument/2006/relationships/tags" Target="../tags/tag264.xml"/><Relationship Id="rId17" Type="http://schemas.openxmlformats.org/officeDocument/2006/relationships/tags" Target="../tags/tag263.xml"/><Relationship Id="rId16" Type="http://schemas.openxmlformats.org/officeDocument/2006/relationships/tags" Target="../tags/tag262.xml"/><Relationship Id="rId15" Type="http://schemas.openxmlformats.org/officeDocument/2006/relationships/tags" Target="../tags/tag261.xml"/><Relationship Id="rId14" Type="http://schemas.openxmlformats.org/officeDocument/2006/relationships/tags" Target="../tags/tag260.xml"/><Relationship Id="rId13" Type="http://schemas.openxmlformats.org/officeDocument/2006/relationships/tags" Target="../tags/tag259.xml"/><Relationship Id="rId12" Type="http://schemas.openxmlformats.org/officeDocument/2006/relationships/tags" Target="../tags/tag258.xml"/><Relationship Id="rId11" Type="http://schemas.openxmlformats.org/officeDocument/2006/relationships/tags" Target="../tags/tag257.xml"/><Relationship Id="rId10" Type="http://schemas.openxmlformats.org/officeDocument/2006/relationships/tags" Target="../tags/tag256.xml"/><Relationship Id="rId1" Type="http://schemas.openxmlformats.org/officeDocument/2006/relationships/tags" Target="../tags/tag247.xml"/></Relationships>
</file>

<file path=ppt/slides/_rels/slide49.xml.rels><?xml version="1.0" encoding="UTF-8" standalone="yes"?>
<Relationships xmlns="http://schemas.openxmlformats.org/package/2006/relationships"><Relationship Id="rId9" Type="http://schemas.openxmlformats.org/officeDocument/2006/relationships/image" Target="../media/image666.svg"/><Relationship Id="rId8" Type="http://schemas.openxmlformats.org/officeDocument/2006/relationships/image" Target="../media/image660.png"/><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1" Type="http://schemas.openxmlformats.org/officeDocument/2006/relationships/notesSlide" Target="../notesSlides/notesSlide49.xml"/><Relationship Id="rId10" Type="http://schemas.openxmlformats.org/officeDocument/2006/relationships/slideLayout" Target="../slideLayouts/slideLayout4.xml"/><Relationship Id="rId1" Type="http://schemas.openxmlformats.org/officeDocument/2006/relationships/tags" Target="../tags/tag277.xml"/></Relationships>
</file>

<file path=ppt/slides/_rels/slide50.xml.rels><?xml version="1.0" encoding="UTF-8" standalone="yes"?>
<Relationships xmlns="http://schemas.openxmlformats.org/package/2006/relationships"><Relationship Id="rId9" Type="http://schemas.openxmlformats.org/officeDocument/2006/relationships/image" Target="../media/image668.svg"/><Relationship Id="rId8" Type="http://schemas.openxmlformats.org/officeDocument/2006/relationships/tags" Target="../tags/tag289.xml"/><Relationship Id="rId7" Type="http://schemas.openxmlformats.org/officeDocument/2006/relationships/image" Target="../media/image667.svg"/><Relationship Id="rId6" Type="http://schemas.openxmlformats.org/officeDocument/2006/relationships/image" Target="../media/image660.png"/><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2" Type="http://schemas.openxmlformats.org/officeDocument/2006/relationships/notesSlide" Target="../notesSlides/notesSlide50.xml"/><Relationship Id="rId11" Type="http://schemas.openxmlformats.org/officeDocument/2006/relationships/slideLayout" Target="../slideLayouts/slideLayout4.xml"/><Relationship Id="rId10" Type="http://schemas.openxmlformats.org/officeDocument/2006/relationships/tags" Target="../tags/tag290.xml"/><Relationship Id="rId1" Type="http://schemas.openxmlformats.org/officeDocument/2006/relationships/tags" Target="../tags/tag284.xml"/></Relationships>
</file>

<file path=ppt/slides/_rels/slide51.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5" Type="http://schemas.openxmlformats.org/officeDocument/2006/relationships/notesSlide" Target="../notesSlides/notesSlide51.xml"/><Relationship Id="rId24" Type="http://schemas.openxmlformats.org/officeDocument/2006/relationships/slideLayout" Target="../slideLayouts/slideLayout4.xml"/><Relationship Id="rId23" Type="http://schemas.openxmlformats.org/officeDocument/2006/relationships/tags" Target="../tags/tag311.xml"/><Relationship Id="rId22" Type="http://schemas.openxmlformats.org/officeDocument/2006/relationships/tags" Target="../tags/tag310.xml"/><Relationship Id="rId21" Type="http://schemas.openxmlformats.org/officeDocument/2006/relationships/tags" Target="../tags/tag309.xml"/><Relationship Id="rId20" Type="http://schemas.openxmlformats.org/officeDocument/2006/relationships/image" Target="../media/image669.svg"/><Relationship Id="rId2" Type="http://schemas.openxmlformats.org/officeDocument/2006/relationships/tags" Target="../tags/tag292.xml"/><Relationship Id="rId19" Type="http://schemas.openxmlformats.org/officeDocument/2006/relationships/image" Target="../media/image660.png"/><Relationship Id="rId18" Type="http://schemas.openxmlformats.org/officeDocument/2006/relationships/tags" Target="../tags/tag308.xml"/><Relationship Id="rId17" Type="http://schemas.openxmlformats.org/officeDocument/2006/relationships/tags" Target="../tags/tag307.xml"/><Relationship Id="rId16" Type="http://schemas.openxmlformats.org/officeDocument/2006/relationships/tags" Target="../tags/tag306.xml"/><Relationship Id="rId15" Type="http://schemas.openxmlformats.org/officeDocument/2006/relationships/tags" Target="../tags/tag305.xml"/><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tags" Target="../tags/tag300.xml"/><Relationship Id="rId1" Type="http://schemas.openxmlformats.org/officeDocument/2006/relationships/tags" Target="../tags/tag291.xml"/></Relationships>
</file>

<file path=ppt/slides/_rels/slide52.xml.rels><?xml version="1.0" encoding="UTF-8" standalone="yes"?>
<Relationships xmlns="http://schemas.openxmlformats.org/package/2006/relationships"><Relationship Id="rId9" Type="http://schemas.openxmlformats.org/officeDocument/2006/relationships/image" Target="../media/image660.png"/><Relationship Id="rId8" Type="http://schemas.openxmlformats.org/officeDocument/2006/relationships/tags" Target="../tags/tag319.xml"/><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9" Type="http://schemas.openxmlformats.org/officeDocument/2006/relationships/notesSlide" Target="../notesSlides/notesSlide52.xml"/><Relationship Id="rId28" Type="http://schemas.openxmlformats.org/officeDocument/2006/relationships/slideLayout" Target="../slideLayouts/slideLayout4.xml"/><Relationship Id="rId27" Type="http://schemas.openxmlformats.org/officeDocument/2006/relationships/tags" Target="../tags/tag336.xml"/><Relationship Id="rId26" Type="http://schemas.openxmlformats.org/officeDocument/2006/relationships/tags" Target="../tags/tag335.xml"/><Relationship Id="rId25" Type="http://schemas.openxmlformats.org/officeDocument/2006/relationships/tags" Target="../tags/tag334.xml"/><Relationship Id="rId24" Type="http://schemas.openxmlformats.org/officeDocument/2006/relationships/tags" Target="../tags/tag333.xml"/><Relationship Id="rId23" Type="http://schemas.openxmlformats.org/officeDocument/2006/relationships/tags" Target="../tags/tag332.xml"/><Relationship Id="rId22" Type="http://schemas.openxmlformats.org/officeDocument/2006/relationships/tags" Target="../tags/tag331.xml"/><Relationship Id="rId21" Type="http://schemas.openxmlformats.org/officeDocument/2006/relationships/tags" Target="../tags/tag330.xml"/><Relationship Id="rId20" Type="http://schemas.openxmlformats.org/officeDocument/2006/relationships/tags" Target="../tags/tag329.xml"/><Relationship Id="rId2" Type="http://schemas.openxmlformats.org/officeDocument/2006/relationships/tags" Target="../tags/tag313.xml"/><Relationship Id="rId19" Type="http://schemas.openxmlformats.org/officeDocument/2006/relationships/tags" Target="../tags/tag328.xml"/><Relationship Id="rId18" Type="http://schemas.openxmlformats.org/officeDocument/2006/relationships/tags" Target="../tags/tag327.xml"/><Relationship Id="rId17" Type="http://schemas.openxmlformats.org/officeDocument/2006/relationships/tags" Target="../tags/tag326.xml"/><Relationship Id="rId16" Type="http://schemas.openxmlformats.org/officeDocument/2006/relationships/tags" Target="../tags/tag325.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image" Target="../media/image668.svg"/><Relationship Id="rId1" Type="http://schemas.openxmlformats.org/officeDocument/2006/relationships/tags" Target="../tags/tag312.xml"/></Relationships>
</file>

<file path=ppt/slides/_rels/slide53.xml.rels><?xml version="1.0" encoding="UTF-8" standalone="yes"?>
<Relationships xmlns="http://schemas.openxmlformats.org/package/2006/relationships"><Relationship Id="rId9" Type="http://schemas.openxmlformats.org/officeDocument/2006/relationships/image" Target="../media/image670.svg"/><Relationship Id="rId8" Type="http://schemas.openxmlformats.org/officeDocument/2006/relationships/tags" Target="../tags/tag342.xml"/><Relationship Id="rId7" Type="http://schemas.openxmlformats.org/officeDocument/2006/relationships/tags" Target="../tags/tag341.xml"/><Relationship Id="rId6" Type="http://schemas.openxmlformats.org/officeDocument/2006/relationships/tags" Target="../tags/tag340.xml"/><Relationship Id="rId5" Type="http://schemas.openxmlformats.org/officeDocument/2006/relationships/image" Target="../media/image667.svg"/><Relationship Id="rId4" Type="http://schemas.openxmlformats.org/officeDocument/2006/relationships/image" Target="../media/image660.png"/><Relationship Id="rId3" Type="http://schemas.openxmlformats.org/officeDocument/2006/relationships/tags" Target="../tags/tag339.xml"/><Relationship Id="rId25" Type="http://schemas.openxmlformats.org/officeDocument/2006/relationships/notesSlide" Target="../notesSlides/notesSlide53.xml"/><Relationship Id="rId24" Type="http://schemas.openxmlformats.org/officeDocument/2006/relationships/slideLayout" Target="../slideLayouts/slideLayout4.xml"/><Relationship Id="rId23" Type="http://schemas.openxmlformats.org/officeDocument/2006/relationships/tags" Target="../tags/tag354.xml"/><Relationship Id="rId22" Type="http://schemas.openxmlformats.org/officeDocument/2006/relationships/tags" Target="../tags/tag353.xml"/><Relationship Id="rId21" Type="http://schemas.openxmlformats.org/officeDocument/2006/relationships/tags" Target="../tags/tag352.xml"/><Relationship Id="rId20" Type="http://schemas.openxmlformats.org/officeDocument/2006/relationships/tags" Target="../tags/tag351.xml"/><Relationship Id="rId2" Type="http://schemas.openxmlformats.org/officeDocument/2006/relationships/tags" Target="../tags/tag338.xml"/><Relationship Id="rId19" Type="http://schemas.openxmlformats.org/officeDocument/2006/relationships/tags" Target="../tags/tag350.xml"/><Relationship Id="rId18" Type="http://schemas.openxmlformats.org/officeDocument/2006/relationships/tags" Target="../tags/tag349.xml"/><Relationship Id="rId17" Type="http://schemas.openxmlformats.org/officeDocument/2006/relationships/image" Target="../media/image668.svg"/><Relationship Id="rId16" Type="http://schemas.openxmlformats.org/officeDocument/2006/relationships/tags" Target="../tags/tag348.xml"/><Relationship Id="rId15" Type="http://schemas.openxmlformats.org/officeDocument/2006/relationships/tags" Target="../tags/tag347.xml"/><Relationship Id="rId14" Type="http://schemas.openxmlformats.org/officeDocument/2006/relationships/tags" Target="../tags/tag346.xml"/><Relationship Id="rId13" Type="http://schemas.openxmlformats.org/officeDocument/2006/relationships/image" Target="../media/image671.svg"/><Relationship Id="rId12" Type="http://schemas.openxmlformats.org/officeDocument/2006/relationships/tags" Target="../tags/tag345.xml"/><Relationship Id="rId11" Type="http://schemas.openxmlformats.org/officeDocument/2006/relationships/tags" Target="../tags/tag344.xml"/><Relationship Id="rId10" Type="http://schemas.openxmlformats.org/officeDocument/2006/relationships/tags" Target="../tags/tag343.xml"/><Relationship Id="rId1" Type="http://schemas.openxmlformats.org/officeDocument/2006/relationships/tags" Target="../tags/tag337.xml"/></Relationships>
</file>

<file path=ppt/slides/_rels/slide54.xml.rels><?xml version="1.0" encoding="UTF-8" standalone="yes"?>
<Relationships xmlns="http://schemas.openxmlformats.org/package/2006/relationships"><Relationship Id="rId9" Type="http://schemas.openxmlformats.org/officeDocument/2006/relationships/tags" Target="../tags/tag361.xml"/><Relationship Id="rId8" Type="http://schemas.openxmlformats.org/officeDocument/2006/relationships/tags" Target="../tags/tag360.xml"/><Relationship Id="rId7" Type="http://schemas.openxmlformats.org/officeDocument/2006/relationships/image" Target="../media/image670.svg"/><Relationship Id="rId6" Type="http://schemas.openxmlformats.org/officeDocument/2006/relationships/image" Target="../media/image660.png"/><Relationship Id="rId5" Type="http://schemas.openxmlformats.org/officeDocument/2006/relationships/tags" Target="../tags/tag359.xml"/><Relationship Id="rId49" Type="http://schemas.openxmlformats.org/officeDocument/2006/relationships/notesSlide" Target="../notesSlides/notesSlide54.xml"/><Relationship Id="rId48" Type="http://schemas.openxmlformats.org/officeDocument/2006/relationships/slideLayout" Target="../slideLayouts/slideLayout4.xml"/><Relationship Id="rId47" Type="http://schemas.openxmlformats.org/officeDocument/2006/relationships/tags" Target="../tags/tag396.xml"/><Relationship Id="rId46" Type="http://schemas.openxmlformats.org/officeDocument/2006/relationships/tags" Target="../tags/tag395.xml"/><Relationship Id="rId45" Type="http://schemas.openxmlformats.org/officeDocument/2006/relationships/tags" Target="../tags/tag394.xml"/><Relationship Id="rId44" Type="http://schemas.openxmlformats.org/officeDocument/2006/relationships/tags" Target="../tags/tag393.xml"/><Relationship Id="rId43" Type="http://schemas.openxmlformats.org/officeDocument/2006/relationships/tags" Target="../tags/tag392.xml"/><Relationship Id="rId42" Type="http://schemas.openxmlformats.org/officeDocument/2006/relationships/tags" Target="../tags/tag391.xml"/><Relationship Id="rId41" Type="http://schemas.openxmlformats.org/officeDocument/2006/relationships/tags" Target="../tags/tag390.xml"/><Relationship Id="rId40" Type="http://schemas.openxmlformats.org/officeDocument/2006/relationships/image" Target="../media/image652.svg"/><Relationship Id="rId4" Type="http://schemas.openxmlformats.org/officeDocument/2006/relationships/tags" Target="../tags/tag358.xml"/><Relationship Id="rId39" Type="http://schemas.openxmlformats.org/officeDocument/2006/relationships/image" Target="../media/image648.png"/><Relationship Id="rId38" Type="http://schemas.openxmlformats.org/officeDocument/2006/relationships/tags" Target="../tags/tag389.xml"/><Relationship Id="rId37" Type="http://schemas.openxmlformats.org/officeDocument/2006/relationships/tags" Target="../tags/tag388.xml"/><Relationship Id="rId36" Type="http://schemas.openxmlformats.org/officeDocument/2006/relationships/tags" Target="../tags/tag387.xml"/><Relationship Id="rId35" Type="http://schemas.openxmlformats.org/officeDocument/2006/relationships/tags" Target="../tags/tag386.xml"/><Relationship Id="rId34" Type="http://schemas.openxmlformats.org/officeDocument/2006/relationships/tags" Target="../tags/tag385.xml"/><Relationship Id="rId33" Type="http://schemas.openxmlformats.org/officeDocument/2006/relationships/tags" Target="../tags/tag384.xml"/><Relationship Id="rId32" Type="http://schemas.openxmlformats.org/officeDocument/2006/relationships/tags" Target="../tags/tag383.xml"/><Relationship Id="rId31" Type="http://schemas.openxmlformats.org/officeDocument/2006/relationships/tags" Target="../tags/tag382.xml"/><Relationship Id="rId30" Type="http://schemas.openxmlformats.org/officeDocument/2006/relationships/tags" Target="../tags/tag381.xml"/><Relationship Id="rId3" Type="http://schemas.openxmlformats.org/officeDocument/2006/relationships/tags" Target="../tags/tag357.xml"/><Relationship Id="rId29" Type="http://schemas.openxmlformats.org/officeDocument/2006/relationships/tags" Target="../tags/tag380.xml"/><Relationship Id="rId28" Type="http://schemas.openxmlformats.org/officeDocument/2006/relationships/tags" Target="../tags/tag379.xml"/><Relationship Id="rId27" Type="http://schemas.openxmlformats.org/officeDocument/2006/relationships/tags" Target="../tags/tag378.xml"/><Relationship Id="rId26" Type="http://schemas.openxmlformats.org/officeDocument/2006/relationships/tags" Target="../tags/tag377.xml"/><Relationship Id="rId25" Type="http://schemas.openxmlformats.org/officeDocument/2006/relationships/tags" Target="../tags/tag376.xml"/><Relationship Id="rId24" Type="http://schemas.openxmlformats.org/officeDocument/2006/relationships/tags" Target="../tags/tag375.xml"/><Relationship Id="rId23" Type="http://schemas.openxmlformats.org/officeDocument/2006/relationships/tags" Target="../tags/tag374.xml"/><Relationship Id="rId22" Type="http://schemas.openxmlformats.org/officeDocument/2006/relationships/tags" Target="../tags/tag373.xml"/><Relationship Id="rId21" Type="http://schemas.openxmlformats.org/officeDocument/2006/relationships/tags" Target="../tags/tag372.xml"/><Relationship Id="rId20" Type="http://schemas.openxmlformats.org/officeDocument/2006/relationships/tags" Target="../tags/tag371.xml"/><Relationship Id="rId2" Type="http://schemas.openxmlformats.org/officeDocument/2006/relationships/tags" Target="../tags/tag356.xml"/><Relationship Id="rId19" Type="http://schemas.openxmlformats.org/officeDocument/2006/relationships/tags" Target="../tags/tag370.xml"/><Relationship Id="rId18" Type="http://schemas.openxmlformats.org/officeDocument/2006/relationships/tags" Target="../tags/tag369.xml"/><Relationship Id="rId17" Type="http://schemas.openxmlformats.org/officeDocument/2006/relationships/tags" Target="../tags/tag368.xml"/><Relationship Id="rId16" Type="http://schemas.openxmlformats.org/officeDocument/2006/relationships/tags" Target="../tags/tag367.xml"/><Relationship Id="rId15" Type="http://schemas.openxmlformats.org/officeDocument/2006/relationships/tags" Target="../tags/tag366.xml"/><Relationship Id="rId14" Type="http://schemas.openxmlformats.org/officeDocument/2006/relationships/tags" Target="../tags/tag365.xml"/><Relationship Id="rId13" Type="http://schemas.openxmlformats.org/officeDocument/2006/relationships/image" Target="../media/image669.svg"/><Relationship Id="rId12" Type="http://schemas.openxmlformats.org/officeDocument/2006/relationships/tags" Target="../tags/tag364.xml"/><Relationship Id="rId11" Type="http://schemas.openxmlformats.org/officeDocument/2006/relationships/tags" Target="../tags/tag363.xml"/><Relationship Id="rId10" Type="http://schemas.openxmlformats.org/officeDocument/2006/relationships/tags" Target="../tags/tag362.xml"/><Relationship Id="rId1" Type="http://schemas.openxmlformats.org/officeDocument/2006/relationships/tags" Target="../tags/tag355.xml"/></Relationships>
</file>

<file path=ppt/slides/_rels/slide55.xml.rels><?xml version="1.0" encoding="UTF-8" standalone="yes"?>
<Relationships xmlns="http://schemas.openxmlformats.org/package/2006/relationships"><Relationship Id="rId9" Type="http://schemas.openxmlformats.org/officeDocument/2006/relationships/tags" Target="../tags/tag403.xml"/><Relationship Id="rId8" Type="http://schemas.openxmlformats.org/officeDocument/2006/relationships/tags" Target="../tags/tag402.xml"/><Relationship Id="rId7" Type="http://schemas.openxmlformats.org/officeDocument/2006/relationships/tags" Target="../tags/tag401.xml"/><Relationship Id="rId6" Type="http://schemas.openxmlformats.org/officeDocument/2006/relationships/tags" Target="../tags/tag400.xml"/><Relationship Id="rId5" Type="http://schemas.openxmlformats.org/officeDocument/2006/relationships/tags" Target="../tags/tag399.xml"/><Relationship Id="rId4" Type="http://schemas.openxmlformats.org/officeDocument/2006/relationships/image" Target="../media/image669.svg"/><Relationship Id="rId3" Type="http://schemas.openxmlformats.org/officeDocument/2006/relationships/image" Target="../media/image660.png"/><Relationship Id="rId2" Type="http://schemas.openxmlformats.org/officeDocument/2006/relationships/tags" Target="../tags/tag398.xml"/><Relationship Id="rId12" Type="http://schemas.openxmlformats.org/officeDocument/2006/relationships/notesSlide" Target="../notesSlides/notesSlide55.xml"/><Relationship Id="rId11" Type="http://schemas.openxmlformats.org/officeDocument/2006/relationships/slideLayout" Target="../slideLayouts/slideLayout4.xml"/><Relationship Id="rId10" Type="http://schemas.openxmlformats.org/officeDocument/2006/relationships/tags" Target="../tags/tag404.xml"/><Relationship Id="rId1" Type="http://schemas.openxmlformats.org/officeDocument/2006/relationships/tags" Target="../tags/tag397.xml"/></Relationships>
</file>

<file path=ppt/slides/_rels/slide56.xml.rels><?xml version="1.0" encoding="UTF-8" standalone="yes"?>
<Relationships xmlns="http://schemas.openxmlformats.org/package/2006/relationships"><Relationship Id="rId9" Type="http://schemas.openxmlformats.org/officeDocument/2006/relationships/tags" Target="../tags/tag413.xml"/><Relationship Id="rId8" Type="http://schemas.openxmlformats.org/officeDocument/2006/relationships/tags" Target="../tags/tag412.xml"/><Relationship Id="rId7" Type="http://schemas.openxmlformats.org/officeDocument/2006/relationships/tags" Target="../tags/tag411.xml"/><Relationship Id="rId6" Type="http://schemas.openxmlformats.org/officeDocument/2006/relationships/tags" Target="../tags/tag410.xml"/><Relationship Id="rId5" Type="http://schemas.openxmlformats.org/officeDocument/2006/relationships/tags" Target="../tags/tag409.xml"/><Relationship Id="rId4" Type="http://schemas.openxmlformats.org/officeDocument/2006/relationships/tags" Target="../tags/tag408.xml"/><Relationship Id="rId30" Type="http://schemas.openxmlformats.org/officeDocument/2006/relationships/notesSlide" Target="../notesSlides/notesSlide56.xml"/><Relationship Id="rId3" Type="http://schemas.openxmlformats.org/officeDocument/2006/relationships/tags" Target="../tags/tag407.xml"/><Relationship Id="rId29" Type="http://schemas.openxmlformats.org/officeDocument/2006/relationships/slideLayout" Target="../slideLayouts/slideLayout4.xml"/><Relationship Id="rId28" Type="http://schemas.openxmlformats.org/officeDocument/2006/relationships/tags" Target="../tags/tag430.xml"/><Relationship Id="rId27" Type="http://schemas.openxmlformats.org/officeDocument/2006/relationships/tags" Target="../tags/tag429.xml"/><Relationship Id="rId26" Type="http://schemas.openxmlformats.org/officeDocument/2006/relationships/tags" Target="../tags/tag428.xml"/><Relationship Id="rId25" Type="http://schemas.openxmlformats.org/officeDocument/2006/relationships/tags" Target="../tags/tag427.xml"/><Relationship Id="rId24" Type="http://schemas.openxmlformats.org/officeDocument/2006/relationships/tags" Target="../tags/tag426.xml"/><Relationship Id="rId23" Type="http://schemas.openxmlformats.org/officeDocument/2006/relationships/tags" Target="../tags/tag425.xml"/><Relationship Id="rId22" Type="http://schemas.openxmlformats.org/officeDocument/2006/relationships/tags" Target="../tags/tag424.xml"/><Relationship Id="rId21" Type="http://schemas.openxmlformats.org/officeDocument/2006/relationships/tags" Target="../tags/tag423.xml"/><Relationship Id="rId20" Type="http://schemas.openxmlformats.org/officeDocument/2006/relationships/tags" Target="../tags/tag422.xml"/><Relationship Id="rId2" Type="http://schemas.openxmlformats.org/officeDocument/2006/relationships/tags" Target="../tags/tag406.xml"/><Relationship Id="rId19" Type="http://schemas.openxmlformats.org/officeDocument/2006/relationships/tags" Target="../tags/tag421.xml"/><Relationship Id="rId18" Type="http://schemas.openxmlformats.org/officeDocument/2006/relationships/tags" Target="../tags/tag420.xml"/><Relationship Id="rId17" Type="http://schemas.openxmlformats.org/officeDocument/2006/relationships/tags" Target="../tags/tag419.xml"/><Relationship Id="rId16" Type="http://schemas.openxmlformats.org/officeDocument/2006/relationships/tags" Target="../tags/tag418.xml"/><Relationship Id="rId15" Type="http://schemas.openxmlformats.org/officeDocument/2006/relationships/tags" Target="../tags/tag417.xml"/><Relationship Id="rId14" Type="http://schemas.openxmlformats.org/officeDocument/2006/relationships/image" Target="../media/image671.svg"/><Relationship Id="rId13" Type="http://schemas.openxmlformats.org/officeDocument/2006/relationships/image" Target="../media/image660.png"/><Relationship Id="rId12" Type="http://schemas.openxmlformats.org/officeDocument/2006/relationships/tags" Target="../tags/tag416.xml"/><Relationship Id="rId11" Type="http://schemas.openxmlformats.org/officeDocument/2006/relationships/tags" Target="../tags/tag415.xml"/><Relationship Id="rId10" Type="http://schemas.openxmlformats.org/officeDocument/2006/relationships/tags" Target="../tags/tag414.xml"/><Relationship Id="rId1" Type="http://schemas.openxmlformats.org/officeDocument/2006/relationships/tags" Target="../tags/tag405.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75.svg"/><Relationship Id="rId3" Type="http://schemas.openxmlformats.org/officeDocument/2006/relationships/image" Target="../media/image674.png"/><Relationship Id="rId2" Type="http://schemas.openxmlformats.org/officeDocument/2006/relationships/image" Target="../media/image673.svg"/><Relationship Id="rId1" Type="http://schemas.openxmlformats.org/officeDocument/2006/relationships/image" Target="../media/image67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77.svg"/><Relationship Id="rId1" Type="http://schemas.openxmlformats.org/officeDocument/2006/relationships/image" Target="../media/image676.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78.svg"/><Relationship Id="rId1" Type="http://schemas.openxmlformats.org/officeDocument/2006/relationships/image" Target="../media/image672.png"/></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tags" Target="../tags/tag431.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82.svg"/><Relationship Id="rId3" Type="http://schemas.openxmlformats.org/officeDocument/2006/relationships/image" Target="../media/image681.png"/><Relationship Id="rId2" Type="http://schemas.openxmlformats.org/officeDocument/2006/relationships/image" Target="../media/image680.svg"/><Relationship Id="rId1" Type="http://schemas.openxmlformats.org/officeDocument/2006/relationships/image" Target="../media/image679.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80.svg"/><Relationship Id="rId1" Type="http://schemas.openxmlformats.org/officeDocument/2006/relationships/image" Target="../media/image679.png"/></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689.svg"/><Relationship Id="rId6" Type="http://schemas.openxmlformats.org/officeDocument/2006/relationships/image" Target="../media/image688.svg"/><Relationship Id="rId5" Type="http://schemas.openxmlformats.org/officeDocument/2006/relationships/image" Target="../media/image687.svg"/><Relationship Id="rId4" Type="http://schemas.openxmlformats.org/officeDocument/2006/relationships/image" Target="../media/image686.svg"/><Relationship Id="rId3" Type="http://schemas.openxmlformats.org/officeDocument/2006/relationships/image" Target="../media/image685.svg"/><Relationship Id="rId2" Type="http://schemas.openxmlformats.org/officeDocument/2006/relationships/image" Target="../media/image684.svg"/><Relationship Id="rId1" Type="http://schemas.openxmlformats.org/officeDocument/2006/relationships/image" Target="../media/image683.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8.xml"/><Relationship Id="rId1" Type="http://schemas.openxmlformats.org/officeDocument/2006/relationships/tags" Target="../tags/tag43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s>
</file>

<file path=ppt/slides/_rels/slide75.xml.rels><?xml version="1.0" encoding="UTF-8" standalone="yes"?>
<Relationships xmlns="http://schemas.openxmlformats.org/package/2006/relationships"><Relationship Id="rId9" Type="http://schemas.openxmlformats.org/officeDocument/2006/relationships/tags" Target="../tags/tag444.xml"/><Relationship Id="rId8" Type="http://schemas.openxmlformats.org/officeDocument/2006/relationships/tags" Target="../tags/tag443.xml"/><Relationship Id="rId7" Type="http://schemas.openxmlformats.org/officeDocument/2006/relationships/tags" Target="../tags/tag442.xml"/><Relationship Id="rId6" Type="http://schemas.openxmlformats.org/officeDocument/2006/relationships/image" Target="../media/image695.svg"/><Relationship Id="rId5" Type="http://schemas.openxmlformats.org/officeDocument/2006/relationships/image" Target="../media/image694.png"/><Relationship Id="rId4" Type="http://schemas.openxmlformats.org/officeDocument/2006/relationships/image" Target="../media/image693.svg"/><Relationship Id="rId3" Type="http://schemas.openxmlformats.org/officeDocument/2006/relationships/image" Target="../media/image692.png"/><Relationship Id="rId2" Type="http://schemas.openxmlformats.org/officeDocument/2006/relationships/image" Target="../media/image691.svg"/><Relationship Id="rId19" Type="http://schemas.openxmlformats.org/officeDocument/2006/relationships/slideLayout" Target="../slideLayouts/slideLayout4.xml"/><Relationship Id="rId18" Type="http://schemas.openxmlformats.org/officeDocument/2006/relationships/tags" Target="../tags/tag453.xml"/><Relationship Id="rId17" Type="http://schemas.openxmlformats.org/officeDocument/2006/relationships/tags" Target="../tags/tag452.xml"/><Relationship Id="rId16" Type="http://schemas.openxmlformats.org/officeDocument/2006/relationships/tags" Target="../tags/tag451.xml"/><Relationship Id="rId15" Type="http://schemas.openxmlformats.org/officeDocument/2006/relationships/tags" Target="../tags/tag450.xml"/><Relationship Id="rId14" Type="http://schemas.openxmlformats.org/officeDocument/2006/relationships/tags" Target="../tags/tag449.xml"/><Relationship Id="rId13" Type="http://schemas.openxmlformats.org/officeDocument/2006/relationships/tags" Target="../tags/tag448.xml"/><Relationship Id="rId12" Type="http://schemas.openxmlformats.org/officeDocument/2006/relationships/tags" Target="../tags/tag447.xml"/><Relationship Id="rId11" Type="http://schemas.openxmlformats.org/officeDocument/2006/relationships/tags" Target="../tags/tag446.xml"/><Relationship Id="rId10" Type="http://schemas.openxmlformats.org/officeDocument/2006/relationships/tags" Target="../tags/tag445.xml"/><Relationship Id="rId1" Type="http://schemas.openxmlformats.org/officeDocument/2006/relationships/image" Target="../media/image690.png"/></Relationships>
</file>

<file path=ppt/slides/_rels/slide76.xml.rels><?xml version="1.0" encoding="UTF-8" standalone="yes"?>
<Relationships xmlns="http://schemas.openxmlformats.org/package/2006/relationships"><Relationship Id="rId9" Type="http://schemas.openxmlformats.org/officeDocument/2006/relationships/image" Target="../media/image702.png"/><Relationship Id="rId8" Type="http://schemas.openxmlformats.org/officeDocument/2006/relationships/image" Target="../media/image691.svg"/><Relationship Id="rId7" Type="http://schemas.openxmlformats.org/officeDocument/2006/relationships/image" Target="../media/image690.png"/><Relationship Id="rId6" Type="http://schemas.openxmlformats.org/officeDocument/2006/relationships/image" Target="../media/image701.svg"/><Relationship Id="rId5" Type="http://schemas.openxmlformats.org/officeDocument/2006/relationships/image" Target="../media/image700.png"/><Relationship Id="rId4" Type="http://schemas.openxmlformats.org/officeDocument/2006/relationships/image" Target="../media/image699.svg"/><Relationship Id="rId3" Type="http://schemas.openxmlformats.org/officeDocument/2006/relationships/image" Target="../media/image698.png"/><Relationship Id="rId2" Type="http://schemas.openxmlformats.org/officeDocument/2006/relationships/image" Target="../media/image697.svg"/><Relationship Id="rId15" Type="http://schemas.openxmlformats.org/officeDocument/2006/relationships/slideLayout" Target="../slideLayouts/slideLayout4.xml"/><Relationship Id="rId14" Type="http://schemas.openxmlformats.org/officeDocument/2006/relationships/image" Target="../media/image707.svg"/><Relationship Id="rId13" Type="http://schemas.openxmlformats.org/officeDocument/2006/relationships/image" Target="../media/image706.png"/><Relationship Id="rId12" Type="http://schemas.openxmlformats.org/officeDocument/2006/relationships/image" Target="../media/image705.svg"/><Relationship Id="rId11" Type="http://schemas.openxmlformats.org/officeDocument/2006/relationships/image" Target="../media/image704.png"/><Relationship Id="rId10" Type="http://schemas.openxmlformats.org/officeDocument/2006/relationships/image" Target="../media/image703.svg"/><Relationship Id="rId1" Type="http://schemas.openxmlformats.org/officeDocument/2006/relationships/image" Target="../media/image69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59.xml"/><Relationship Id="rId7" Type="http://schemas.openxmlformats.org/officeDocument/2006/relationships/slideLayout" Target="../slideLayouts/slideLayout4.xml"/><Relationship Id="rId6" Type="http://schemas.openxmlformats.org/officeDocument/2006/relationships/image" Target="../media/image619.svg"/><Relationship Id="rId5" Type="http://schemas.openxmlformats.org/officeDocument/2006/relationships/image" Target="../media/image618.png"/><Relationship Id="rId4" Type="http://schemas.openxmlformats.org/officeDocument/2006/relationships/image" Target="../media/image615.svg"/><Relationship Id="rId3" Type="http://schemas.openxmlformats.org/officeDocument/2006/relationships/image" Target="../media/image614.png"/><Relationship Id="rId2" Type="http://schemas.openxmlformats.org/officeDocument/2006/relationships/image" Target="../media/image407.svg"/><Relationship Id="rId1" Type="http://schemas.openxmlformats.org/officeDocument/2006/relationships/image" Target="../media/image406.png"/></Relationships>
</file>

<file path=ppt/slides/_rels/slide79.xml.rels><?xml version="1.0" encoding="UTF-8" standalone="yes"?>
<Relationships xmlns="http://schemas.openxmlformats.org/package/2006/relationships"><Relationship Id="rId99" Type="http://schemas.openxmlformats.org/officeDocument/2006/relationships/tags" Target="../tags/tag552.xml"/><Relationship Id="rId98" Type="http://schemas.openxmlformats.org/officeDocument/2006/relationships/tags" Target="../tags/tag551.xml"/><Relationship Id="rId97" Type="http://schemas.openxmlformats.org/officeDocument/2006/relationships/tags" Target="../tags/tag550.xml"/><Relationship Id="rId96" Type="http://schemas.openxmlformats.org/officeDocument/2006/relationships/tags" Target="../tags/tag549.xml"/><Relationship Id="rId95" Type="http://schemas.openxmlformats.org/officeDocument/2006/relationships/tags" Target="../tags/tag548.xml"/><Relationship Id="rId94" Type="http://schemas.openxmlformats.org/officeDocument/2006/relationships/tags" Target="../tags/tag547.xml"/><Relationship Id="rId93" Type="http://schemas.openxmlformats.org/officeDocument/2006/relationships/tags" Target="../tags/tag546.xml"/><Relationship Id="rId92" Type="http://schemas.openxmlformats.org/officeDocument/2006/relationships/tags" Target="../tags/tag545.xml"/><Relationship Id="rId91" Type="http://schemas.openxmlformats.org/officeDocument/2006/relationships/tags" Target="../tags/tag544.xml"/><Relationship Id="rId90" Type="http://schemas.openxmlformats.org/officeDocument/2006/relationships/tags" Target="../tags/tag543.xml"/><Relationship Id="rId9" Type="http://schemas.openxmlformats.org/officeDocument/2006/relationships/tags" Target="../tags/tag462.xml"/><Relationship Id="rId89" Type="http://schemas.openxmlformats.org/officeDocument/2006/relationships/tags" Target="../tags/tag542.xml"/><Relationship Id="rId88" Type="http://schemas.openxmlformats.org/officeDocument/2006/relationships/tags" Target="../tags/tag541.xml"/><Relationship Id="rId87" Type="http://schemas.openxmlformats.org/officeDocument/2006/relationships/tags" Target="../tags/tag540.xml"/><Relationship Id="rId86" Type="http://schemas.openxmlformats.org/officeDocument/2006/relationships/tags" Target="../tags/tag539.xml"/><Relationship Id="rId85" Type="http://schemas.openxmlformats.org/officeDocument/2006/relationships/tags" Target="../tags/tag538.xml"/><Relationship Id="rId84" Type="http://schemas.openxmlformats.org/officeDocument/2006/relationships/tags" Target="../tags/tag537.xml"/><Relationship Id="rId83" Type="http://schemas.openxmlformats.org/officeDocument/2006/relationships/tags" Target="../tags/tag536.xml"/><Relationship Id="rId82" Type="http://schemas.openxmlformats.org/officeDocument/2006/relationships/tags" Target="../tags/tag535.xml"/><Relationship Id="rId81" Type="http://schemas.openxmlformats.org/officeDocument/2006/relationships/tags" Target="../tags/tag534.xml"/><Relationship Id="rId80" Type="http://schemas.openxmlformats.org/officeDocument/2006/relationships/tags" Target="../tags/tag533.xml"/><Relationship Id="rId8" Type="http://schemas.openxmlformats.org/officeDocument/2006/relationships/tags" Target="../tags/tag461.xml"/><Relationship Id="rId79" Type="http://schemas.openxmlformats.org/officeDocument/2006/relationships/tags" Target="../tags/tag532.xml"/><Relationship Id="rId78" Type="http://schemas.openxmlformats.org/officeDocument/2006/relationships/tags" Target="../tags/tag531.xml"/><Relationship Id="rId77" Type="http://schemas.openxmlformats.org/officeDocument/2006/relationships/tags" Target="../tags/tag530.xml"/><Relationship Id="rId76" Type="http://schemas.openxmlformats.org/officeDocument/2006/relationships/tags" Target="../tags/tag529.xml"/><Relationship Id="rId75" Type="http://schemas.openxmlformats.org/officeDocument/2006/relationships/tags" Target="../tags/tag528.xml"/><Relationship Id="rId74" Type="http://schemas.openxmlformats.org/officeDocument/2006/relationships/tags" Target="../tags/tag527.xml"/><Relationship Id="rId73" Type="http://schemas.openxmlformats.org/officeDocument/2006/relationships/tags" Target="../tags/tag526.xml"/><Relationship Id="rId72" Type="http://schemas.openxmlformats.org/officeDocument/2006/relationships/tags" Target="../tags/tag525.xml"/><Relationship Id="rId71" Type="http://schemas.openxmlformats.org/officeDocument/2006/relationships/tags" Target="../tags/tag524.xml"/><Relationship Id="rId70" Type="http://schemas.openxmlformats.org/officeDocument/2006/relationships/tags" Target="../tags/tag523.xml"/><Relationship Id="rId7" Type="http://schemas.openxmlformats.org/officeDocument/2006/relationships/tags" Target="../tags/tag460.xml"/><Relationship Id="rId69" Type="http://schemas.openxmlformats.org/officeDocument/2006/relationships/tags" Target="../tags/tag522.xml"/><Relationship Id="rId68" Type="http://schemas.openxmlformats.org/officeDocument/2006/relationships/tags" Target="../tags/tag521.xml"/><Relationship Id="rId67" Type="http://schemas.openxmlformats.org/officeDocument/2006/relationships/tags" Target="../tags/tag520.xml"/><Relationship Id="rId66" Type="http://schemas.openxmlformats.org/officeDocument/2006/relationships/tags" Target="../tags/tag519.xml"/><Relationship Id="rId65" Type="http://schemas.openxmlformats.org/officeDocument/2006/relationships/tags" Target="../tags/tag518.xml"/><Relationship Id="rId64" Type="http://schemas.openxmlformats.org/officeDocument/2006/relationships/tags" Target="../tags/tag517.xml"/><Relationship Id="rId63" Type="http://schemas.openxmlformats.org/officeDocument/2006/relationships/tags" Target="../tags/tag516.xml"/><Relationship Id="rId62" Type="http://schemas.openxmlformats.org/officeDocument/2006/relationships/tags" Target="../tags/tag515.xml"/><Relationship Id="rId61" Type="http://schemas.openxmlformats.org/officeDocument/2006/relationships/tags" Target="../tags/tag514.xml"/><Relationship Id="rId60" Type="http://schemas.openxmlformats.org/officeDocument/2006/relationships/tags" Target="../tags/tag513.xml"/><Relationship Id="rId6" Type="http://schemas.openxmlformats.org/officeDocument/2006/relationships/tags" Target="../tags/tag459.xml"/><Relationship Id="rId59" Type="http://schemas.openxmlformats.org/officeDocument/2006/relationships/tags" Target="../tags/tag512.xml"/><Relationship Id="rId58" Type="http://schemas.openxmlformats.org/officeDocument/2006/relationships/tags" Target="../tags/tag511.xml"/><Relationship Id="rId57" Type="http://schemas.openxmlformats.org/officeDocument/2006/relationships/tags" Target="../tags/tag510.xml"/><Relationship Id="rId56" Type="http://schemas.openxmlformats.org/officeDocument/2006/relationships/tags" Target="../tags/tag509.xml"/><Relationship Id="rId55" Type="http://schemas.openxmlformats.org/officeDocument/2006/relationships/tags" Target="../tags/tag508.xml"/><Relationship Id="rId54" Type="http://schemas.openxmlformats.org/officeDocument/2006/relationships/tags" Target="../tags/tag507.xml"/><Relationship Id="rId53" Type="http://schemas.openxmlformats.org/officeDocument/2006/relationships/tags" Target="../tags/tag506.xml"/><Relationship Id="rId52" Type="http://schemas.openxmlformats.org/officeDocument/2006/relationships/tags" Target="../tags/tag505.xml"/><Relationship Id="rId51" Type="http://schemas.openxmlformats.org/officeDocument/2006/relationships/tags" Target="../tags/tag504.xml"/><Relationship Id="rId50" Type="http://schemas.openxmlformats.org/officeDocument/2006/relationships/tags" Target="../tags/tag503.xml"/><Relationship Id="rId5" Type="http://schemas.openxmlformats.org/officeDocument/2006/relationships/tags" Target="../tags/tag458.xml"/><Relationship Id="rId49" Type="http://schemas.openxmlformats.org/officeDocument/2006/relationships/tags" Target="../tags/tag502.xml"/><Relationship Id="rId48" Type="http://schemas.openxmlformats.org/officeDocument/2006/relationships/tags" Target="../tags/tag501.xml"/><Relationship Id="rId47" Type="http://schemas.openxmlformats.org/officeDocument/2006/relationships/tags" Target="../tags/tag500.xml"/><Relationship Id="rId46" Type="http://schemas.openxmlformats.org/officeDocument/2006/relationships/tags" Target="../tags/tag499.xml"/><Relationship Id="rId45" Type="http://schemas.openxmlformats.org/officeDocument/2006/relationships/tags" Target="../tags/tag498.xml"/><Relationship Id="rId44" Type="http://schemas.openxmlformats.org/officeDocument/2006/relationships/tags" Target="../tags/tag497.xml"/><Relationship Id="rId43" Type="http://schemas.openxmlformats.org/officeDocument/2006/relationships/tags" Target="../tags/tag496.xml"/><Relationship Id="rId42" Type="http://schemas.openxmlformats.org/officeDocument/2006/relationships/tags" Target="../tags/tag495.xml"/><Relationship Id="rId41" Type="http://schemas.openxmlformats.org/officeDocument/2006/relationships/tags" Target="../tags/tag494.xml"/><Relationship Id="rId40" Type="http://schemas.openxmlformats.org/officeDocument/2006/relationships/tags" Target="../tags/tag493.xml"/><Relationship Id="rId4" Type="http://schemas.openxmlformats.org/officeDocument/2006/relationships/tags" Target="../tags/tag457.xml"/><Relationship Id="rId39" Type="http://schemas.openxmlformats.org/officeDocument/2006/relationships/tags" Target="../tags/tag492.xml"/><Relationship Id="rId38" Type="http://schemas.openxmlformats.org/officeDocument/2006/relationships/tags" Target="../tags/tag491.xml"/><Relationship Id="rId37" Type="http://schemas.openxmlformats.org/officeDocument/2006/relationships/tags" Target="../tags/tag490.xml"/><Relationship Id="rId36" Type="http://schemas.openxmlformats.org/officeDocument/2006/relationships/tags" Target="../tags/tag489.xml"/><Relationship Id="rId35" Type="http://schemas.openxmlformats.org/officeDocument/2006/relationships/tags" Target="../tags/tag488.xml"/><Relationship Id="rId34" Type="http://schemas.openxmlformats.org/officeDocument/2006/relationships/tags" Target="../tags/tag487.xml"/><Relationship Id="rId33" Type="http://schemas.openxmlformats.org/officeDocument/2006/relationships/tags" Target="../tags/tag486.xml"/><Relationship Id="rId32" Type="http://schemas.openxmlformats.org/officeDocument/2006/relationships/tags" Target="../tags/tag485.xml"/><Relationship Id="rId31" Type="http://schemas.openxmlformats.org/officeDocument/2006/relationships/tags" Target="../tags/tag484.xml"/><Relationship Id="rId30" Type="http://schemas.openxmlformats.org/officeDocument/2006/relationships/tags" Target="../tags/tag483.xml"/><Relationship Id="rId3" Type="http://schemas.openxmlformats.org/officeDocument/2006/relationships/tags" Target="../tags/tag456.xml"/><Relationship Id="rId29" Type="http://schemas.openxmlformats.org/officeDocument/2006/relationships/tags" Target="../tags/tag482.xml"/><Relationship Id="rId28" Type="http://schemas.openxmlformats.org/officeDocument/2006/relationships/tags" Target="../tags/tag481.xml"/><Relationship Id="rId27" Type="http://schemas.openxmlformats.org/officeDocument/2006/relationships/tags" Target="../tags/tag480.xml"/><Relationship Id="rId26" Type="http://schemas.openxmlformats.org/officeDocument/2006/relationships/tags" Target="../tags/tag479.xml"/><Relationship Id="rId25" Type="http://schemas.openxmlformats.org/officeDocument/2006/relationships/tags" Target="../tags/tag478.xml"/><Relationship Id="rId24" Type="http://schemas.openxmlformats.org/officeDocument/2006/relationships/tags" Target="../tags/tag477.xml"/><Relationship Id="rId23" Type="http://schemas.openxmlformats.org/officeDocument/2006/relationships/tags" Target="../tags/tag476.xml"/><Relationship Id="rId22" Type="http://schemas.openxmlformats.org/officeDocument/2006/relationships/tags" Target="../tags/tag475.xml"/><Relationship Id="rId21" Type="http://schemas.openxmlformats.org/officeDocument/2006/relationships/tags" Target="../tags/tag474.xml"/><Relationship Id="rId20" Type="http://schemas.openxmlformats.org/officeDocument/2006/relationships/tags" Target="../tags/tag473.xml"/><Relationship Id="rId2" Type="http://schemas.openxmlformats.org/officeDocument/2006/relationships/tags" Target="../tags/tag455.xml"/><Relationship Id="rId19" Type="http://schemas.openxmlformats.org/officeDocument/2006/relationships/tags" Target="../tags/tag472.xml"/><Relationship Id="rId18" Type="http://schemas.openxmlformats.org/officeDocument/2006/relationships/tags" Target="../tags/tag471.xml"/><Relationship Id="rId17" Type="http://schemas.openxmlformats.org/officeDocument/2006/relationships/tags" Target="../tags/tag470.xml"/><Relationship Id="rId166" Type="http://schemas.openxmlformats.org/officeDocument/2006/relationships/notesSlide" Target="../notesSlides/notesSlide60.xml"/><Relationship Id="rId165" Type="http://schemas.openxmlformats.org/officeDocument/2006/relationships/slideLayout" Target="../slideLayouts/slideLayout4.xml"/><Relationship Id="rId164" Type="http://schemas.openxmlformats.org/officeDocument/2006/relationships/tags" Target="../tags/tag617.xml"/><Relationship Id="rId163" Type="http://schemas.openxmlformats.org/officeDocument/2006/relationships/tags" Target="../tags/tag616.xml"/><Relationship Id="rId162" Type="http://schemas.openxmlformats.org/officeDocument/2006/relationships/tags" Target="../tags/tag615.xml"/><Relationship Id="rId161" Type="http://schemas.openxmlformats.org/officeDocument/2006/relationships/tags" Target="../tags/tag614.xml"/><Relationship Id="rId160" Type="http://schemas.openxmlformats.org/officeDocument/2006/relationships/tags" Target="../tags/tag613.xml"/><Relationship Id="rId16" Type="http://schemas.openxmlformats.org/officeDocument/2006/relationships/tags" Target="../tags/tag469.xml"/><Relationship Id="rId159" Type="http://schemas.openxmlformats.org/officeDocument/2006/relationships/tags" Target="../tags/tag612.xml"/><Relationship Id="rId158" Type="http://schemas.openxmlformats.org/officeDocument/2006/relationships/tags" Target="../tags/tag611.xml"/><Relationship Id="rId157" Type="http://schemas.openxmlformats.org/officeDocument/2006/relationships/tags" Target="../tags/tag610.xml"/><Relationship Id="rId156" Type="http://schemas.openxmlformats.org/officeDocument/2006/relationships/tags" Target="../tags/tag609.xml"/><Relationship Id="rId155" Type="http://schemas.openxmlformats.org/officeDocument/2006/relationships/tags" Target="../tags/tag608.xml"/><Relationship Id="rId154" Type="http://schemas.openxmlformats.org/officeDocument/2006/relationships/tags" Target="../tags/tag607.xml"/><Relationship Id="rId153" Type="http://schemas.openxmlformats.org/officeDocument/2006/relationships/tags" Target="../tags/tag606.xml"/><Relationship Id="rId152" Type="http://schemas.openxmlformats.org/officeDocument/2006/relationships/tags" Target="../tags/tag605.xml"/><Relationship Id="rId151" Type="http://schemas.openxmlformats.org/officeDocument/2006/relationships/tags" Target="../tags/tag604.xml"/><Relationship Id="rId150" Type="http://schemas.openxmlformats.org/officeDocument/2006/relationships/tags" Target="../tags/tag603.xml"/><Relationship Id="rId15" Type="http://schemas.openxmlformats.org/officeDocument/2006/relationships/tags" Target="../tags/tag468.xml"/><Relationship Id="rId149" Type="http://schemas.openxmlformats.org/officeDocument/2006/relationships/tags" Target="../tags/tag602.xml"/><Relationship Id="rId148" Type="http://schemas.openxmlformats.org/officeDocument/2006/relationships/tags" Target="../tags/tag601.xml"/><Relationship Id="rId147" Type="http://schemas.openxmlformats.org/officeDocument/2006/relationships/tags" Target="../tags/tag600.xml"/><Relationship Id="rId146" Type="http://schemas.openxmlformats.org/officeDocument/2006/relationships/tags" Target="../tags/tag599.xml"/><Relationship Id="rId145" Type="http://schemas.openxmlformats.org/officeDocument/2006/relationships/tags" Target="../tags/tag598.xml"/><Relationship Id="rId144" Type="http://schemas.openxmlformats.org/officeDocument/2006/relationships/tags" Target="../tags/tag597.xml"/><Relationship Id="rId143" Type="http://schemas.openxmlformats.org/officeDocument/2006/relationships/tags" Target="../tags/tag596.xml"/><Relationship Id="rId142" Type="http://schemas.openxmlformats.org/officeDocument/2006/relationships/tags" Target="../tags/tag595.xml"/><Relationship Id="rId141" Type="http://schemas.openxmlformats.org/officeDocument/2006/relationships/tags" Target="../tags/tag594.xml"/><Relationship Id="rId140" Type="http://schemas.openxmlformats.org/officeDocument/2006/relationships/tags" Target="../tags/tag593.xml"/><Relationship Id="rId14" Type="http://schemas.openxmlformats.org/officeDocument/2006/relationships/tags" Target="../tags/tag467.xml"/><Relationship Id="rId139" Type="http://schemas.openxmlformats.org/officeDocument/2006/relationships/tags" Target="../tags/tag592.xml"/><Relationship Id="rId138" Type="http://schemas.openxmlformats.org/officeDocument/2006/relationships/tags" Target="../tags/tag591.xml"/><Relationship Id="rId137" Type="http://schemas.openxmlformats.org/officeDocument/2006/relationships/tags" Target="../tags/tag590.xml"/><Relationship Id="rId136" Type="http://schemas.openxmlformats.org/officeDocument/2006/relationships/tags" Target="../tags/tag589.xml"/><Relationship Id="rId135" Type="http://schemas.openxmlformats.org/officeDocument/2006/relationships/tags" Target="../tags/tag588.xml"/><Relationship Id="rId134" Type="http://schemas.openxmlformats.org/officeDocument/2006/relationships/tags" Target="../tags/tag587.xml"/><Relationship Id="rId133" Type="http://schemas.openxmlformats.org/officeDocument/2006/relationships/tags" Target="../tags/tag586.xml"/><Relationship Id="rId132" Type="http://schemas.openxmlformats.org/officeDocument/2006/relationships/tags" Target="../tags/tag585.xml"/><Relationship Id="rId131" Type="http://schemas.openxmlformats.org/officeDocument/2006/relationships/tags" Target="../tags/tag584.xml"/><Relationship Id="rId130" Type="http://schemas.openxmlformats.org/officeDocument/2006/relationships/tags" Target="../tags/tag583.xml"/><Relationship Id="rId13" Type="http://schemas.openxmlformats.org/officeDocument/2006/relationships/tags" Target="../tags/tag466.xml"/><Relationship Id="rId129" Type="http://schemas.openxmlformats.org/officeDocument/2006/relationships/tags" Target="../tags/tag582.xml"/><Relationship Id="rId128" Type="http://schemas.openxmlformats.org/officeDocument/2006/relationships/tags" Target="../tags/tag581.xml"/><Relationship Id="rId127" Type="http://schemas.openxmlformats.org/officeDocument/2006/relationships/tags" Target="../tags/tag580.xml"/><Relationship Id="rId126" Type="http://schemas.openxmlformats.org/officeDocument/2006/relationships/tags" Target="../tags/tag579.xml"/><Relationship Id="rId125" Type="http://schemas.openxmlformats.org/officeDocument/2006/relationships/tags" Target="../tags/tag578.xml"/><Relationship Id="rId124" Type="http://schemas.openxmlformats.org/officeDocument/2006/relationships/tags" Target="../tags/tag577.xml"/><Relationship Id="rId123" Type="http://schemas.openxmlformats.org/officeDocument/2006/relationships/tags" Target="../tags/tag576.xml"/><Relationship Id="rId122" Type="http://schemas.openxmlformats.org/officeDocument/2006/relationships/tags" Target="../tags/tag575.xml"/><Relationship Id="rId121" Type="http://schemas.openxmlformats.org/officeDocument/2006/relationships/tags" Target="../tags/tag574.xml"/><Relationship Id="rId120" Type="http://schemas.openxmlformats.org/officeDocument/2006/relationships/tags" Target="../tags/tag573.xml"/><Relationship Id="rId12" Type="http://schemas.openxmlformats.org/officeDocument/2006/relationships/tags" Target="../tags/tag465.xml"/><Relationship Id="rId119" Type="http://schemas.openxmlformats.org/officeDocument/2006/relationships/tags" Target="../tags/tag572.xml"/><Relationship Id="rId118" Type="http://schemas.openxmlformats.org/officeDocument/2006/relationships/tags" Target="../tags/tag571.xml"/><Relationship Id="rId117" Type="http://schemas.openxmlformats.org/officeDocument/2006/relationships/tags" Target="../tags/tag570.xml"/><Relationship Id="rId116" Type="http://schemas.openxmlformats.org/officeDocument/2006/relationships/tags" Target="../tags/tag569.xml"/><Relationship Id="rId115" Type="http://schemas.openxmlformats.org/officeDocument/2006/relationships/tags" Target="../tags/tag568.xml"/><Relationship Id="rId114" Type="http://schemas.openxmlformats.org/officeDocument/2006/relationships/tags" Target="../tags/tag567.xml"/><Relationship Id="rId113" Type="http://schemas.openxmlformats.org/officeDocument/2006/relationships/tags" Target="../tags/tag566.xml"/><Relationship Id="rId112" Type="http://schemas.openxmlformats.org/officeDocument/2006/relationships/tags" Target="../tags/tag565.xml"/><Relationship Id="rId111" Type="http://schemas.openxmlformats.org/officeDocument/2006/relationships/tags" Target="../tags/tag564.xml"/><Relationship Id="rId110" Type="http://schemas.openxmlformats.org/officeDocument/2006/relationships/tags" Target="../tags/tag563.xml"/><Relationship Id="rId11" Type="http://schemas.openxmlformats.org/officeDocument/2006/relationships/tags" Target="../tags/tag464.xml"/><Relationship Id="rId109" Type="http://schemas.openxmlformats.org/officeDocument/2006/relationships/tags" Target="../tags/tag562.xml"/><Relationship Id="rId108" Type="http://schemas.openxmlformats.org/officeDocument/2006/relationships/tags" Target="../tags/tag561.xml"/><Relationship Id="rId107" Type="http://schemas.openxmlformats.org/officeDocument/2006/relationships/tags" Target="../tags/tag560.xml"/><Relationship Id="rId106" Type="http://schemas.openxmlformats.org/officeDocument/2006/relationships/tags" Target="../tags/tag559.xml"/><Relationship Id="rId105" Type="http://schemas.openxmlformats.org/officeDocument/2006/relationships/tags" Target="../tags/tag558.xml"/><Relationship Id="rId104" Type="http://schemas.openxmlformats.org/officeDocument/2006/relationships/tags" Target="../tags/tag557.xml"/><Relationship Id="rId103" Type="http://schemas.openxmlformats.org/officeDocument/2006/relationships/tags" Target="../tags/tag556.xml"/><Relationship Id="rId102" Type="http://schemas.openxmlformats.org/officeDocument/2006/relationships/tags" Target="../tags/tag555.xml"/><Relationship Id="rId101" Type="http://schemas.openxmlformats.org/officeDocument/2006/relationships/tags" Target="../tags/tag554.xml"/><Relationship Id="rId100" Type="http://schemas.openxmlformats.org/officeDocument/2006/relationships/tags" Target="../tags/tag553.xml"/><Relationship Id="rId10" Type="http://schemas.openxmlformats.org/officeDocument/2006/relationships/tags" Target="../tags/tag463.xml"/><Relationship Id="rId1" Type="http://schemas.openxmlformats.org/officeDocument/2006/relationships/tags" Target="../tags/tag454.xml"/></Relationships>
</file>

<file path=ppt/slides/_rels/slide80.xml.rels><?xml version="1.0" encoding="UTF-8" standalone="yes"?>
<Relationships xmlns="http://schemas.openxmlformats.org/package/2006/relationships"><Relationship Id="rId9" Type="http://schemas.openxmlformats.org/officeDocument/2006/relationships/tags" Target="../tags/tag626.xml"/><Relationship Id="rId8" Type="http://schemas.openxmlformats.org/officeDocument/2006/relationships/tags" Target="../tags/tag625.xml"/><Relationship Id="rId7" Type="http://schemas.openxmlformats.org/officeDocument/2006/relationships/tags" Target="../tags/tag624.xml"/><Relationship Id="rId6" Type="http://schemas.openxmlformats.org/officeDocument/2006/relationships/tags" Target="../tags/tag623.xml"/><Relationship Id="rId54" Type="http://schemas.openxmlformats.org/officeDocument/2006/relationships/notesSlide" Target="../notesSlides/notesSlide61.xml"/><Relationship Id="rId53" Type="http://schemas.openxmlformats.org/officeDocument/2006/relationships/slideLayout" Target="../slideLayouts/slideLayout4.xml"/><Relationship Id="rId52" Type="http://schemas.openxmlformats.org/officeDocument/2006/relationships/tags" Target="../tags/tag669.xml"/><Relationship Id="rId51" Type="http://schemas.openxmlformats.org/officeDocument/2006/relationships/tags" Target="../tags/tag668.xml"/><Relationship Id="rId50" Type="http://schemas.openxmlformats.org/officeDocument/2006/relationships/tags" Target="../tags/tag667.xml"/><Relationship Id="rId5" Type="http://schemas.openxmlformats.org/officeDocument/2006/relationships/tags" Target="../tags/tag622.xml"/><Relationship Id="rId49" Type="http://schemas.openxmlformats.org/officeDocument/2006/relationships/tags" Target="../tags/tag666.xml"/><Relationship Id="rId48" Type="http://schemas.openxmlformats.org/officeDocument/2006/relationships/tags" Target="../tags/tag665.xml"/><Relationship Id="rId47" Type="http://schemas.openxmlformats.org/officeDocument/2006/relationships/tags" Target="../tags/tag664.xml"/><Relationship Id="rId46" Type="http://schemas.openxmlformats.org/officeDocument/2006/relationships/tags" Target="../tags/tag663.xml"/><Relationship Id="rId45" Type="http://schemas.openxmlformats.org/officeDocument/2006/relationships/tags" Target="../tags/tag662.xml"/><Relationship Id="rId44" Type="http://schemas.openxmlformats.org/officeDocument/2006/relationships/tags" Target="../tags/tag661.xml"/><Relationship Id="rId43" Type="http://schemas.openxmlformats.org/officeDocument/2006/relationships/tags" Target="../tags/tag660.xml"/><Relationship Id="rId42" Type="http://schemas.openxmlformats.org/officeDocument/2006/relationships/tags" Target="../tags/tag659.xml"/><Relationship Id="rId41" Type="http://schemas.openxmlformats.org/officeDocument/2006/relationships/tags" Target="../tags/tag658.xml"/><Relationship Id="rId40" Type="http://schemas.openxmlformats.org/officeDocument/2006/relationships/tags" Target="../tags/tag657.xml"/><Relationship Id="rId4" Type="http://schemas.openxmlformats.org/officeDocument/2006/relationships/tags" Target="../tags/tag621.xml"/><Relationship Id="rId39" Type="http://schemas.openxmlformats.org/officeDocument/2006/relationships/tags" Target="../tags/tag656.xml"/><Relationship Id="rId38" Type="http://schemas.openxmlformats.org/officeDocument/2006/relationships/tags" Target="../tags/tag655.xml"/><Relationship Id="rId37" Type="http://schemas.openxmlformats.org/officeDocument/2006/relationships/tags" Target="../tags/tag654.xml"/><Relationship Id="rId36" Type="http://schemas.openxmlformats.org/officeDocument/2006/relationships/tags" Target="../tags/tag653.xml"/><Relationship Id="rId35" Type="http://schemas.openxmlformats.org/officeDocument/2006/relationships/tags" Target="../tags/tag652.xml"/><Relationship Id="rId34" Type="http://schemas.openxmlformats.org/officeDocument/2006/relationships/tags" Target="../tags/tag651.xml"/><Relationship Id="rId33" Type="http://schemas.openxmlformats.org/officeDocument/2006/relationships/tags" Target="../tags/tag650.xml"/><Relationship Id="rId32" Type="http://schemas.openxmlformats.org/officeDocument/2006/relationships/tags" Target="../tags/tag649.xml"/><Relationship Id="rId31" Type="http://schemas.openxmlformats.org/officeDocument/2006/relationships/tags" Target="../tags/tag648.xml"/><Relationship Id="rId30" Type="http://schemas.openxmlformats.org/officeDocument/2006/relationships/tags" Target="../tags/tag647.xml"/><Relationship Id="rId3" Type="http://schemas.openxmlformats.org/officeDocument/2006/relationships/tags" Target="../tags/tag620.xml"/><Relationship Id="rId29" Type="http://schemas.openxmlformats.org/officeDocument/2006/relationships/tags" Target="../tags/tag646.xml"/><Relationship Id="rId28" Type="http://schemas.openxmlformats.org/officeDocument/2006/relationships/tags" Target="../tags/tag645.xml"/><Relationship Id="rId27" Type="http://schemas.openxmlformats.org/officeDocument/2006/relationships/tags" Target="../tags/tag644.xml"/><Relationship Id="rId26" Type="http://schemas.openxmlformats.org/officeDocument/2006/relationships/tags" Target="../tags/tag643.xml"/><Relationship Id="rId25" Type="http://schemas.openxmlformats.org/officeDocument/2006/relationships/tags" Target="../tags/tag642.xml"/><Relationship Id="rId24" Type="http://schemas.openxmlformats.org/officeDocument/2006/relationships/tags" Target="../tags/tag641.xml"/><Relationship Id="rId23" Type="http://schemas.openxmlformats.org/officeDocument/2006/relationships/tags" Target="../tags/tag640.xml"/><Relationship Id="rId22" Type="http://schemas.openxmlformats.org/officeDocument/2006/relationships/tags" Target="../tags/tag639.xml"/><Relationship Id="rId21" Type="http://schemas.openxmlformats.org/officeDocument/2006/relationships/tags" Target="../tags/tag638.xml"/><Relationship Id="rId20" Type="http://schemas.openxmlformats.org/officeDocument/2006/relationships/tags" Target="../tags/tag637.xml"/><Relationship Id="rId2" Type="http://schemas.openxmlformats.org/officeDocument/2006/relationships/tags" Target="../tags/tag619.xml"/><Relationship Id="rId19" Type="http://schemas.openxmlformats.org/officeDocument/2006/relationships/tags" Target="../tags/tag636.xml"/><Relationship Id="rId18" Type="http://schemas.openxmlformats.org/officeDocument/2006/relationships/tags" Target="../tags/tag635.xml"/><Relationship Id="rId17" Type="http://schemas.openxmlformats.org/officeDocument/2006/relationships/tags" Target="../tags/tag634.xml"/><Relationship Id="rId16" Type="http://schemas.openxmlformats.org/officeDocument/2006/relationships/tags" Target="../tags/tag633.xml"/><Relationship Id="rId15" Type="http://schemas.openxmlformats.org/officeDocument/2006/relationships/tags" Target="../tags/tag632.xml"/><Relationship Id="rId14" Type="http://schemas.openxmlformats.org/officeDocument/2006/relationships/tags" Target="../tags/tag631.xml"/><Relationship Id="rId13" Type="http://schemas.openxmlformats.org/officeDocument/2006/relationships/tags" Target="../tags/tag630.xml"/><Relationship Id="rId12" Type="http://schemas.openxmlformats.org/officeDocument/2006/relationships/tags" Target="../tags/tag629.xml"/><Relationship Id="rId11" Type="http://schemas.openxmlformats.org/officeDocument/2006/relationships/tags" Target="../tags/tag628.xml"/><Relationship Id="rId10" Type="http://schemas.openxmlformats.org/officeDocument/2006/relationships/tags" Target="../tags/tag627.xml"/><Relationship Id="rId1" Type="http://schemas.openxmlformats.org/officeDocument/2006/relationships/tags" Target="../tags/tag618.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70.xml"/></Relationships>
</file>

<file path=ppt/slides/_rels/slide82.xml.rels><?xml version="1.0" encoding="UTF-8" standalone="yes"?>
<Relationships xmlns="http://schemas.openxmlformats.org/package/2006/relationships"><Relationship Id="rId9" Type="http://schemas.openxmlformats.org/officeDocument/2006/relationships/image" Target="../media/image715.svg"/><Relationship Id="rId8" Type="http://schemas.openxmlformats.org/officeDocument/2006/relationships/image" Target="../media/image714.png"/><Relationship Id="rId7" Type="http://schemas.openxmlformats.org/officeDocument/2006/relationships/image" Target="../media/image713.svg"/><Relationship Id="rId6" Type="http://schemas.openxmlformats.org/officeDocument/2006/relationships/image" Target="../media/image712.png"/><Relationship Id="rId5" Type="http://schemas.openxmlformats.org/officeDocument/2006/relationships/image" Target="../media/image711.svg"/><Relationship Id="rId4" Type="http://schemas.openxmlformats.org/officeDocument/2006/relationships/image" Target="../media/image710.png"/><Relationship Id="rId3" Type="http://schemas.openxmlformats.org/officeDocument/2006/relationships/image" Target="../media/image709.svg"/><Relationship Id="rId2" Type="http://schemas.openxmlformats.org/officeDocument/2006/relationships/image" Target="../media/image708.png"/><Relationship Id="rId17" Type="http://schemas.openxmlformats.org/officeDocument/2006/relationships/slideLayout" Target="../slideLayouts/slideLayout4.xml"/><Relationship Id="rId16" Type="http://schemas.openxmlformats.org/officeDocument/2006/relationships/image" Target="../media/image329.svg"/><Relationship Id="rId15" Type="http://schemas.openxmlformats.org/officeDocument/2006/relationships/image" Target="../media/image328.png"/><Relationship Id="rId14" Type="http://schemas.openxmlformats.org/officeDocument/2006/relationships/tags" Target="../tags/tag676.xml"/><Relationship Id="rId13" Type="http://schemas.openxmlformats.org/officeDocument/2006/relationships/tags" Target="../tags/tag675.xml"/><Relationship Id="rId12" Type="http://schemas.openxmlformats.org/officeDocument/2006/relationships/tags" Target="../tags/tag674.xml"/><Relationship Id="rId11" Type="http://schemas.openxmlformats.org/officeDocument/2006/relationships/tags" Target="../tags/tag673.xml"/><Relationship Id="rId10" Type="http://schemas.openxmlformats.org/officeDocument/2006/relationships/tags" Target="../tags/tag672.xml"/><Relationship Id="rId1" Type="http://schemas.openxmlformats.org/officeDocument/2006/relationships/tags" Target="../tags/tag671.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677.xml"/></Relationships>
</file>

<file path=ppt/slides/_rels/slide84.xml.rels><?xml version="1.0" encoding="UTF-8" standalone="yes"?>
<Relationships xmlns="http://schemas.openxmlformats.org/package/2006/relationships"><Relationship Id="rId9" Type="http://schemas.openxmlformats.org/officeDocument/2006/relationships/tags" Target="../tags/tag686.xml"/><Relationship Id="rId8" Type="http://schemas.openxmlformats.org/officeDocument/2006/relationships/tags" Target="../tags/tag685.xml"/><Relationship Id="rId7" Type="http://schemas.openxmlformats.org/officeDocument/2006/relationships/tags" Target="../tags/tag684.xml"/><Relationship Id="rId6" Type="http://schemas.openxmlformats.org/officeDocument/2006/relationships/tags" Target="../tags/tag683.xml"/><Relationship Id="rId54" Type="http://schemas.openxmlformats.org/officeDocument/2006/relationships/notesSlide" Target="../notesSlides/notesSlide63.xml"/><Relationship Id="rId53" Type="http://schemas.openxmlformats.org/officeDocument/2006/relationships/slideLayout" Target="../slideLayouts/slideLayout4.xml"/><Relationship Id="rId52" Type="http://schemas.openxmlformats.org/officeDocument/2006/relationships/tags" Target="../tags/tag729.xml"/><Relationship Id="rId51" Type="http://schemas.openxmlformats.org/officeDocument/2006/relationships/tags" Target="../tags/tag728.xml"/><Relationship Id="rId50" Type="http://schemas.openxmlformats.org/officeDocument/2006/relationships/tags" Target="../tags/tag727.xml"/><Relationship Id="rId5" Type="http://schemas.openxmlformats.org/officeDocument/2006/relationships/tags" Target="../tags/tag682.xml"/><Relationship Id="rId49" Type="http://schemas.openxmlformats.org/officeDocument/2006/relationships/tags" Target="../tags/tag726.xml"/><Relationship Id="rId48" Type="http://schemas.openxmlformats.org/officeDocument/2006/relationships/tags" Target="../tags/tag725.xml"/><Relationship Id="rId47" Type="http://schemas.openxmlformats.org/officeDocument/2006/relationships/tags" Target="../tags/tag724.xml"/><Relationship Id="rId46" Type="http://schemas.openxmlformats.org/officeDocument/2006/relationships/tags" Target="../tags/tag723.xml"/><Relationship Id="rId45" Type="http://schemas.openxmlformats.org/officeDocument/2006/relationships/tags" Target="../tags/tag722.xml"/><Relationship Id="rId44" Type="http://schemas.openxmlformats.org/officeDocument/2006/relationships/tags" Target="../tags/tag721.xml"/><Relationship Id="rId43" Type="http://schemas.openxmlformats.org/officeDocument/2006/relationships/tags" Target="../tags/tag720.xml"/><Relationship Id="rId42" Type="http://schemas.openxmlformats.org/officeDocument/2006/relationships/tags" Target="../tags/tag719.xml"/><Relationship Id="rId41" Type="http://schemas.openxmlformats.org/officeDocument/2006/relationships/tags" Target="../tags/tag718.xml"/><Relationship Id="rId40" Type="http://schemas.openxmlformats.org/officeDocument/2006/relationships/tags" Target="../tags/tag717.xml"/><Relationship Id="rId4" Type="http://schemas.openxmlformats.org/officeDocument/2006/relationships/tags" Target="../tags/tag681.xml"/><Relationship Id="rId39" Type="http://schemas.openxmlformats.org/officeDocument/2006/relationships/tags" Target="../tags/tag716.xml"/><Relationship Id="rId38" Type="http://schemas.openxmlformats.org/officeDocument/2006/relationships/tags" Target="../tags/tag715.xml"/><Relationship Id="rId37" Type="http://schemas.openxmlformats.org/officeDocument/2006/relationships/tags" Target="../tags/tag714.xml"/><Relationship Id="rId36" Type="http://schemas.openxmlformats.org/officeDocument/2006/relationships/tags" Target="../tags/tag713.xml"/><Relationship Id="rId35" Type="http://schemas.openxmlformats.org/officeDocument/2006/relationships/tags" Target="../tags/tag712.xml"/><Relationship Id="rId34" Type="http://schemas.openxmlformats.org/officeDocument/2006/relationships/tags" Target="../tags/tag711.xml"/><Relationship Id="rId33" Type="http://schemas.openxmlformats.org/officeDocument/2006/relationships/tags" Target="../tags/tag710.xml"/><Relationship Id="rId32" Type="http://schemas.openxmlformats.org/officeDocument/2006/relationships/tags" Target="../tags/tag709.xml"/><Relationship Id="rId31" Type="http://schemas.openxmlformats.org/officeDocument/2006/relationships/tags" Target="../tags/tag708.xml"/><Relationship Id="rId30" Type="http://schemas.openxmlformats.org/officeDocument/2006/relationships/tags" Target="../tags/tag707.xml"/><Relationship Id="rId3" Type="http://schemas.openxmlformats.org/officeDocument/2006/relationships/tags" Target="../tags/tag680.xml"/><Relationship Id="rId29" Type="http://schemas.openxmlformats.org/officeDocument/2006/relationships/tags" Target="../tags/tag706.xml"/><Relationship Id="rId28" Type="http://schemas.openxmlformats.org/officeDocument/2006/relationships/tags" Target="../tags/tag705.xml"/><Relationship Id="rId27" Type="http://schemas.openxmlformats.org/officeDocument/2006/relationships/tags" Target="../tags/tag704.xml"/><Relationship Id="rId26" Type="http://schemas.openxmlformats.org/officeDocument/2006/relationships/tags" Target="../tags/tag703.xml"/><Relationship Id="rId25" Type="http://schemas.openxmlformats.org/officeDocument/2006/relationships/tags" Target="../tags/tag702.xml"/><Relationship Id="rId24" Type="http://schemas.openxmlformats.org/officeDocument/2006/relationships/tags" Target="../tags/tag701.xml"/><Relationship Id="rId23" Type="http://schemas.openxmlformats.org/officeDocument/2006/relationships/tags" Target="../tags/tag700.xml"/><Relationship Id="rId22" Type="http://schemas.openxmlformats.org/officeDocument/2006/relationships/tags" Target="../tags/tag699.xml"/><Relationship Id="rId21" Type="http://schemas.openxmlformats.org/officeDocument/2006/relationships/tags" Target="../tags/tag698.xml"/><Relationship Id="rId20" Type="http://schemas.openxmlformats.org/officeDocument/2006/relationships/tags" Target="../tags/tag697.xml"/><Relationship Id="rId2" Type="http://schemas.openxmlformats.org/officeDocument/2006/relationships/tags" Target="../tags/tag679.xml"/><Relationship Id="rId19" Type="http://schemas.openxmlformats.org/officeDocument/2006/relationships/tags" Target="../tags/tag696.xml"/><Relationship Id="rId18" Type="http://schemas.openxmlformats.org/officeDocument/2006/relationships/tags" Target="../tags/tag695.xml"/><Relationship Id="rId17" Type="http://schemas.openxmlformats.org/officeDocument/2006/relationships/tags" Target="../tags/tag694.xml"/><Relationship Id="rId16" Type="http://schemas.openxmlformats.org/officeDocument/2006/relationships/tags" Target="../tags/tag693.xml"/><Relationship Id="rId15" Type="http://schemas.openxmlformats.org/officeDocument/2006/relationships/tags" Target="../tags/tag692.xml"/><Relationship Id="rId14" Type="http://schemas.openxmlformats.org/officeDocument/2006/relationships/tags" Target="../tags/tag691.xml"/><Relationship Id="rId13" Type="http://schemas.openxmlformats.org/officeDocument/2006/relationships/tags" Target="../tags/tag690.xml"/><Relationship Id="rId12" Type="http://schemas.openxmlformats.org/officeDocument/2006/relationships/tags" Target="../tags/tag689.xml"/><Relationship Id="rId11" Type="http://schemas.openxmlformats.org/officeDocument/2006/relationships/tags" Target="../tags/tag688.xml"/><Relationship Id="rId10" Type="http://schemas.openxmlformats.org/officeDocument/2006/relationships/tags" Target="../tags/tag687.xml"/><Relationship Id="rId1" Type="http://schemas.openxmlformats.org/officeDocument/2006/relationships/tags" Target="../tags/tag67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4.xml"/><Relationship Id="rId1" Type="http://schemas.openxmlformats.org/officeDocument/2006/relationships/tags" Target="../tags/tag73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p>
            <a:endParaRPr lang="zh-CN" altLang="en-US"/>
          </a:p>
        </p:txBody>
      </p:sp>
      <p:sp>
        <p:nvSpPr>
          <p:cNvPr id="6" name="文本占位符 5"/>
          <p:cNvSpPr>
            <a:spLocks noGrp="1"/>
          </p:cNvSpPr>
          <p:nvPr>
            <p:ph type="body" sz="quarter" idx="12"/>
          </p:nvPr>
        </p:nvSpPr>
        <p:spPr>
          <a:xfrm>
            <a:off x="698500" y="3228340"/>
            <a:ext cx="8255635" cy="645160"/>
          </a:xfrm>
        </p:spPr>
        <p:txBody>
          <a:bodyPr vert="horz" lIns="0" rIns="0" rtlCol="0">
            <a:spAutoFit/>
          </a:bodyPr>
          <a:lstStyle/>
          <a:p>
            <a:pPr lvl="0" algn="l"/>
            <a:r>
              <a:rPr>
                <a:solidFill>
                  <a:schemeClr val="bg1"/>
                </a:solidFill>
                <a:cs typeface="+mj-ea"/>
                <a:sym typeface="+mn-ea"/>
              </a:rPr>
              <a:t>2026V1版本</a:t>
            </a:r>
            <a:endParaRPr>
              <a:solidFill>
                <a:schemeClr val="bg1"/>
              </a:solidFill>
              <a:latin typeface="+mj-ea"/>
              <a:ea typeface="+mj-ea"/>
              <a:cs typeface="+mj-ea"/>
              <a:sym typeface="+mn-ea"/>
            </a:endParaRPr>
          </a:p>
        </p:txBody>
      </p:sp>
      <p:sp>
        <p:nvSpPr>
          <p:cNvPr id="7" name="标题 6"/>
          <p:cNvSpPr>
            <a:spLocks noGrp="1"/>
          </p:cNvSpPr>
          <p:nvPr>
            <p:ph type="title"/>
          </p:nvPr>
        </p:nvSpPr>
        <p:spPr/>
        <p:txBody>
          <a:bodyPr lIns="0" tIns="215900" rIns="0" bIns="0" anchor="ctr" anchorCtr="0">
            <a:noAutofit/>
          </a:bodyPr>
          <a:lstStyle>
            <a:lvl1pPr algn="l" defTabSz="914400" rtl="0" eaLnBrk="1" latinLnBrk="0" hangingPunct="1">
              <a:lnSpc>
                <a:spcPct val="90000"/>
              </a:lnSpc>
              <a:spcBef>
                <a:spcPct val="0"/>
              </a:spcBef>
              <a:buNone/>
              <a:defRPr sz="6000" b="1" i="0" kern="1200">
                <a:solidFill>
                  <a:schemeClr val="tx1"/>
                </a:solidFill>
                <a:latin typeface="Arial" panose="020B0604020202090204" pitchFamily="34" charset="0"/>
                <a:ea typeface="微软雅黑" panose="020B0502040204020203" pitchFamily="34" charset="-122"/>
                <a:cs typeface="Arial" panose="020B0604020202090204" pitchFamily="34" charset="0"/>
              </a:defRPr>
            </a:lvl1pPr>
          </a:lstStyle>
          <a:p>
            <a:pPr lvl="0" algn="l">
              <a:buClrTx/>
              <a:buSzTx/>
              <a:buFontTx/>
            </a:pPr>
            <a:r>
              <a:rPr lang="zh-CN" altLang="en-US" dirty="0">
                <a:latin typeface="+mj-ea"/>
                <a:ea typeface="+mj-ea"/>
                <a:cs typeface="+mj-ea"/>
                <a:sym typeface="+mn-ea"/>
              </a:rPr>
              <a:t>PPT模版规范</a:t>
            </a:r>
            <a:endParaRPr lang="zh-CN" altLang="en-US" dirty="0">
              <a:latin typeface="+mj-ea"/>
              <a:ea typeface="+mj-ea"/>
              <a:cs typeface="+mj-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19930" y="1079991"/>
            <a:ext cx="4217670" cy="4697730"/>
          </a:xfrm>
        </p:spPr>
        <p:txBody>
          <a:bodyPr anchor="ctr" anchorCtr="0">
            <a:spAutoFit/>
          </a:bodyPr>
          <a:lstStyle/>
          <a:p>
            <a:pPr algn="l">
              <a:lnSpc>
                <a:spcPct val="150000"/>
              </a:lnSpc>
              <a:buClrTx/>
              <a:buSzTx/>
            </a:pPr>
            <a:r>
              <a:rPr lang="en-US" altLang="zh-CN" dirty="0" err="1">
                <a:solidFill>
                  <a:schemeClr val="accent1"/>
                </a:solidFill>
                <a:latin typeface="+mj-ea"/>
                <a:ea typeface="+mj-ea"/>
                <a:cs typeface="+mj-ea"/>
              </a:rPr>
              <a:t>封面</a:t>
            </a:r>
            <a:r>
              <a:rPr lang="zh-CN" altLang="en-US" dirty="0">
                <a:solidFill>
                  <a:schemeClr val="accent1"/>
                </a:solidFill>
                <a:latin typeface="+mj-ea"/>
                <a:ea typeface="+mj-ea"/>
                <a:cs typeface="+mj-ea"/>
              </a:rPr>
              <a:t>设计</a:t>
            </a:r>
            <a:endParaRPr lang="en-US" altLang="zh-CN" dirty="0">
              <a:solidFill>
                <a:schemeClr val="accent1"/>
              </a:solidFill>
              <a:latin typeface="+mj-ea"/>
              <a:ea typeface="+mj-ea"/>
              <a:cs typeface="+mj-ea"/>
            </a:endParaRPr>
          </a:p>
          <a:p>
            <a:pPr algn="l">
              <a:lnSpc>
                <a:spcPct val="150000"/>
              </a:lnSpc>
              <a:buClrTx/>
              <a:buSzTx/>
            </a:pPr>
            <a:r>
              <a:rPr lang="en-US" altLang="zh-CN" dirty="0" err="1">
                <a:latin typeface="+mj-ea"/>
                <a:ea typeface="+mj-ea"/>
                <a:cs typeface="+mj-ea"/>
              </a:rPr>
              <a:t>目录页&amp;章节页</a:t>
            </a:r>
            <a:endParaRPr lang="en-US" altLang="zh-CN" dirty="0">
              <a:latin typeface="+mj-ea"/>
              <a:ea typeface="+mj-ea"/>
              <a:cs typeface="+mj-ea"/>
            </a:endParaRPr>
          </a:p>
          <a:p>
            <a:pPr>
              <a:lnSpc>
                <a:spcPct val="150000"/>
              </a:lnSpc>
            </a:pPr>
            <a:r>
              <a:rPr lang="zh-CN" altLang="en-US" dirty="0">
                <a:latin typeface="+mj-ea"/>
                <a:ea typeface="+mj-ea"/>
                <a:cs typeface="+mj-ea"/>
              </a:rPr>
              <a:t>内容页版心设计</a:t>
            </a:r>
            <a:endParaRPr lang="zh-CN" altLang="en-US" dirty="0">
              <a:latin typeface="+mj-ea"/>
              <a:ea typeface="+mj-ea"/>
              <a:cs typeface="+mj-ea"/>
            </a:endParaRPr>
          </a:p>
          <a:p>
            <a:pPr>
              <a:lnSpc>
                <a:spcPct val="150000"/>
              </a:lnSpc>
            </a:pPr>
            <a:r>
              <a:rPr lang="zh-CN" altLang="en-US" dirty="0">
                <a:latin typeface="+mj-ea"/>
                <a:ea typeface="+mj-ea"/>
                <a:cs typeface="+mj-ea"/>
              </a:rPr>
              <a:t>主题色设计说明</a:t>
            </a:r>
            <a:endParaRPr lang="zh-CN" altLang="en-US" dirty="0">
              <a:latin typeface="+mj-ea"/>
              <a:ea typeface="+mj-ea"/>
              <a:cs typeface="+mj-ea"/>
            </a:endParaRPr>
          </a:p>
          <a:p>
            <a:pPr>
              <a:lnSpc>
                <a:spcPct val="150000"/>
              </a:lnSpc>
            </a:pPr>
            <a:r>
              <a:rPr lang="zh-CN" altLang="en-US" dirty="0">
                <a:latin typeface="+mj-ea"/>
                <a:ea typeface="+mj-ea"/>
                <a:cs typeface="+mj-ea"/>
                <a:sym typeface="+mn-ea"/>
              </a:rPr>
              <a:t>字体字号规范</a:t>
            </a:r>
            <a:endParaRPr lang="zh-CN" altLang="en-US" dirty="0">
              <a:latin typeface="+mj-ea"/>
              <a:ea typeface="+mj-ea"/>
              <a:cs typeface="+mj-ea"/>
              <a:sym typeface="+mn-ea"/>
            </a:endParaRPr>
          </a:p>
          <a:p>
            <a:pPr>
              <a:lnSpc>
                <a:spcPct val="150000"/>
              </a:lnSpc>
            </a:pPr>
            <a:r>
              <a:rPr lang="zh-CN" altLang="en-US" dirty="0">
                <a:latin typeface="+mj-ea"/>
                <a:ea typeface="+mj-ea"/>
                <a:cs typeface="+mj-ea"/>
                <a:sym typeface="+mn-ea"/>
              </a:rPr>
              <a:t>圆角设计</a:t>
            </a:r>
            <a:endParaRPr lang="zh-CN" altLang="en-US" dirty="0">
              <a:latin typeface="+mj-ea"/>
              <a:ea typeface="+mj-ea"/>
              <a:cs typeface="+mj-ea"/>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prstGeom prst="rect">
            <a:avLst/>
          </a:prstGeom>
        </p:spPr>
        <p:txBody>
          <a:bodyPr/>
          <a:lstStyle/>
          <a:p>
            <a:r>
              <a:rPr lang="zh-CN" altLang="en-US" dirty="0">
                <a:cs typeface="Arial" panose="020B0604020202090204" pitchFamily="34" charset="0"/>
                <a:sym typeface="+mn-ea"/>
              </a:rPr>
              <a:t>封面使用</a:t>
            </a:r>
            <a:r>
              <a:rPr lang="zh-CN" altLang="en-US" dirty="0">
                <a:cs typeface="Arial" panose="020B0604020202090204" pitchFamily="34" charset="0"/>
                <a:sym typeface="+mn-ea"/>
              </a:rPr>
              <a:t>说明</a:t>
            </a:r>
            <a:endParaRPr lang="zh-CN" altLang="en-US" dirty="0">
              <a:cs typeface="Arial" panose="020B0604020202090204" pitchFamily="34" charset="0"/>
              <a:sym typeface="+mn-ea"/>
            </a:endParaRPr>
          </a:p>
        </p:txBody>
      </p:sp>
      <p:sp>
        <p:nvSpPr>
          <p:cNvPr id="6" name="文本占位符 5"/>
          <p:cNvSpPr>
            <a:spLocks noGrp="1"/>
          </p:cNvSpPr>
          <p:nvPr>
            <p:ph type="body" sz="quarter" idx="13"/>
          </p:nvPr>
        </p:nvSpPr>
        <p:spPr/>
        <p:txBody>
          <a:bodyPr/>
          <a:p>
            <a:endParaRPr lang="zh-CN" altLang="en-US"/>
          </a:p>
        </p:txBody>
      </p:sp>
      <p:pic>
        <p:nvPicPr>
          <p:cNvPr id="2" name="图片 1" descr="/Users/apple/Library/Containers/com.kingsoft.wpsoffice.mac/Data/tmp/picturecompress_20260115111004/output_1.pngoutput_1"/>
          <p:cNvPicPr>
            <a:picLocks noChangeAspect="1"/>
          </p:cNvPicPr>
          <p:nvPr/>
        </p:nvPicPr>
        <p:blipFill>
          <a:blip r:embed="rId1" cstate="screen"/>
          <a:stretch>
            <a:fillRect/>
          </a:stretch>
        </p:blipFill>
        <p:spPr>
          <a:xfrm>
            <a:off x="407035" y="2904490"/>
            <a:ext cx="3702050" cy="2082165"/>
          </a:xfrm>
          <a:prstGeom prst="rect">
            <a:avLst/>
          </a:prstGeom>
        </p:spPr>
      </p:pic>
      <p:pic>
        <p:nvPicPr>
          <p:cNvPr id="3" name="图片 2" descr="/Users/apple/Library/Containers/com.kingsoft.wpsoffice.mac/Data/tmp/picturecompress_20260115111004/output_2.pngoutput_2"/>
          <p:cNvPicPr>
            <a:picLocks noChangeAspect="1"/>
          </p:cNvPicPr>
          <p:nvPr/>
        </p:nvPicPr>
        <p:blipFill>
          <a:blip r:embed="rId2" cstate="screen"/>
          <a:stretch>
            <a:fillRect/>
          </a:stretch>
        </p:blipFill>
        <p:spPr>
          <a:xfrm>
            <a:off x="4246880" y="2904490"/>
            <a:ext cx="3702050" cy="2082165"/>
          </a:xfrm>
          <a:prstGeom prst="rect">
            <a:avLst/>
          </a:prstGeom>
        </p:spPr>
      </p:pic>
      <p:pic>
        <p:nvPicPr>
          <p:cNvPr id="5" name="图片 4" descr="/Users/apple/Library/Containers/com.kingsoft.wpsoffice.mac/Data/tmp/picturecompress_20260115111004/output_3.pngoutput_3"/>
          <p:cNvPicPr>
            <a:picLocks noChangeAspect="1"/>
          </p:cNvPicPr>
          <p:nvPr/>
        </p:nvPicPr>
        <p:blipFill>
          <a:blip r:embed="rId3" cstate="screen"/>
          <a:stretch>
            <a:fillRect/>
          </a:stretch>
        </p:blipFill>
        <p:spPr>
          <a:xfrm>
            <a:off x="8086725" y="2904490"/>
            <a:ext cx="3702050" cy="2082165"/>
          </a:xfrm>
          <a:prstGeom prst="rect">
            <a:avLst/>
          </a:prstGeom>
        </p:spPr>
      </p:pic>
      <p:sp>
        <p:nvSpPr>
          <p:cNvPr id="9" name="矩形 8"/>
          <p:cNvSpPr/>
          <p:nvPr>
            <p:custDataLst>
              <p:tags r:id="rId4"/>
            </p:custDataLst>
          </p:nvPr>
        </p:nvSpPr>
        <p:spPr>
          <a:xfrm>
            <a:off x="0" y="842010"/>
            <a:ext cx="12192000" cy="1391285"/>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6" y="842010"/>
            <a:ext cx="11273790" cy="1391285"/>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rtlCol="0" anchor="t" anchorCtr="0"/>
          <a:lstStyle/>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类型</a:t>
            </a:r>
            <a:r>
              <a:rPr kumimoji="0" lang="zh-CN" altLang="en-US" sz="1400" b="1" i="0" u="none" strike="noStrike" kern="1200" cap="none" spc="0" normalizeH="0" baseline="0" dirty="0">
                <a:solidFill>
                  <a:schemeClr val="accent1"/>
                </a:solidFill>
                <a:latin typeface="+mj-ea"/>
                <a:ea typeface="+mj-ea"/>
                <a:cs typeface="+mj-ea"/>
                <a:sym typeface="+mn-lt"/>
              </a:rPr>
              <a: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封面模版涵盖通用①主标题</a:t>
            </a:r>
            <a:r>
              <a:rPr kumimoji="0" lang="en-US" altLang="zh-CN" sz="1400" i="0" u="none" strike="noStrike" kern="1200" cap="none" spc="0" normalizeH="0" baseline="0" noProof="0" dirty="0">
                <a:ln>
                  <a:noFill/>
                </a:ln>
                <a:solidFill>
                  <a:schemeClr val="tx2"/>
                </a:solidFill>
                <a:effectLst/>
                <a:uLnTx/>
                <a:uFillTx/>
                <a:latin typeface="+mj-ea"/>
                <a:ea typeface="+mj-ea"/>
                <a:cs typeface="+mj-ea"/>
                <a:sym typeface="+mn-lt"/>
              </a:rPr>
              <a: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副标题、②双行主标题</a:t>
            </a:r>
            <a:r>
              <a:rPr lang="zh-CN" altLang="en-US" sz="1400" noProof="0" dirty="0">
                <a:ln>
                  <a:noFill/>
                </a:ln>
                <a:solidFill>
                  <a:schemeClr val="tx2"/>
                </a:solidFill>
                <a:effectLst/>
                <a:uLnTx/>
                <a:uFillTx/>
                <a:latin typeface="+mj-ea"/>
                <a:ea typeface="+mj-ea"/>
                <a:cs typeface="+mj-ea"/>
                <a:sym typeface="+mn-lt"/>
              </a:rPr>
              <a:t>及定制化省区</a:t>
            </a:r>
            <a:r>
              <a:rPr lang="en-US" altLang="zh-CN" sz="1400" noProof="0" dirty="0">
                <a:ln>
                  <a:noFill/>
                </a:ln>
                <a:solidFill>
                  <a:schemeClr val="tx2"/>
                </a:solidFill>
                <a:effectLst/>
                <a:uLnTx/>
                <a:uFillTx/>
                <a:latin typeface="+mj-ea"/>
                <a:ea typeface="+mj-ea"/>
                <a:cs typeface="+mj-ea"/>
                <a:sym typeface="+mn-lt"/>
              </a:rPr>
              <a:t>&amp;</a:t>
            </a:r>
            <a:r>
              <a:rPr lang="zh-CN" altLang="en-US" sz="1400" noProof="0" dirty="0">
                <a:ln>
                  <a:noFill/>
                </a:ln>
                <a:solidFill>
                  <a:schemeClr val="tx2"/>
                </a:solidFill>
                <a:effectLst/>
                <a:uLnTx/>
                <a:uFillTx/>
                <a:latin typeface="+mj-ea"/>
                <a:ea typeface="+mj-ea"/>
                <a:cs typeface="+mj-ea"/>
                <a:sym typeface="+mn-lt"/>
              </a:rPr>
              <a:t>行业封面</a:t>
            </a:r>
            <a:endParaRPr lang="zh-CN" altLang="en-US" sz="140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字号：</a:t>
            </a:r>
            <a:r>
              <a:rPr lang="zh-CN" altLang="en-US" sz="1400" noProof="0" dirty="0">
                <a:ln>
                  <a:noFill/>
                </a:ln>
                <a:solidFill>
                  <a:schemeClr val="tx2"/>
                </a:solidFill>
                <a:effectLst/>
                <a:uLnTx/>
                <a:uFillTx/>
                <a:latin typeface="+mj-ea"/>
                <a:ea typeface="+mj-ea"/>
                <a:cs typeface="+mj-ea"/>
                <a:sym typeface="+mn-lt"/>
              </a:rPr>
              <a:t>基于常用场景母版中我们设置通用主标题字号为</a:t>
            </a:r>
            <a:r>
              <a:rPr lang="en-US" altLang="zh-CN" sz="1400" noProof="0" dirty="0">
                <a:ln>
                  <a:noFill/>
                </a:ln>
                <a:solidFill>
                  <a:schemeClr val="tx2"/>
                </a:solidFill>
                <a:effectLst/>
                <a:uLnTx/>
                <a:uFillTx/>
                <a:latin typeface="+mj-ea"/>
                <a:ea typeface="+mj-ea"/>
                <a:cs typeface="+mj-ea"/>
                <a:sym typeface="+mn-lt"/>
              </a:rPr>
              <a:t>60</a:t>
            </a:r>
            <a:r>
              <a:rPr lang="zh-CN" altLang="en-US" sz="1400" noProof="0" dirty="0">
                <a:ln>
                  <a:noFill/>
                </a:ln>
                <a:solidFill>
                  <a:schemeClr val="tx2"/>
                </a:solidFill>
                <a:effectLst/>
                <a:uLnTx/>
                <a:uFillTx/>
                <a:latin typeface="+mj-ea"/>
                <a:ea typeface="+mj-ea"/>
                <a:cs typeface="+mj-ea"/>
                <a:sym typeface="+mn-lt"/>
              </a:rPr>
              <a:t>号，单行最多</a:t>
            </a:r>
            <a:r>
              <a:rPr lang="en-US" altLang="zh-CN" sz="1400" noProof="0" dirty="0">
                <a:ln>
                  <a:noFill/>
                </a:ln>
                <a:solidFill>
                  <a:schemeClr val="tx2"/>
                </a:solidFill>
                <a:effectLst/>
                <a:uLnTx/>
                <a:uFillTx/>
                <a:latin typeface="+mj-ea"/>
                <a:ea typeface="+mj-ea"/>
                <a:cs typeface="+mj-ea"/>
                <a:sym typeface="+mn-lt"/>
              </a:rPr>
              <a:t>9</a:t>
            </a:r>
            <a:r>
              <a:rPr lang="zh-CN" altLang="en-US" sz="1400" noProof="0" dirty="0">
                <a:ln>
                  <a:noFill/>
                </a:ln>
                <a:solidFill>
                  <a:schemeClr val="tx2"/>
                </a:solidFill>
                <a:effectLst/>
                <a:uLnTx/>
                <a:uFillTx/>
                <a:latin typeface="+mj-ea"/>
                <a:ea typeface="+mj-ea"/>
                <a:cs typeface="+mj-ea"/>
                <a:sym typeface="+mn-lt"/>
              </a:rPr>
              <a:t>个字符，双行最多</a:t>
            </a:r>
            <a:r>
              <a:rPr lang="en-US" altLang="zh-CN" sz="1400" noProof="0" dirty="0">
                <a:ln>
                  <a:noFill/>
                </a:ln>
                <a:solidFill>
                  <a:schemeClr val="tx2"/>
                </a:solidFill>
                <a:effectLst/>
                <a:uLnTx/>
                <a:uFillTx/>
                <a:latin typeface="+mj-ea"/>
                <a:ea typeface="+mj-ea"/>
                <a:cs typeface="+mj-ea"/>
                <a:sym typeface="+mn-lt"/>
              </a:rPr>
              <a:t>18</a:t>
            </a:r>
            <a:r>
              <a:rPr lang="zh-CN" altLang="en-US" sz="1400" noProof="0" dirty="0">
                <a:ln>
                  <a:noFill/>
                </a:ln>
                <a:solidFill>
                  <a:schemeClr val="tx2"/>
                </a:solidFill>
                <a:effectLst/>
                <a:uLnTx/>
                <a:uFillTx/>
                <a:latin typeface="+mj-ea"/>
                <a:ea typeface="+mj-ea"/>
                <a:cs typeface="+mj-ea"/>
                <a:sym typeface="+mn-lt"/>
              </a:rPr>
              <a:t>个字符，当主标题超过</a:t>
            </a:r>
            <a:r>
              <a:rPr lang="en-US" altLang="zh-CN" sz="1400" noProof="0" dirty="0">
                <a:ln>
                  <a:noFill/>
                </a:ln>
                <a:solidFill>
                  <a:schemeClr val="tx2"/>
                </a:solidFill>
                <a:effectLst/>
                <a:uLnTx/>
                <a:uFillTx/>
                <a:latin typeface="+mj-ea"/>
                <a:ea typeface="+mj-ea"/>
                <a:cs typeface="+mj-ea"/>
                <a:sym typeface="+mn-lt"/>
              </a:rPr>
              <a:t>18</a:t>
            </a:r>
            <a:r>
              <a:rPr lang="zh-CN" altLang="en-US" sz="1400" noProof="0" dirty="0">
                <a:ln>
                  <a:noFill/>
                </a:ln>
                <a:solidFill>
                  <a:schemeClr val="tx2"/>
                </a:solidFill>
                <a:effectLst/>
                <a:uLnTx/>
                <a:uFillTx/>
                <a:latin typeface="+mj-ea"/>
                <a:ea typeface="+mj-ea"/>
                <a:cs typeface="+mj-ea"/>
                <a:sym typeface="+mn-lt"/>
              </a:rPr>
              <a:t>个字符，可根据内容需要适当缩小字号，原则主标题字号不小于</a:t>
            </a:r>
            <a:r>
              <a:rPr lang="en-US" altLang="zh-CN" sz="1400" noProof="0" dirty="0">
                <a:ln>
                  <a:noFill/>
                </a:ln>
                <a:solidFill>
                  <a:schemeClr val="tx2"/>
                </a:solidFill>
                <a:effectLst/>
                <a:uLnTx/>
                <a:uFillTx/>
                <a:latin typeface="+mj-ea"/>
                <a:ea typeface="+mj-ea"/>
                <a:cs typeface="+mj-ea"/>
                <a:sym typeface="+mn-lt"/>
              </a:rPr>
              <a:t>44</a:t>
            </a:r>
            <a:r>
              <a:rPr lang="zh-CN" altLang="en-US" sz="1400" noProof="0" dirty="0">
                <a:ln>
                  <a:noFill/>
                </a:ln>
                <a:solidFill>
                  <a:schemeClr val="tx2"/>
                </a:solidFill>
                <a:effectLst/>
                <a:uLnTx/>
                <a:uFillTx/>
                <a:latin typeface="+mj-ea"/>
                <a:ea typeface="+mj-ea"/>
                <a:cs typeface="+mj-ea"/>
                <a:sym typeface="+mn-lt"/>
              </a:rPr>
              <a:t>号</a:t>
            </a:r>
            <a:endParaRPr lang="zh-CN" altLang="en-US" sz="140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使用：</a:t>
            </a:r>
            <a:r>
              <a:rPr lang="zh-CN" altLang="en-US" sz="1400" noProof="0" dirty="0">
                <a:ln>
                  <a:noFill/>
                </a:ln>
                <a:solidFill>
                  <a:schemeClr val="tx2"/>
                </a:solidFill>
                <a:effectLst/>
                <a:uLnTx/>
                <a:uFillTx/>
                <a:latin typeface="+mj-ea"/>
                <a:ea typeface="+mj-ea"/>
                <a:cs typeface="+mj-ea"/>
                <a:sym typeface="+mn-lt"/>
              </a:rPr>
              <a:t>在母版中我们设置了通用封面母版、以及在模版当中提供了定制化模版封面，可根据需要选择使用</a:t>
            </a:r>
            <a:endParaRPr lang="zh-CN" altLang="en-US" sz="1400" noProof="0" dirty="0">
              <a:ln>
                <a:noFill/>
              </a:ln>
              <a:solidFill>
                <a:schemeClr val="tx2"/>
              </a:solidFill>
              <a:effectLst/>
              <a:uLnTx/>
              <a:uFillTx/>
              <a:latin typeface="+mj-ea"/>
              <a:ea typeface="+mj-ea"/>
              <a:cs typeface="+mj-ea"/>
              <a:sym typeface="+mn-lt"/>
            </a:endParaRPr>
          </a:p>
        </p:txBody>
      </p:sp>
      <p:sp>
        <p:nvSpPr>
          <p:cNvPr id="10" name="圆角矩形 9"/>
          <p:cNvSpPr/>
          <p:nvPr/>
        </p:nvSpPr>
        <p:spPr bwMode="auto">
          <a:xfrm>
            <a:off x="406400" y="5172075"/>
            <a:ext cx="3702685" cy="589915"/>
          </a:xfrm>
          <a:prstGeom prst="roundRect">
            <a:avLst>
              <a:gd name="adj" fmla="val 9143"/>
            </a:avLst>
          </a:prstGeom>
          <a:solidFill>
            <a:schemeClr val="bg2"/>
          </a:solidFill>
          <a:ln w="9525">
            <a:solidFill>
              <a:schemeClr val="bg2">
                <a:lumMod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①</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通用主标题</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副标题样式</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圆角矩形 10"/>
          <p:cNvSpPr/>
          <p:nvPr/>
        </p:nvSpPr>
        <p:spPr bwMode="auto">
          <a:xfrm>
            <a:off x="4246880" y="5172075"/>
            <a:ext cx="3702685" cy="589915"/>
          </a:xfrm>
          <a:prstGeom prst="roundRect">
            <a:avLst>
              <a:gd name="adj" fmla="val 7913"/>
            </a:avLst>
          </a:prstGeom>
          <a:solidFill>
            <a:schemeClr val="bg2"/>
          </a:solidFill>
          <a:ln w="9525">
            <a:solidFill>
              <a:schemeClr val="bg2">
                <a:lumMod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②</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通用双标题样式</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11"/>
          <p:cNvSpPr/>
          <p:nvPr/>
        </p:nvSpPr>
        <p:spPr bwMode="auto">
          <a:xfrm>
            <a:off x="8087360" y="5172075"/>
            <a:ext cx="3702685" cy="589915"/>
          </a:xfrm>
          <a:prstGeom prst="roundRect">
            <a:avLst>
              <a:gd name="adj" fmla="val 7914"/>
            </a:avLst>
          </a:prstGeom>
          <a:solidFill>
            <a:schemeClr val="bg2"/>
          </a:solidFill>
          <a:ln w="9525">
            <a:solidFill>
              <a:schemeClr val="bg2">
                <a:lumMod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③</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定制化省区</a:t>
            </a:r>
            <a:r>
              <a:rPr lang="en-US" altLang="zh-CN"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&amp;</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行业封面</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样式</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698500" y="5096510"/>
            <a:ext cx="8255000" cy="676910"/>
          </a:xfrm>
        </p:spPr>
        <p:txBody>
          <a:bodyPr/>
          <a:lstStyle/>
          <a:p>
            <a:r>
              <a:rPr lang="en-US" altLang="zh-CN" dirty="0">
                <a:sym typeface="+mn-ea"/>
              </a:rPr>
              <a:t>XXXX</a:t>
            </a:r>
            <a:r>
              <a:rPr dirty="0">
                <a:sym typeface="+mn-ea"/>
              </a:rPr>
              <a:t> 公司职称 </a:t>
            </a:r>
            <a:r>
              <a:rPr lang="en-US" altLang="zh-CN" dirty="0">
                <a:sym typeface="+mn-ea"/>
              </a:rPr>
              <a:t>·</a:t>
            </a:r>
            <a:r>
              <a:rPr dirty="0">
                <a:sym typeface="+mn-ea"/>
              </a:rPr>
              <a:t>人名</a:t>
            </a:r>
            <a:endParaRPr kumimoji="1" lang="zh-CN" altLang="en-US" dirty="0"/>
          </a:p>
          <a:p>
            <a:r>
              <a:rPr lang="en-US" altLang="zh-CN" dirty="0"/>
              <a:t>2026.1.15</a:t>
            </a:r>
            <a:endParaRPr lang="en-US" altLang="zh-CN" dirty="0"/>
          </a:p>
        </p:txBody>
      </p:sp>
      <p:sp>
        <p:nvSpPr>
          <p:cNvPr id="19" name="文本占位符 18"/>
          <p:cNvSpPr>
            <a:spLocks noGrp="1"/>
          </p:cNvSpPr>
          <p:nvPr>
            <p:ph type="body" sz="quarter" idx="12"/>
          </p:nvPr>
        </p:nvSpPr>
        <p:spPr/>
        <p:txBody>
          <a:bodyPr>
            <a:noAutofit/>
          </a:bodyPr>
          <a:lstStyle/>
          <a:p>
            <a:pPr marL="0" indent="0" algn="l">
              <a:buNone/>
            </a:pPr>
            <a:r>
              <a:rPr lang="en-US" altLang="zh-CN" sz="4000" dirty="0">
                <a:latin typeface="+mj-ea"/>
                <a:ea typeface="+mj-ea"/>
                <a:cs typeface="+mj-ea"/>
              </a:rPr>
              <a:t>AI</a:t>
            </a:r>
            <a:r>
              <a:rPr lang="zh-CN" altLang="en-US" sz="4000" dirty="0">
                <a:latin typeface="+mj-ea"/>
                <a:ea typeface="+mj-ea"/>
                <a:cs typeface="+mj-ea"/>
              </a:rPr>
              <a:t>产品解决方案</a:t>
            </a:r>
            <a:endParaRPr lang="zh-CN" altLang="en-US" sz="4000" dirty="0">
              <a:latin typeface="+mj-ea"/>
              <a:ea typeface="+mj-ea"/>
              <a:cs typeface="+mj-ea"/>
            </a:endParaRPr>
          </a:p>
        </p:txBody>
      </p:sp>
      <p:sp>
        <p:nvSpPr>
          <p:cNvPr id="8" name="标题 7"/>
          <p:cNvSpPr>
            <a:spLocks noGrp="1"/>
          </p:cNvSpPr>
          <p:nvPr>
            <p:ph type="title"/>
          </p:nvPr>
        </p:nvSpPr>
        <p:spPr>
          <a:prstGeom prst="rect">
            <a:avLst/>
          </a:prstGeom>
        </p:spPr>
        <p:txBody>
          <a:bodyPr/>
          <a:lstStyle/>
          <a:p>
            <a:r>
              <a:rPr lang="zh-CN" altLang="en-US" dirty="0">
                <a:latin typeface="+mj-ea"/>
                <a:ea typeface="+mj-ea"/>
                <a:cs typeface="+mj-ea"/>
                <a:sym typeface="+mn-ea"/>
              </a:rPr>
              <a:t>中国电子云</a:t>
            </a:r>
            <a:r>
              <a:rPr lang="en-US" altLang="zh-CN" dirty="0">
                <a:latin typeface="+mj-ea"/>
                <a:ea typeface="+mj-ea"/>
                <a:cs typeface="+mj-ea"/>
                <a:sym typeface="+mn-ea"/>
              </a:rPr>
              <a:t>·</a:t>
            </a:r>
            <a:r>
              <a:rPr lang="zh-CN" altLang="en-US" dirty="0">
                <a:latin typeface="+mj-ea"/>
                <a:ea typeface="+mj-ea"/>
                <a:cs typeface="+mj-ea"/>
                <a:sym typeface="+mn-ea"/>
              </a:rPr>
              <a:t>新星</a:t>
            </a:r>
            <a:endParaRPr lang="zh-CN" altLang="en-US" dirty="0">
              <a:latin typeface="+mj-ea"/>
              <a:ea typeface="+mj-ea"/>
              <a:cs typeface="+mj-ea"/>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0" y="0"/>
            <a:ext cx="12192000" cy="6858000"/>
          </a:xfrm>
          <a:prstGeom prst="rect">
            <a:avLst/>
          </a:prstGeom>
        </p:spPr>
      </p:pic>
      <p:sp>
        <p:nvSpPr>
          <p:cNvPr id="8" name="文本占位符 7"/>
          <p:cNvSpPr>
            <a:spLocks noGrp="1"/>
          </p:cNvSpPr>
          <p:nvPr>
            <p:ph type="body" sz="quarter" idx="13"/>
          </p:nvPr>
        </p:nvSpPr>
        <p:spPr>
          <a:xfrm>
            <a:off x="698500" y="5096510"/>
            <a:ext cx="8255000" cy="676910"/>
          </a:xfrm>
        </p:spPr>
        <p:txBody>
          <a:bodyPr/>
          <a:p>
            <a:r>
              <a:rPr lang="en-US" altLang="zh-CN">
                <a:sym typeface="+mn-ea"/>
              </a:rPr>
              <a:t>XXXX</a:t>
            </a:r>
            <a:r>
              <a:rPr>
                <a:sym typeface="+mn-ea"/>
              </a:rPr>
              <a:t> 公司职称 </a:t>
            </a:r>
            <a:r>
              <a:rPr lang="en-US" altLang="zh-CN">
                <a:sym typeface="+mn-ea"/>
              </a:rPr>
              <a:t>·</a:t>
            </a:r>
            <a:r>
              <a:rPr>
                <a:sym typeface="+mn-ea"/>
              </a:rPr>
              <a:t>人名</a:t>
            </a:r>
            <a:endParaRPr kumimoji="1" lang="zh-CN" altLang="en-US" dirty="0"/>
          </a:p>
          <a:p>
            <a:r>
              <a:rPr lang="en-US" altLang="zh-CN">
                <a:sym typeface="+mn-ea"/>
              </a:rPr>
              <a:t>2026.1.15</a:t>
            </a:r>
            <a:endParaRPr lang="zh-CN" altLang="en-US"/>
          </a:p>
        </p:txBody>
      </p:sp>
      <p:sp>
        <p:nvSpPr>
          <p:cNvPr id="11" name="标题 10"/>
          <p:cNvSpPr>
            <a:spLocks noGrp="1"/>
          </p:cNvSpPr>
          <p:nvPr>
            <p:ph type="title"/>
          </p:nvPr>
        </p:nvSpPr>
        <p:spPr/>
        <p:txBody>
          <a:bodyPr/>
          <a:p>
            <a:r>
              <a:rPr lang="zh-CN" altLang="en-US" dirty="0">
                <a:sym typeface="+mn-ea"/>
              </a:rPr>
              <a:t>中国系统</a:t>
            </a:r>
            <a:endParaRPr lang="zh-CN" altLang="en-US"/>
          </a:p>
        </p:txBody>
      </p:sp>
      <p:pic>
        <p:nvPicPr>
          <p:cNvPr id="9" name="图片 8"/>
          <p:cNvPicPr>
            <a:picLocks noChangeAspect="1"/>
          </p:cNvPicPr>
          <p:nvPr userDrawn="1"/>
        </p:nvPicPr>
        <p:blipFill>
          <a:blip r:embed="rId2" cstate="screen"/>
          <a:stretch>
            <a:fillRect/>
          </a:stretch>
        </p:blipFill>
        <p:spPr>
          <a:xfrm>
            <a:off x="622300" y="596900"/>
            <a:ext cx="3027045" cy="668020"/>
          </a:xfrm>
          <a:prstGeom prst="rect">
            <a:avLst/>
          </a:prstGeom>
        </p:spPr>
      </p:pic>
      <p:sp>
        <p:nvSpPr>
          <p:cNvPr id="19" name="文本占位符 18"/>
          <p:cNvSpPr>
            <a:spLocks noGrp="1"/>
          </p:cNvSpPr>
          <p:nvPr/>
        </p:nvSpPr>
        <p:spPr>
          <a:xfrm>
            <a:off x="825500" y="3355340"/>
            <a:ext cx="8255635" cy="755650"/>
          </a:xfrm>
        </p:spPr>
        <p:txBody>
          <a:bodyPr vert="horz" lIns="0" rIns="0" rtlCol="0">
            <a:noAutofit/>
          </a:bodyPr>
          <a:lstStyle>
            <a:lvl1pPr marL="0" marR="0" indent="0" algn="l" defTabSz="914400" rtl="0" eaLnBrk="1" fontAlgn="auto" latinLnBrk="0" hangingPunct="1">
              <a:lnSpc>
                <a:spcPct val="90000"/>
              </a:lnSpc>
              <a:spcBef>
                <a:spcPts val="1000"/>
              </a:spcBef>
              <a:buClrTx/>
              <a:buSzTx/>
              <a:buFont typeface="Arial" panose="020B0604020202090204" pitchFamily="34" charset="0"/>
              <a:buNone/>
              <a:defRPr kumimoji="0" lang="en-US" altLang="zh-CN" sz="4800" b="0" i="0" u="none" strike="noStrike" kern="1200" cap="none" spc="0" normalizeH="0" baseline="0" noProof="1">
                <a:solidFill>
                  <a:schemeClr val="tx1">
                    <a:alpha val="90000"/>
                  </a:schemeClr>
                </a:solidFill>
                <a:latin typeface="+mj-ea"/>
                <a:ea typeface="+mj-ea"/>
                <a:cs typeface="Arial" panose="020B060402020209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a:buNone/>
            </a:pPr>
            <a:endParaRPr lang="zh-CN" altLang="en-US" sz="4000" dirty="0">
              <a:latin typeface="+mj-ea"/>
              <a:ea typeface="+mj-ea"/>
              <a:cs typeface="+mj-ea"/>
            </a:endParaRPr>
          </a:p>
        </p:txBody>
      </p:sp>
      <p:sp>
        <p:nvSpPr>
          <p:cNvPr id="15" name="文本占位符 14"/>
          <p:cNvSpPr/>
          <p:nvPr>
            <p:ph type="body" sz="quarter" idx="12"/>
          </p:nvPr>
        </p:nvSpPr>
        <p:spPr>
          <a:xfrm>
            <a:off x="698500" y="3228340"/>
            <a:ext cx="8255635" cy="755650"/>
          </a:xfrm>
        </p:spPr>
        <p:txBody>
          <a:bodyPr/>
          <a:p>
            <a:r>
              <a:rPr lang="zh-CN" altLang="en-US" dirty="0">
                <a:sym typeface="+mn-ea"/>
              </a:rPr>
              <a:t>河北大数据解决方案</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0" y="842010"/>
            <a:ext cx="12192000" cy="1184275"/>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5" y="842010"/>
            <a:ext cx="11372215" cy="1139030"/>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类型</a:t>
            </a:r>
            <a:r>
              <a:rPr kumimoji="0" lang="zh-CN" altLang="en-US" sz="1400" b="1" i="0" u="none" strike="noStrike" kern="1200" cap="none" spc="0" normalizeH="0" baseline="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a:t>
            </a: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①目录页、②章节页</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字号：</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①目录页：默认字号</a:t>
            </a:r>
            <a:r>
              <a:rPr lang="en-US" altLang="zh-CN"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24</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，行高</a:t>
            </a:r>
            <a:r>
              <a:rPr lang="en-US" altLang="zh-CN"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2.0</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；②章节页：默认字号</a:t>
            </a:r>
            <a:r>
              <a:rPr lang="en-US" altLang="zh-CN"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44</a:t>
            </a:r>
            <a:endPar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使用：</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目录页默认为黑色字，目录页同时可以作为章节页使用，当目录页作为章节页使用时，对应章节做蓝色高亮效果；</a:t>
            </a:r>
            <a:endPar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p:txBody>
      </p:sp>
      <p:sp>
        <p:nvSpPr>
          <p:cNvPr id="10" name="圆角矩形 9"/>
          <p:cNvSpPr/>
          <p:nvPr/>
        </p:nvSpPr>
        <p:spPr bwMode="auto">
          <a:xfrm>
            <a:off x="406400" y="5172075"/>
            <a:ext cx="3702685" cy="589915"/>
          </a:xfrm>
          <a:prstGeom prst="roundRect">
            <a:avLst>
              <a:gd name="adj" fmla="val 422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①</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目录页</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圆角矩形 10"/>
          <p:cNvSpPr/>
          <p:nvPr/>
        </p:nvSpPr>
        <p:spPr bwMode="auto">
          <a:xfrm>
            <a:off x="4246880" y="5172075"/>
            <a:ext cx="3702685" cy="589915"/>
          </a:xfrm>
          <a:prstGeom prst="roundRect">
            <a:avLst>
              <a:gd name="adj" fmla="val 422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②</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目录页做章节页</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11"/>
          <p:cNvSpPr/>
          <p:nvPr/>
        </p:nvSpPr>
        <p:spPr bwMode="auto">
          <a:xfrm>
            <a:off x="8087360" y="5172075"/>
            <a:ext cx="3702685" cy="589915"/>
          </a:xfrm>
          <a:prstGeom prst="roundRect">
            <a:avLst>
              <a:gd name="adj" fmla="val 422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③</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章节页</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 name="图片 5" descr="/Users/apple/Desktop/数智PPT模版规范【2026.1.15版本】(1)/数智PPT模版规范【2026.1.15版本】_08.png数智PPT模版规范【2026.1.15版本】_08"/>
          <p:cNvPicPr>
            <a:picLocks noChangeAspect="1"/>
          </p:cNvPicPr>
          <p:nvPr/>
        </p:nvPicPr>
        <p:blipFill>
          <a:blip r:embed="rId2" cstate="screen"/>
          <a:srcRect/>
          <a:stretch>
            <a:fillRect/>
          </a:stretch>
        </p:blipFill>
        <p:spPr>
          <a:xfrm>
            <a:off x="407035" y="2904490"/>
            <a:ext cx="3702050" cy="2082165"/>
          </a:xfrm>
          <a:prstGeom prst="rect">
            <a:avLst/>
          </a:prstGeom>
          <a:ln>
            <a:solidFill>
              <a:schemeClr val="bg2">
                <a:lumMod val="90000"/>
              </a:schemeClr>
            </a:solidFill>
          </a:ln>
        </p:spPr>
      </p:pic>
      <p:pic>
        <p:nvPicPr>
          <p:cNvPr id="7" name="图片 6" descr="/Users/apple/Desktop/数智PPT模版规范【2026.1.15版本】(1)/数智PPT模版规范【2026.1.15版本】_07.png数智PPT模版规范【2026.1.15版本】_07"/>
          <p:cNvPicPr>
            <a:picLocks noChangeAspect="1"/>
          </p:cNvPicPr>
          <p:nvPr/>
        </p:nvPicPr>
        <p:blipFill>
          <a:blip r:embed="rId3" cstate="screen"/>
          <a:srcRect/>
          <a:stretch>
            <a:fillRect/>
          </a:stretch>
        </p:blipFill>
        <p:spPr>
          <a:xfrm>
            <a:off x="4246880" y="2904490"/>
            <a:ext cx="3702050" cy="2082165"/>
          </a:xfrm>
          <a:prstGeom prst="rect">
            <a:avLst/>
          </a:prstGeom>
          <a:ln>
            <a:solidFill>
              <a:schemeClr val="bg2">
                <a:lumMod val="90000"/>
              </a:schemeClr>
            </a:solidFill>
          </a:ln>
        </p:spPr>
      </p:pic>
      <p:pic>
        <p:nvPicPr>
          <p:cNvPr id="8" name="图片 7" descr="/Users/apple/Desktop/数智PPT模版规范【2026.1.15版本】(1)/数智PPT模版规范【2026.1.15版本】_10.png数智PPT模版规范【2026.1.15版本】_10"/>
          <p:cNvPicPr>
            <a:picLocks noChangeAspect="1"/>
          </p:cNvPicPr>
          <p:nvPr/>
        </p:nvPicPr>
        <p:blipFill>
          <a:blip r:embed="rId4" cstate="screen"/>
          <a:srcRect/>
          <a:stretch>
            <a:fillRect/>
          </a:stretch>
        </p:blipFill>
        <p:spPr>
          <a:xfrm>
            <a:off x="8086725" y="2904490"/>
            <a:ext cx="3702050" cy="2082165"/>
          </a:xfrm>
          <a:prstGeom prst="rect">
            <a:avLst/>
          </a:prstGeom>
          <a:ln>
            <a:solidFill>
              <a:schemeClr val="bg2">
                <a:lumMod val="90000"/>
              </a:schemeClr>
            </a:solidFill>
          </a:ln>
        </p:spPr>
      </p:pic>
      <p:sp>
        <p:nvSpPr>
          <p:cNvPr id="5" name="标题 4"/>
          <p:cNvSpPr/>
          <p:nvPr>
            <p:ph type="title"/>
          </p:nvPr>
        </p:nvSpPr>
        <p:spPr/>
        <p:txBody>
          <a:bodyPr/>
          <a:p>
            <a:r>
              <a:rPr lang="en-US" altLang="zh-CN" dirty="0" err="1">
                <a:cs typeface="+mj-ea"/>
                <a:sym typeface="+mn-ea"/>
              </a:rPr>
              <a:t>目录页&amp;章节页使用说明</a:t>
            </a:r>
            <a:endParaRPr lang="en-US" altLang="zh-CN" dirty="0" err="1">
              <a:cs typeface="+mj-ea"/>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065172" y="2827833"/>
            <a:ext cx="6297770" cy="706755"/>
          </a:xfrm>
        </p:spPr>
        <p:txBody>
          <a:bodyPr/>
          <a:lstStyle/>
          <a:p>
            <a:r>
              <a:rPr lang="zh-CN" altLang="en-US" b="1" dirty="0">
                <a:latin typeface="+mj-ea"/>
                <a:ea typeface="+mj-ea"/>
                <a:cs typeface="Microsoft YaHei Heavy" panose="020B0702040204020203" charset="-122"/>
              </a:rPr>
              <a:t>目录</a:t>
            </a:r>
            <a:r>
              <a:rPr lang="zh-CN" altLang="en-US" b="1" dirty="0">
                <a:latin typeface="+mj-ea"/>
                <a:ea typeface="+mj-ea"/>
                <a:cs typeface="Microsoft YaHei Heavy" panose="020B0702040204020203" charset="-122"/>
              </a:rPr>
              <a:t>文字</a:t>
            </a:r>
            <a:endParaRPr lang="zh-CN" altLang="en-US" b="1" dirty="0">
              <a:latin typeface="+mj-ea"/>
              <a:ea typeface="+mj-ea"/>
              <a:cs typeface="Microsoft YaHei Heavy" panose="020B0702040204020203" charset="-122"/>
            </a:endParaRPr>
          </a:p>
        </p:txBody>
      </p:sp>
      <p:sp>
        <p:nvSpPr>
          <p:cNvPr id="3" name="文本占位符 2"/>
          <p:cNvSpPr>
            <a:spLocks noGrp="1"/>
          </p:cNvSpPr>
          <p:nvPr>
            <p:ph type="body" sz="quarter" idx="10"/>
          </p:nvPr>
        </p:nvSpPr>
        <p:spPr>
          <a:xfrm>
            <a:off x="714626" y="2458580"/>
            <a:ext cx="1666875" cy="1445260"/>
          </a:xfrm>
        </p:spPr>
        <p:txBody>
          <a:bodyPr/>
          <a:lstStyle/>
          <a:p>
            <a:r>
              <a:rPr lang="en-US" altLang="zh-CN" dirty="0"/>
              <a:t>01</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407035" y="2806700"/>
            <a:ext cx="11383010" cy="3455670"/>
          </a:xfrm>
          <a:prstGeom prst="rect">
            <a:avLst/>
          </a:prstGeom>
          <a:solidFill>
            <a:schemeClr val="accent2">
              <a:lumMod val="20000"/>
              <a:lumOff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标题 3"/>
          <p:cNvSpPr>
            <a:spLocks noGrp="1"/>
          </p:cNvSpPr>
          <p:nvPr>
            <p:ph type="title"/>
          </p:nvPr>
        </p:nvSpPr>
        <p:spPr>
          <a:noFill/>
        </p:spPr>
        <p:txBody>
          <a:bodyPr wrap="square" rtlCol="0" anchor="ctr">
            <a:noAutofit/>
          </a:bodyPr>
          <a:lstStyle>
            <a:lvl1pPr algn="l" defTabSz="914400" rtl="0" eaLnBrk="1" latinLnBrk="0" hangingPunct="1">
              <a:lnSpc>
                <a:spcPct val="100000"/>
              </a:lnSpc>
              <a:spcBef>
                <a:spcPct val="0"/>
              </a:spcBef>
              <a:buNone/>
              <a:defRPr lang="zh-CN" altLang="en-US" sz="2400" b="1" kern="1200" dirty="0">
                <a:solidFill>
                  <a:schemeClr val="accent1"/>
                </a:solidFill>
                <a:latin typeface="Microsoft YaHei Heavy" panose="020B0702040204020203" charset="-122"/>
                <a:ea typeface="Microsoft YaHei Heavy" panose="020B0702040204020203" charset="-122"/>
                <a:cs typeface="Arial" panose="020B0604020202090204" pitchFamily="34" charset="0"/>
              </a:defRPr>
            </a:lvl1pPr>
          </a:lstStyle>
          <a:p>
            <a:pPr lvl="0" algn="l">
              <a:buClrTx/>
              <a:buSzTx/>
              <a:buFontTx/>
            </a:pPr>
            <a:r>
              <a:rPr>
                <a:latin typeface="+mj-ea"/>
                <a:ea typeface="+mj-ea"/>
                <a:sym typeface="+mn-ea"/>
              </a:rPr>
              <a:t>内容版心设计</a:t>
            </a:r>
            <a:r>
              <a:rPr>
                <a:latin typeface="+mj-ea"/>
                <a:ea typeface="+mj-ea"/>
                <a:sym typeface="+mn-ea"/>
              </a:rPr>
              <a:t>说明</a:t>
            </a:r>
            <a:endParaRPr>
              <a:latin typeface="+mj-ea"/>
              <a:ea typeface="+mj-ea"/>
              <a:sym typeface="+mn-ea"/>
            </a:endParaRPr>
          </a:p>
        </p:txBody>
      </p:sp>
      <p:sp>
        <p:nvSpPr>
          <p:cNvPr id="9" name="矩形 8"/>
          <p:cNvSpPr/>
          <p:nvPr>
            <p:custDataLst>
              <p:tags r:id="rId2"/>
            </p:custDataLst>
          </p:nvPr>
        </p:nvSpPr>
        <p:spPr>
          <a:xfrm>
            <a:off x="0" y="842010"/>
            <a:ext cx="12192000" cy="1685925"/>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5" y="842010"/>
            <a:ext cx="11372215" cy="1624965"/>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设计</a:t>
            </a:r>
            <a:r>
              <a:rPr kumimoji="0" lang="zh-CN" altLang="en-US" sz="1400" b="1" i="0" u="none" strike="noStrike" kern="1200" cap="none" spc="0" normalizeH="0" baseline="0" dirty="0">
                <a:solidFill>
                  <a:schemeClr val="accent1"/>
                </a:solidFill>
                <a:latin typeface="+mj-ea"/>
                <a:ea typeface="+mj-ea"/>
                <a:cs typeface="+mj-ea"/>
                <a:sym typeface="+mn-lt"/>
              </a:rPr>
              <a: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为确保</a:t>
            </a:r>
            <a:r>
              <a:rPr kumimoji="0" lang="en-US" altLang="zh-CN" sz="1400" i="0" u="none" strike="noStrike" kern="1200" cap="none" spc="0" normalizeH="0" baseline="0" noProof="0" dirty="0">
                <a:ln>
                  <a:noFill/>
                </a:ln>
                <a:solidFill>
                  <a:schemeClr val="tx2"/>
                </a:solidFill>
                <a:effectLst/>
                <a:uLnTx/>
                <a:uFillTx/>
                <a:latin typeface="+mj-ea"/>
                <a:ea typeface="+mj-ea"/>
                <a:cs typeface="+mj-ea"/>
                <a:sym typeface="+mn-lt"/>
              </a:rPr>
              <a:t>PPT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内容的版面设计统一、有序，我们固定版心设计范围，以母版主题字文字框虚线设置左侧、顶部参考线，保持右侧与左侧边距相同，底部与顶部间距相同，从而确定版心范围</a:t>
            </a:r>
            <a:endPar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使用：</a:t>
            </a:r>
            <a:r>
              <a:rPr lang="zh-CN" altLang="en-US" sz="1400" noProof="0" dirty="0">
                <a:ln>
                  <a:noFill/>
                </a:ln>
                <a:solidFill>
                  <a:schemeClr val="tx2"/>
                </a:solidFill>
                <a:effectLst/>
                <a:uLnTx/>
                <a:uFillTx/>
                <a:latin typeface="+mj-ea"/>
                <a:ea typeface="+mj-ea"/>
                <a:cs typeface="+mj-ea"/>
                <a:sym typeface="+mn-lt"/>
              </a:rPr>
              <a:t>原则核心内容不超出版心范围，为确保图版率最大化，内容两侧需顶满版心两侧，上下留有舒适的留白空间</a:t>
            </a:r>
            <a:endParaRPr lang="zh-CN" altLang="en-US" sz="140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noProof="0" dirty="0">
                <a:ln>
                  <a:noFill/>
                </a:ln>
                <a:solidFill>
                  <a:schemeClr val="accent1"/>
                </a:solidFill>
                <a:effectLst/>
                <a:uLnTx/>
                <a:uFillTx/>
                <a:latin typeface="+mj-ea"/>
                <a:ea typeface="+mj-ea"/>
                <a:cs typeface="+mj-ea"/>
                <a:sym typeface="+mn-lt"/>
              </a:rPr>
              <a:t>备注：</a:t>
            </a:r>
            <a:r>
              <a:rPr lang="zh-CN" altLang="en-US" sz="1400" noProof="0" dirty="0">
                <a:ln>
                  <a:noFill/>
                </a:ln>
                <a:solidFill>
                  <a:schemeClr val="tx2"/>
                </a:solidFill>
                <a:effectLst/>
                <a:uLnTx/>
                <a:uFillTx/>
                <a:latin typeface="+mj-ea"/>
                <a:ea typeface="+mj-ea"/>
                <a:cs typeface="+mj-ea"/>
                <a:sym typeface="+mn-lt"/>
              </a:rPr>
              <a:t>默认模版中已设定参考线，使用时只需要打开即可，但如果需要迁移母版到另外的</a:t>
            </a:r>
            <a:r>
              <a:rPr lang="en-US" altLang="zh-CN" sz="1400" noProof="0" dirty="0">
                <a:ln>
                  <a:noFill/>
                </a:ln>
                <a:solidFill>
                  <a:schemeClr val="tx2"/>
                </a:solidFill>
                <a:effectLst/>
                <a:uLnTx/>
                <a:uFillTx/>
                <a:latin typeface="+mj-ea"/>
                <a:ea typeface="+mj-ea"/>
                <a:cs typeface="+mj-ea"/>
                <a:sym typeface="+mn-lt"/>
              </a:rPr>
              <a:t>PPT</a:t>
            </a:r>
            <a:r>
              <a:rPr lang="zh-CN" altLang="en-US" sz="1400" noProof="0" dirty="0">
                <a:ln>
                  <a:noFill/>
                </a:ln>
                <a:solidFill>
                  <a:schemeClr val="tx2"/>
                </a:solidFill>
                <a:effectLst/>
                <a:uLnTx/>
                <a:uFillTx/>
                <a:latin typeface="+mj-ea"/>
                <a:ea typeface="+mj-ea"/>
                <a:cs typeface="+mj-ea"/>
                <a:sym typeface="+mn-lt"/>
              </a:rPr>
              <a:t>中使用，需要参考①设计设置参考线，从而确保版心范围一致</a:t>
            </a:r>
            <a:endParaRPr lang="zh-CN" altLang="en-US" sz="1400" noProof="0" dirty="0">
              <a:ln>
                <a:noFill/>
              </a:ln>
              <a:solidFill>
                <a:schemeClr val="tx2"/>
              </a:solidFill>
              <a:effectLst/>
              <a:uLnTx/>
              <a:uFillTx/>
              <a:latin typeface="+mj-ea"/>
              <a:ea typeface="+mj-ea"/>
              <a:cs typeface="+mj-ea"/>
              <a:sym typeface="+mn-lt"/>
            </a:endParaRPr>
          </a:p>
        </p:txBody>
      </p:sp>
      <p:grpSp>
        <p:nvGrpSpPr>
          <p:cNvPr id="3" name="组合 2"/>
          <p:cNvGrpSpPr/>
          <p:nvPr/>
        </p:nvGrpSpPr>
        <p:grpSpPr>
          <a:xfrm>
            <a:off x="618490" y="3159760"/>
            <a:ext cx="10955631" cy="2750161"/>
            <a:chOff x="640" y="4574"/>
            <a:chExt cx="17927" cy="4500"/>
          </a:xfrm>
        </p:grpSpPr>
        <p:sp>
          <p:nvSpPr>
            <p:cNvPr id="10" name="圆角矩形 9"/>
            <p:cNvSpPr/>
            <p:nvPr/>
          </p:nvSpPr>
          <p:spPr bwMode="auto">
            <a:xfrm>
              <a:off x="640" y="8145"/>
              <a:ext cx="5831" cy="929"/>
            </a:xfrm>
            <a:prstGeom prst="roundRect">
              <a:avLst>
                <a:gd name="adj" fmla="val 4222"/>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内容版心</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圆角矩形 10"/>
            <p:cNvSpPr/>
            <p:nvPr/>
          </p:nvSpPr>
          <p:spPr bwMode="auto">
            <a:xfrm>
              <a:off x="6688" y="8145"/>
              <a:ext cx="5831" cy="929"/>
            </a:xfrm>
            <a:prstGeom prst="roundRect">
              <a:avLst>
                <a:gd name="adj" fmla="val 4222"/>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✅遵循版心设计</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11"/>
            <p:cNvSpPr/>
            <p:nvPr/>
          </p:nvSpPr>
          <p:spPr bwMode="auto">
            <a:xfrm>
              <a:off x="12736" y="8145"/>
              <a:ext cx="5831" cy="929"/>
            </a:xfrm>
            <a:prstGeom prst="roundRect">
              <a:avLst>
                <a:gd name="adj" fmla="val 4222"/>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❌内容左右两侧未撑满版心</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 name="图片 5" descr="/Users/apple/Desktop/截屏2026-01-15 14.04.03.png截屏2026-01-15 14.04.03"/>
            <p:cNvPicPr>
              <a:picLocks noChangeAspect="1"/>
            </p:cNvPicPr>
            <p:nvPr/>
          </p:nvPicPr>
          <p:blipFill>
            <a:blip r:embed="rId3" cstate="screen"/>
            <a:srcRect/>
            <a:stretch>
              <a:fillRect/>
            </a:stretch>
          </p:blipFill>
          <p:spPr>
            <a:xfrm>
              <a:off x="641" y="4574"/>
              <a:ext cx="5830" cy="3279"/>
            </a:xfrm>
            <a:prstGeom prst="rect">
              <a:avLst/>
            </a:prstGeom>
          </p:spPr>
        </p:pic>
        <p:pic>
          <p:nvPicPr>
            <p:cNvPr id="7" name="图片 6" descr="/Users/apple/Desktop/截屏2026-01-15 14.12.28.png截屏2026-01-15 14.12.28"/>
            <p:cNvPicPr>
              <a:picLocks noChangeAspect="1"/>
            </p:cNvPicPr>
            <p:nvPr/>
          </p:nvPicPr>
          <p:blipFill>
            <a:blip r:embed="rId4" cstate="screen"/>
            <a:srcRect/>
            <a:stretch>
              <a:fillRect/>
            </a:stretch>
          </p:blipFill>
          <p:spPr>
            <a:xfrm>
              <a:off x="6688" y="4574"/>
              <a:ext cx="5830" cy="3279"/>
            </a:xfrm>
            <a:prstGeom prst="rect">
              <a:avLst/>
            </a:prstGeom>
          </p:spPr>
        </p:pic>
        <p:pic>
          <p:nvPicPr>
            <p:cNvPr id="8" name="图片 7" descr="/Users/apple/Desktop/截屏2026-01-15 14.13.39.png截屏2026-01-15 14.13.39"/>
            <p:cNvPicPr>
              <a:picLocks noChangeAspect="1"/>
            </p:cNvPicPr>
            <p:nvPr/>
          </p:nvPicPr>
          <p:blipFill>
            <a:blip r:embed="rId5" cstate="screen"/>
            <a:srcRect b="-15"/>
            <a:stretch>
              <a:fillRect/>
            </a:stretch>
          </p:blipFill>
          <p:spPr>
            <a:xfrm>
              <a:off x="12735" y="4574"/>
              <a:ext cx="5830" cy="327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圆角矩形 85"/>
          <p:cNvSpPr/>
          <p:nvPr/>
        </p:nvSpPr>
        <p:spPr bwMode="auto">
          <a:xfrm>
            <a:off x="9128124" y="2691587"/>
            <a:ext cx="2655889" cy="2987814"/>
          </a:xfrm>
          <a:prstGeom prst="roundRect">
            <a:avLst>
              <a:gd name="adj" fmla="val 2402"/>
            </a:avLst>
          </a:prstGeom>
          <a:solidFill>
            <a:srgbClr val="ECECEC"/>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indent="0" algn="l">
              <a:lnSpc>
                <a:spcPct val="120000"/>
              </a:lnSpc>
              <a:spcBef>
                <a:spcPts val="300"/>
              </a:spcBef>
              <a:spcAft>
                <a:spcPts val="300"/>
              </a:spcAft>
              <a:buFont typeface="+mj-lt"/>
              <a:buNone/>
            </a:pPr>
            <a:endPar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5" name="圆角矩形 84"/>
          <p:cNvSpPr/>
          <p:nvPr/>
        </p:nvSpPr>
        <p:spPr bwMode="auto">
          <a:xfrm>
            <a:off x="406399" y="2682240"/>
            <a:ext cx="4755515" cy="3172300"/>
          </a:xfrm>
          <a:prstGeom prst="roundRect">
            <a:avLst>
              <a:gd name="adj" fmla="val 298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标题 3"/>
          <p:cNvSpPr>
            <a:spLocks noGrp="1"/>
          </p:cNvSpPr>
          <p:nvPr>
            <p:ph type="title"/>
          </p:nvPr>
        </p:nvSpPr>
        <p:spPr>
          <a:noFill/>
        </p:spPr>
        <p:txBody>
          <a:bodyPr wrap="square" rtlCol="0" anchor="ctr">
            <a:noAutofit/>
          </a:bodyPr>
          <a:lstStyle>
            <a:lvl1pPr algn="l" defTabSz="914400" rtl="0" eaLnBrk="1" latinLnBrk="0" hangingPunct="1">
              <a:lnSpc>
                <a:spcPct val="100000"/>
              </a:lnSpc>
              <a:spcBef>
                <a:spcPct val="0"/>
              </a:spcBef>
              <a:buNone/>
              <a:defRPr lang="zh-CN" altLang="en-US" sz="2400" b="1" kern="1200" dirty="0">
                <a:solidFill>
                  <a:schemeClr val="accent1"/>
                </a:solidFill>
                <a:latin typeface="Microsoft YaHei Heavy" panose="020B0702040204020203" charset="-122"/>
                <a:ea typeface="Microsoft YaHei Heavy" panose="020B0702040204020203" charset="-122"/>
                <a:cs typeface="Arial" panose="020B0604020202090204" pitchFamily="34" charset="0"/>
              </a:defRPr>
            </a:lvl1pPr>
          </a:lstStyle>
          <a:p>
            <a:pPr lvl="0" algn="l">
              <a:buClrTx/>
              <a:buSzTx/>
              <a:buFontTx/>
            </a:pPr>
            <a:r>
              <a:rPr>
                <a:latin typeface="+mj-ea"/>
                <a:ea typeface="+mj-ea"/>
                <a:sym typeface="+mn-ea"/>
              </a:rPr>
              <a:t>主题色设计说明</a:t>
            </a:r>
            <a:endParaRPr>
              <a:latin typeface="+mj-ea"/>
              <a:ea typeface="+mj-ea"/>
              <a:sym typeface="+mn-ea"/>
            </a:endParaRPr>
          </a:p>
        </p:txBody>
      </p:sp>
      <p:sp>
        <p:nvSpPr>
          <p:cNvPr id="9" name="矩形 8"/>
          <p:cNvSpPr/>
          <p:nvPr>
            <p:custDataLst>
              <p:tags r:id="rId1"/>
            </p:custDataLst>
          </p:nvPr>
        </p:nvSpPr>
        <p:spPr>
          <a:xfrm>
            <a:off x="0" y="842010"/>
            <a:ext cx="12192000" cy="1440815"/>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5" y="842010"/>
            <a:ext cx="11372215" cy="1311275"/>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设计</a:t>
            </a:r>
            <a:r>
              <a:rPr kumimoji="0" lang="zh-CN" altLang="en-US" sz="1400" b="1" i="0" u="none" strike="noStrike" kern="1200" cap="none" spc="0" normalizeH="0" baseline="0" dirty="0">
                <a:solidFill>
                  <a:schemeClr val="accent1"/>
                </a:solidFill>
                <a:latin typeface="+mj-ea"/>
                <a:ea typeface="+mj-ea"/>
                <a:cs typeface="+mj-ea"/>
                <a:sym typeface="+mn-lt"/>
              </a:rPr>
              <a: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为确保</a:t>
            </a:r>
            <a:r>
              <a:rPr kumimoji="0" lang="en-US" altLang="zh-CN" sz="1400" i="0" u="none" strike="noStrike" kern="1200" cap="none" spc="0" normalizeH="0" baseline="0" noProof="0" dirty="0">
                <a:ln>
                  <a:noFill/>
                </a:ln>
                <a:solidFill>
                  <a:schemeClr val="tx2"/>
                </a:solidFill>
                <a:effectLst/>
                <a:uLnTx/>
                <a:uFillTx/>
                <a:latin typeface="+mj-ea"/>
                <a:ea typeface="+mj-ea"/>
                <a:cs typeface="+mj-ea"/>
                <a:sym typeface="+mn-lt"/>
              </a:rPr>
              <a:t>PPT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设计色彩统一，基于集团融合数智产线，我们提取设定了一套固定的主题色板，涵盖品牌蓝、中性色以及紫色、青色、绿色、黄色四个辅助色</a:t>
            </a:r>
            <a:endPar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使用：</a:t>
            </a:r>
            <a:r>
              <a:rPr lang="zh-CN" altLang="en-US" sz="1400" noProof="0" dirty="0">
                <a:ln>
                  <a:noFill/>
                </a:ln>
                <a:solidFill>
                  <a:schemeClr val="tx2"/>
                </a:solidFill>
                <a:effectLst/>
                <a:uLnTx/>
                <a:uFillTx/>
                <a:latin typeface="+mj-ea"/>
                <a:ea typeface="+mj-ea"/>
                <a:cs typeface="+mj-ea"/>
                <a:sym typeface="+mn-lt"/>
              </a:rPr>
              <a:t>主题色板已在</a:t>
            </a:r>
            <a:r>
              <a:rPr lang="en-US" altLang="zh-CN" sz="1400" noProof="0" dirty="0">
                <a:ln>
                  <a:noFill/>
                </a:ln>
                <a:solidFill>
                  <a:schemeClr val="tx2"/>
                </a:solidFill>
                <a:effectLst/>
                <a:uLnTx/>
                <a:uFillTx/>
                <a:latin typeface="+mj-ea"/>
                <a:ea typeface="+mj-ea"/>
                <a:cs typeface="+mj-ea"/>
                <a:sym typeface="+mn-lt"/>
              </a:rPr>
              <a:t>PPT</a:t>
            </a:r>
            <a:r>
              <a:rPr lang="zh-CN" altLang="en-US" sz="1400" noProof="0" dirty="0">
                <a:ln>
                  <a:noFill/>
                </a:ln>
                <a:solidFill>
                  <a:schemeClr val="tx2"/>
                </a:solidFill>
                <a:effectLst/>
                <a:uLnTx/>
                <a:uFillTx/>
                <a:latin typeface="+mj-ea"/>
                <a:ea typeface="+mj-ea"/>
                <a:cs typeface="+mj-ea"/>
                <a:sym typeface="+mn-lt"/>
              </a:rPr>
              <a:t>模版中嵌入，为确保后续主题色的一键迁移，需严格使用主题色板中</a:t>
            </a:r>
            <a:r>
              <a:rPr lang="en-US" altLang="zh-CN" sz="1400" noProof="0" dirty="0">
                <a:ln>
                  <a:noFill/>
                </a:ln>
                <a:solidFill>
                  <a:schemeClr val="tx2"/>
                </a:solidFill>
                <a:effectLst/>
                <a:uLnTx/>
                <a:uFillTx/>
                <a:latin typeface="+mj-ea"/>
                <a:ea typeface="+mj-ea"/>
                <a:cs typeface="+mj-ea"/>
                <a:sym typeface="+mn-lt"/>
              </a:rPr>
              <a:t>Token</a:t>
            </a:r>
            <a:r>
              <a:rPr lang="zh-CN" altLang="en-US" sz="1400" noProof="0" dirty="0">
                <a:ln>
                  <a:noFill/>
                </a:ln>
                <a:solidFill>
                  <a:schemeClr val="tx2"/>
                </a:solidFill>
                <a:effectLst/>
                <a:uLnTx/>
                <a:uFillTx/>
                <a:latin typeface="+mj-ea"/>
                <a:ea typeface="+mj-ea"/>
                <a:cs typeface="+mj-ea"/>
                <a:sym typeface="+mn-lt"/>
              </a:rPr>
              <a:t>；当需要在</a:t>
            </a:r>
            <a:r>
              <a:rPr lang="en-US" altLang="zh-CN" sz="1400" noProof="0" dirty="0">
                <a:ln>
                  <a:noFill/>
                </a:ln>
                <a:solidFill>
                  <a:schemeClr val="tx2"/>
                </a:solidFill>
                <a:effectLst/>
                <a:uLnTx/>
                <a:uFillTx/>
                <a:latin typeface="+mj-ea"/>
                <a:ea typeface="+mj-ea"/>
                <a:cs typeface="+mj-ea"/>
                <a:sym typeface="+mn-lt"/>
              </a:rPr>
              <a:t>PPT</a:t>
            </a:r>
            <a:r>
              <a:rPr lang="zh-CN" altLang="en-US" sz="1400" noProof="0" dirty="0">
                <a:ln>
                  <a:noFill/>
                </a:ln>
                <a:solidFill>
                  <a:schemeClr val="tx2"/>
                </a:solidFill>
                <a:effectLst/>
                <a:uLnTx/>
                <a:uFillTx/>
                <a:latin typeface="+mj-ea"/>
                <a:ea typeface="+mj-ea"/>
                <a:cs typeface="+mj-ea"/>
                <a:sym typeface="+mn-lt"/>
              </a:rPr>
              <a:t>嵌入主题色板时，只需要完整复制模版中的母版到目标</a:t>
            </a:r>
            <a:r>
              <a:rPr lang="en-US" altLang="zh-CN" sz="1400" noProof="0" dirty="0">
                <a:ln>
                  <a:noFill/>
                </a:ln>
                <a:solidFill>
                  <a:schemeClr val="tx2"/>
                </a:solidFill>
                <a:effectLst/>
                <a:uLnTx/>
                <a:uFillTx/>
                <a:latin typeface="+mj-ea"/>
                <a:ea typeface="+mj-ea"/>
                <a:cs typeface="+mj-ea"/>
                <a:sym typeface="+mn-lt"/>
              </a:rPr>
              <a:t>PPT</a:t>
            </a:r>
            <a:r>
              <a:rPr lang="zh-CN" altLang="en-US" sz="1400" noProof="0" dirty="0">
                <a:ln>
                  <a:noFill/>
                </a:ln>
                <a:solidFill>
                  <a:schemeClr val="tx2"/>
                </a:solidFill>
                <a:effectLst/>
                <a:uLnTx/>
                <a:uFillTx/>
                <a:latin typeface="+mj-ea"/>
                <a:ea typeface="+mj-ea"/>
                <a:cs typeface="+mj-ea"/>
                <a:sym typeface="+mn-lt"/>
              </a:rPr>
              <a:t>中即可</a:t>
            </a:r>
            <a:endParaRPr lang="zh-CN" altLang="en-US" sz="1400" noProof="0" dirty="0">
              <a:ln>
                <a:noFill/>
              </a:ln>
              <a:solidFill>
                <a:schemeClr val="tx2"/>
              </a:solidFill>
              <a:effectLst/>
              <a:uLnTx/>
              <a:uFillTx/>
              <a:latin typeface="+mj-ea"/>
              <a:ea typeface="+mj-ea"/>
              <a:cs typeface="+mj-ea"/>
              <a:sym typeface="+mn-lt"/>
            </a:endParaRPr>
          </a:p>
        </p:txBody>
      </p:sp>
      <p:sp>
        <p:nvSpPr>
          <p:cNvPr id="14" name="圆角矩形 13"/>
          <p:cNvSpPr/>
          <p:nvPr/>
        </p:nvSpPr>
        <p:spPr bwMode="auto">
          <a:xfrm>
            <a:off x="406399" y="5926455"/>
            <a:ext cx="4755515" cy="567690"/>
          </a:xfrm>
          <a:prstGeom prst="roundRect">
            <a:avLst>
              <a:gd name="adj" fmla="val 6885"/>
            </a:avLst>
          </a:prstGeom>
          <a:solidFill>
            <a:schemeClr val="bg2"/>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主题色板设定</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圆角矩形 14"/>
          <p:cNvSpPr/>
          <p:nvPr/>
        </p:nvSpPr>
        <p:spPr bwMode="auto">
          <a:xfrm>
            <a:off x="9128125" y="5926455"/>
            <a:ext cx="2646680" cy="567690"/>
          </a:xfrm>
          <a:prstGeom prst="roundRect">
            <a:avLst>
              <a:gd name="adj" fmla="val 8216"/>
            </a:avLst>
          </a:prstGeom>
          <a:solidFill>
            <a:schemeClr val="bg2"/>
          </a:solid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主题</a:t>
            </a:r>
            <a:r>
              <a:rPr kumimoji="1"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色板在</a:t>
            </a:r>
            <a:r>
              <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PPT</a:t>
            </a: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中呈现</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圆角矩形 16"/>
          <p:cNvSpPr/>
          <p:nvPr/>
        </p:nvSpPr>
        <p:spPr bwMode="auto">
          <a:xfrm>
            <a:off x="5354955" y="2682240"/>
            <a:ext cx="3580130" cy="3811905"/>
          </a:xfrm>
          <a:prstGeom prst="roundRect">
            <a:avLst>
              <a:gd name="adj" fmla="val 1970"/>
            </a:avLst>
          </a:prstGeom>
          <a:solidFill>
            <a:schemeClr val="accent2">
              <a:lumMod val="20000"/>
              <a:lumOff val="8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indent="0" algn="l">
              <a:lnSpc>
                <a:spcPct val="120000"/>
              </a:lnSpc>
              <a:spcBef>
                <a:spcPts val="300"/>
              </a:spcBef>
              <a:spcAft>
                <a:spcPts val="300"/>
              </a:spcAft>
              <a:buFont typeface="+mj-lt"/>
              <a:buNone/>
            </a:pP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注意事项：</a:t>
            </a:r>
            <a:endPar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228600" indent="-228600" algn="l">
              <a:lnSpc>
                <a:spcPct val="120000"/>
              </a:lnSpc>
              <a:spcBef>
                <a:spcPts val="300"/>
              </a:spcBef>
              <a:spcAft>
                <a:spcPts val="300"/>
              </a:spcAft>
              <a:buFont typeface="+mj-lt"/>
              <a:buAutoNum type="arabicPeriod"/>
            </a:pPr>
            <a:r>
              <a:rPr kumimoji="1"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rPr>
              <a:t>颜色选择统一点选，不可吸色；</a:t>
            </a:r>
            <a:endParaRPr kumimoji="1" lang="en-US" altLang="zh-CN" sz="1400"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228600" indent="-228600" algn="l">
              <a:lnSpc>
                <a:spcPct val="120000"/>
              </a:lnSpc>
              <a:spcBef>
                <a:spcPts val="300"/>
              </a:spcBef>
              <a:spcAft>
                <a:spcPts val="300"/>
              </a:spcAft>
              <a:buFont typeface="+mj-lt"/>
              <a:buAutoNum type="arabicPeriod"/>
            </a:pPr>
            <a:r>
              <a:rPr kumimoji="1" lang="zh-CN" altLang="en-US"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注意两个白色的使用，左</a:t>
            </a:r>
            <a:r>
              <a:rPr kumimoji="1" lang="en-US" altLang="zh-CN"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1</a:t>
            </a:r>
            <a:r>
              <a:rPr kumimoji="1" lang="zh-CN" altLang="en-US"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为白色背景，左</a:t>
            </a:r>
            <a:r>
              <a:rPr kumimoji="1" lang="en-US" altLang="zh-CN"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2</a:t>
            </a:r>
            <a:r>
              <a:rPr kumimoji="1" lang="zh-CN" altLang="en-US"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为白色文字</a:t>
            </a:r>
            <a:r>
              <a:rPr kumimoji="1" lang="en-US" altLang="zh-CN"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1400" dirty="0">
                <a:solidFill>
                  <a:srgbClr val="FF0000"/>
                </a:solidFill>
                <a:latin typeface="Arial" panose="020B0604020202090204" pitchFamily="34" charset="0"/>
                <a:ea typeface="微软雅黑" panose="020B0502040204020203" pitchFamily="34" charset="-122"/>
                <a:cs typeface="Arial" panose="020B0604020202090204" pitchFamily="34" charset="0"/>
              </a:rPr>
              <a:t>便于</a:t>
            </a:r>
            <a:r>
              <a:rPr kumimoji="1" lang="zh-CN" altLang="en-US"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主题更换</a:t>
            </a:r>
            <a:r>
              <a:rPr kumimoji="1" lang="en-US" altLang="zh-CN"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1400" b="0" dirty="0">
                <a:solidFill>
                  <a:srgbClr val="FF0000"/>
                </a:solidFill>
                <a:latin typeface="Arial" panose="020B0604020202090204" pitchFamily="34" charset="0"/>
                <a:ea typeface="微软雅黑" panose="020B0502040204020203" pitchFamily="34" charset="-122"/>
                <a:cs typeface="Arial" panose="020B0604020202090204" pitchFamily="34" charset="0"/>
              </a:rPr>
              <a:t>；</a:t>
            </a:r>
            <a:endParaRPr kumimoji="1" lang="en-US" altLang="zh-CN" sz="1400" b="0" dirty="0">
              <a:solidFill>
                <a:srgbClr val="FF0000"/>
              </a:solidFill>
              <a:latin typeface="Arial" panose="020B0604020202090204" pitchFamily="34" charset="0"/>
              <a:ea typeface="微软雅黑" panose="020B0502040204020203" pitchFamily="34" charset="-122"/>
              <a:cs typeface="Arial" panose="020B0604020202090204" pitchFamily="34" charset="0"/>
            </a:endParaRPr>
          </a:p>
          <a:p>
            <a:pPr marL="228600" indent="-228600" algn="l">
              <a:lnSpc>
                <a:spcPct val="120000"/>
              </a:lnSpc>
              <a:spcBef>
                <a:spcPts val="300"/>
              </a:spcBef>
              <a:spcAft>
                <a:spcPts val="300"/>
              </a:spcAft>
              <a:buFont typeface="+mj-lt"/>
              <a:buAutoNum type="arabicPeriod"/>
            </a:pPr>
            <a:r>
              <a:rPr kumimoji="1"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rPr>
              <a:t>色彩层级由高到低，标红色斜线的禁止使用；</a:t>
            </a:r>
            <a:endParaRPr kumimoji="1" lang="en-US" altLang="zh-CN" sz="1400"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228600" indent="-228600">
              <a:lnSpc>
                <a:spcPct val="120000"/>
              </a:lnSpc>
              <a:spcBef>
                <a:spcPts val="300"/>
              </a:spcBef>
              <a:spcAft>
                <a:spcPts val="300"/>
              </a:spcAft>
              <a:buFont typeface="+mj-lt"/>
              <a:buAutoNum type="arabicPeriod"/>
            </a:pPr>
            <a:r>
              <a:rPr kumimoji="1"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rPr>
              <a:t>整体</a:t>
            </a:r>
            <a:r>
              <a:rPr kumimoji="1" lang="en-US" altLang="zh-CN" sz="1400" b="0" dirty="0">
                <a:solidFill>
                  <a:schemeClr val="tx2"/>
                </a:solidFill>
                <a:latin typeface="Arial" panose="020B0604020202090204" pitchFamily="34" charset="0"/>
                <a:ea typeface="微软雅黑" panose="020B0502040204020203" pitchFamily="34" charset="-122"/>
                <a:cs typeface="Arial" panose="020B0604020202090204" pitchFamily="34" charset="0"/>
              </a:rPr>
              <a:t>PPT</a:t>
            </a:r>
            <a:r>
              <a:rPr kumimoji="1"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rPr>
              <a:t>浅色风格为主，切忌大面积使用高纯度颜色。</a:t>
            </a:r>
            <a:endPar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228600" indent="-228600">
              <a:lnSpc>
                <a:spcPct val="120000"/>
              </a:lnSpc>
              <a:spcBef>
                <a:spcPts val="300"/>
              </a:spcBef>
              <a:spcAft>
                <a:spcPts val="300"/>
              </a:spcAft>
              <a:buFont typeface="+mj-lt"/>
              <a:buAutoNum type="arabicPeriod"/>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文字颜色与背景颜色需要较大对比度；</a:t>
            </a:r>
            <a:endPar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228600" indent="-228600">
              <a:lnSpc>
                <a:spcPct val="120000"/>
              </a:lnSpc>
              <a:spcBef>
                <a:spcPts val="300"/>
              </a:spcBef>
              <a:spcAft>
                <a:spcPts val="300"/>
              </a:spcAft>
              <a:buFont typeface="+mj-lt"/>
              <a:buAutoNum type="arabicPeriod"/>
            </a:pP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背景层上叠背景要慎重，搭配自然但要能清晰区分边界。</a:t>
            </a:r>
            <a:endParaRPr kumimoji="1"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63" name="组合 162"/>
          <p:cNvGrpSpPr/>
          <p:nvPr/>
        </p:nvGrpSpPr>
        <p:grpSpPr>
          <a:xfrm>
            <a:off x="429747" y="2786961"/>
            <a:ext cx="4630985" cy="2976444"/>
            <a:chOff x="12351781" y="244696"/>
            <a:chExt cx="6694937" cy="4302994"/>
          </a:xfrm>
        </p:grpSpPr>
        <p:sp>
          <p:nvSpPr>
            <p:cNvPr id="88" name="矩形 87"/>
            <p:cNvSpPr>
              <a:spLocks noChangeAspect="1"/>
            </p:cNvSpPr>
            <p:nvPr/>
          </p:nvSpPr>
          <p:spPr>
            <a:xfrm>
              <a:off x="12473133" y="244696"/>
              <a:ext cx="648000" cy="648000"/>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600" dirty="0" err="1">
                  <a:solidFill>
                    <a:schemeClr val="tx2"/>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白色背景</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9" name="矩形 88"/>
            <p:cNvSpPr>
              <a:spLocks noChangeAspect="1"/>
            </p:cNvSpPr>
            <p:nvPr/>
          </p:nvSpPr>
          <p:spPr>
            <a:xfrm>
              <a:off x="13133490" y="244696"/>
              <a:ext cx="648000" cy="648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text</a:t>
              </a:r>
              <a:b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白色文字</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0" name="矩形 89"/>
            <p:cNvSpPr>
              <a:spLocks noChangeAspect="1"/>
            </p:cNvSpPr>
            <p:nvPr/>
          </p:nvSpPr>
          <p:spPr>
            <a:xfrm>
              <a:off x="12473133" y="1269914"/>
              <a:ext cx="648000" cy="648000"/>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91" name="矩形 90"/>
            <p:cNvSpPr>
              <a:spLocks noChangeAspect="1"/>
            </p:cNvSpPr>
            <p:nvPr/>
          </p:nvSpPr>
          <p:spPr>
            <a:xfrm>
              <a:off x="13793847" y="244696"/>
              <a:ext cx="648000" cy="648000"/>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默认</a:t>
              </a:r>
              <a:b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中性</a:t>
              </a:r>
              <a:endPar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填充色</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2" name="矩形 91"/>
            <p:cNvSpPr>
              <a:spLocks noChangeAspect="1"/>
            </p:cNvSpPr>
            <p:nvPr/>
          </p:nvSpPr>
          <p:spPr>
            <a:xfrm>
              <a:off x="14449682" y="244696"/>
              <a:ext cx="648000" cy="64800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br>
                <a:rPr kumimoji="1" lang="en-US" altLang="zh-CN" sz="600" dirty="0">
                  <a:solidFill>
                    <a:schemeClr val="tx1"/>
                  </a:solidFill>
                  <a:latin typeface="Arial" panose="020B0604020202090204" pitchFamily="34" charset="0"/>
                  <a:ea typeface="微软雅黑" panose="020B0502040204020203" pitchFamily="34" charset="-122"/>
                  <a:cs typeface="Arial" panose="020B0604020202090204" pitchFamily="34" charset="0"/>
                </a:rPr>
              </a:b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黑色</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一级文本</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3" name="矩形 92"/>
            <p:cNvSpPr>
              <a:spLocks noChangeAspect="1"/>
            </p:cNvSpPr>
            <p:nvPr/>
          </p:nvSpPr>
          <p:spPr>
            <a:xfrm>
              <a:off x="15105517" y="244696"/>
              <a:ext cx="648000" cy="648000"/>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蓝</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4" name="矩形 93"/>
            <p:cNvSpPr>
              <a:spLocks noChangeAspect="1"/>
            </p:cNvSpPr>
            <p:nvPr/>
          </p:nvSpPr>
          <p:spPr>
            <a:xfrm>
              <a:off x="15762274" y="244696"/>
              <a:ext cx="648000" cy="648000"/>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蓝</a:t>
              </a:r>
              <a:r>
                <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交互</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5" name="矩形 94"/>
            <p:cNvSpPr>
              <a:spLocks noChangeAspect="1"/>
            </p:cNvSpPr>
            <p:nvPr/>
          </p:nvSpPr>
          <p:spPr>
            <a:xfrm>
              <a:off x="16421385" y="244696"/>
              <a:ext cx="648000" cy="64800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紫</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6" name="矩形 95"/>
            <p:cNvSpPr>
              <a:spLocks noChangeAspect="1"/>
            </p:cNvSpPr>
            <p:nvPr/>
          </p:nvSpPr>
          <p:spPr>
            <a:xfrm>
              <a:off x="17080496" y="244696"/>
              <a:ext cx="648000" cy="64800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紫</a:t>
              </a:r>
              <a:r>
                <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交互</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7" name="矩形 96"/>
            <p:cNvSpPr>
              <a:spLocks noChangeAspect="1"/>
            </p:cNvSpPr>
            <p:nvPr/>
          </p:nvSpPr>
          <p:spPr>
            <a:xfrm>
              <a:off x="17739607" y="244696"/>
              <a:ext cx="648000" cy="648000"/>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青</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99" name="矩形 98"/>
            <p:cNvSpPr>
              <a:spLocks noChangeAspect="1"/>
            </p:cNvSpPr>
            <p:nvPr/>
          </p:nvSpPr>
          <p:spPr>
            <a:xfrm>
              <a:off x="18398718" y="244696"/>
              <a:ext cx="648000" cy="6480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00" dirty="0" err="1">
                  <a:solidFill>
                    <a:schemeClr val="bg1"/>
                  </a:solidFill>
                  <a:latin typeface="Arial" panose="020B0604020202090204" pitchFamily="34" charset="0"/>
                  <a:ea typeface="微软雅黑" panose="020B0502040204020203" pitchFamily="34" charset="-122"/>
                  <a:cs typeface="Arial" panose="020B0604020202090204" pitchFamily="34" charset="0"/>
                </a:rPr>
                <a:t>bg</a:t>
              </a:r>
              <a:endPar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青</a:t>
              </a:r>
              <a:r>
                <a:rPr kumimoji="1" lang="en-US" altLang="zh-CN" sz="600" dirty="0">
                  <a:solidFill>
                    <a:schemeClr val="bg1"/>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交互</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矩形 99"/>
            <p:cNvSpPr>
              <a:spLocks noChangeAspect="1"/>
            </p:cNvSpPr>
            <p:nvPr/>
          </p:nvSpPr>
          <p:spPr>
            <a:xfrm>
              <a:off x="12473133" y="1927358"/>
              <a:ext cx="648000" cy="64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1" name="矩形 100"/>
            <p:cNvSpPr>
              <a:spLocks noChangeAspect="1"/>
            </p:cNvSpPr>
            <p:nvPr/>
          </p:nvSpPr>
          <p:spPr>
            <a:xfrm>
              <a:off x="12473133" y="2584802"/>
              <a:ext cx="648000" cy="648000"/>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2" name="矩形 101"/>
            <p:cNvSpPr>
              <a:spLocks noChangeAspect="1"/>
            </p:cNvSpPr>
            <p:nvPr/>
          </p:nvSpPr>
          <p:spPr>
            <a:xfrm>
              <a:off x="12473133" y="3242246"/>
              <a:ext cx="648000" cy="648000"/>
            </a:xfrm>
            <a:prstGeom prst="rect">
              <a:avLst/>
            </a:prstGeom>
            <a:solidFill>
              <a:schemeClr val="bg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3" name="矩形 102"/>
            <p:cNvSpPr>
              <a:spLocks noChangeAspect="1"/>
            </p:cNvSpPr>
            <p:nvPr/>
          </p:nvSpPr>
          <p:spPr>
            <a:xfrm>
              <a:off x="12473133" y="3899690"/>
              <a:ext cx="648000" cy="648000"/>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4" name="矩形 103"/>
            <p:cNvSpPr>
              <a:spLocks noChangeAspect="1"/>
            </p:cNvSpPr>
            <p:nvPr/>
          </p:nvSpPr>
          <p:spPr>
            <a:xfrm>
              <a:off x="13133490" y="1269914"/>
              <a:ext cx="648000" cy="6480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5" name="矩形 104"/>
            <p:cNvSpPr>
              <a:spLocks noChangeAspect="1"/>
            </p:cNvSpPr>
            <p:nvPr/>
          </p:nvSpPr>
          <p:spPr>
            <a:xfrm>
              <a:off x="13133490" y="1927358"/>
              <a:ext cx="648000" cy="64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6" name="矩形 105"/>
            <p:cNvSpPr>
              <a:spLocks noChangeAspect="1"/>
            </p:cNvSpPr>
            <p:nvPr/>
          </p:nvSpPr>
          <p:spPr>
            <a:xfrm>
              <a:off x="13133490" y="2584802"/>
              <a:ext cx="648000" cy="6480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7" name="矩形 106"/>
            <p:cNvSpPr>
              <a:spLocks noChangeAspect="1"/>
            </p:cNvSpPr>
            <p:nvPr/>
          </p:nvSpPr>
          <p:spPr>
            <a:xfrm>
              <a:off x="13133490" y="3242246"/>
              <a:ext cx="648000" cy="64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8" name="矩形 107"/>
            <p:cNvSpPr>
              <a:spLocks noChangeAspect="1"/>
            </p:cNvSpPr>
            <p:nvPr/>
          </p:nvSpPr>
          <p:spPr>
            <a:xfrm>
              <a:off x="13133490" y="3899690"/>
              <a:ext cx="648000" cy="64800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9" name="矩形 108"/>
            <p:cNvSpPr>
              <a:spLocks noChangeAspect="1"/>
            </p:cNvSpPr>
            <p:nvPr/>
          </p:nvSpPr>
          <p:spPr>
            <a:xfrm>
              <a:off x="13793847" y="1269914"/>
              <a:ext cx="648000" cy="648000"/>
            </a:xfrm>
            <a:prstGeom prst="rect">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a:t>
              </a: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描边</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0" name="矩形 109"/>
            <p:cNvSpPr>
              <a:spLocks noChangeAspect="1"/>
            </p:cNvSpPr>
            <p:nvPr/>
          </p:nvSpPr>
          <p:spPr>
            <a:xfrm>
              <a:off x="13793847" y="1927358"/>
              <a:ext cx="648000" cy="648000"/>
            </a:xfrm>
            <a:prstGeom prst="rect">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a:t>
              </a: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描边</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1" name="矩形 110"/>
            <p:cNvSpPr>
              <a:spLocks noChangeAspect="1"/>
            </p:cNvSpPr>
            <p:nvPr/>
          </p:nvSpPr>
          <p:spPr>
            <a:xfrm>
              <a:off x="13793847" y="2584802"/>
              <a:ext cx="648000" cy="648000"/>
            </a:xfrm>
            <a:prstGeom prst="rect">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a:t>
              </a: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描边</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2" name="矩形 111"/>
            <p:cNvSpPr>
              <a:spLocks noChangeAspect="1"/>
            </p:cNvSpPr>
            <p:nvPr/>
          </p:nvSpPr>
          <p:spPr>
            <a:xfrm>
              <a:off x="13793847" y="3242246"/>
              <a:ext cx="648000" cy="648000"/>
            </a:xfrm>
            <a:prstGeom prst="rect">
              <a:avLst/>
            </a:prstGeom>
            <a:solidFill>
              <a:schemeClr val="bg2">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a:t>
              </a: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描边</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3" name="矩形 112"/>
            <p:cNvSpPr>
              <a:spLocks noChangeAspect="1"/>
            </p:cNvSpPr>
            <p:nvPr/>
          </p:nvSpPr>
          <p:spPr>
            <a:xfrm>
              <a:off x="13793847" y="3899690"/>
              <a:ext cx="648000" cy="648000"/>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填充</a:t>
              </a:r>
              <a:r>
                <a:rPr kumimoji="1" lang="en-US" altLang="zh-CN" sz="6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描边</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4" name="矩形 113"/>
            <p:cNvSpPr>
              <a:spLocks noChangeAspect="1"/>
            </p:cNvSpPr>
            <p:nvPr/>
          </p:nvSpPr>
          <p:spPr>
            <a:xfrm>
              <a:off x="14449682" y="1269914"/>
              <a:ext cx="648000" cy="648000"/>
            </a:xfrm>
            <a:prstGeom prst="rect">
              <a:avLst/>
            </a:prstGeom>
            <a:solidFill>
              <a:schemeClr val="tx2">
                <a:lumMod val="10000"/>
                <a:lumOff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禁用文本</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5" name="矩形 114"/>
            <p:cNvSpPr>
              <a:spLocks noChangeAspect="1"/>
            </p:cNvSpPr>
            <p:nvPr/>
          </p:nvSpPr>
          <p:spPr>
            <a:xfrm>
              <a:off x="14449682" y="1927358"/>
              <a:ext cx="648000" cy="648000"/>
            </a:xfrm>
            <a:prstGeom prst="rect">
              <a:avLst/>
            </a:prstGeom>
            <a:solidFill>
              <a:schemeClr val="tx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16" name="矩形 115"/>
            <p:cNvSpPr>
              <a:spLocks noChangeAspect="1"/>
            </p:cNvSpPr>
            <p:nvPr/>
          </p:nvSpPr>
          <p:spPr>
            <a:xfrm>
              <a:off x="14449682" y="2584802"/>
              <a:ext cx="648000" cy="648000"/>
            </a:xfrm>
            <a:prstGeom prst="rect">
              <a:avLst/>
            </a:prstGeom>
            <a:solidFill>
              <a:schemeClr val="tx2">
                <a:lumMod val="50000"/>
                <a:lumOff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rPr>
                <a:t>三级文本</a:t>
              </a: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7" name="矩形 116"/>
            <p:cNvSpPr>
              <a:spLocks noChangeAspect="1"/>
            </p:cNvSpPr>
            <p:nvPr/>
          </p:nvSpPr>
          <p:spPr>
            <a:xfrm>
              <a:off x="14449682" y="3242246"/>
              <a:ext cx="648000" cy="648000"/>
            </a:xfrm>
            <a:prstGeom prst="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r>
                <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rPr>
                <a:t>二级文本</a:t>
              </a: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18" name="矩形 117"/>
            <p:cNvSpPr>
              <a:spLocks noChangeAspect="1"/>
            </p:cNvSpPr>
            <p:nvPr/>
          </p:nvSpPr>
          <p:spPr>
            <a:xfrm>
              <a:off x="14449682" y="3899690"/>
              <a:ext cx="648000" cy="648000"/>
            </a:xfrm>
            <a:prstGeom prst="rect">
              <a:avLst/>
            </a:prstGeom>
            <a:solidFill>
              <a:schemeClr val="tx2">
                <a:lumMod val="90000"/>
                <a:lumOff val="1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9" name="矩形 118"/>
            <p:cNvSpPr>
              <a:spLocks noChangeAspect="1"/>
            </p:cNvSpPr>
            <p:nvPr/>
          </p:nvSpPr>
          <p:spPr>
            <a:xfrm>
              <a:off x="15105517" y="1269914"/>
              <a:ext cx="648000" cy="6480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0" name="矩形 119"/>
            <p:cNvSpPr>
              <a:spLocks noChangeAspect="1"/>
            </p:cNvSpPr>
            <p:nvPr/>
          </p:nvSpPr>
          <p:spPr>
            <a:xfrm>
              <a:off x="15105517" y="1927358"/>
              <a:ext cx="648000" cy="648000"/>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1" name="矩形 120"/>
            <p:cNvSpPr>
              <a:spLocks noChangeAspect="1"/>
            </p:cNvSpPr>
            <p:nvPr/>
          </p:nvSpPr>
          <p:spPr>
            <a:xfrm>
              <a:off x="15105517" y="2584802"/>
              <a:ext cx="648000" cy="6480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2" name="矩形 121"/>
            <p:cNvSpPr>
              <a:spLocks noChangeAspect="1"/>
            </p:cNvSpPr>
            <p:nvPr/>
          </p:nvSpPr>
          <p:spPr>
            <a:xfrm>
              <a:off x="15105517" y="3242246"/>
              <a:ext cx="648000" cy="648000"/>
            </a:xfrm>
            <a:prstGeom prst="rect">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23" name="矩形 122"/>
            <p:cNvSpPr>
              <a:spLocks noChangeAspect="1"/>
            </p:cNvSpPr>
            <p:nvPr/>
          </p:nvSpPr>
          <p:spPr>
            <a:xfrm>
              <a:off x="15105517" y="3899690"/>
              <a:ext cx="648000" cy="648000"/>
            </a:xfrm>
            <a:prstGeom prst="rect">
              <a:avLst/>
            </a:pr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24" name="矩形 123"/>
            <p:cNvSpPr>
              <a:spLocks noChangeAspect="1"/>
            </p:cNvSpPr>
            <p:nvPr/>
          </p:nvSpPr>
          <p:spPr>
            <a:xfrm>
              <a:off x="15762274" y="1269914"/>
              <a:ext cx="648000" cy="648000"/>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5" name="矩形 124"/>
            <p:cNvSpPr>
              <a:spLocks noChangeAspect="1"/>
            </p:cNvSpPr>
            <p:nvPr/>
          </p:nvSpPr>
          <p:spPr>
            <a:xfrm>
              <a:off x="15762274" y="1927358"/>
              <a:ext cx="648000" cy="648000"/>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6" name="矩形 125"/>
            <p:cNvSpPr>
              <a:spLocks noChangeAspect="1"/>
            </p:cNvSpPr>
            <p:nvPr/>
          </p:nvSpPr>
          <p:spPr>
            <a:xfrm>
              <a:off x="15762274" y="2584802"/>
              <a:ext cx="648000" cy="6480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27" name="矩形 126"/>
            <p:cNvSpPr>
              <a:spLocks noChangeAspect="1"/>
            </p:cNvSpPr>
            <p:nvPr/>
          </p:nvSpPr>
          <p:spPr>
            <a:xfrm>
              <a:off x="15762274" y="3242246"/>
              <a:ext cx="648000" cy="648000"/>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28" name="矩形 127"/>
            <p:cNvSpPr>
              <a:spLocks noChangeAspect="1"/>
            </p:cNvSpPr>
            <p:nvPr/>
          </p:nvSpPr>
          <p:spPr>
            <a:xfrm>
              <a:off x="15762274" y="3899690"/>
              <a:ext cx="648000" cy="648000"/>
            </a:xfrm>
            <a:prstGeom prst="rect">
              <a:avLst/>
            </a:prstGeom>
            <a:solidFill>
              <a:schemeClr val="accent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29" name="矩形 128"/>
            <p:cNvSpPr>
              <a:spLocks noChangeAspect="1"/>
            </p:cNvSpPr>
            <p:nvPr/>
          </p:nvSpPr>
          <p:spPr>
            <a:xfrm>
              <a:off x="16421385" y="1269914"/>
              <a:ext cx="648000" cy="648000"/>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0" name="矩形 129"/>
            <p:cNvSpPr>
              <a:spLocks noChangeAspect="1"/>
            </p:cNvSpPr>
            <p:nvPr/>
          </p:nvSpPr>
          <p:spPr>
            <a:xfrm>
              <a:off x="16421385" y="1927358"/>
              <a:ext cx="648000" cy="648000"/>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1" name="矩形 130"/>
            <p:cNvSpPr>
              <a:spLocks noChangeAspect="1"/>
            </p:cNvSpPr>
            <p:nvPr/>
          </p:nvSpPr>
          <p:spPr>
            <a:xfrm>
              <a:off x="16421385" y="2584802"/>
              <a:ext cx="648000" cy="6480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2" name="矩形 131"/>
            <p:cNvSpPr>
              <a:spLocks noChangeAspect="1"/>
            </p:cNvSpPr>
            <p:nvPr/>
          </p:nvSpPr>
          <p:spPr>
            <a:xfrm>
              <a:off x="16421385" y="3242246"/>
              <a:ext cx="648000" cy="6480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矩形 132"/>
            <p:cNvSpPr>
              <a:spLocks noChangeAspect="1"/>
            </p:cNvSpPr>
            <p:nvPr/>
          </p:nvSpPr>
          <p:spPr>
            <a:xfrm>
              <a:off x="16421385" y="3899690"/>
              <a:ext cx="648000" cy="64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矩形 133"/>
            <p:cNvSpPr>
              <a:spLocks noChangeAspect="1"/>
            </p:cNvSpPr>
            <p:nvPr/>
          </p:nvSpPr>
          <p:spPr>
            <a:xfrm>
              <a:off x="17080496" y="1269914"/>
              <a:ext cx="648000" cy="648000"/>
            </a:xfrm>
            <a:prstGeom prst="rect">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矩形 134"/>
            <p:cNvSpPr>
              <a:spLocks noChangeAspect="1"/>
            </p:cNvSpPr>
            <p:nvPr/>
          </p:nvSpPr>
          <p:spPr>
            <a:xfrm>
              <a:off x="17080496" y="1927358"/>
              <a:ext cx="648000" cy="648000"/>
            </a:xfrm>
            <a:prstGeom prst="rect">
              <a:avLst/>
            </a:prstGeom>
            <a:solidFill>
              <a:schemeClr val="accent4">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矩形 135"/>
            <p:cNvSpPr>
              <a:spLocks noChangeAspect="1"/>
            </p:cNvSpPr>
            <p:nvPr/>
          </p:nvSpPr>
          <p:spPr>
            <a:xfrm>
              <a:off x="17080496" y="2584802"/>
              <a:ext cx="648000" cy="6480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37" name="矩形 136"/>
            <p:cNvSpPr>
              <a:spLocks noChangeAspect="1"/>
            </p:cNvSpPr>
            <p:nvPr/>
          </p:nvSpPr>
          <p:spPr>
            <a:xfrm>
              <a:off x="17080496" y="3242246"/>
              <a:ext cx="648000" cy="648000"/>
            </a:xfrm>
            <a:prstGeom prst="rect">
              <a:avLst/>
            </a:prstGeom>
            <a:solidFill>
              <a:schemeClr val="accent4">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38" name="矩形 137"/>
            <p:cNvSpPr>
              <a:spLocks noChangeAspect="1"/>
            </p:cNvSpPr>
            <p:nvPr/>
          </p:nvSpPr>
          <p:spPr>
            <a:xfrm>
              <a:off x="17080496" y="3899690"/>
              <a:ext cx="648000" cy="6480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39" name="矩形 138"/>
            <p:cNvSpPr>
              <a:spLocks noChangeAspect="1"/>
            </p:cNvSpPr>
            <p:nvPr/>
          </p:nvSpPr>
          <p:spPr>
            <a:xfrm>
              <a:off x="17739607" y="1269914"/>
              <a:ext cx="648000" cy="648000"/>
            </a:xfrm>
            <a:prstGeom prst="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0" name="矩形 139"/>
            <p:cNvSpPr>
              <a:spLocks noChangeAspect="1"/>
            </p:cNvSpPr>
            <p:nvPr/>
          </p:nvSpPr>
          <p:spPr>
            <a:xfrm>
              <a:off x="17739607" y="1927358"/>
              <a:ext cx="648000" cy="648000"/>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1" name="矩形 140"/>
            <p:cNvSpPr>
              <a:spLocks noChangeAspect="1"/>
            </p:cNvSpPr>
            <p:nvPr/>
          </p:nvSpPr>
          <p:spPr>
            <a:xfrm>
              <a:off x="17739607" y="2584802"/>
              <a:ext cx="648000" cy="6480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2" name="矩形 141"/>
            <p:cNvSpPr>
              <a:spLocks noChangeAspect="1"/>
            </p:cNvSpPr>
            <p:nvPr/>
          </p:nvSpPr>
          <p:spPr>
            <a:xfrm>
              <a:off x="17739607" y="3242246"/>
              <a:ext cx="648000" cy="648000"/>
            </a:xfrm>
            <a:prstGeom prst="rect">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43" name="矩形 142"/>
            <p:cNvSpPr>
              <a:spLocks noChangeAspect="1"/>
            </p:cNvSpPr>
            <p:nvPr/>
          </p:nvSpPr>
          <p:spPr>
            <a:xfrm>
              <a:off x="17739607" y="3899690"/>
              <a:ext cx="648000" cy="648000"/>
            </a:xfrm>
            <a:prstGeom prst="rect">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44" name="矩形 143"/>
            <p:cNvSpPr>
              <a:spLocks noChangeAspect="1"/>
            </p:cNvSpPr>
            <p:nvPr/>
          </p:nvSpPr>
          <p:spPr>
            <a:xfrm>
              <a:off x="18398718" y="1269914"/>
              <a:ext cx="648000" cy="6480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5" name="矩形 144"/>
            <p:cNvSpPr>
              <a:spLocks noChangeAspect="1"/>
            </p:cNvSpPr>
            <p:nvPr/>
          </p:nvSpPr>
          <p:spPr>
            <a:xfrm>
              <a:off x="18398718" y="1927358"/>
              <a:ext cx="648000" cy="648000"/>
            </a:xfrm>
            <a:prstGeom prst="rect">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6" name="矩形 145"/>
            <p:cNvSpPr>
              <a:spLocks noChangeAspect="1"/>
            </p:cNvSpPr>
            <p:nvPr/>
          </p:nvSpPr>
          <p:spPr>
            <a:xfrm>
              <a:off x="18398718" y="2584802"/>
              <a:ext cx="648000" cy="648000"/>
            </a:xfrm>
            <a:prstGeom prst="rect">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47" name="矩形 146"/>
            <p:cNvSpPr>
              <a:spLocks noChangeAspect="1"/>
            </p:cNvSpPr>
            <p:nvPr/>
          </p:nvSpPr>
          <p:spPr>
            <a:xfrm>
              <a:off x="18398718" y="3242246"/>
              <a:ext cx="648000" cy="648000"/>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48" name="矩形 147"/>
            <p:cNvSpPr>
              <a:spLocks noChangeAspect="1"/>
            </p:cNvSpPr>
            <p:nvPr/>
          </p:nvSpPr>
          <p:spPr>
            <a:xfrm>
              <a:off x="18398718" y="3899690"/>
              <a:ext cx="648000" cy="648000"/>
            </a:xfrm>
            <a:prstGeom prst="rect">
              <a:avLst/>
            </a:prstGeom>
            <a:solidFill>
              <a:schemeClr val="accent6">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algn="ctr"/>
              <a:endParaRPr kumimoji="1" lang="zh-CN" altLang="en-US" sz="600"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49" name="直线连接符 148"/>
            <p:cNvCxnSpPr/>
            <p:nvPr/>
          </p:nvCxnSpPr>
          <p:spPr>
            <a:xfrm flipV="1">
              <a:off x="13108562"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0" name="直线连接符 149"/>
            <p:cNvCxnSpPr/>
            <p:nvPr/>
          </p:nvCxnSpPr>
          <p:spPr>
            <a:xfrm flipV="1">
              <a:off x="13108562"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1" name="直线连接符 150"/>
            <p:cNvCxnSpPr/>
            <p:nvPr/>
          </p:nvCxnSpPr>
          <p:spPr>
            <a:xfrm flipV="1">
              <a:off x="12464128"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2" name="直线连接符 151"/>
            <p:cNvCxnSpPr/>
            <p:nvPr/>
          </p:nvCxnSpPr>
          <p:spPr>
            <a:xfrm flipV="1">
              <a:off x="12464128"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3" name="直线连接符 152"/>
            <p:cNvCxnSpPr/>
            <p:nvPr/>
          </p:nvCxnSpPr>
          <p:spPr>
            <a:xfrm flipV="1">
              <a:off x="12464128" y="3251061"/>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4" name="直线连接符 153"/>
            <p:cNvCxnSpPr/>
            <p:nvPr/>
          </p:nvCxnSpPr>
          <p:spPr>
            <a:xfrm flipV="1">
              <a:off x="12464128" y="2589209"/>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5" name="直线连接符 154"/>
            <p:cNvCxnSpPr/>
            <p:nvPr/>
          </p:nvCxnSpPr>
          <p:spPr>
            <a:xfrm flipV="1">
              <a:off x="12464128" y="1282923"/>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6" name="直线连接符 155"/>
            <p:cNvCxnSpPr/>
            <p:nvPr/>
          </p:nvCxnSpPr>
          <p:spPr>
            <a:xfrm flipV="1">
              <a:off x="14445686" y="192735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7" name="直线连接符 156"/>
            <p:cNvCxnSpPr/>
            <p:nvPr/>
          </p:nvCxnSpPr>
          <p:spPr>
            <a:xfrm flipV="1">
              <a:off x="14445686" y="3878078"/>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58" name="文本框 157"/>
            <p:cNvSpPr txBox="1"/>
            <p:nvPr/>
          </p:nvSpPr>
          <p:spPr>
            <a:xfrm>
              <a:off x="12351781" y="928951"/>
              <a:ext cx="860232" cy="311464"/>
            </a:xfrm>
            <a:prstGeom prst="rect">
              <a:avLst/>
            </a:prstGeom>
            <a:noFill/>
          </p:spPr>
          <p:txBody>
            <a:bodyPr wrap="none" rtlCol="0">
              <a:spAutoFit/>
            </a:bodyPr>
            <a:lstStyle/>
            <a:p>
              <a:pPr algn="l"/>
              <a:r>
                <a:rPr kumimoji="1" lang="zh-CN" altLang="en-US" sz="800" dirty="0">
                  <a:solidFill>
                    <a:srgbClr val="FF0000"/>
                  </a:solidFill>
                  <a:latin typeface="Arial" panose="020B0604020202090204" pitchFamily="34" charset="0"/>
                  <a:ea typeface="微软雅黑" panose="020B0502040204020203" pitchFamily="34" charset="-122"/>
                  <a:cs typeface="Arial" panose="020B0604020202090204" pitchFamily="34" charset="0"/>
                </a:rPr>
                <a:t>白色背景</a:t>
              </a:r>
              <a:endParaRPr kumimoji="1" lang="zh-CN" altLang="en-US" sz="800" dirty="0">
                <a:solidFill>
                  <a:srgbClr val="FF0000"/>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59" name="直线连接符 158"/>
            <p:cNvCxnSpPr/>
            <p:nvPr/>
          </p:nvCxnSpPr>
          <p:spPr>
            <a:xfrm flipV="1">
              <a:off x="13112186" y="2589209"/>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0" name="直线连接符 159"/>
            <p:cNvCxnSpPr/>
            <p:nvPr/>
          </p:nvCxnSpPr>
          <p:spPr>
            <a:xfrm flipV="1">
              <a:off x="13112186" y="1282923"/>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1" name="直线连接符 160"/>
            <p:cNvCxnSpPr/>
            <p:nvPr/>
          </p:nvCxnSpPr>
          <p:spPr>
            <a:xfrm flipV="1">
              <a:off x="13124886" y="3251061"/>
              <a:ext cx="644724" cy="657444"/>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62" name="文本框 161"/>
            <p:cNvSpPr txBox="1"/>
            <p:nvPr/>
          </p:nvSpPr>
          <p:spPr>
            <a:xfrm>
              <a:off x="13100704" y="928951"/>
              <a:ext cx="860232" cy="311464"/>
            </a:xfrm>
            <a:prstGeom prst="rect">
              <a:avLst/>
            </a:prstGeom>
            <a:noFill/>
          </p:spPr>
          <p:txBody>
            <a:bodyPr wrap="none" rtlCol="0">
              <a:spAutoFit/>
            </a:bodyPr>
            <a:lstStyle/>
            <a:p>
              <a:pPr algn="l"/>
              <a:r>
                <a:rPr kumimoji="1" lang="zh-CN" altLang="en-US" sz="800" dirty="0">
                  <a:solidFill>
                    <a:srgbClr val="FF0000"/>
                  </a:solidFill>
                  <a:latin typeface="Arial" panose="020B0604020202090204" pitchFamily="34" charset="0"/>
                  <a:ea typeface="微软雅黑" panose="020B0502040204020203" pitchFamily="34" charset="-122"/>
                  <a:cs typeface="Arial" panose="020B0604020202090204" pitchFamily="34" charset="0"/>
                </a:rPr>
                <a:t>白色文字</a:t>
              </a:r>
              <a:endParaRPr kumimoji="1" lang="zh-CN" altLang="en-US" sz="800" dirty="0">
                <a:solidFill>
                  <a:srgbClr val="FF0000"/>
                </a:solidFill>
                <a:latin typeface="Arial" panose="020B0604020202090204" pitchFamily="34" charset="0"/>
                <a:ea typeface="微软雅黑" panose="020B0502040204020203" pitchFamily="34" charset="-122"/>
                <a:cs typeface="Arial" panose="020B0604020202090204" pitchFamily="34" charset="0"/>
              </a:endParaRPr>
            </a:p>
          </p:txBody>
        </p:sp>
      </p:grpSp>
      <p:pic>
        <p:nvPicPr>
          <p:cNvPr id="3" name="图片 2"/>
          <p:cNvPicPr>
            <a:picLocks noChangeAspect="1"/>
          </p:cNvPicPr>
          <p:nvPr/>
        </p:nvPicPr>
        <p:blipFill>
          <a:blip r:embed="rId2"/>
          <a:stretch>
            <a:fillRect/>
          </a:stretch>
        </p:blipFill>
        <p:spPr>
          <a:xfrm>
            <a:off x="9204895" y="3109340"/>
            <a:ext cx="2508154" cy="24821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401320" y="2582545"/>
            <a:ext cx="11371580" cy="3863340"/>
            <a:chOff x="632" y="4169"/>
            <a:chExt cx="17338" cy="5982"/>
          </a:xfrm>
        </p:grpSpPr>
        <p:sp>
          <p:nvSpPr>
            <p:cNvPr id="14" name="圆角矩形 13"/>
            <p:cNvSpPr/>
            <p:nvPr/>
          </p:nvSpPr>
          <p:spPr bwMode="auto">
            <a:xfrm>
              <a:off x="632" y="4169"/>
              <a:ext cx="8485" cy="5982"/>
            </a:xfrm>
            <a:prstGeom prst="roundRect">
              <a:avLst>
                <a:gd name="adj" fmla="val 422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400" dirty="0">
                <a:solidFill>
                  <a:schemeClr val="tx2"/>
                </a:solidFill>
                <a:latin typeface="Arial" panose="020B0604020202090204" pitchFamily="34" charset="0"/>
                <a:ea typeface="Microsoft YaHei Regular" panose="020B0502040204020203" charset="-122"/>
                <a:cs typeface="Arial" panose="020B0604020202090204" pitchFamily="34" charset="0"/>
                <a:sym typeface="+mn-ea"/>
              </a:endParaRPr>
            </a:p>
          </p:txBody>
        </p:sp>
        <p:sp>
          <p:nvSpPr>
            <p:cNvPr id="27" name="圆角矩形 26"/>
            <p:cNvSpPr/>
            <p:nvPr/>
          </p:nvSpPr>
          <p:spPr bwMode="auto">
            <a:xfrm>
              <a:off x="9486" y="4169"/>
              <a:ext cx="8485" cy="5982"/>
            </a:xfrm>
            <a:prstGeom prst="roundRect">
              <a:avLst>
                <a:gd name="adj" fmla="val 4222"/>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400" dirty="0">
                <a:solidFill>
                  <a:schemeClr val="tx2"/>
                </a:solidFill>
                <a:latin typeface="Arial" panose="020B0604020202090204" pitchFamily="34" charset="0"/>
                <a:ea typeface="Microsoft YaHei Regular" panose="020B0502040204020203" charset="-122"/>
                <a:cs typeface="Arial" panose="020B0604020202090204" pitchFamily="34" charset="0"/>
                <a:sym typeface="+mn-ea"/>
              </a:endParaRPr>
            </a:p>
          </p:txBody>
        </p:sp>
      </p:grpSp>
      <p:sp>
        <p:nvSpPr>
          <p:cNvPr id="9" name="矩形 8"/>
          <p:cNvSpPr/>
          <p:nvPr>
            <p:custDataLst>
              <p:tags r:id="rId1"/>
            </p:custDataLst>
          </p:nvPr>
        </p:nvSpPr>
        <p:spPr>
          <a:xfrm>
            <a:off x="0" y="842010"/>
            <a:ext cx="12192000" cy="1409700"/>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Microsoft YaHei Regular" panose="020B0502040204020203" charset="-122"/>
              <a:cs typeface="Arial" panose="020B0604020202090204" pitchFamily="34" charset="0"/>
              <a:sym typeface="+mn-ea"/>
            </a:endParaRPr>
          </a:p>
        </p:txBody>
      </p:sp>
      <p:sp>
        <p:nvSpPr>
          <p:cNvPr id="98" name="矩形 97"/>
          <p:cNvSpPr/>
          <p:nvPr/>
        </p:nvSpPr>
        <p:spPr>
          <a:xfrm>
            <a:off x="407035" y="842010"/>
            <a:ext cx="11372215" cy="1464945"/>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字体</a:t>
            </a:r>
            <a:r>
              <a:rPr kumimoji="0" lang="zh-CN" altLang="en-US" sz="1400" b="1" i="0" u="none" strike="noStrike" kern="1200" cap="none" spc="0" normalizeH="0" baseline="0" dirty="0">
                <a:solidFill>
                  <a:schemeClr val="accent1"/>
                </a:solidFill>
                <a:latin typeface="+mj-ea"/>
                <a:ea typeface="+mj-ea"/>
                <a:cs typeface="+mj-ea"/>
                <a:sym typeface="+mn-lt"/>
              </a:rPr>
              <a:t>：</a:t>
            </a:r>
            <a:r>
              <a:rPr kumimoji="0" lang="zh-CN" altLang="en-US" sz="1400" i="0" u="none" strike="noStrike" kern="1200" cap="none" spc="0" normalizeH="0" baseline="0" noProof="0" dirty="0">
                <a:ln>
                  <a:noFill/>
                </a:ln>
                <a:solidFill>
                  <a:schemeClr val="tx2"/>
                </a:solidFill>
                <a:effectLst/>
                <a:uLnTx/>
                <a:uFillTx/>
                <a:latin typeface="+mj-ea"/>
                <a:ea typeface="+mj-ea"/>
                <a:cs typeface="+mj-ea"/>
                <a:sym typeface="+mn-lt"/>
              </a:rPr>
              <a:t>①</a:t>
            </a:r>
            <a:r>
              <a:rPr lang="zh-CN" altLang="en-US" sz="1400" noProof="0" dirty="0">
                <a:ln>
                  <a:noFill/>
                </a:ln>
                <a:solidFill>
                  <a:schemeClr val="tx2"/>
                </a:solidFill>
                <a:effectLst/>
                <a:uLnTx/>
                <a:uFillTx/>
                <a:latin typeface="+mj-ea"/>
                <a:ea typeface="+mj-ea"/>
                <a:cs typeface="+mj-ea"/>
                <a:sym typeface="+mn-ea"/>
              </a:rPr>
              <a:t>微软雅黑、②Arail（数字和英文使用Arail）</a:t>
            </a:r>
            <a:endParaRPr lang="zh-CN" altLang="en-US" sz="1400" noProof="0" dirty="0">
              <a:ln>
                <a:noFill/>
              </a:ln>
              <a:solidFill>
                <a:schemeClr val="tx2"/>
              </a:solidFill>
              <a:effectLst/>
              <a:uLnTx/>
              <a:uFillTx/>
              <a:latin typeface="+mj-ea"/>
              <a:ea typeface="+mj-ea"/>
              <a:cs typeface="+mj-ea"/>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字号：</a:t>
            </a:r>
            <a:r>
              <a:rPr lang="zh-CN" altLang="en-US" sz="1400" noProof="0" dirty="0">
                <a:ln>
                  <a:noFill/>
                </a:ln>
                <a:solidFill>
                  <a:schemeClr val="tx2"/>
                </a:solidFill>
                <a:effectLst/>
                <a:uLnTx/>
                <a:uFillTx/>
                <a:latin typeface="+mj-ea"/>
                <a:ea typeface="+mj-ea"/>
                <a:cs typeface="+mj-ea"/>
                <a:sym typeface="+mn-lt"/>
              </a:rPr>
              <a:t>主标题字</a:t>
            </a:r>
            <a:r>
              <a:rPr lang="en-US" altLang="zh-CN" sz="1400" noProof="0" dirty="0">
                <a:ln>
                  <a:noFill/>
                </a:ln>
                <a:solidFill>
                  <a:schemeClr val="tx2"/>
                </a:solidFill>
                <a:effectLst/>
                <a:uLnTx/>
                <a:uFillTx/>
                <a:latin typeface="+mj-ea"/>
                <a:ea typeface="+mj-ea"/>
                <a:cs typeface="+mj-ea"/>
                <a:sym typeface="+mn-lt"/>
              </a:rPr>
              <a:t>24</a:t>
            </a:r>
            <a:r>
              <a:rPr lang="zh-CN" altLang="en-US" sz="1400" noProof="0" dirty="0">
                <a:ln>
                  <a:noFill/>
                </a:ln>
                <a:solidFill>
                  <a:schemeClr val="tx2"/>
                </a:solidFill>
                <a:effectLst/>
                <a:uLnTx/>
                <a:uFillTx/>
                <a:latin typeface="+mj-ea"/>
                <a:ea typeface="+mj-ea"/>
                <a:cs typeface="+mj-ea"/>
                <a:sym typeface="+mn-lt"/>
              </a:rPr>
              <a:t>号，正文内容</a:t>
            </a:r>
            <a:r>
              <a:rPr lang="en-US" altLang="zh-CN" sz="1400" noProof="0" dirty="0">
                <a:ln>
                  <a:noFill/>
                </a:ln>
                <a:solidFill>
                  <a:schemeClr val="tx2"/>
                </a:solidFill>
                <a:effectLst/>
                <a:uLnTx/>
                <a:uFillTx/>
                <a:latin typeface="+mj-ea"/>
                <a:ea typeface="+mj-ea"/>
                <a:cs typeface="+mj-ea"/>
                <a:sym typeface="+mn-lt"/>
              </a:rPr>
              <a:t>12-20</a:t>
            </a:r>
            <a:r>
              <a:rPr lang="zh-CN" altLang="en-US" sz="1400" noProof="0" dirty="0">
                <a:ln>
                  <a:noFill/>
                </a:ln>
                <a:solidFill>
                  <a:schemeClr val="tx2"/>
                </a:solidFill>
                <a:effectLst/>
                <a:uLnTx/>
                <a:uFillTx/>
                <a:latin typeface="+mj-ea"/>
                <a:ea typeface="+mj-ea"/>
                <a:cs typeface="+mj-ea"/>
                <a:sym typeface="+mn-lt"/>
              </a:rPr>
              <a:t>号，密集内容不用讲解的内容可小于</a:t>
            </a:r>
            <a:r>
              <a:rPr lang="en-US" altLang="zh-CN" sz="1400" noProof="0" dirty="0">
                <a:ln>
                  <a:noFill/>
                </a:ln>
                <a:solidFill>
                  <a:schemeClr val="tx2"/>
                </a:solidFill>
                <a:effectLst/>
                <a:uLnTx/>
                <a:uFillTx/>
                <a:latin typeface="+mj-ea"/>
                <a:ea typeface="+mj-ea"/>
                <a:cs typeface="+mj-ea"/>
                <a:sym typeface="+mn-lt"/>
              </a:rPr>
              <a:t>12</a:t>
            </a:r>
            <a:r>
              <a:rPr lang="zh-CN" altLang="en-US" sz="1400" noProof="0" dirty="0">
                <a:ln>
                  <a:noFill/>
                </a:ln>
                <a:solidFill>
                  <a:schemeClr val="tx2"/>
                </a:solidFill>
                <a:effectLst/>
                <a:uLnTx/>
                <a:uFillTx/>
                <a:latin typeface="+mj-ea"/>
                <a:ea typeface="+mj-ea"/>
                <a:cs typeface="+mj-ea"/>
                <a:sym typeface="+mn-lt"/>
              </a:rPr>
              <a:t>号</a:t>
            </a:r>
            <a:endParaRPr lang="zh-CN" altLang="en-US" sz="140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字重：</a:t>
            </a:r>
            <a:r>
              <a:rPr lang="zh-CN" altLang="en-US" sz="1400" noProof="0" dirty="0">
                <a:ln>
                  <a:noFill/>
                </a:ln>
                <a:solidFill>
                  <a:schemeClr val="tx2"/>
                </a:solidFill>
                <a:effectLst/>
                <a:uLnTx/>
                <a:uFillTx/>
                <a:latin typeface="+mj-ea"/>
                <a:ea typeface="+mj-ea"/>
                <a:cs typeface="+mj-ea"/>
                <a:sym typeface="+mn-lt"/>
              </a:rPr>
              <a:t>标题</a:t>
            </a:r>
            <a:r>
              <a:rPr lang="en-US" altLang="zh-CN" sz="1400" noProof="0" dirty="0">
                <a:ln>
                  <a:noFill/>
                </a:ln>
                <a:solidFill>
                  <a:schemeClr val="tx2"/>
                </a:solidFill>
                <a:effectLst/>
                <a:uLnTx/>
                <a:uFillTx/>
                <a:latin typeface="+mj-ea"/>
                <a:ea typeface="+mj-ea"/>
                <a:cs typeface="+mj-ea"/>
                <a:sym typeface="+mn-lt"/>
              </a:rPr>
              <a:t> Heavy</a:t>
            </a:r>
            <a:r>
              <a:rPr lang="zh-CN" altLang="en-US" sz="1400" noProof="0" dirty="0">
                <a:ln>
                  <a:noFill/>
                </a:ln>
                <a:solidFill>
                  <a:schemeClr val="tx2"/>
                </a:solidFill>
                <a:effectLst/>
                <a:uLnTx/>
                <a:uFillTx/>
                <a:latin typeface="+mj-ea"/>
                <a:ea typeface="+mj-ea"/>
                <a:cs typeface="+mj-ea"/>
                <a:sym typeface="+mn-lt"/>
              </a:rPr>
              <a:t>，内容</a:t>
            </a:r>
            <a:r>
              <a:rPr lang="en-US" altLang="zh-CN" sz="1400" noProof="0" dirty="0">
                <a:ln>
                  <a:noFill/>
                </a:ln>
                <a:solidFill>
                  <a:schemeClr val="tx2"/>
                </a:solidFill>
                <a:effectLst/>
                <a:uLnTx/>
                <a:uFillTx/>
                <a:latin typeface="+mj-ea"/>
                <a:ea typeface="+mj-ea"/>
                <a:cs typeface="+mj-ea"/>
                <a:sym typeface="+mn-lt"/>
              </a:rPr>
              <a:t> Regular</a:t>
            </a:r>
            <a:endParaRPr lang="en-US" altLang="zh-CN" sz="1400" noProof="0" dirty="0">
              <a:ln>
                <a:noFill/>
              </a:ln>
              <a:solidFill>
                <a:schemeClr val="tx2"/>
              </a:solidFill>
              <a:effectLst/>
              <a:uLnTx/>
              <a:uFillTx/>
              <a:latin typeface="+mj-ea"/>
              <a:ea typeface="+mj-ea"/>
              <a:cs typeface="+mj-ea"/>
              <a:sym typeface="+mn-lt"/>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mj-ea"/>
                <a:ea typeface="+mj-ea"/>
                <a:cs typeface="+mj-ea"/>
                <a:sym typeface="+mn-lt"/>
              </a:rPr>
              <a:t>备注：</a:t>
            </a:r>
            <a:r>
              <a:rPr lang="zh-CN" altLang="en-US" sz="1400" noProof="0" dirty="0">
                <a:ln>
                  <a:noFill/>
                </a:ln>
                <a:solidFill>
                  <a:schemeClr val="tx2"/>
                </a:solidFill>
                <a:effectLst/>
                <a:uLnTx/>
                <a:uFillTx/>
                <a:latin typeface="+mj-ea"/>
                <a:ea typeface="+mj-ea"/>
                <a:cs typeface="+mj-ea"/>
                <a:sym typeface="+mn-lt"/>
              </a:rPr>
              <a:t>字体字号规范只针对</a:t>
            </a:r>
            <a:r>
              <a:rPr lang="en-US" altLang="zh-CN" sz="1400" noProof="0" dirty="0">
                <a:ln>
                  <a:noFill/>
                </a:ln>
                <a:solidFill>
                  <a:schemeClr val="tx2"/>
                </a:solidFill>
                <a:effectLst/>
                <a:uLnTx/>
                <a:uFillTx/>
                <a:latin typeface="+mj-ea"/>
                <a:ea typeface="+mj-ea"/>
                <a:cs typeface="+mj-ea"/>
                <a:sym typeface="+mn-lt"/>
              </a:rPr>
              <a:t>PPT</a:t>
            </a:r>
            <a:r>
              <a:rPr lang="zh-CN" altLang="en-US" sz="1400" noProof="0" dirty="0">
                <a:ln>
                  <a:noFill/>
                </a:ln>
                <a:solidFill>
                  <a:schemeClr val="tx2"/>
                </a:solidFill>
                <a:effectLst/>
                <a:uLnTx/>
                <a:uFillTx/>
                <a:latin typeface="+mj-ea"/>
                <a:ea typeface="+mj-ea"/>
                <a:cs typeface="+mj-ea"/>
                <a:sym typeface="+mn-lt"/>
              </a:rPr>
              <a:t>内容页说明，封面、目录、章节页、封底参考模版及相关设计说明</a:t>
            </a:r>
            <a:endParaRPr lang="zh-CN" altLang="en-US" sz="1400" noProof="0" dirty="0">
              <a:ln>
                <a:noFill/>
              </a:ln>
              <a:solidFill>
                <a:schemeClr val="tx2"/>
              </a:solidFill>
              <a:effectLst/>
              <a:uLnTx/>
              <a:uFillTx/>
              <a:latin typeface="+mj-ea"/>
              <a:ea typeface="+mj-ea"/>
              <a:cs typeface="+mj-ea"/>
              <a:sym typeface="+mn-lt"/>
            </a:endParaRPr>
          </a:p>
        </p:txBody>
      </p:sp>
      <p:sp>
        <p:nvSpPr>
          <p:cNvPr id="3" name="标题 2"/>
          <p:cNvSpPr txBox="1"/>
          <p:nvPr/>
        </p:nvSpPr>
        <p:spPr>
          <a:xfrm>
            <a:off x="684530" y="2806065"/>
            <a:ext cx="2454275" cy="8845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b="1" dirty="0">
                <a:solidFill>
                  <a:schemeClr val="tx2"/>
                </a:solidFill>
                <a:latin typeface="+mj-ea"/>
                <a:cs typeface="+mj-ea"/>
              </a:rPr>
              <a:t>微软雅黑</a:t>
            </a:r>
            <a:br>
              <a:rPr lang="zh-CN" altLang="en-US" b="1" dirty="0">
                <a:solidFill>
                  <a:schemeClr val="tx2"/>
                </a:solidFill>
                <a:latin typeface="+mj-ea"/>
                <a:cs typeface="+mj-ea"/>
              </a:rPr>
            </a:br>
            <a:endParaRPr kumimoji="1" lang="zh-CN" altLang="en-US" b="1" dirty="0">
              <a:solidFill>
                <a:schemeClr val="tx2"/>
              </a:solidFill>
              <a:latin typeface="+mj-ea"/>
              <a:cs typeface="+mj-ea"/>
            </a:endParaRPr>
          </a:p>
        </p:txBody>
      </p:sp>
      <p:sp>
        <p:nvSpPr>
          <p:cNvPr id="2" name="标题 2"/>
          <p:cNvSpPr txBox="1"/>
          <p:nvPr/>
        </p:nvSpPr>
        <p:spPr>
          <a:xfrm>
            <a:off x="721360" y="3516630"/>
            <a:ext cx="3493770" cy="509270"/>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kumimoji="1" lang="en-US" altLang="zh-CN" sz="2400" dirty="0">
                <a:solidFill>
                  <a:schemeClr val="tx2"/>
                </a:solidFill>
                <a:latin typeface="+mj-ea"/>
                <a:cs typeface="Arial" panose="020B0604020202090204" pitchFamily="34" charset="0"/>
              </a:rPr>
              <a:t>Microsoft YaHei</a:t>
            </a:r>
            <a:endParaRPr kumimoji="1" lang="en-US" altLang="zh-CN" sz="2400" dirty="0">
              <a:solidFill>
                <a:schemeClr val="tx2"/>
              </a:solidFill>
              <a:latin typeface="+mj-ea"/>
              <a:cs typeface="Arial" panose="020B0604020202090204" pitchFamily="34" charset="0"/>
            </a:endParaRPr>
          </a:p>
        </p:txBody>
      </p:sp>
      <p:grpSp>
        <p:nvGrpSpPr>
          <p:cNvPr id="10" name="组合 9"/>
          <p:cNvGrpSpPr/>
          <p:nvPr/>
        </p:nvGrpSpPr>
        <p:grpSpPr>
          <a:xfrm>
            <a:off x="1653451" y="5651500"/>
            <a:ext cx="3855809" cy="423545"/>
            <a:chOff x="2945" y="6226"/>
            <a:chExt cx="5157" cy="667"/>
          </a:xfrm>
        </p:grpSpPr>
        <p:sp>
          <p:nvSpPr>
            <p:cNvPr id="6" name="标题 2"/>
            <p:cNvSpPr txBox="1"/>
            <p:nvPr/>
          </p:nvSpPr>
          <p:spPr>
            <a:xfrm>
              <a:off x="4312" y="6226"/>
              <a:ext cx="3790" cy="667"/>
            </a:xfrm>
            <a:prstGeom prst="rect">
              <a:avLst/>
            </a:prstGeom>
          </p:spPr>
          <p:txBody>
            <a:bodyPr wrap="square">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r>
                <a:rPr lang="en-US" altLang="zh-CN" sz="2400" dirty="0" err="1">
                  <a:solidFill>
                    <a:schemeClr val="tx2"/>
                  </a:solidFill>
                  <a:latin typeface="+mj-ea"/>
                  <a:ea typeface="+mj-ea"/>
                  <a:cs typeface="+mj-ea"/>
                </a:rPr>
                <a:t>Pitck</a:t>
              </a:r>
              <a:r>
                <a:rPr lang="en-US" altLang="zh-CN" sz="2400" dirty="0">
                  <a:solidFill>
                    <a:schemeClr val="tx2"/>
                  </a:solidFill>
                  <a:latin typeface="+mj-ea"/>
                  <a:ea typeface="+mj-ea"/>
                  <a:cs typeface="+mj-ea"/>
                </a:rPr>
                <a:t> Deck</a:t>
              </a:r>
              <a:r>
                <a:rPr lang="zh-CN" altLang="en-US" sz="2400" dirty="0">
                  <a:solidFill>
                    <a:schemeClr val="tx2"/>
                  </a:solidFill>
                  <a:latin typeface="+mj-ea"/>
                  <a:ea typeface="+mj-ea"/>
                  <a:cs typeface="+mj-ea"/>
                </a:rPr>
                <a:t> 模版</a:t>
              </a:r>
              <a:endParaRPr lang="zh-CN" altLang="en-US" sz="2400" dirty="0">
                <a:solidFill>
                  <a:schemeClr val="tx2"/>
                </a:solidFill>
                <a:latin typeface="+mj-ea"/>
                <a:ea typeface="+mj-ea"/>
                <a:cs typeface="+mj-ea"/>
              </a:endParaRPr>
            </a:p>
          </p:txBody>
        </p:sp>
        <p:sp>
          <p:nvSpPr>
            <p:cNvPr id="11" name="标题 2"/>
            <p:cNvSpPr txBox="1"/>
            <p:nvPr/>
          </p:nvSpPr>
          <p:spPr>
            <a:xfrm>
              <a:off x="2945" y="6328"/>
              <a:ext cx="1094" cy="462"/>
            </a:xfrm>
            <a:prstGeom prst="rect">
              <a:avLst/>
            </a:prstGeom>
          </p:spPr>
          <p:txBody>
            <a:bodyPr wrap="square" tIns="36195" bIns="36195" anchor="ctr">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pPr algn="l"/>
              <a:r>
                <a:rPr lang="en-US" altLang="zh-CN" sz="1600" dirty="0">
                  <a:solidFill>
                    <a:schemeClr val="tx2"/>
                  </a:solidFill>
                  <a:latin typeface="+mj-ea"/>
                  <a:ea typeface="+mj-ea"/>
                  <a:cs typeface="Arial" panose="020B0604020202090204" pitchFamily="34" charset="0"/>
                </a:rPr>
                <a:t>Blod</a:t>
              </a:r>
              <a:endParaRPr lang="en-US" altLang="zh-CN" sz="1600" dirty="0">
                <a:solidFill>
                  <a:schemeClr val="tx2"/>
                </a:solidFill>
                <a:latin typeface="+mj-ea"/>
                <a:ea typeface="+mj-ea"/>
                <a:cs typeface="Arial" panose="020B0604020202090204" pitchFamily="34" charset="0"/>
              </a:endParaRPr>
            </a:p>
          </p:txBody>
        </p:sp>
      </p:grpSp>
      <p:grpSp>
        <p:nvGrpSpPr>
          <p:cNvPr id="12" name="组合 11"/>
          <p:cNvGrpSpPr/>
          <p:nvPr/>
        </p:nvGrpSpPr>
        <p:grpSpPr>
          <a:xfrm>
            <a:off x="1536065" y="5090795"/>
            <a:ext cx="3973282" cy="423545"/>
            <a:chOff x="2597" y="4669"/>
            <a:chExt cx="5505" cy="667"/>
          </a:xfrm>
        </p:grpSpPr>
        <p:sp>
          <p:nvSpPr>
            <p:cNvPr id="7" name="标题 2"/>
            <p:cNvSpPr txBox="1"/>
            <p:nvPr/>
          </p:nvSpPr>
          <p:spPr>
            <a:xfrm>
              <a:off x="4295" y="4669"/>
              <a:ext cx="3807" cy="667"/>
            </a:xfrm>
            <a:prstGeom prst="rect">
              <a:avLst/>
            </a:prstGeom>
          </p:spPr>
          <p:txBody>
            <a:bodyPr wrap="square">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r>
                <a:rPr lang="en-US" altLang="zh-CN" sz="2400" b="0" dirty="0" err="1">
                  <a:solidFill>
                    <a:schemeClr val="tx2"/>
                  </a:solidFill>
                  <a:latin typeface="+mj-ea"/>
                  <a:ea typeface="+mj-ea"/>
                  <a:cs typeface="+mj-ea"/>
                </a:rPr>
                <a:t>Pitck</a:t>
              </a:r>
              <a:r>
                <a:rPr lang="en-US" altLang="zh-CN" sz="2400" b="0" dirty="0">
                  <a:solidFill>
                    <a:schemeClr val="tx2"/>
                  </a:solidFill>
                  <a:latin typeface="+mj-ea"/>
                  <a:ea typeface="+mj-ea"/>
                  <a:cs typeface="+mj-ea"/>
                </a:rPr>
                <a:t> Deck</a:t>
              </a:r>
              <a:r>
                <a:rPr lang="zh-CN" altLang="en-US" sz="2400" b="0" dirty="0">
                  <a:solidFill>
                    <a:schemeClr val="tx2"/>
                  </a:solidFill>
                  <a:latin typeface="+mj-ea"/>
                  <a:ea typeface="+mj-ea"/>
                  <a:cs typeface="+mj-ea"/>
                </a:rPr>
                <a:t> 模版</a:t>
              </a:r>
              <a:endParaRPr lang="zh-CN" altLang="en-US" sz="2400" b="0" dirty="0">
                <a:solidFill>
                  <a:schemeClr val="tx2"/>
                </a:solidFill>
                <a:latin typeface="+mj-ea"/>
                <a:ea typeface="+mj-ea"/>
                <a:cs typeface="+mj-ea"/>
              </a:endParaRPr>
            </a:p>
          </p:txBody>
        </p:sp>
        <p:sp>
          <p:nvSpPr>
            <p:cNvPr id="8" name="标题 2"/>
            <p:cNvSpPr txBox="1"/>
            <p:nvPr/>
          </p:nvSpPr>
          <p:spPr>
            <a:xfrm>
              <a:off x="2597" y="4757"/>
              <a:ext cx="1442" cy="492"/>
            </a:xfrm>
            <a:prstGeom prst="rect">
              <a:avLst/>
            </a:prstGeom>
          </p:spPr>
          <p:txBody>
            <a:bodyPr wrap="square" anchor="ctr">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pPr algn="r"/>
              <a:r>
                <a:rPr lang="en-US" altLang="zh-CN" sz="1600" b="0" dirty="0">
                  <a:solidFill>
                    <a:schemeClr val="tx2"/>
                  </a:solidFill>
                  <a:latin typeface="+mj-ea"/>
                  <a:ea typeface="+mj-ea"/>
                  <a:cs typeface="Arial" panose="020B0604020202090204" pitchFamily="34" charset="0"/>
                </a:rPr>
                <a:t>Regular</a:t>
              </a:r>
              <a:endParaRPr lang="en-US" altLang="zh-CN" sz="1600" b="0" dirty="0">
                <a:solidFill>
                  <a:schemeClr val="tx2"/>
                </a:solidFill>
                <a:latin typeface="+mj-ea"/>
                <a:ea typeface="+mj-ea"/>
                <a:cs typeface="Arial" panose="020B0604020202090204" pitchFamily="34" charset="0"/>
              </a:endParaRPr>
            </a:p>
          </p:txBody>
        </p:sp>
      </p:grpSp>
      <p:sp>
        <p:nvSpPr>
          <p:cNvPr id="33" name="标题 2"/>
          <p:cNvSpPr txBox="1"/>
          <p:nvPr/>
        </p:nvSpPr>
        <p:spPr>
          <a:xfrm>
            <a:off x="6566535" y="2806065"/>
            <a:ext cx="2454275" cy="8845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b="1" dirty="0" err="1">
                <a:solidFill>
                  <a:schemeClr val="tx2"/>
                </a:solidFill>
                <a:latin typeface="Arial" panose="020B0604020202090204" pitchFamily="34" charset="0"/>
                <a:ea typeface="Microsoft YaHei Heavy" panose="020B0702040204020203" charset="-122"/>
                <a:cs typeface="Arial" panose="020B0604020202090204" pitchFamily="34" charset="0"/>
              </a:rPr>
              <a:t>Arail</a:t>
            </a:r>
            <a:endParaRPr kumimoji="1" lang="zh-CN" altLang="en-US" b="1" dirty="0">
              <a:solidFill>
                <a:schemeClr val="tx2"/>
              </a:solidFill>
              <a:latin typeface="Arial" panose="020B0604020202090204" pitchFamily="34" charset="0"/>
              <a:ea typeface="Microsoft YaHei Heavy" panose="020B0702040204020203" charset="-122"/>
              <a:cs typeface="Arial" panose="020B0604020202090204" pitchFamily="34" charset="0"/>
            </a:endParaRPr>
          </a:p>
        </p:txBody>
      </p:sp>
      <p:sp>
        <p:nvSpPr>
          <p:cNvPr id="34" name="标题 2"/>
          <p:cNvSpPr txBox="1"/>
          <p:nvPr/>
        </p:nvSpPr>
        <p:spPr>
          <a:xfrm>
            <a:off x="6603365" y="3516630"/>
            <a:ext cx="2417445" cy="509270"/>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kumimoji="1" lang="zh-CN" altLang="en-US" sz="2000" dirty="0">
                <a:solidFill>
                  <a:schemeClr val="tx2"/>
                </a:solidFill>
                <a:latin typeface="+mj-ea"/>
                <a:cs typeface="+mj-ea"/>
              </a:rPr>
              <a:t>数字</a:t>
            </a:r>
            <a:r>
              <a:rPr kumimoji="1" lang="en-US" altLang="zh-CN" sz="2000" dirty="0">
                <a:solidFill>
                  <a:schemeClr val="tx2"/>
                </a:solidFill>
                <a:latin typeface="+mj-ea"/>
                <a:cs typeface="+mj-ea"/>
              </a:rPr>
              <a:t>&amp;</a:t>
            </a:r>
            <a:r>
              <a:rPr kumimoji="1" lang="zh-CN" altLang="en-US" sz="2000" dirty="0">
                <a:solidFill>
                  <a:schemeClr val="tx2"/>
                </a:solidFill>
                <a:latin typeface="+mj-ea"/>
                <a:cs typeface="+mj-ea"/>
              </a:rPr>
              <a:t>英文使用</a:t>
            </a:r>
            <a:endParaRPr kumimoji="1" lang="zh-CN" altLang="en-US" sz="2000" dirty="0">
              <a:solidFill>
                <a:schemeClr val="tx2"/>
              </a:solidFill>
              <a:latin typeface="+mj-ea"/>
              <a:cs typeface="+mj-ea"/>
            </a:endParaRPr>
          </a:p>
        </p:txBody>
      </p:sp>
      <p:grpSp>
        <p:nvGrpSpPr>
          <p:cNvPr id="35" name="组合 34"/>
          <p:cNvGrpSpPr/>
          <p:nvPr/>
        </p:nvGrpSpPr>
        <p:grpSpPr>
          <a:xfrm>
            <a:off x="7221855" y="5651500"/>
            <a:ext cx="4169410" cy="423545"/>
            <a:chOff x="2400" y="6226"/>
            <a:chExt cx="5702" cy="667"/>
          </a:xfrm>
        </p:grpSpPr>
        <p:sp>
          <p:nvSpPr>
            <p:cNvPr id="36" name="标题 2"/>
            <p:cNvSpPr txBox="1"/>
            <p:nvPr/>
          </p:nvSpPr>
          <p:spPr>
            <a:xfrm>
              <a:off x="4038" y="6226"/>
              <a:ext cx="4064" cy="667"/>
            </a:xfrm>
            <a:prstGeom prst="rect">
              <a:avLst/>
            </a:prstGeom>
          </p:spPr>
          <p:txBody>
            <a:bodyPr wrap="square">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r>
                <a:rPr lang="en-US" sz="2400" dirty="0" err="1">
                  <a:solidFill>
                    <a:schemeClr val="tx2"/>
                  </a:solidFill>
                  <a:latin typeface="Arial" panose="020B0604020202090204" pitchFamily="34" charset="0"/>
                  <a:ea typeface="Microsoft YaHei Bold" panose="020B0502040204020203" charset="-122"/>
                  <a:cs typeface="Arial" panose="020B0604020202090204" pitchFamily="34" charset="0"/>
                </a:rPr>
                <a:t>1234556 abcdef</a:t>
              </a:r>
              <a:endParaRPr lang="en-US" sz="2400" dirty="0" err="1">
                <a:solidFill>
                  <a:schemeClr val="tx2"/>
                </a:solidFill>
                <a:latin typeface="Arial" panose="020B0604020202090204" pitchFamily="34" charset="0"/>
                <a:ea typeface="Microsoft YaHei Bold" panose="020B0502040204020203" charset="-122"/>
                <a:cs typeface="Arial" panose="020B0604020202090204" pitchFamily="34" charset="0"/>
              </a:endParaRPr>
            </a:p>
          </p:txBody>
        </p:sp>
        <p:sp>
          <p:nvSpPr>
            <p:cNvPr id="37" name="标题 2"/>
            <p:cNvSpPr txBox="1"/>
            <p:nvPr/>
          </p:nvSpPr>
          <p:spPr>
            <a:xfrm>
              <a:off x="2400" y="6328"/>
              <a:ext cx="1639" cy="462"/>
            </a:xfrm>
            <a:prstGeom prst="rect">
              <a:avLst/>
            </a:prstGeom>
          </p:spPr>
          <p:txBody>
            <a:bodyPr wrap="square" tIns="36195" bIns="36195" anchor="ctr">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pPr algn="r"/>
              <a:r>
                <a:rPr lang="en-US" altLang="zh-CN" sz="1600" dirty="0">
                  <a:solidFill>
                    <a:schemeClr val="tx2"/>
                  </a:solidFill>
                  <a:latin typeface="Arial" panose="020B0604020202090204" pitchFamily="34" charset="0"/>
                  <a:ea typeface="Microsoft YaHei Bold" panose="020B0502040204020203" charset="-122"/>
                  <a:cs typeface="Arial" panose="020B0604020202090204" pitchFamily="34" charset="0"/>
                </a:rPr>
                <a:t>Bold</a:t>
              </a:r>
              <a:endParaRPr lang="en-US" altLang="zh-CN" sz="1600" dirty="0">
                <a:solidFill>
                  <a:schemeClr val="tx2"/>
                </a:solidFill>
                <a:latin typeface="Arial" panose="020B0604020202090204" pitchFamily="34" charset="0"/>
                <a:ea typeface="Microsoft YaHei Bold" panose="020B0502040204020203" charset="-122"/>
                <a:cs typeface="Arial" panose="020B0604020202090204" pitchFamily="34" charset="0"/>
              </a:endParaRPr>
            </a:p>
          </p:txBody>
        </p:sp>
      </p:grpSp>
      <p:grpSp>
        <p:nvGrpSpPr>
          <p:cNvPr id="38" name="组合 37"/>
          <p:cNvGrpSpPr/>
          <p:nvPr/>
        </p:nvGrpSpPr>
        <p:grpSpPr>
          <a:xfrm>
            <a:off x="7360920" y="5090795"/>
            <a:ext cx="4030345" cy="423545"/>
            <a:chOff x="2395" y="4669"/>
            <a:chExt cx="5707" cy="667"/>
          </a:xfrm>
        </p:grpSpPr>
        <p:sp>
          <p:nvSpPr>
            <p:cNvPr id="39" name="标题 2"/>
            <p:cNvSpPr txBox="1"/>
            <p:nvPr/>
          </p:nvSpPr>
          <p:spPr>
            <a:xfrm>
              <a:off x="4295" y="4669"/>
              <a:ext cx="3807" cy="667"/>
            </a:xfrm>
            <a:prstGeom prst="rect">
              <a:avLst/>
            </a:prstGeom>
          </p:spPr>
          <p:txBody>
            <a:bodyPr wrap="square">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r>
                <a:rPr lang="en-US" sz="2400" b="0" dirty="0" err="1">
                  <a:solidFill>
                    <a:schemeClr val="tx2"/>
                  </a:solidFill>
                  <a:latin typeface="Arial" panose="020B0604020202090204" pitchFamily="34" charset="0"/>
                  <a:ea typeface="Microsoft YaHei Heavy" panose="020B0702040204020203" charset="-122"/>
                  <a:cs typeface="Arial" panose="020B0604020202090204" pitchFamily="34" charset="0"/>
                  <a:sym typeface="+mn-ea"/>
                </a:rPr>
                <a:t>1234556 abcdef</a:t>
              </a:r>
              <a:endParaRPr lang="en-US" altLang="en-US" sz="2400" b="0" dirty="0" err="1">
                <a:solidFill>
                  <a:schemeClr val="tx2"/>
                </a:solidFill>
                <a:latin typeface="Arial" panose="020B0604020202090204" pitchFamily="34" charset="0"/>
                <a:ea typeface="Microsoft YaHei Heavy" panose="020B0702040204020203" charset="-122"/>
                <a:cs typeface="Arial" panose="020B0604020202090204" pitchFamily="34" charset="0"/>
                <a:sym typeface="+mn-ea"/>
              </a:endParaRPr>
            </a:p>
          </p:txBody>
        </p:sp>
        <p:sp>
          <p:nvSpPr>
            <p:cNvPr id="40" name="标题 2"/>
            <p:cNvSpPr txBox="1"/>
            <p:nvPr/>
          </p:nvSpPr>
          <p:spPr>
            <a:xfrm>
              <a:off x="2395" y="4757"/>
              <a:ext cx="1644" cy="492"/>
            </a:xfrm>
            <a:prstGeom prst="rect">
              <a:avLst/>
            </a:prstGeom>
          </p:spPr>
          <p:txBody>
            <a:bodyPr wrap="square" anchor="ctr">
              <a:spAutoFit/>
            </a:bodyP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pPr algn="r"/>
              <a:r>
                <a:rPr lang="en-US" altLang="zh-CN" sz="1600" b="0" dirty="0">
                  <a:solidFill>
                    <a:schemeClr val="tx2"/>
                  </a:solidFill>
                  <a:latin typeface="Arial" panose="020B0604020202090204" pitchFamily="34" charset="0"/>
                  <a:ea typeface="Microsoft YaHei Regular" panose="020B0502040204020203" charset="-122"/>
                  <a:cs typeface="Arial" panose="020B0604020202090204" pitchFamily="34" charset="0"/>
                </a:rPr>
                <a:t>Regular</a:t>
              </a:r>
              <a:endParaRPr lang="en-US" altLang="zh-CN" sz="1600" b="0" dirty="0">
                <a:solidFill>
                  <a:schemeClr val="tx2"/>
                </a:solidFill>
                <a:latin typeface="Arial" panose="020B0604020202090204" pitchFamily="34" charset="0"/>
                <a:ea typeface="Microsoft YaHei Regular" panose="020B0502040204020203" charset="-122"/>
                <a:cs typeface="Arial" panose="020B0604020202090204" pitchFamily="34" charset="0"/>
              </a:endParaRPr>
            </a:p>
          </p:txBody>
        </p:sp>
      </p:grpSp>
      <p:sp>
        <p:nvSpPr>
          <p:cNvPr id="15" name="标题 14"/>
          <p:cNvSpPr>
            <a:spLocks noGrp="1"/>
          </p:cNvSpPr>
          <p:nvPr>
            <p:ph type="title"/>
          </p:nvPr>
        </p:nvSpPr>
        <p:spPr/>
        <p:txBody>
          <a:bodyPr/>
          <a:lstStyle/>
          <a:p>
            <a:r>
              <a:rPr lang="zh-CN" altLang="en-US" dirty="0"/>
              <a:t>字体字号规范</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p:cNvSpPr/>
          <p:nvPr/>
        </p:nvSpPr>
        <p:spPr>
          <a:xfrm>
            <a:off x="404495" y="2038350"/>
            <a:ext cx="4432300" cy="4512125"/>
          </a:xfrm>
          <a:prstGeom prst="roundRect">
            <a:avLst>
              <a:gd name="adj" fmla="val 4536"/>
            </a:avLst>
          </a:prstGeom>
          <a:solidFill>
            <a:schemeClr val="accent1">
              <a:lumMod val="20000"/>
              <a:lumOff val="80000"/>
              <a:alpha val="5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圆角矩形"/>
          <p:cNvSpPr/>
          <p:nvPr/>
        </p:nvSpPr>
        <p:spPr>
          <a:xfrm>
            <a:off x="1134745" y="2827700"/>
            <a:ext cx="3701415" cy="3722096"/>
          </a:xfrm>
          <a:prstGeom prst="roundRect">
            <a:avLst>
              <a:gd name="adj" fmla="val 5045"/>
            </a:avLst>
          </a:prstGeom>
          <a:solidFill>
            <a:schemeClr val="accent1">
              <a:lumMod val="20000"/>
              <a:lumOff val="8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圆角矩形"/>
          <p:cNvSpPr/>
          <p:nvPr/>
        </p:nvSpPr>
        <p:spPr>
          <a:xfrm>
            <a:off x="1939332" y="3541034"/>
            <a:ext cx="2897463" cy="3009441"/>
          </a:xfrm>
          <a:prstGeom prst="roundRect">
            <a:avLst>
              <a:gd name="adj" fmla="val 4589"/>
            </a:avLst>
          </a:prstGeom>
          <a:solidFill>
            <a:schemeClr val="accent1">
              <a:lumMod val="40000"/>
              <a:lumOff val="60000"/>
              <a:alpha val="50000"/>
            </a:schemeClr>
          </a:solidFill>
          <a:ln w="952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1" name="圆角矩形"/>
          <p:cNvSpPr/>
          <p:nvPr/>
        </p:nvSpPr>
        <p:spPr>
          <a:xfrm>
            <a:off x="2716530" y="4289662"/>
            <a:ext cx="2120265" cy="2261492"/>
          </a:xfrm>
          <a:prstGeom prst="roundRect">
            <a:avLst>
              <a:gd name="adj" fmla="val 6540"/>
            </a:avLst>
          </a:prstGeom>
          <a:solidFill>
            <a:schemeClr val="accent1">
              <a:lumMod val="40000"/>
              <a:lumOff val="60000"/>
            </a:schemeClr>
          </a:solidFill>
          <a:ln w="952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标题 3"/>
          <p:cNvSpPr>
            <a:spLocks noGrp="1"/>
          </p:cNvSpPr>
          <p:nvPr>
            <p:ph type="title"/>
          </p:nvPr>
        </p:nvSpPr>
        <p:spPr>
          <a:noFill/>
        </p:spPr>
        <p:txBody>
          <a:bodyPr wrap="square" rtlCol="0" anchor="ctr">
            <a:noAutofit/>
          </a:bodyPr>
          <a:lstStyle>
            <a:lvl1pPr algn="l" defTabSz="914400" rtl="0" eaLnBrk="1" latinLnBrk="0" hangingPunct="1">
              <a:lnSpc>
                <a:spcPct val="100000"/>
              </a:lnSpc>
              <a:spcBef>
                <a:spcPct val="0"/>
              </a:spcBef>
              <a:buNone/>
              <a:defRPr lang="zh-CN" altLang="en-US" sz="2400" b="1" kern="1200" dirty="0">
                <a:solidFill>
                  <a:schemeClr val="accent1"/>
                </a:solidFill>
                <a:latin typeface="Microsoft YaHei Heavy" panose="020B0702040204020203" charset="-122"/>
                <a:ea typeface="Microsoft YaHei Heavy" panose="020B0702040204020203" charset="-122"/>
                <a:cs typeface="Arial" panose="020B0604020202090204" pitchFamily="34" charset="0"/>
              </a:defRPr>
            </a:lvl1pPr>
          </a:lstStyle>
          <a:p>
            <a:pPr lvl="0" algn="l">
              <a:buClrTx/>
              <a:buSzTx/>
              <a:buFontTx/>
            </a:pPr>
            <a:r>
              <a:rPr>
                <a:latin typeface="+mj-ea"/>
                <a:ea typeface="+mj-ea"/>
                <a:sym typeface="+mn-ea"/>
              </a:rPr>
              <a:t>圆角设计</a:t>
            </a:r>
            <a:endParaRPr>
              <a:latin typeface="+mj-ea"/>
              <a:ea typeface="+mj-ea"/>
              <a:sym typeface="+mn-ea"/>
            </a:endParaRPr>
          </a:p>
        </p:txBody>
      </p:sp>
      <p:sp>
        <p:nvSpPr>
          <p:cNvPr id="9" name="矩形 8"/>
          <p:cNvSpPr/>
          <p:nvPr>
            <p:custDataLst>
              <p:tags r:id="rId1"/>
            </p:custDataLst>
          </p:nvPr>
        </p:nvSpPr>
        <p:spPr>
          <a:xfrm>
            <a:off x="0" y="842010"/>
            <a:ext cx="12192000" cy="636270"/>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5" y="842010"/>
            <a:ext cx="11372215" cy="543482"/>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algn="l" defTabSz="914400" rtl="0" fontAlgn="auto">
              <a:lnSpc>
                <a:spcPct val="130000"/>
              </a:lnSpc>
              <a:spcBef>
                <a:spcPts val="0"/>
              </a:spcBef>
              <a:spcAft>
                <a:spcPts val="0"/>
              </a:spcAft>
              <a:buClrTx/>
              <a:buSzTx/>
              <a:buFontTx/>
              <a:buNone/>
              <a:defRPr/>
            </a:pPr>
            <a:r>
              <a:rPr kumimoji="0" lang="zh-CN" altLang="en-US" sz="1400" b="1" i="0" u="none" strike="noStrike" kern="1200" cap="none" spc="0" normalizeH="0" baseline="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说明：</a:t>
            </a: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为确保版面的设计舒适、美观，在卡片的设计中我们加入圆角的使用，</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因 PPT 暂无圆角数值输入功能，可参考下面圆角弧度酌情调整</a:t>
            </a:r>
            <a:endPar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椭圆 16"/>
          <p:cNvSpPr>
            <a:spLocks noChangeAspect="1"/>
          </p:cNvSpPr>
          <p:nvPr/>
        </p:nvSpPr>
        <p:spPr>
          <a:xfrm>
            <a:off x="404495" y="2038350"/>
            <a:ext cx="401320" cy="400685"/>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 name="圆角矩形"/>
          <p:cNvSpPr/>
          <p:nvPr/>
        </p:nvSpPr>
        <p:spPr>
          <a:xfrm>
            <a:off x="5063490" y="3387584"/>
            <a:ext cx="6715760" cy="3163570"/>
          </a:xfrm>
          <a:prstGeom prst="roundRect">
            <a:avLst>
              <a:gd name="adj" fmla="val 4536"/>
            </a:avLst>
          </a:prstGeom>
          <a:solidFill>
            <a:schemeClr val="accent1">
              <a:lumMod val="20000"/>
              <a:lumOff val="80000"/>
              <a:alpha val="5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16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圆角矩形 18"/>
          <p:cNvSpPr/>
          <p:nvPr/>
        </p:nvSpPr>
        <p:spPr>
          <a:xfrm>
            <a:off x="5183841" y="3503266"/>
            <a:ext cx="6464300" cy="2887345"/>
          </a:xfrm>
          <a:prstGeom prst="roundRect">
            <a:avLst>
              <a:gd name="adj" fmla="val 321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椭圆 19"/>
          <p:cNvSpPr>
            <a:spLocks noChangeAspect="1"/>
          </p:cNvSpPr>
          <p:nvPr/>
        </p:nvSpPr>
        <p:spPr>
          <a:xfrm>
            <a:off x="5063980" y="3389236"/>
            <a:ext cx="273160" cy="272354"/>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 name="椭圆 21"/>
          <p:cNvSpPr>
            <a:spLocks noChangeAspect="1"/>
          </p:cNvSpPr>
          <p:nvPr/>
        </p:nvSpPr>
        <p:spPr>
          <a:xfrm>
            <a:off x="2716530" y="4289662"/>
            <a:ext cx="247015" cy="247015"/>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 name="圆角矩形"/>
          <p:cNvSpPr/>
          <p:nvPr/>
        </p:nvSpPr>
        <p:spPr>
          <a:xfrm>
            <a:off x="3476625" y="5047112"/>
            <a:ext cx="1360170" cy="1503363"/>
          </a:xfrm>
          <a:prstGeom prst="roundRect">
            <a:avLst>
              <a:gd name="adj" fmla="val 6429"/>
            </a:avLst>
          </a:prstGeom>
          <a:solidFill>
            <a:schemeClr val="accent1">
              <a:lumMod val="60000"/>
              <a:lumOff val="4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椭圆 25"/>
          <p:cNvSpPr>
            <a:spLocks noChangeAspect="1"/>
          </p:cNvSpPr>
          <p:nvPr/>
        </p:nvSpPr>
        <p:spPr>
          <a:xfrm>
            <a:off x="3476625" y="5045754"/>
            <a:ext cx="212090" cy="212090"/>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 name="圆角矩形"/>
          <p:cNvSpPr/>
          <p:nvPr/>
        </p:nvSpPr>
        <p:spPr>
          <a:xfrm>
            <a:off x="5063490" y="2038350"/>
            <a:ext cx="6715760" cy="972000"/>
          </a:xfrm>
          <a:prstGeom prst="roundRect">
            <a:avLst>
              <a:gd name="adj" fmla="val 13586"/>
            </a:avLst>
          </a:prstGeom>
          <a:solidFill>
            <a:schemeClr val="accent1">
              <a:lumMod val="20000"/>
              <a:lumOff val="80000"/>
              <a:alpha val="5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嵌套形式卡片</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外圆角与内圆角弧度契合</a:t>
            </a:r>
            <a:endParaRPr kumimoji="1"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圆角矩形"/>
          <p:cNvSpPr/>
          <p:nvPr/>
        </p:nvSpPr>
        <p:spPr>
          <a:xfrm>
            <a:off x="5165372" y="2136683"/>
            <a:ext cx="839470" cy="775335"/>
          </a:xfrm>
          <a:prstGeom prst="roundRect">
            <a:avLst>
              <a:gd name="adj" fmla="val 11629"/>
            </a:avLst>
          </a:prstGeom>
          <a:solidFill>
            <a:schemeClr val="accent1">
              <a:lumMod val="20000"/>
              <a:lumOff val="8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2" name="圆角矩形"/>
          <p:cNvSpPr/>
          <p:nvPr/>
        </p:nvSpPr>
        <p:spPr>
          <a:xfrm>
            <a:off x="10834088" y="2136683"/>
            <a:ext cx="839470" cy="775335"/>
          </a:xfrm>
          <a:prstGeom prst="roundRect">
            <a:avLst>
              <a:gd name="adj" fmla="val 6306"/>
            </a:avLst>
          </a:prstGeom>
          <a:solidFill>
            <a:schemeClr val="accent1">
              <a:lumMod val="20000"/>
              <a:lumOff val="80000"/>
            </a:schemeClr>
          </a:solidFill>
          <a:ln w="952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2" name="椭圆 41"/>
          <p:cNvSpPr/>
          <p:nvPr/>
        </p:nvSpPr>
        <p:spPr>
          <a:xfrm>
            <a:off x="11005856" y="2276383"/>
            <a:ext cx="495935" cy="495935"/>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en-US" altLang="zh-CN" sz="1600" dirty="0">
                <a:solidFill>
                  <a:schemeClr val="tx1"/>
                </a:solidFill>
                <a:latin typeface="Arial" panose="020B0604020202090204" pitchFamily="34" charset="0"/>
                <a:ea typeface="微软雅黑" panose="020B0502040204020203" pitchFamily="34" charset="-122"/>
                <a:cs typeface="Arial" panose="020B0604020202090204" pitchFamily="34" charset="0"/>
              </a:rPr>
              <a:t>No</a:t>
            </a:r>
            <a:endParaRPr kumimoji="1"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椭圆 23"/>
          <p:cNvSpPr>
            <a:spLocks noChangeAspect="1"/>
          </p:cNvSpPr>
          <p:nvPr/>
        </p:nvSpPr>
        <p:spPr>
          <a:xfrm>
            <a:off x="1139190" y="2830266"/>
            <a:ext cx="311785" cy="311785"/>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 name="椭圆 17"/>
          <p:cNvSpPr>
            <a:spLocks noChangeAspect="1"/>
          </p:cNvSpPr>
          <p:nvPr/>
        </p:nvSpPr>
        <p:spPr>
          <a:xfrm>
            <a:off x="1939332" y="3535539"/>
            <a:ext cx="267335" cy="267335"/>
          </a:xfrm>
          <a:prstGeom prst="ellipse">
            <a:avLst/>
          </a:prstGeom>
          <a:solidFill>
            <a:schemeClr val="accent1">
              <a:alpha val="50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 name="椭圆 5"/>
          <p:cNvSpPr/>
          <p:nvPr/>
        </p:nvSpPr>
        <p:spPr>
          <a:xfrm>
            <a:off x="5337140" y="2276383"/>
            <a:ext cx="495935" cy="49593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36000" bIns="0" rtlCol="0" anchor="ctr"/>
          <a:lstStyle/>
          <a:p>
            <a:pPr algn="ctr"/>
            <a:r>
              <a:rPr kumimoji="1" lang="en-US" altLang="zh-CN" sz="1600" dirty="0">
                <a:solidFill>
                  <a:schemeClr val="tx1"/>
                </a:solidFill>
                <a:latin typeface="Arial" panose="020B0604020202090204" pitchFamily="34" charset="0"/>
                <a:ea typeface="微软雅黑" panose="020B0502040204020203" pitchFamily="34" charset="-122"/>
                <a:cs typeface="Arial" panose="020B0604020202090204" pitchFamily="34" charset="0"/>
              </a:rPr>
              <a:t>Yes</a:t>
            </a:r>
            <a:endParaRPr kumimoji="1"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p:spPr>
        <p:txBody>
          <a:bodyPr wrap="square" rtlCol="0" anchor="ctr">
            <a:noAutofit/>
          </a:bodyPr>
          <a:lstStyle>
            <a:lvl1pPr algn="l" defTabSz="914400" rtl="0" eaLnBrk="1" latinLnBrk="0" hangingPunct="1">
              <a:lnSpc>
                <a:spcPct val="100000"/>
              </a:lnSpc>
              <a:spcBef>
                <a:spcPct val="0"/>
              </a:spcBef>
              <a:buNone/>
              <a:defRPr lang="zh-CN" altLang="en-US" sz="2400" b="1" kern="1200" dirty="0">
                <a:solidFill>
                  <a:schemeClr val="accent1"/>
                </a:solidFill>
                <a:latin typeface="Microsoft YaHei Heavy" panose="020B0702040204020203" charset="-122"/>
                <a:ea typeface="Microsoft YaHei Heavy" panose="020B0702040204020203" charset="-122"/>
                <a:cs typeface="Arial" panose="020B0604020202090204" pitchFamily="34" charset="0"/>
              </a:defRPr>
            </a:lvl1pPr>
          </a:lstStyle>
          <a:p>
            <a:pPr lvl="0" algn="l">
              <a:buClrTx/>
              <a:buSzTx/>
              <a:buFontTx/>
            </a:pPr>
            <a:r>
              <a:rPr>
                <a:latin typeface="+mj-ea"/>
                <a:ea typeface="+mj-ea"/>
                <a:sym typeface="+mn-ea"/>
              </a:rPr>
              <a:t>说明</a:t>
            </a:r>
            <a:endParaRPr>
              <a:latin typeface="+mj-ea"/>
              <a:ea typeface="+mj-ea"/>
              <a:sym typeface="+mn-ea"/>
            </a:endParaRPr>
          </a:p>
        </p:txBody>
      </p:sp>
      <p:grpSp>
        <p:nvGrpSpPr>
          <p:cNvPr id="5" name="组合 4"/>
          <p:cNvGrpSpPr/>
          <p:nvPr/>
        </p:nvGrpSpPr>
        <p:grpSpPr>
          <a:xfrm>
            <a:off x="849058" y="2020380"/>
            <a:ext cx="3031599" cy="4248000"/>
            <a:chOff x="849058" y="2020380"/>
            <a:chExt cx="3031599" cy="4248000"/>
          </a:xfrm>
        </p:grpSpPr>
        <p:sp>
          <p:nvSpPr>
            <p:cNvPr id="10" name="矩形 9"/>
            <p:cNvSpPr/>
            <p:nvPr/>
          </p:nvSpPr>
          <p:spPr>
            <a:xfrm>
              <a:off x="849058" y="2020380"/>
              <a:ext cx="3031599" cy="4248000"/>
            </a:xfrm>
            <a:prstGeom prst="rect">
              <a:avLst/>
            </a:prstGeom>
            <a:solidFill>
              <a:schemeClr val="bg1"/>
            </a:solidFill>
            <a:ln w="9525">
              <a:solidFill>
                <a:schemeClr val="bg2">
                  <a:lumMod val="90000"/>
                </a:schemeClr>
              </a:solidFill>
            </a:ln>
            <a:effectLst>
              <a:outerShdw blurRad="304800" dist="76200" dir="5400000" sx="98000" sy="98000" algn="t" rotWithShape="0">
                <a:schemeClr val="bg2">
                  <a:lumMod val="2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矩形 10"/>
            <p:cNvSpPr/>
            <p:nvPr/>
          </p:nvSpPr>
          <p:spPr>
            <a:xfrm>
              <a:off x="1157872" y="2409926"/>
              <a:ext cx="2416073" cy="63482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PPT</a:t>
              </a: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是个好东西</a:t>
              </a:r>
              <a:b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逻辑最重要</a:t>
              </a:r>
              <a:endPar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 name="矩形 11"/>
            <p:cNvSpPr/>
            <p:nvPr/>
          </p:nvSpPr>
          <p:spPr>
            <a:xfrm>
              <a:off x="849058" y="2020380"/>
              <a:ext cx="3031599" cy="468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0"/>
                </a:spcBef>
                <a:spcAft>
                  <a:spcPts val="500"/>
                </a:spcAft>
              </a:pP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13" name="矩形 12"/>
            <p:cNvSpPr/>
            <p:nvPr/>
          </p:nvSpPr>
          <p:spPr>
            <a:xfrm>
              <a:off x="1157872" y="3387500"/>
              <a:ext cx="2416073" cy="24830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nSpc>
                  <a:spcPct val="120000"/>
                </a:lnSpc>
                <a:spcBef>
                  <a:spcPts val="500"/>
                </a:spcBef>
                <a:spcAft>
                  <a:spcPts val="500"/>
                </a:spcAft>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互联网大佬开始厌恶</a:t>
              </a:r>
              <a:r>
                <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PPT</a:t>
              </a: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r>
                <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PPT</a:t>
              </a: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是神功秘籍，要看谁捡到了怎么用</a:t>
              </a: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放大你期望表达的，隐藏你不想表达的</a:t>
              </a: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r>
                <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PPT</a:t>
              </a: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的核心是逻辑思维，千万别先陷入模板陷阱</a:t>
              </a: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4" name="组合 3"/>
          <p:cNvGrpSpPr/>
          <p:nvPr/>
        </p:nvGrpSpPr>
        <p:grpSpPr>
          <a:xfrm>
            <a:off x="4580201" y="2020380"/>
            <a:ext cx="3031599" cy="4248000"/>
            <a:chOff x="4580201" y="2020380"/>
            <a:chExt cx="3031599" cy="4248000"/>
          </a:xfrm>
        </p:grpSpPr>
        <p:sp>
          <p:nvSpPr>
            <p:cNvPr id="16" name="矩形 15"/>
            <p:cNvSpPr/>
            <p:nvPr/>
          </p:nvSpPr>
          <p:spPr>
            <a:xfrm>
              <a:off x="4580201" y="2020380"/>
              <a:ext cx="3031599" cy="4248000"/>
            </a:xfrm>
            <a:prstGeom prst="rect">
              <a:avLst/>
            </a:prstGeom>
            <a:solidFill>
              <a:schemeClr val="bg1"/>
            </a:solidFill>
            <a:ln w="9525">
              <a:solidFill>
                <a:schemeClr val="bg2">
                  <a:lumMod val="90000"/>
                </a:schemeClr>
              </a:solidFill>
            </a:ln>
            <a:effectLst>
              <a:outerShdw blurRad="304800" dist="76200" dir="5400000" sx="98000" sy="98000" algn="t" rotWithShape="0">
                <a:schemeClr val="bg2">
                  <a:lumMod val="2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矩形 16"/>
            <p:cNvSpPr/>
            <p:nvPr/>
          </p:nvSpPr>
          <p:spPr>
            <a:xfrm>
              <a:off x="4889015" y="2408627"/>
              <a:ext cx="2416073" cy="63482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PPT</a:t>
              </a: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是我们另一张脸面</a:t>
              </a:r>
              <a:b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要注重细节</a:t>
              </a:r>
              <a:endPar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矩形 17"/>
            <p:cNvSpPr/>
            <p:nvPr/>
          </p:nvSpPr>
          <p:spPr>
            <a:xfrm>
              <a:off x="4580201" y="2020380"/>
              <a:ext cx="3031599" cy="468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0"/>
                </a:spcBef>
                <a:spcAft>
                  <a:spcPts val="500"/>
                </a:spcAft>
              </a:pP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矩形 18"/>
            <p:cNvSpPr/>
            <p:nvPr/>
          </p:nvSpPr>
          <p:spPr>
            <a:xfrm>
              <a:off x="4889015" y="3374831"/>
              <a:ext cx="2416073" cy="24830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细节决定成败</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领导非常重视细节，细节体现专业</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PPT内容对齐、整洁，鼻子是鼻子脸是脸</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细节的不清晰会混乱主体的逻辑</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3" name="组合 2"/>
          <p:cNvGrpSpPr/>
          <p:nvPr/>
        </p:nvGrpSpPr>
        <p:grpSpPr>
          <a:xfrm>
            <a:off x="8311343" y="2020380"/>
            <a:ext cx="3031599" cy="4248000"/>
            <a:chOff x="8311343" y="2020380"/>
            <a:chExt cx="3031599" cy="4248000"/>
          </a:xfrm>
        </p:grpSpPr>
        <p:sp>
          <p:nvSpPr>
            <p:cNvPr id="21" name="矩形 20"/>
            <p:cNvSpPr/>
            <p:nvPr/>
          </p:nvSpPr>
          <p:spPr>
            <a:xfrm>
              <a:off x="8311343" y="2020380"/>
              <a:ext cx="3031599" cy="4248000"/>
            </a:xfrm>
            <a:prstGeom prst="rect">
              <a:avLst/>
            </a:prstGeom>
            <a:solidFill>
              <a:schemeClr val="bg1"/>
            </a:solidFill>
            <a:ln w="9525">
              <a:solidFill>
                <a:schemeClr val="bg2">
                  <a:lumMod val="90000"/>
                </a:schemeClr>
              </a:solidFill>
            </a:ln>
            <a:effectLst>
              <a:outerShdw blurRad="304800" dist="76200" dir="5400000" sx="98000" sy="98000" algn="t" rotWithShape="0">
                <a:schemeClr val="bg2">
                  <a:lumMod val="2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矩形 21"/>
            <p:cNvSpPr/>
            <p:nvPr/>
          </p:nvSpPr>
          <p:spPr>
            <a:xfrm>
              <a:off x="8620157" y="2408627"/>
              <a:ext cx="2416073" cy="63482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UED</a:t>
              </a: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团队不是美工</a:t>
              </a:r>
              <a:b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不擅长</a:t>
              </a:r>
              <a:r>
                <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PPT</a:t>
              </a:r>
              <a:endParaRPr kumimoji="1"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矩形 22"/>
            <p:cNvSpPr/>
            <p:nvPr/>
          </p:nvSpPr>
          <p:spPr>
            <a:xfrm>
              <a:off x="8311343" y="2020380"/>
              <a:ext cx="3031599" cy="468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0"/>
                </a:spcBef>
                <a:spcAft>
                  <a:spcPts val="500"/>
                </a:spcAft>
              </a:pP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矩形 23"/>
            <p:cNvSpPr/>
            <p:nvPr/>
          </p:nvSpPr>
          <p:spPr>
            <a:xfrm>
              <a:off x="8620157" y="3374830"/>
              <a:ext cx="2416073" cy="24830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UED是用户体验设计</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gn="l">
                <a:lnSpc>
                  <a:spcPct val="120000"/>
                </a:lnSpc>
                <a:spcBef>
                  <a:spcPts val="500"/>
                </a:spcBef>
                <a:spcAft>
                  <a:spcPts val="500"/>
                </a:spcAft>
                <a:buClrTx/>
                <a:buSzTx/>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设计师审美在线，逻辑并非强项</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不清楚逻辑的美化往往弄巧成拙</a:t>
              </a:r>
              <a:endParaRPr kumimoji="1"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285750" indent="-285750">
                <a:lnSpc>
                  <a:spcPct val="120000"/>
                </a:lnSpc>
                <a:spcBef>
                  <a:spcPts val="500"/>
                </a:spcBef>
                <a:spcAft>
                  <a:spcPts val="500"/>
                </a:spcAft>
                <a:buFont typeface="Arial" panose="020B0604020202090204" pitchFamily="34" charset="0"/>
                <a:buChar char="•"/>
              </a:pPr>
              <a:r>
                <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若PPT重要、高阶，需要设计师优化，请深入交流需求，讲清楚逻辑</a:t>
              </a:r>
              <a:endParaRPr kumimoji="1"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9" name="矩形 8"/>
          <p:cNvSpPr/>
          <p:nvPr>
            <p:custDataLst>
              <p:tags r:id="rId1"/>
            </p:custDataLst>
          </p:nvPr>
        </p:nvSpPr>
        <p:spPr>
          <a:xfrm>
            <a:off x="0" y="842010"/>
            <a:ext cx="12192000" cy="890905"/>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矩形 97"/>
          <p:cNvSpPr/>
          <p:nvPr/>
        </p:nvSpPr>
        <p:spPr>
          <a:xfrm>
            <a:off x="407035" y="842010"/>
            <a:ext cx="11372215" cy="847090"/>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44145" bIns="144145" rtlCol="0" anchor="t" anchorCtr="0">
            <a:spAutoFit/>
          </a:bodyPr>
          <a:lstStyle/>
          <a:p>
            <a:pPr marR="0" lvl="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规范</a:t>
            </a:r>
            <a:r>
              <a:rPr kumimoji="0" lang="zh-CN" altLang="en-US" sz="1400" b="1" i="0" u="none" strike="noStrike" kern="1200" cap="none" spc="0" normalizeH="0" baseline="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看到这里相信你已掌握规范内容，结合组件模版的选择使用就可以展开</a:t>
            </a:r>
            <a:r>
              <a:rPr lang="en-US" altLang="zh-CN"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PPT</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的设计了</a:t>
            </a:r>
            <a:endPar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a:p>
            <a:pPr marR="0" lvl="0" indent="0" algn="l" defTabSz="914400" rtl="0" fontAlgn="auto">
              <a:lnSpc>
                <a:spcPct val="110000"/>
              </a:lnSpc>
              <a:spcBef>
                <a:spcPts val="300"/>
              </a:spcBef>
              <a:spcAft>
                <a:spcPts val="30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lt"/>
              </a:rPr>
              <a:t>模版组件：</a:t>
            </a:r>
            <a:r>
              <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模板组件库是为了方便大家提升PPT编辑效率和版面质量，熟悉模板组件库方能事半功倍</a:t>
            </a:r>
            <a:endParaRPr lang="zh-CN" altLang="en-US" sz="140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065172" y="2827833"/>
            <a:ext cx="6297770" cy="706755"/>
          </a:xfrm>
        </p:spPr>
        <p:txBody>
          <a:bodyPr/>
          <a:lstStyle/>
          <a:p>
            <a:r>
              <a:rPr lang="zh-CN" altLang="en-US" b="1" dirty="0">
                <a:latin typeface="+mj-ea"/>
                <a:ea typeface="+mj-ea"/>
              </a:rPr>
              <a:t>原子组件</a:t>
            </a:r>
            <a:endParaRPr lang="zh-CN" altLang="en-US" b="1" dirty="0">
              <a:latin typeface="+mj-ea"/>
              <a:ea typeface="+mj-ea"/>
            </a:endParaRPr>
          </a:p>
        </p:txBody>
      </p:sp>
      <p:sp>
        <p:nvSpPr>
          <p:cNvPr id="3" name="文本占位符 2"/>
          <p:cNvSpPr>
            <a:spLocks noGrp="1"/>
          </p:cNvSpPr>
          <p:nvPr>
            <p:ph type="body" sz="quarter" idx="10"/>
          </p:nvPr>
        </p:nvSpPr>
        <p:spPr>
          <a:xfrm>
            <a:off x="714626" y="2458580"/>
            <a:ext cx="1666875" cy="1445260"/>
          </a:xfrm>
        </p:spPr>
        <p:txBody>
          <a:bodyPr/>
          <a:lstStyle/>
          <a:p>
            <a:r>
              <a:rPr lang="en-US" altLang="zh-CN"/>
              <a:t>01</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dirty="0">
                <a:sym typeface="+mn-ea"/>
              </a:rPr>
              <a:t>内容卡片</a:t>
            </a:r>
            <a:endParaRPr dirty="0">
              <a:sym typeface="+mn-ea"/>
            </a:endParaRPr>
          </a:p>
        </p:txBody>
      </p:sp>
      <p:sp>
        <p:nvSpPr>
          <p:cNvPr id="20" name="标题 2"/>
          <p:cNvSpPr txBox="1"/>
          <p:nvPr>
            <p:custDataLst>
              <p:tags r:id="rId1"/>
            </p:custDataLst>
          </p:nvPr>
        </p:nvSpPr>
        <p:spPr>
          <a:xfrm>
            <a:off x="523875" y="5824855"/>
            <a:ext cx="766445" cy="368935"/>
          </a:xfrm>
          <a:prstGeom prst="rect">
            <a:avLst/>
          </a:prstGeom>
        </p:spPr>
        <p:txBody>
          <a:bodyPr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l">
              <a:lnSpc>
                <a:spcPct val="100000"/>
              </a:lnSpc>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大标签</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圆角矩形 74"/>
          <p:cNvSpPr>
            <a:spLocks noChangeAspect="1"/>
          </p:cNvSpPr>
          <p:nvPr>
            <p:custDataLst>
              <p:tags r:id="rId2"/>
            </p:custDataLst>
          </p:nvPr>
        </p:nvSpPr>
        <p:spPr>
          <a:xfrm>
            <a:off x="1144730" y="5793924"/>
            <a:ext cx="741870" cy="433290"/>
          </a:xfrm>
          <a:prstGeom prst="roundRect">
            <a:avLst>
              <a:gd name="adj" fmla="val 176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44000" tIns="72000" rIns="144000" bIns="72000" numCol="1" spcCol="0" rtlCol="0" fromWordArt="0" anchor="ctr" anchorCtr="0" forceAA="0" compatLnSpc="1">
            <a:spAutoFit/>
          </a:bodyPr>
          <a:lstStyle/>
          <a:p>
            <a:pPr lvl="0" algn="ctr">
              <a:buClrTx/>
              <a:buSzTx/>
              <a:buFontTx/>
              <a:defRPr/>
            </a:pPr>
            <a:r>
              <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2" name="标题 2"/>
          <p:cNvSpPr txBox="1"/>
          <p:nvPr>
            <p:custDataLst>
              <p:tags r:id="rId3"/>
            </p:custDataLst>
          </p:nvPr>
        </p:nvSpPr>
        <p:spPr>
          <a:xfrm>
            <a:off x="6753225" y="5834698"/>
            <a:ext cx="473710" cy="287020"/>
          </a:xfrm>
          <a:prstGeom prst="rect">
            <a:avLst/>
          </a:prstGeom>
        </p:spPr>
        <p:txBody>
          <a:bodyPr wrap="square" lIns="0" tIns="0" rIns="0" bIns="0">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l">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小标签</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 name="组合 5"/>
          <p:cNvGrpSpPr/>
          <p:nvPr/>
        </p:nvGrpSpPr>
        <p:grpSpPr>
          <a:xfrm>
            <a:off x="6209666" y="1386205"/>
            <a:ext cx="5582019" cy="2456180"/>
            <a:chOff x="6332" y="2135"/>
            <a:chExt cx="5561" cy="3868"/>
          </a:xfrm>
        </p:grpSpPr>
        <p:sp>
          <p:nvSpPr>
            <p:cNvPr id="11" name="同侧圆角矩形 10"/>
            <p:cNvSpPr/>
            <p:nvPr>
              <p:custDataLst>
                <p:tags r:id="rId4"/>
              </p:custDataLst>
            </p:nvPr>
          </p:nvSpPr>
          <p:spPr>
            <a:xfrm>
              <a:off x="6332" y="2135"/>
              <a:ext cx="5561" cy="68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pP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一级内容标题</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同侧圆角矩形 11"/>
            <p:cNvSpPr/>
            <p:nvPr>
              <p:custDataLst>
                <p:tags r:id="rId5"/>
              </p:custDataLst>
            </p:nvPr>
          </p:nvSpPr>
          <p:spPr>
            <a:xfrm>
              <a:off x="6341" y="2814"/>
              <a:ext cx="5543" cy="3189"/>
            </a:xfrm>
            <a:prstGeom prst="round2SameRect">
              <a:avLst>
                <a:gd name="adj1" fmla="val 0"/>
                <a:gd name="adj2" fmla="val 6807"/>
              </a:avLst>
            </a:prstGeom>
            <a:solidFill>
              <a:schemeClr val="accent1">
                <a:lumMod val="20000"/>
                <a:lumOff val="80000"/>
                <a:alpha val="5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kern="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grpSp>
        <p:nvGrpSpPr>
          <p:cNvPr id="5" name="组合 4"/>
          <p:cNvGrpSpPr/>
          <p:nvPr/>
        </p:nvGrpSpPr>
        <p:grpSpPr>
          <a:xfrm>
            <a:off x="401319" y="1386205"/>
            <a:ext cx="5581015" cy="2456180"/>
            <a:chOff x="585" y="2135"/>
            <a:chExt cx="5561" cy="3868"/>
          </a:xfrm>
        </p:grpSpPr>
        <p:sp>
          <p:nvSpPr>
            <p:cNvPr id="44" name="同侧圆角矩形 43"/>
            <p:cNvSpPr/>
            <p:nvPr>
              <p:custDataLst>
                <p:tags r:id="rId6"/>
              </p:custDataLst>
            </p:nvPr>
          </p:nvSpPr>
          <p:spPr>
            <a:xfrm>
              <a:off x="585" y="2135"/>
              <a:ext cx="5561" cy="68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pP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一级内容标题</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同侧圆角矩形 44"/>
            <p:cNvSpPr/>
            <p:nvPr>
              <p:custDataLst>
                <p:tags r:id="rId7"/>
              </p:custDataLst>
            </p:nvPr>
          </p:nvSpPr>
          <p:spPr>
            <a:xfrm>
              <a:off x="585" y="2815"/>
              <a:ext cx="5561" cy="3188"/>
            </a:xfrm>
            <a:prstGeom prst="round2SameRect">
              <a:avLst>
                <a:gd name="adj1" fmla="val 0"/>
                <a:gd name="adj2" fmla="val 765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sp>
        <p:nvSpPr>
          <p:cNvPr id="98" name="矩形 97"/>
          <p:cNvSpPr/>
          <p:nvPr/>
        </p:nvSpPr>
        <p:spPr>
          <a:xfrm>
            <a:off x="365125" y="781050"/>
            <a:ext cx="11414125" cy="506549"/>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tIns="144145" bIns="144145" rtlCol="0" anchor="t" anchorCtr="0">
            <a:spAutoFit/>
          </a:bodyPr>
          <a:lstStyle/>
          <a:p>
            <a:pPr marR="0" lvl="0" algn="l" defTabSz="914400" rtl="0" fontAlgn="auto">
              <a:spcBef>
                <a:spcPts val="0"/>
              </a:spcBef>
              <a:spcAft>
                <a:spcPts val="0"/>
              </a:spcAft>
              <a:buClrTx/>
              <a:buSzTx/>
              <a:buFontTx/>
              <a:buNone/>
              <a:defRPr/>
            </a:pPr>
            <a:r>
              <a:rPr kumimoji="0" lang="zh-CN" altLang="en-US" sz="1400" b="1" i="0" u="none" strike="noStrike" kern="1200" cap="none" spc="0" normalizeH="0" baseline="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lt"/>
              </a:rPr>
              <a:t>一级内容卡片：</a:t>
            </a: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为满足内容分级诉求，我们设置内容卡片样式①常规灰卡样式；②多层信息蓝卡样式，可根据需要选择使用</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p:txBody>
      </p:sp>
      <p:sp>
        <p:nvSpPr>
          <p:cNvPr id="8" name="矩形 7"/>
          <p:cNvSpPr/>
          <p:nvPr/>
        </p:nvSpPr>
        <p:spPr>
          <a:xfrm>
            <a:off x="379730" y="4147366"/>
            <a:ext cx="11372215" cy="506549"/>
          </a:xfrm>
          <a:prstGeom prst="rect">
            <a:avLst/>
          </a:prstGeom>
          <a:noFill/>
          <a:ln>
            <a:noFill/>
          </a:ln>
          <a:extLst>
            <a:ext uri="{909E8E84-426E-40DD-AFC4-6F175D3DCCD1}">
              <a14:hiddenFill xmlns:a14="http://schemas.microsoft.com/office/drawing/2010/main">
                <a:solidFill>
                  <a:srgbClr val="E7EE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tIns="144145" bIns="144145" rtlCol="0" anchor="t" anchorCtr="0">
            <a:spAutoFit/>
          </a:bodyPr>
          <a:lstStyle/>
          <a:p>
            <a:pPr marR="0" lvl="0" algn="l" defTabSz="914400" rtl="0" fontAlgn="auto">
              <a:spcBef>
                <a:spcPts val="0"/>
              </a:spcBef>
              <a:spcAft>
                <a:spcPts val="0"/>
              </a:spcAft>
              <a:buClrTx/>
              <a:buSzTx/>
              <a:buFontTx/>
              <a:buNone/>
              <a:defRPr/>
            </a:pPr>
            <a:r>
              <a:rPr kumimoji="0" lang="zh-CN" altLang="en-US" sz="1400" b="1" i="0" u="none" strike="noStrike" kern="1200" cap="none" spc="0" normalizeH="0" baseline="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lt"/>
              </a:rPr>
              <a:t>二级内容卡片：</a:t>
            </a: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rPr>
              <a:t>当一级卡片无法满足内容分级诉求时，可以选择性使用二级卡片样式</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lt"/>
            </a:endParaRPr>
          </a:p>
        </p:txBody>
      </p:sp>
      <p:sp>
        <p:nvSpPr>
          <p:cNvPr id="9" name="圆角矩形 74"/>
          <p:cNvSpPr/>
          <p:nvPr>
            <p:custDataLst>
              <p:tags r:id="rId8"/>
            </p:custDataLst>
          </p:nvPr>
        </p:nvSpPr>
        <p:spPr>
          <a:xfrm>
            <a:off x="418465" y="4653915"/>
            <a:ext cx="5546806" cy="432000"/>
          </a:xfrm>
          <a:prstGeom prst="roundRect">
            <a:avLst>
              <a:gd name="adj" fmla="val 12941"/>
            </a:avLst>
          </a:prstGeom>
          <a:solidFill>
            <a:schemeClr val="bg1">
              <a:alpha val="0"/>
            </a:schemeClr>
          </a:solidFill>
          <a:ln w="12700" cap="flat" cmpd="sng">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rPr>
              <a:t>二级内容标题</a:t>
            </a:r>
            <a:endPar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0" name="圆角矩形 74"/>
          <p:cNvSpPr/>
          <p:nvPr>
            <p:custDataLst>
              <p:tags r:id="rId9"/>
            </p:custDataLst>
          </p:nvPr>
        </p:nvSpPr>
        <p:spPr>
          <a:xfrm>
            <a:off x="6209584" y="4653915"/>
            <a:ext cx="5563951" cy="432000"/>
          </a:xfrm>
          <a:prstGeom prst="roundRect">
            <a:avLst>
              <a:gd name="adj" fmla="val 11571"/>
            </a:avLst>
          </a:prstGeom>
          <a:solidFill>
            <a:schemeClr val="accent2">
              <a:lumMod val="20000"/>
              <a:lumOff val="80000"/>
            </a:schemeClr>
          </a:solidFill>
          <a:ln w="12700" cap="flat" cmpd="sng">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rPr>
              <a:t>二级内容标题</a:t>
            </a:r>
            <a:endPar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4" name="圆角矩形 74"/>
          <p:cNvSpPr>
            <a:spLocks noChangeAspect="1"/>
          </p:cNvSpPr>
          <p:nvPr>
            <p:custDataLst>
              <p:tags r:id="rId10"/>
            </p:custDataLst>
          </p:nvPr>
        </p:nvSpPr>
        <p:spPr>
          <a:xfrm>
            <a:off x="1982198" y="5793924"/>
            <a:ext cx="741870" cy="433290"/>
          </a:xfrm>
          <a:prstGeom prst="roundRect">
            <a:avLst>
              <a:gd name="adj" fmla="val 17651"/>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44000" tIns="72000" rIns="144000" bIns="72000" numCol="1" spcCol="0" rtlCol="0" fromWordArt="0" anchor="ctr" anchorCtr="0" forceAA="0" compatLnSpc="1">
            <a:spAutoFit/>
          </a:bodyPr>
          <a:lstStyle/>
          <a:p>
            <a:pPr lvl="0" algn="ctr">
              <a:buClrTx/>
              <a:buSzTx/>
              <a:buFontTx/>
              <a:defRPr/>
            </a:pPr>
            <a:r>
              <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圆角矩形 74"/>
          <p:cNvSpPr>
            <a:spLocks noChangeAspect="1"/>
          </p:cNvSpPr>
          <p:nvPr>
            <p:custDataLst>
              <p:tags r:id="rId11"/>
            </p:custDataLst>
          </p:nvPr>
        </p:nvSpPr>
        <p:spPr>
          <a:xfrm>
            <a:off x="2819666" y="5793924"/>
            <a:ext cx="741870" cy="433290"/>
          </a:xfrm>
          <a:prstGeom prst="roundRect">
            <a:avLst>
              <a:gd name="adj" fmla="val 17651"/>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44000" tIns="72000" rIns="144000" bIns="72000" numCol="1" spcCol="0" rtlCol="0" fromWordArt="0" anchor="ctr" anchorCtr="0" forceAA="0" compatLnSpc="1">
            <a:spAutoFit/>
          </a:bodyPr>
          <a:lstStyle/>
          <a:p>
            <a:pPr lvl="0" algn="ctr">
              <a:buClrTx/>
              <a:buSzTx/>
              <a:buFontTx/>
              <a:defRPr/>
            </a:pPr>
            <a:r>
              <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圆角矩形 74"/>
          <p:cNvSpPr>
            <a:spLocks noChangeAspect="1"/>
          </p:cNvSpPr>
          <p:nvPr>
            <p:custDataLst>
              <p:tags r:id="rId12"/>
            </p:custDataLst>
          </p:nvPr>
        </p:nvSpPr>
        <p:spPr>
          <a:xfrm>
            <a:off x="3657133" y="5793924"/>
            <a:ext cx="741870" cy="433290"/>
          </a:xfrm>
          <a:prstGeom prst="roundRect">
            <a:avLst>
              <a:gd name="adj" fmla="val 17651"/>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44000" tIns="72000" rIns="144000" bIns="72000" numCol="1" spcCol="0" rtlCol="0" fromWordArt="0" anchor="ctr" anchorCtr="0" forceAA="0" compatLnSpc="1">
            <a:spAutoFit/>
          </a:bodyPr>
          <a:lstStyle/>
          <a:p>
            <a:pPr lvl="0" algn="ctr">
              <a:buClrTx/>
              <a:buSzTx/>
              <a:buFontTx/>
              <a:defRPr/>
            </a:pPr>
            <a:r>
              <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圆角矩形 74"/>
          <p:cNvSpPr>
            <a:spLocks noChangeAspect="1"/>
          </p:cNvSpPr>
          <p:nvPr>
            <p:custDataLst>
              <p:tags r:id="rId13"/>
            </p:custDataLst>
          </p:nvPr>
        </p:nvSpPr>
        <p:spPr>
          <a:xfrm>
            <a:off x="4494600" y="5793924"/>
            <a:ext cx="741870" cy="433290"/>
          </a:xfrm>
          <a:prstGeom prst="roundRect">
            <a:avLst>
              <a:gd name="adj" fmla="val 17651"/>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44000" tIns="72000" rIns="144000" bIns="72000" numCol="1" spcCol="0" rtlCol="0" fromWordArt="0" anchor="ctr" anchorCtr="0" forceAA="0" compatLnSpc="1">
            <a:spAutoFit/>
          </a:bodyPr>
          <a:lstStyle/>
          <a:p>
            <a:pPr lvl="0" algn="ctr">
              <a:buClrTx/>
              <a:buSzTx/>
              <a:buFontTx/>
              <a:defRPr/>
            </a:pPr>
            <a:r>
              <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1600"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圆角矩形 74"/>
          <p:cNvSpPr>
            <a:spLocks noChangeAspect="1"/>
          </p:cNvSpPr>
          <p:nvPr>
            <p:custDataLst>
              <p:tags r:id="rId14"/>
            </p:custDataLst>
          </p:nvPr>
        </p:nvSpPr>
        <p:spPr>
          <a:xfrm>
            <a:off x="7502535" y="5877460"/>
            <a:ext cx="336533" cy="201496"/>
          </a:xfrm>
          <a:prstGeom prst="roundRect">
            <a:avLst>
              <a:gd name="adj" fmla="val 17651"/>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43200" tIns="21600" rIns="43200" bIns="21600" numCol="1" spcCol="0" rtlCol="0" fromWordArt="0" anchor="ctr" anchorCtr="0" forceAA="0" compatLnSpc="1">
            <a:spAutoFit/>
          </a:bodyPr>
          <a:lstStyle/>
          <a:p>
            <a:pPr lvl="0" algn="ctr">
              <a:buClrTx/>
              <a:buSzTx/>
              <a:buFontTx/>
              <a:defRPr/>
            </a:pPr>
            <a:r>
              <a:rPr lang="zh-CN" altLang="en-US" sz="9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9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圆角矩形 74"/>
          <p:cNvSpPr>
            <a:spLocks noChangeAspect="1"/>
          </p:cNvSpPr>
          <p:nvPr>
            <p:custDataLst>
              <p:tags r:id="rId15"/>
            </p:custDataLst>
          </p:nvPr>
        </p:nvSpPr>
        <p:spPr>
          <a:xfrm>
            <a:off x="7958805" y="5877460"/>
            <a:ext cx="336533" cy="201496"/>
          </a:xfrm>
          <a:prstGeom prst="roundRect">
            <a:avLst>
              <a:gd name="adj" fmla="val 17651"/>
            </a:avLst>
          </a:prstGeom>
          <a:solidFill>
            <a:schemeClr val="accent3">
              <a:lumMod val="20000"/>
              <a:lumOff val="80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43200" tIns="21600" rIns="43200" bIns="21600" numCol="1" spcCol="0" rtlCol="0" fromWordArt="0" anchor="ctr" anchorCtr="0" forceAA="0" compatLnSpc="1">
            <a:spAutoFit/>
          </a:bodyPr>
          <a:lstStyle/>
          <a:p>
            <a:pPr lvl="0" algn="ctr">
              <a:buClrTx/>
              <a:buSzTx/>
              <a:buFontTx/>
              <a:defRPr/>
            </a:pPr>
            <a:r>
              <a:rPr lang="zh-CN" altLang="en-US" sz="900" noProof="0" dirty="0">
                <a:ln>
                  <a:noFill/>
                </a:ln>
                <a:solidFill>
                  <a:schemeClr val="accent3"/>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900" noProof="0" dirty="0">
              <a:ln>
                <a:noFill/>
              </a:ln>
              <a:solidFill>
                <a:schemeClr val="accent3"/>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圆角矩形 74"/>
          <p:cNvSpPr>
            <a:spLocks noChangeAspect="1"/>
          </p:cNvSpPr>
          <p:nvPr>
            <p:custDataLst>
              <p:tags r:id="rId16"/>
            </p:custDataLst>
          </p:nvPr>
        </p:nvSpPr>
        <p:spPr>
          <a:xfrm>
            <a:off x="8415075" y="5877460"/>
            <a:ext cx="336533" cy="201496"/>
          </a:xfrm>
          <a:prstGeom prst="roundRect">
            <a:avLst>
              <a:gd name="adj" fmla="val 17651"/>
            </a:avLst>
          </a:prstGeom>
          <a:solidFill>
            <a:schemeClr val="accent5">
              <a:lumMod val="20000"/>
              <a:lumOff val="8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43200" tIns="21600" rIns="43200" bIns="21600" numCol="1" spcCol="0" rtlCol="0" fromWordArt="0" anchor="ctr" anchorCtr="0" forceAA="0" compatLnSpc="1">
            <a:spAutoFit/>
          </a:bodyPr>
          <a:lstStyle/>
          <a:p>
            <a:pPr lvl="0" algn="ctr">
              <a:buClrTx/>
              <a:buSzTx/>
              <a:buFontTx/>
              <a:defRPr/>
            </a:pPr>
            <a:r>
              <a:rPr lang="zh-CN" altLang="en-US" sz="900" noProof="0" dirty="0">
                <a:ln>
                  <a:noFill/>
                </a:ln>
                <a:solidFill>
                  <a:schemeClr val="accent5"/>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900" noProof="0" dirty="0">
              <a:ln>
                <a:noFill/>
              </a:ln>
              <a:solidFill>
                <a:schemeClr val="accent5"/>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5" name="圆角矩形 74"/>
          <p:cNvSpPr>
            <a:spLocks noChangeAspect="1"/>
          </p:cNvSpPr>
          <p:nvPr>
            <p:custDataLst>
              <p:tags r:id="rId17"/>
            </p:custDataLst>
          </p:nvPr>
        </p:nvSpPr>
        <p:spPr>
          <a:xfrm>
            <a:off x="8871345" y="5877460"/>
            <a:ext cx="336533" cy="201496"/>
          </a:xfrm>
          <a:prstGeom prst="roundRect">
            <a:avLst>
              <a:gd name="adj" fmla="val 17651"/>
            </a:avLst>
          </a:prstGeom>
          <a:solidFill>
            <a:srgbClr val="00B050">
              <a:alpha val="20000"/>
            </a:srgbClr>
          </a:solidFill>
          <a:ln w="63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43200" tIns="21600" rIns="43200" bIns="21600" numCol="1" spcCol="0" rtlCol="0" fromWordArt="0" anchor="ctr" anchorCtr="0" forceAA="0" compatLnSpc="1">
            <a:spAutoFit/>
          </a:bodyPr>
          <a:lstStyle/>
          <a:p>
            <a:pPr lvl="0" algn="ctr">
              <a:buClrTx/>
              <a:buSzTx/>
              <a:buFontTx/>
              <a:defRPr/>
            </a:pPr>
            <a:r>
              <a:rPr lang="zh-CN" altLang="en-US" sz="900" noProof="0" dirty="0">
                <a:ln>
                  <a:noFill/>
                </a:ln>
                <a:solidFill>
                  <a:srgbClr val="00B050"/>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900" noProof="0" dirty="0">
              <a:ln>
                <a:noFill/>
              </a:ln>
              <a:solidFill>
                <a:srgbClr val="00B050"/>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圆角矩形 74"/>
          <p:cNvSpPr>
            <a:spLocks noChangeAspect="1"/>
          </p:cNvSpPr>
          <p:nvPr>
            <p:custDataLst>
              <p:tags r:id="rId18"/>
            </p:custDataLst>
          </p:nvPr>
        </p:nvSpPr>
        <p:spPr>
          <a:xfrm>
            <a:off x="9327616" y="5877460"/>
            <a:ext cx="336533" cy="201496"/>
          </a:xfrm>
          <a:prstGeom prst="roundRect">
            <a:avLst>
              <a:gd name="adj" fmla="val 17651"/>
            </a:avLst>
          </a:prstGeom>
          <a:solidFill>
            <a:srgbClr val="FFC000">
              <a:alpha val="20000"/>
            </a:srgbClr>
          </a:solid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43200" tIns="21600" rIns="43200" bIns="21600" numCol="1" spcCol="0" rtlCol="0" fromWordArt="0" anchor="ctr" anchorCtr="0" forceAA="0" compatLnSpc="1">
            <a:spAutoFit/>
          </a:bodyPr>
          <a:lstStyle/>
          <a:p>
            <a:pPr lvl="0" algn="ctr">
              <a:buClrTx/>
              <a:buSzTx/>
              <a:buFontTx/>
              <a:defRPr/>
            </a:pPr>
            <a:r>
              <a:rPr lang="zh-CN" altLang="en-US" sz="900" noProof="0" dirty="0">
                <a:ln>
                  <a:noFill/>
                </a:ln>
                <a:solidFill>
                  <a:srgbClr val="FFC000"/>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标签</a:t>
            </a:r>
            <a:endParaRPr lang="zh-CN" altLang="en-US" sz="900" noProof="0" dirty="0">
              <a:ln>
                <a:noFill/>
              </a:ln>
              <a:solidFill>
                <a:srgbClr val="FFC000"/>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元素组件</a:t>
            </a:r>
            <a:endParaRPr lang="zh-CN" altLang="en-US" dirty="0"/>
          </a:p>
        </p:txBody>
      </p:sp>
      <p:sp>
        <p:nvSpPr>
          <p:cNvPr id="6" name="标题 2"/>
          <p:cNvSpPr txBox="1"/>
          <p:nvPr>
            <p:custDataLst>
              <p:tags r:id="rId1"/>
            </p:custDataLst>
          </p:nvPr>
        </p:nvSpPr>
        <p:spPr>
          <a:xfrm>
            <a:off x="402590" y="1009392"/>
            <a:ext cx="3423285" cy="184666"/>
          </a:xfrm>
          <a:prstGeom prst="rect">
            <a:avLst/>
          </a:prstGeom>
        </p:spPr>
        <p:txBody>
          <a:bodyPr wrap="square" lIns="0" tIns="0" rIns="0" bIns="0" anchor="ctr" anchorCtr="0">
            <a:sp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l">
              <a:lnSpc>
                <a:spcPct val="100000"/>
              </a:lnSpc>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次级内容框突出卡片</a:t>
            </a:r>
            <a:r>
              <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endPar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标题 2"/>
          <p:cNvSpPr txBox="1"/>
          <p:nvPr>
            <p:custDataLst>
              <p:tags r:id="rId2"/>
            </p:custDataLst>
          </p:nvPr>
        </p:nvSpPr>
        <p:spPr>
          <a:xfrm>
            <a:off x="9396730" y="898264"/>
            <a:ext cx="647065" cy="244362"/>
          </a:xfrm>
          <a:prstGeom prst="rect">
            <a:avLst/>
          </a:prstGeom>
        </p:spPr>
        <p:txBody>
          <a:bodyPr wrap="square" lIns="0" tIns="0" rIns="0" bIns="0" anchor="ctr" anchorCtr="0">
            <a:sp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algn="l"/>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rPr>
              <a:t>对比卡片</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圆角矩形 74"/>
          <p:cNvSpPr/>
          <p:nvPr>
            <p:custDataLst>
              <p:tags r:id="rId3"/>
            </p:custDataLst>
          </p:nvPr>
        </p:nvSpPr>
        <p:spPr>
          <a:xfrm>
            <a:off x="9402445" y="1349375"/>
            <a:ext cx="1151890" cy="897890"/>
          </a:xfrm>
          <a:prstGeom prst="roundRect">
            <a:avLst>
              <a:gd name="adj" fmla="val 8831"/>
            </a:avLst>
          </a:prstGeom>
          <a:solidFill>
            <a:schemeClr val="bg2"/>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过去</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圆角矩形 74"/>
          <p:cNvSpPr>
            <a:spLocks noChangeAspect="1"/>
          </p:cNvSpPr>
          <p:nvPr>
            <p:custDataLst>
              <p:tags r:id="rId4"/>
            </p:custDataLst>
          </p:nvPr>
        </p:nvSpPr>
        <p:spPr>
          <a:xfrm>
            <a:off x="9402445" y="2403475"/>
            <a:ext cx="1151890" cy="1031875"/>
          </a:xfrm>
          <a:prstGeom prst="roundRect">
            <a:avLst>
              <a:gd name="adj" fmla="val 8831"/>
            </a:avLst>
          </a:prstGeom>
          <a:solidFill>
            <a:schemeClr val="bg2">
              <a:alpha val="50000"/>
            </a:schemeClr>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圆角矩形 74"/>
          <p:cNvSpPr/>
          <p:nvPr>
            <p:custDataLst>
              <p:tags r:id="rId5"/>
            </p:custDataLst>
          </p:nvPr>
        </p:nvSpPr>
        <p:spPr>
          <a:xfrm>
            <a:off x="10614025" y="1349375"/>
            <a:ext cx="1151890" cy="897890"/>
          </a:xfrm>
          <a:prstGeom prst="roundRect">
            <a:avLst>
              <a:gd name="adj" fmla="val 8831"/>
            </a:avLst>
          </a:prstGeom>
          <a:solidFill>
            <a:schemeClr val="accent1">
              <a:lumMod val="20000"/>
              <a:lumOff val="80000"/>
            </a:schemeClr>
          </a:solidFill>
          <a:ln w="9525" cap="flat" cmpd="sng">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现在</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圆角矩形 74"/>
          <p:cNvSpPr>
            <a:spLocks noChangeAspect="1"/>
          </p:cNvSpPr>
          <p:nvPr>
            <p:custDataLst>
              <p:tags r:id="rId6"/>
            </p:custDataLst>
          </p:nvPr>
        </p:nvSpPr>
        <p:spPr>
          <a:xfrm>
            <a:off x="10614025" y="2403475"/>
            <a:ext cx="1151890" cy="1031875"/>
          </a:xfrm>
          <a:prstGeom prst="roundRect">
            <a:avLst>
              <a:gd name="adj" fmla="val 8831"/>
            </a:avLst>
          </a:prstGeom>
          <a:solidFill>
            <a:schemeClr val="accent1">
              <a:lumMod val="20000"/>
              <a:lumOff val="80000"/>
              <a:alpha val="50000"/>
            </a:schemeClr>
          </a:solidFill>
          <a:ln w="9525" cap="flat" cmpd="sng">
            <a:solidFill>
              <a:schemeClr val="accent1">
                <a:lumMod val="20000"/>
                <a:lumOff val="8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圆角矩形 74"/>
          <p:cNvSpPr/>
          <p:nvPr>
            <p:custDataLst>
              <p:tags r:id="rId7"/>
            </p:custDataLst>
          </p:nvPr>
        </p:nvSpPr>
        <p:spPr>
          <a:xfrm>
            <a:off x="402590" y="1349375"/>
            <a:ext cx="1641475" cy="897890"/>
          </a:xfrm>
          <a:prstGeom prst="roundRect">
            <a:avLst>
              <a:gd name="adj" fmla="val 8831"/>
            </a:avLst>
          </a:prstGeom>
          <a:solidFill>
            <a:schemeClr val="accent1">
              <a:lumMod val="20000"/>
              <a:lumOff val="80000"/>
            </a:schemeClr>
          </a:solidFill>
          <a:ln w="9525" cap="flat" cmpd="sng">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rPr>
              <a:t>工作协同</a:t>
            </a:r>
            <a:endParaRPr lang="zh-CN" altLang="en-US" sz="18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圆角矩形 74"/>
          <p:cNvSpPr/>
          <p:nvPr>
            <p:custDataLst>
              <p:tags r:id="rId8"/>
            </p:custDataLst>
          </p:nvPr>
        </p:nvSpPr>
        <p:spPr>
          <a:xfrm>
            <a:off x="2184400" y="1349375"/>
            <a:ext cx="1641475" cy="897890"/>
          </a:xfrm>
          <a:prstGeom prst="roundRect">
            <a:avLst>
              <a:gd name="adj" fmla="val 8831"/>
            </a:avLst>
          </a:prstGeom>
          <a:solidFill>
            <a:schemeClr val="accent5">
              <a:lumMod val="20000"/>
              <a:lumOff val="80000"/>
            </a:schemeClr>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kumimoji="1" lang="zh-CN" altLang="en-US" dirty="0">
                <a:solidFill>
                  <a:schemeClr val="accent5"/>
                </a:solidFill>
                <a:latin typeface="Arial" panose="020B0604020202090204" pitchFamily="34" charset="0"/>
                <a:ea typeface="微软雅黑" panose="020B0502040204020203" pitchFamily="34" charset="-122"/>
                <a:cs typeface="Arial" panose="020B0604020202090204" pitchFamily="34" charset="0"/>
                <a:sym typeface="+mn-ea"/>
              </a:rPr>
              <a:t>组织管理</a:t>
            </a:r>
            <a:endParaRPr kumimoji="1" lang="zh-CN" altLang="en-US" dirty="0">
              <a:solidFill>
                <a:schemeClr val="accent5"/>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圆角矩形 74"/>
          <p:cNvSpPr>
            <a:spLocks noChangeAspect="1"/>
          </p:cNvSpPr>
          <p:nvPr>
            <p:custDataLst>
              <p:tags r:id="rId9"/>
            </p:custDataLst>
          </p:nvPr>
        </p:nvSpPr>
        <p:spPr>
          <a:xfrm>
            <a:off x="402590" y="2413635"/>
            <a:ext cx="1641475" cy="1031875"/>
          </a:xfrm>
          <a:prstGeom prst="roundRect">
            <a:avLst>
              <a:gd name="adj" fmla="val 8831"/>
            </a:avLst>
          </a:prstGeom>
          <a:solidFill>
            <a:schemeClr val="accent1">
              <a:lumMod val="20000"/>
              <a:lumOff val="80000"/>
              <a:alpha val="50000"/>
            </a:schemeClr>
          </a:solidFill>
          <a:ln w="9525" cap="flat" cmpd="sng">
            <a:solidFill>
              <a:schemeClr val="accent1">
                <a:lumMod val="20000"/>
                <a:lumOff val="8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8" name="圆角矩形 74"/>
          <p:cNvSpPr>
            <a:spLocks noChangeAspect="1"/>
          </p:cNvSpPr>
          <p:nvPr>
            <p:custDataLst>
              <p:tags r:id="rId10"/>
            </p:custDataLst>
          </p:nvPr>
        </p:nvSpPr>
        <p:spPr>
          <a:xfrm>
            <a:off x="2184400" y="2413635"/>
            <a:ext cx="1641475" cy="1031875"/>
          </a:xfrm>
          <a:prstGeom prst="roundRect">
            <a:avLst>
              <a:gd name="adj" fmla="val 8831"/>
            </a:avLst>
          </a:prstGeom>
          <a:solidFill>
            <a:schemeClr val="accent5">
              <a:lumMod val="20000"/>
              <a:lumOff val="80000"/>
              <a:alpha val="50000"/>
            </a:schemeClr>
          </a:solidFill>
          <a:ln w="952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endParaRPr kumimoji="1" lang="zh-CN" altLang="en-US" dirty="0">
              <a:solidFill>
                <a:schemeClr val="accent6">
                  <a:lumMod val="75000"/>
                </a:schemeClr>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三角形 37"/>
          <p:cNvSpPr/>
          <p:nvPr>
            <p:custDataLst>
              <p:tags r:id="rId11"/>
            </p:custDataLst>
          </p:nvPr>
        </p:nvSpPr>
        <p:spPr>
          <a:xfrm rot="5400000">
            <a:off x="4231005" y="4289108"/>
            <a:ext cx="659765" cy="276225"/>
          </a:xfrm>
          <a:prstGeom prst="triangle">
            <a:avLst/>
          </a:prstGeom>
          <a:gradFill flip="none" rotWithShape="0">
            <a:gsLst>
              <a:gs pos="0">
                <a:schemeClr val="accent1">
                  <a:alpha val="0"/>
                </a:schemeClr>
              </a:gs>
              <a:gs pos="99000">
                <a:schemeClr val="accent1"/>
              </a:gs>
            </a:gsLst>
            <a:lin ang="0" scaled="0"/>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 name="五边形 40"/>
          <p:cNvSpPr/>
          <p:nvPr>
            <p:custDataLst>
              <p:tags r:id="rId12"/>
            </p:custDataLst>
          </p:nvPr>
        </p:nvSpPr>
        <p:spPr>
          <a:xfrm>
            <a:off x="4422140" y="5063490"/>
            <a:ext cx="351790" cy="1017905"/>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44" name="三角形 43"/>
          <p:cNvSpPr/>
          <p:nvPr>
            <p:custDataLst>
              <p:tags r:id="rId13"/>
            </p:custDataLst>
          </p:nvPr>
        </p:nvSpPr>
        <p:spPr>
          <a:xfrm rot="5400000">
            <a:off x="5394960" y="4289108"/>
            <a:ext cx="659765" cy="276225"/>
          </a:xfrm>
          <a:prstGeom prst="triangle">
            <a:avLst/>
          </a:prstGeom>
          <a:gradFill flip="none" rotWithShape="0">
            <a:gsLst>
              <a:gs pos="0">
                <a:schemeClr val="accent3">
                  <a:alpha val="0"/>
                </a:schemeClr>
              </a:gs>
              <a:gs pos="99000">
                <a:schemeClr val="accent3"/>
              </a:gs>
            </a:gsLst>
            <a:lin ang="0" scaled="0"/>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五边形 49"/>
          <p:cNvSpPr/>
          <p:nvPr>
            <p:custDataLst>
              <p:tags r:id="rId14"/>
            </p:custDataLst>
          </p:nvPr>
        </p:nvSpPr>
        <p:spPr>
          <a:xfrm>
            <a:off x="5584190" y="5063490"/>
            <a:ext cx="351790" cy="1017905"/>
          </a:xfrm>
          <a:prstGeom prst="homePlate">
            <a:avLst>
              <a:gd name="adj" fmla="val 100000"/>
            </a:avLst>
          </a:prstGeom>
          <a:gradFill>
            <a:gsLst>
              <a:gs pos="0">
                <a:schemeClr val="accent3">
                  <a:lumMod val="60000"/>
                  <a:lumOff val="40000"/>
                  <a:alpha val="0"/>
                </a:schemeClr>
              </a:gs>
              <a:gs pos="100000">
                <a:schemeClr val="accent3">
                  <a:lumMod val="60000"/>
                  <a:lumOff val="40000"/>
                  <a:alpha val="50000"/>
                </a:schemeClr>
              </a:gs>
            </a:gsLst>
            <a:lin ang="0" scaled="0"/>
          </a:gradFill>
          <a:ln w="9525" cap="flat" cmpd="sng" algn="ctr">
            <a:gradFill flip="none" rotWithShape="1">
              <a:gsLst>
                <a:gs pos="0">
                  <a:schemeClr val="accent3">
                    <a:alpha val="0"/>
                  </a:schemeClr>
                </a:gs>
                <a:gs pos="100000">
                  <a:schemeClr val="accent3"/>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65" name="上箭头 19"/>
          <p:cNvSpPr/>
          <p:nvPr/>
        </p:nvSpPr>
        <p:spPr>
          <a:xfrm rot="5400000" flipH="1">
            <a:off x="748665" y="4389755"/>
            <a:ext cx="330200" cy="384810"/>
          </a:xfrm>
          <a:prstGeom prst="upArrow">
            <a:avLst/>
          </a:prstGeom>
          <a:gradFill>
            <a:gsLst>
              <a:gs pos="0">
                <a:schemeClr val="accent1"/>
              </a:gs>
              <a:gs pos="100000">
                <a:schemeClr val="accent1">
                  <a:alpha val="0"/>
                </a:schemeClr>
              </a:gs>
            </a:gsLst>
            <a:lin ang="5400000" scaled="1"/>
          </a:gra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4925" tIns="24925" rIns="24925" bIns="24925" numCol="1" spcCol="38100" rtlCol="0" anchor="ctr">
            <a:spAutoFit/>
          </a:bodyPr>
          <a:lstStyle/>
          <a:p>
            <a:pPr marL="0" marR="0" indent="0" algn="ctr" defTabSz="440055"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Arial" panose="020B0604020202090204" pitchFamily="34" charset="0"/>
              <a:ea typeface="微软雅黑" panose="020B0502040204020203" pitchFamily="34" charset="-122"/>
              <a:cs typeface="Arial" panose="020B0604020202090204" pitchFamily="34" charset="0"/>
              <a:sym typeface="Helvetica Neue Medium" panose="02000503000000020004"/>
            </a:endParaRPr>
          </a:p>
        </p:txBody>
      </p:sp>
      <p:sp>
        <p:nvSpPr>
          <p:cNvPr id="67" name="上箭头 19"/>
          <p:cNvSpPr/>
          <p:nvPr/>
        </p:nvSpPr>
        <p:spPr>
          <a:xfrm rot="5400000" flipH="1">
            <a:off x="2099945" y="4389755"/>
            <a:ext cx="330200" cy="384810"/>
          </a:xfrm>
          <a:prstGeom prst="upArrow">
            <a:avLst/>
          </a:prstGeom>
          <a:gradFill>
            <a:gsLst>
              <a:gs pos="0">
                <a:schemeClr val="accent3"/>
              </a:gs>
              <a:gs pos="100000">
                <a:schemeClr val="accent3">
                  <a:alpha val="0"/>
                </a:schemeClr>
              </a:gs>
            </a:gsLst>
            <a:lin ang="5400000" scaled="1"/>
          </a:gra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4925" tIns="24925" rIns="24925" bIns="24925" numCol="1" spcCol="38100" rtlCol="0" anchor="ctr">
            <a:spAutoFit/>
          </a:bodyPr>
          <a:lstStyle/>
          <a:p>
            <a:pPr marL="0" marR="0" indent="0" algn="ctr" defTabSz="440055"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Arial" panose="020B0604020202090204" pitchFamily="34" charset="0"/>
              <a:ea typeface="微软雅黑" panose="020B0502040204020203" pitchFamily="34" charset="-122"/>
              <a:cs typeface="Arial" panose="020B0604020202090204" pitchFamily="34" charset="0"/>
              <a:sym typeface="Helvetica Neue Medium" panose="02000503000000020004"/>
            </a:endParaRPr>
          </a:p>
        </p:txBody>
      </p:sp>
      <p:sp>
        <p:nvSpPr>
          <p:cNvPr id="68" name="上箭头 19"/>
          <p:cNvSpPr/>
          <p:nvPr/>
        </p:nvSpPr>
        <p:spPr>
          <a:xfrm rot="5400000" flipH="1">
            <a:off x="1427480" y="4389755"/>
            <a:ext cx="330200" cy="384810"/>
          </a:xfrm>
          <a:prstGeom prst="upArrow">
            <a:avLst/>
          </a:prstGeom>
          <a:gradFill>
            <a:gsLst>
              <a:gs pos="0">
                <a:schemeClr val="accent5"/>
              </a:gs>
              <a:gs pos="100000">
                <a:schemeClr val="accent6">
                  <a:alpha val="0"/>
                </a:schemeClr>
              </a:gs>
            </a:gsLst>
            <a:lin ang="5400000" scaled="1"/>
          </a:gra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4925" tIns="24925" rIns="24925" bIns="24925" numCol="1" spcCol="38100" rtlCol="0" fromWordArt="0" anchor="ctr" anchorCtr="0" forceAA="0" compatLnSpc="1">
            <a:spAutoFit/>
          </a:bodyPr>
          <a:lstStyle/>
          <a:p>
            <a:pPr lvl="0" algn="ctr" defTabSz="440055" hangingPunct="0">
              <a:spcBef>
                <a:spcPts val="0"/>
              </a:spcBef>
              <a:spcAft>
                <a:spcPts val="0"/>
              </a:spcAft>
              <a:buClrTx/>
              <a:buSzTx/>
              <a:buFontTx/>
            </a:pPr>
            <a:endParaRPr lang="zh-CN" altLang="en-US" sz="1600">
              <a:ln>
                <a:noFill/>
              </a:ln>
              <a:solidFill>
                <a:srgbClr val="000000"/>
              </a:solidFill>
              <a:effectLst/>
              <a:uFillTx/>
              <a:latin typeface="Arial" panose="020B0604020202090204" pitchFamily="34" charset="0"/>
              <a:ea typeface="微软雅黑" panose="020B0502040204020203" pitchFamily="34" charset="-122"/>
              <a:cs typeface="Arial" panose="020B0604020202090204" pitchFamily="34" charset="0"/>
              <a:sym typeface="Helvetica Neue Medium" panose="02000503000000020004"/>
            </a:endParaRPr>
          </a:p>
        </p:txBody>
      </p:sp>
      <p:cxnSp>
        <p:nvCxnSpPr>
          <p:cNvPr id="72" name="Straight Arrow Connector 18"/>
          <p:cNvCxnSpPr/>
          <p:nvPr/>
        </p:nvCxnSpPr>
        <p:spPr>
          <a:xfrm flipH="1">
            <a:off x="7637780" y="3971290"/>
            <a:ext cx="4057015" cy="0"/>
          </a:xfrm>
          <a:prstGeom prst="straightConnector1">
            <a:avLst/>
          </a:prstGeom>
          <a:ln w="12700" cmpd="sng">
            <a:gradFill>
              <a:gsLst>
                <a:gs pos="0">
                  <a:schemeClr val="accent2"/>
                </a:gs>
                <a:gs pos="100000">
                  <a:schemeClr val="accent1"/>
                </a:gs>
              </a:gsLst>
              <a:lin ang="10800000" scaled="0"/>
            </a:gra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73" name="Straight Arrow Connector 18"/>
          <p:cNvCxnSpPr/>
          <p:nvPr/>
        </p:nvCxnSpPr>
        <p:spPr>
          <a:xfrm flipH="1">
            <a:off x="7637780" y="4554855"/>
            <a:ext cx="4057015" cy="0"/>
          </a:xfrm>
          <a:prstGeom prst="straightConnector1">
            <a:avLst/>
          </a:prstGeom>
          <a:ln w="25400">
            <a:solidFill>
              <a:schemeClr val="accent1"/>
            </a:solidFill>
            <a:prstDash val="sysDot"/>
            <a:headEnd type="none"/>
            <a:tailEnd type="oval"/>
          </a:ln>
        </p:spPr>
        <p:style>
          <a:lnRef idx="1">
            <a:schemeClr val="accent1"/>
          </a:lnRef>
          <a:fillRef idx="0">
            <a:schemeClr val="accent1"/>
          </a:fillRef>
          <a:effectRef idx="0">
            <a:schemeClr val="accent1"/>
          </a:effectRef>
          <a:fontRef idx="minor">
            <a:schemeClr val="tx1"/>
          </a:fontRef>
        </p:style>
      </p:cxnSp>
      <p:cxnSp>
        <p:nvCxnSpPr>
          <p:cNvPr id="74" name="Straight Arrow Connector 18"/>
          <p:cNvCxnSpPr/>
          <p:nvPr/>
        </p:nvCxnSpPr>
        <p:spPr>
          <a:xfrm flipH="1">
            <a:off x="7637780" y="4262755"/>
            <a:ext cx="4057015" cy="0"/>
          </a:xfrm>
          <a:prstGeom prst="straightConnector1">
            <a:avLst/>
          </a:prstGeom>
          <a:ln w="19050">
            <a:solidFill>
              <a:schemeClr val="accent1"/>
            </a:solidFill>
            <a:prstDash val="sysDot"/>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18"/>
          <p:cNvCxnSpPr/>
          <p:nvPr/>
        </p:nvCxnSpPr>
        <p:spPr>
          <a:xfrm flipH="1">
            <a:off x="7637780" y="4846955"/>
            <a:ext cx="4057015" cy="0"/>
          </a:xfrm>
          <a:prstGeom prst="straightConnector1">
            <a:avLst/>
          </a:prstGeom>
          <a:ln w="25400">
            <a:solidFill>
              <a:schemeClr val="accent1"/>
            </a:solidFill>
            <a:prstDash val="sysDot"/>
            <a:headEnd type="oval" w="med" len="med"/>
            <a:tailEnd type="triangle" w="lg" len="lg"/>
          </a:ln>
        </p:spPr>
        <p:style>
          <a:lnRef idx="1">
            <a:schemeClr val="accent1"/>
          </a:lnRef>
          <a:fillRef idx="0">
            <a:schemeClr val="accent1"/>
          </a:fillRef>
          <a:effectRef idx="0">
            <a:schemeClr val="accent1"/>
          </a:effectRef>
          <a:fontRef idx="minor">
            <a:schemeClr val="tx1"/>
          </a:fontRef>
        </p:style>
      </p:cxnSp>
      <p:sp>
        <p:nvSpPr>
          <p:cNvPr id="76" name="圆角矩形 23"/>
          <p:cNvSpPr/>
          <p:nvPr/>
        </p:nvSpPr>
        <p:spPr>
          <a:xfrm>
            <a:off x="10038715" y="5159375"/>
            <a:ext cx="956945" cy="669290"/>
          </a:xfrm>
          <a:custGeom>
            <a:avLst/>
            <a:gdLst>
              <a:gd name="connsiteX0" fmla="*/ 0 w 1667865"/>
              <a:gd name="connsiteY0" fmla="*/ 167999 h 1007973"/>
              <a:gd name="connsiteX1" fmla="*/ 167999 w 1667865"/>
              <a:gd name="connsiteY1" fmla="*/ 0 h 1007973"/>
              <a:gd name="connsiteX2" fmla="*/ 1499866 w 1667865"/>
              <a:gd name="connsiteY2" fmla="*/ 0 h 1007973"/>
              <a:gd name="connsiteX3" fmla="*/ 1667865 w 1667865"/>
              <a:gd name="connsiteY3" fmla="*/ 167999 h 1007973"/>
              <a:gd name="connsiteX4" fmla="*/ 1667865 w 1667865"/>
              <a:gd name="connsiteY4" fmla="*/ 839974 h 1007973"/>
              <a:gd name="connsiteX5" fmla="*/ 1499866 w 1667865"/>
              <a:gd name="connsiteY5" fmla="*/ 1007973 h 1007973"/>
              <a:gd name="connsiteX6" fmla="*/ 167999 w 1667865"/>
              <a:gd name="connsiteY6" fmla="*/ 1007973 h 1007973"/>
              <a:gd name="connsiteX7" fmla="*/ 0 w 1667865"/>
              <a:gd name="connsiteY7" fmla="*/ 839974 h 1007973"/>
              <a:gd name="connsiteX8" fmla="*/ 0 w 1667865"/>
              <a:gd name="connsiteY8" fmla="*/ 167999 h 1007973"/>
              <a:gd name="connsiteX0-1" fmla="*/ 167999 w 1667865"/>
              <a:gd name="connsiteY0-2" fmla="*/ 1007973 h 1099413"/>
              <a:gd name="connsiteX1-3" fmla="*/ 0 w 1667865"/>
              <a:gd name="connsiteY1-4" fmla="*/ 839974 h 1099413"/>
              <a:gd name="connsiteX2-5" fmla="*/ 0 w 1667865"/>
              <a:gd name="connsiteY2-6" fmla="*/ 167999 h 1099413"/>
              <a:gd name="connsiteX3-7" fmla="*/ 167999 w 1667865"/>
              <a:gd name="connsiteY3-8" fmla="*/ 0 h 1099413"/>
              <a:gd name="connsiteX4-9" fmla="*/ 1499866 w 1667865"/>
              <a:gd name="connsiteY4-10" fmla="*/ 0 h 1099413"/>
              <a:gd name="connsiteX5-11" fmla="*/ 1667865 w 1667865"/>
              <a:gd name="connsiteY5-12" fmla="*/ 167999 h 1099413"/>
              <a:gd name="connsiteX6-13" fmla="*/ 1667865 w 1667865"/>
              <a:gd name="connsiteY6-14" fmla="*/ 839974 h 1099413"/>
              <a:gd name="connsiteX7-15" fmla="*/ 1499866 w 1667865"/>
              <a:gd name="connsiteY7-16" fmla="*/ 1007973 h 1099413"/>
              <a:gd name="connsiteX8-17" fmla="*/ 259439 w 1667865"/>
              <a:gd name="connsiteY8-18" fmla="*/ 1099413 h 1099413"/>
              <a:gd name="connsiteX0-19" fmla="*/ 167999 w 2080924"/>
              <a:gd name="connsiteY0-20" fmla="*/ 1007973 h 1106728"/>
              <a:gd name="connsiteX1-21" fmla="*/ 0 w 2080924"/>
              <a:gd name="connsiteY1-22" fmla="*/ 839974 h 1106728"/>
              <a:gd name="connsiteX2-23" fmla="*/ 0 w 2080924"/>
              <a:gd name="connsiteY2-24" fmla="*/ 167999 h 1106728"/>
              <a:gd name="connsiteX3-25" fmla="*/ 167999 w 2080924"/>
              <a:gd name="connsiteY3-26" fmla="*/ 0 h 1106728"/>
              <a:gd name="connsiteX4-27" fmla="*/ 1499866 w 2080924"/>
              <a:gd name="connsiteY4-28" fmla="*/ 0 h 1106728"/>
              <a:gd name="connsiteX5-29" fmla="*/ 1667865 w 2080924"/>
              <a:gd name="connsiteY5-30" fmla="*/ 167999 h 1106728"/>
              <a:gd name="connsiteX6-31" fmla="*/ 1667865 w 2080924"/>
              <a:gd name="connsiteY6-32" fmla="*/ 839974 h 1106728"/>
              <a:gd name="connsiteX7-33" fmla="*/ 1499866 w 2080924"/>
              <a:gd name="connsiteY7-34" fmla="*/ 1007973 h 1106728"/>
              <a:gd name="connsiteX8-35" fmla="*/ 2080924 w 2080924"/>
              <a:gd name="connsiteY8-36" fmla="*/ 1106728 h 1106728"/>
              <a:gd name="connsiteX0-37" fmla="*/ 8719 w 2675109"/>
              <a:gd name="connsiteY0-38" fmla="*/ 927506 h 1106728"/>
              <a:gd name="connsiteX1-39" fmla="*/ 594185 w 2675109"/>
              <a:gd name="connsiteY1-40" fmla="*/ 839974 h 1106728"/>
              <a:gd name="connsiteX2-41" fmla="*/ 594185 w 2675109"/>
              <a:gd name="connsiteY2-42" fmla="*/ 167999 h 1106728"/>
              <a:gd name="connsiteX3-43" fmla="*/ 762184 w 2675109"/>
              <a:gd name="connsiteY3-44" fmla="*/ 0 h 1106728"/>
              <a:gd name="connsiteX4-45" fmla="*/ 2094051 w 2675109"/>
              <a:gd name="connsiteY4-46" fmla="*/ 0 h 1106728"/>
              <a:gd name="connsiteX5-47" fmla="*/ 2262050 w 2675109"/>
              <a:gd name="connsiteY5-48" fmla="*/ 167999 h 1106728"/>
              <a:gd name="connsiteX6-49" fmla="*/ 2262050 w 2675109"/>
              <a:gd name="connsiteY6-50" fmla="*/ 839974 h 1106728"/>
              <a:gd name="connsiteX7-51" fmla="*/ 2094051 w 2675109"/>
              <a:gd name="connsiteY7-52" fmla="*/ 1007973 h 1106728"/>
              <a:gd name="connsiteX8-53" fmla="*/ 2675109 w 2675109"/>
              <a:gd name="connsiteY8-54" fmla="*/ 1106728 h 1106728"/>
              <a:gd name="connsiteX0-55" fmla="*/ 8396 w 2674786"/>
              <a:gd name="connsiteY0-56" fmla="*/ 927506 h 1106728"/>
              <a:gd name="connsiteX1-57" fmla="*/ 593862 w 2674786"/>
              <a:gd name="connsiteY1-58" fmla="*/ 839974 h 1106728"/>
              <a:gd name="connsiteX2-59" fmla="*/ 593862 w 2674786"/>
              <a:gd name="connsiteY2-60" fmla="*/ 167999 h 1106728"/>
              <a:gd name="connsiteX3-61" fmla="*/ 761861 w 2674786"/>
              <a:gd name="connsiteY3-62" fmla="*/ 0 h 1106728"/>
              <a:gd name="connsiteX4-63" fmla="*/ 2093728 w 2674786"/>
              <a:gd name="connsiteY4-64" fmla="*/ 0 h 1106728"/>
              <a:gd name="connsiteX5-65" fmla="*/ 2261727 w 2674786"/>
              <a:gd name="connsiteY5-66" fmla="*/ 167999 h 1106728"/>
              <a:gd name="connsiteX6-67" fmla="*/ 2261727 w 2674786"/>
              <a:gd name="connsiteY6-68" fmla="*/ 839974 h 1106728"/>
              <a:gd name="connsiteX7-69" fmla="*/ 2093728 w 2674786"/>
              <a:gd name="connsiteY7-70" fmla="*/ 1007973 h 1106728"/>
              <a:gd name="connsiteX8-71" fmla="*/ 2674786 w 2674786"/>
              <a:gd name="connsiteY8-72" fmla="*/ 1106728 h 1106728"/>
              <a:gd name="connsiteX0-73" fmla="*/ 0 w 2080924"/>
              <a:gd name="connsiteY0-74" fmla="*/ 839974 h 1106728"/>
              <a:gd name="connsiteX1-75" fmla="*/ 0 w 2080924"/>
              <a:gd name="connsiteY1-76" fmla="*/ 167999 h 1106728"/>
              <a:gd name="connsiteX2-77" fmla="*/ 167999 w 2080924"/>
              <a:gd name="connsiteY2-78" fmla="*/ 0 h 1106728"/>
              <a:gd name="connsiteX3-79" fmla="*/ 1499866 w 2080924"/>
              <a:gd name="connsiteY3-80" fmla="*/ 0 h 1106728"/>
              <a:gd name="connsiteX4-81" fmla="*/ 1667865 w 2080924"/>
              <a:gd name="connsiteY4-82" fmla="*/ 167999 h 1106728"/>
              <a:gd name="connsiteX5-83" fmla="*/ 1667865 w 2080924"/>
              <a:gd name="connsiteY5-84" fmla="*/ 839974 h 1106728"/>
              <a:gd name="connsiteX6-85" fmla="*/ 1499866 w 2080924"/>
              <a:gd name="connsiteY6-86" fmla="*/ 1007973 h 1106728"/>
              <a:gd name="connsiteX7-87" fmla="*/ 2080924 w 2080924"/>
              <a:gd name="connsiteY7-88" fmla="*/ 1106728 h 1106728"/>
              <a:gd name="connsiteX0-89" fmla="*/ 0 w 2080924"/>
              <a:gd name="connsiteY0-90" fmla="*/ 167999 h 1106728"/>
              <a:gd name="connsiteX1-91" fmla="*/ 167999 w 2080924"/>
              <a:gd name="connsiteY1-92" fmla="*/ 0 h 1106728"/>
              <a:gd name="connsiteX2-93" fmla="*/ 1499866 w 2080924"/>
              <a:gd name="connsiteY2-94" fmla="*/ 0 h 1106728"/>
              <a:gd name="connsiteX3-95" fmla="*/ 1667865 w 2080924"/>
              <a:gd name="connsiteY3-96" fmla="*/ 167999 h 1106728"/>
              <a:gd name="connsiteX4-97" fmla="*/ 1667865 w 2080924"/>
              <a:gd name="connsiteY4-98" fmla="*/ 839974 h 1106728"/>
              <a:gd name="connsiteX5-99" fmla="*/ 1499866 w 2080924"/>
              <a:gd name="connsiteY5-100" fmla="*/ 1007973 h 1106728"/>
              <a:gd name="connsiteX6-101" fmla="*/ 2080924 w 2080924"/>
              <a:gd name="connsiteY6-102" fmla="*/ 1106728 h 1106728"/>
              <a:gd name="connsiteX0-103" fmla="*/ 0 w 1912925"/>
              <a:gd name="connsiteY0-104" fmla="*/ 0 h 1106728"/>
              <a:gd name="connsiteX1-105" fmla="*/ 1331867 w 1912925"/>
              <a:gd name="connsiteY1-106" fmla="*/ 0 h 1106728"/>
              <a:gd name="connsiteX2-107" fmla="*/ 1499866 w 1912925"/>
              <a:gd name="connsiteY2-108" fmla="*/ 167999 h 1106728"/>
              <a:gd name="connsiteX3-109" fmla="*/ 1499866 w 1912925"/>
              <a:gd name="connsiteY3-110" fmla="*/ 839974 h 1106728"/>
              <a:gd name="connsiteX4-111" fmla="*/ 1331867 w 1912925"/>
              <a:gd name="connsiteY4-112" fmla="*/ 1007973 h 1106728"/>
              <a:gd name="connsiteX5-113" fmla="*/ 1912925 w 1912925"/>
              <a:gd name="connsiteY5-114" fmla="*/ 1106728 h 1106728"/>
              <a:gd name="connsiteX0-115" fmla="*/ 0 w 1912925"/>
              <a:gd name="connsiteY0-116" fmla="*/ 0 h 1106728"/>
              <a:gd name="connsiteX1-117" fmla="*/ 1331867 w 1912925"/>
              <a:gd name="connsiteY1-118" fmla="*/ 0 h 1106728"/>
              <a:gd name="connsiteX2-119" fmla="*/ 1499866 w 1912925"/>
              <a:gd name="connsiteY2-120" fmla="*/ 167999 h 1106728"/>
              <a:gd name="connsiteX3-121" fmla="*/ 1499866 w 1912925"/>
              <a:gd name="connsiteY3-122" fmla="*/ 839974 h 1106728"/>
              <a:gd name="connsiteX4-123" fmla="*/ 1470856 w 1912925"/>
              <a:gd name="connsiteY4-124" fmla="*/ 978712 h 1106728"/>
              <a:gd name="connsiteX5-125" fmla="*/ 1912925 w 1912925"/>
              <a:gd name="connsiteY5-126" fmla="*/ 1106728 h 1106728"/>
              <a:gd name="connsiteX0-127" fmla="*/ 0 w 1521237"/>
              <a:gd name="connsiteY0-128" fmla="*/ 0 h 978712"/>
              <a:gd name="connsiteX1-129" fmla="*/ 1331867 w 1521237"/>
              <a:gd name="connsiteY1-130" fmla="*/ 0 h 978712"/>
              <a:gd name="connsiteX2-131" fmla="*/ 1499866 w 1521237"/>
              <a:gd name="connsiteY2-132" fmla="*/ 167999 h 978712"/>
              <a:gd name="connsiteX3-133" fmla="*/ 1499866 w 1521237"/>
              <a:gd name="connsiteY3-134" fmla="*/ 839974 h 978712"/>
              <a:gd name="connsiteX4-135" fmla="*/ 1470856 w 1521237"/>
              <a:gd name="connsiteY4-136" fmla="*/ 978712 h 978712"/>
              <a:gd name="connsiteX0-137" fmla="*/ 0 w 1499866"/>
              <a:gd name="connsiteY0-138" fmla="*/ 0 h 839974"/>
              <a:gd name="connsiteX1-139" fmla="*/ 1331867 w 1499866"/>
              <a:gd name="connsiteY1-140" fmla="*/ 0 h 839974"/>
              <a:gd name="connsiteX2-141" fmla="*/ 1499866 w 1499866"/>
              <a:gd name="connsiteY2-142" fmla="*/ 167999 h 839974"/>
              <a:gd name="connsiteX3-143" fmla="*/ 1499866 w 1499866"/>
              <a:gd name="connsiteY3-144" fmla="*/ 839974 h 839974"/>
            </a:gdLst>
            <a:ahLst/>
            <a:cxnLst>
              <a:cxn ang="0">
                <a:pos x="connsiteX0-1" y="connsiteY0-2"/>
              </a:cxn>
              <a:cxn ang="0">
                <a:pos x="connsiteX1-3" y="connsiteY1-4"/>
              </a:cxn>
              <a:cxn ang="0">
                <a:pos x="connsiteX2-5" y="connsiteY2-6"/>
              </a:cxn>
              <a:cxn ang="0">
                <a:pos x="connsiteX3-7" y="connsiteY3-8"/>
              </a:cxn>
            </a:cxnLst>
            <a:rect l="l" t="t" r="r" b="b"/>
            <a:pathLst>
              <a:path w="1499866" h="839974">
                <a:moveTo>
                  <a:pt x="0" y="0"/>
                </a:moveTo>
                <a:lnTo>
                  <a:pt x="1331867" y="0"/>
                </a:lnTo>
                <a:cubicBezTo>
                  <a:pt x="1424650" y="0"/>
                  <a:pt x="1499866" y="75216"/>
                  <a:pt x="1499866" y="167999"/>
                </a:cubicBezTo>
                <a:lnTo>
                  <a:pt x="1499866" y="839974"/>
                </a:lnTo>
              </a:path>
            </a:pathLst>
          </a:custGeom>
          <a:ln w="44450" cap="rnd">
            <a:gradFill flip="none" rotWithShape="1">
              <a:gsLst>
                <a:gs pos="0">
                  <a:schemeClr val="accent2">
                    <a:alpha val="0"/>
                  </a:schemeClr>
                </a:gs>
                <a:gs pos="100000">
                  <a:schemeClr val="accent1"/>
                </a:gs>
              </a:gsLst>
              <a:lin ang="0" scaled="1"/>
              <a:tileRect/>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7" name="圆角矩形 23"/>
          <p:cNvSpPr/>
          <p:nvPr/>
        </p:nvSpPr>
        <p:spPr>
          <a:xfrm rot="10800000">
            <a:off x="7785735" y="5145405"/>
            <a:ext cx="2036445" cy="576580"/>
          </a:xfrm>
          <a:custGeom>
            <a:avLst/>
            <a:gdLst>
              <a:gd name="connsiteX0" fmla="*/ 0 w 1667865"/>
              <a:gd name="connsiteY0" fmla="*/ 167999 h 1007973"/>
              <a:gd name="connsiteX1" fmla="*/ 167999 w 1667865"/>
              <a:gd name="connsiteY1" fmla="*/ 0 h 1007973"/>
              <a:gd name="connsiteX2" fmla="*/ 1499866 w 1667865"/>
              <a:gd name="connsiteY2" fmla="*/ 0 h 1007973"/>
              <a:gd name="connsiteX3" fmla="*/ 1667865 w 1667865"/>
              <a:gd name="connsiteY3" fmla="*/ 167999 h 1007973"/>
              <a:gd name="connsiteX4" fmla="*/ 1667865 w 1667865"/>
              <a:gd name="connsiteY4" fmla="*/ 839974 h 1007973"/>
              <a:gd name="connsiteX5" fmla="*/ 1499866 w 1667865"/>
              <a:gd name="connsiteY5" fmla="*/ 1007973 h 1007973"/>
              <a:gd name="connsiteX6" fmla="*/ 167999 w 1667865"/>
              <a:gd name="connsiteY6" fmla="*/ 1007973 h 1007973"/>
              <a:gd name="connsiteX7" fmla="*/ 0 w 1667865"/>
              <a:gd name="connsiteY7" fmla="*/ 839974 h 1007973"/>
              <a:gd name="connsiteX8" fmla="*/ 0 w 1667865"/>
              <a:gd name="connsiteY8" fmla="*/ 167999 h 1007973"/>
              <a:gd name="connsiteX0-1" fmla="*/ 167999 w 1667865"/>
              <a:gd name="connsiteY0-2" fmla="*/ 1007973 h 1099413"/>
              <a:gd name="connsiteX1-3" fmla="*/ 0 w 1667865"/>
              <a:gd name="connsiteY1-4" fmla="*/ 839974 h 1099413"/>
              <a:gd name="connsiteX2-5" fmla="*/ 0 w 1667865"/>
              <a:gd name="connsiteY2-6" fmla="*/ 167999 h 1099413"/>
              <a:gd name="connsiteX3-7" fmla="*/ 167999 w 1667865"/>
              <a:gd name="connsiteY3-8" fmla="*/ 0 h 1099413"/>
              <a:gd name="connsiteX4-9" fmla="*/ 1499866 w 1667865"/>
              <a:gd name="connsiteY4-10" fmla="*/ 0 h 1099413"/>
              <a:gd name="connsiteX5-11" fmla="*/ 1667865 w 1667865"/>
              <a:gd name="connsiteY5-12" fmla="*/ 167999 h 1099413"/>
              <a:gd name="connsiteX6-13" fmla="*/ 1667865 w 1667865"/>
              <a:gd name="connsiteY6-14" fmla="*/ 839974 h 1099413"/>
              <a:gd name="connsiteX7-15" fmla="*/ 1499866 w 1667865"/>
              <a:gd name="connsiteY7-16" fmla="*/ 1007973 h 1099413"/>
              <a:gd name="connsiteX8-17" fmla="*/ 259439 w 1667865"/>
              <a:gd name="connsiteY8-18" fmla="*/ 1099413 h 1099413"/>
              <a:gd name="connsiteX0-19" fmla="*/ 167999 w 2080924"/>
              <a:gd name="connsiteY0-20" fmla="*/ 1007973 h 1106728"/>
              <a:gd name="connsiteX1-21" fmla="*/ 0 w 2080924"/>
              <a:gd name="connsiteY1-22" fmla="*/ 839974 h 1106728"/>
              <a:gd name="connsiteX2-23" fmla="*/ 0 w 2080924"/>
              <a:gd name="connsiteY2-24" fmla="*/ 167999 h 1106728"/>
              <a:gd name="connsiteX3-25" fmla="*/ 167999 w 2080924"/>
              <a:gd name="connsiteY3-26" fmla="*/ 0 h 1106728"/>
              <a:gd name="connsiteX4-27" fmla="*/ 1499866 w 2080924"/>
              <a:gd name="connsiteY4-28" fmla="*/ 0 h 1106728"/>
              <a:gd name="connsiteX5-29" fmla="*/ 1667865 w 2080924"/>
              <a:gd name="connsiteY5-30" fmla="*/ 167999 h 1106728"/>
              <a:gd name="connsiteX6-31" fmla="*/ 1667865 w 2080924"/>
              <a:gd name="connsiteY6-32" fmla="*/ 839974 h 1106728"/>
              <a:gd name="connsiteX7-33" fmla="*/ 1499866 w 2080924"/>
              <a:gd name="connsiteY7-34" fmla="*/ 1007973 h 1106728"/>
              <a:gd name="connsiteX8-35" fmla="*/ 2080924 w 2080924"/>
              <a:gd name="connsiteY8-36" fmla="*/ 1106728 h 1106728"/>
              <a:gd name="connsiteX0-37" fmla="*/ 8719 w 2675109"/>
              <a:gd name="connsiteY0-38" fmla="*/ 927506 h 1106728"/>
              <a:gd name="connsiteX1-39" fmla="*/ 594185 w 2675109"/>
              <a:gd name="connsiteY1-40" fmla="*/ 839974 h 1106728"/>
              <a:gd name="connsiteX2-41" fmla="*/ 594185 w 2675109"/>
              <a:gd name="connsiteY2-42" fmla="*/ 167999 h 1106728"/>
              <a:gd name="connsiteX3-43" fmla="*/ 762184 w 2675109"/>
              <a:gd name="connsiteY3-44" fmla="*/ 0 h 1106728"/>
              <a:gd name="connsiteX4-45" fmla="*/ 2094051 w 2675109"/>
              <a:gd name="connsiteY4-46" fmla="*/ 0 h 1106728"/>
              <a:gd name="connsiteX5-47" fmla="*/ 2262050 w 2675109"/>
              <a:gd name="connsiteY5-48" fmla="*/ 167999 h 1106728"/>
              <a:gd name="connsiteX6-49" fmla="*/ 2262050 w 2675109"/>
              <a:gd name="connsiteY6-50" fmla="*/ 839974 h 1106728"/>
              <a:gd name="connsiteX7-51" fmla="*/ 2094051 w 2675109"/>
              <a:gd name="connsiteY7-52" fmla="*/ 1007973 h 1106728"/>
              <a:gd name="connsiteX8-53" fmla="*/ 2675109 w 2675109"/>
              <a:gd name="connsiteY8-54" fmla="*/ 1106728 h 1106728"/>
              <a:gd name="connsiteX0-55" fmla="*/ 8396 w 2674786"/>
              <a:gd name="connsiteY0-56" fmla="*/ 927506 h 1106728"/>
              <a:gd name="connsiteX1-57" fmla="*/ 593862 w 2674786"/>
              <a:gd name="connsiteY1-58" fmla="*/ 839974 h 1106728"/>
              <a:gd name="connsiteX2-59" fmla="*/ 593862 w 2674786"/>
              <a:gd name="connsiteY2-60" fmla="*/ 167999 h 1106728"/>
              <a:gd name="connsiteX3-61" fmla="*/ 761861 w 2674786"/>
              <a:gd name="connsiteY3-62" fmla="*/ 0 h 1106728"/>
              <a:gd name="connsiteX4-63" fmla="*/ 2093728 w 2674786"/>
              <a:gd name="connsiteY4-64" fmla="*/ 0 h 1106728"/>
              <a:gd name="connsiteX5-65" fmla="*/ 2261727 w 2674786"/>
              <a:gd name="connsiteY5-66" fmla="*/ 167999 h 1106728"/>
              <a:gd name="connsiteX6-67" fmla="*/ 2261727 w 2674786"/>
              <a:gd name="connsiteY6-68" fmla="*/ 839974 h 1106728"/>
              <a:gd name="connsiteX7-69" fmla="*/ 2093728 w 2674786"/>
              <a:gd name="connsiteY7-70" fmla="*/ 1007973 h 1106728"/>
              <a:gd name="connsiteX8-71" fmla="*/ 2674786 w 2674786"/>
              <a:gd name="connsiteY8-72" fmla="*/ 1106728 h 1106728"/>
              <a:gd name="connsiteX0-73" fmla="*/ 0 w 2080924"/>
              <a:gd name="connsiteY0-74" fmla="*/ 839974 h 1106728"/>
              <a:gd name="connsiteX1-75" fmla="*/ 0 w 2080924"/>
              <a:gd name="connsiteY1-76" fmla="*/ 167999 h 1106728"/>
              <a:gd name="connsiteX2-77" fmla="*/ 167999 w 2080924"/>
              <a:gd name="connsiteY2-78" fmla="*/ 0 h 1106728"/>
              <a:gd name="connsiteX3-79" fmla="*/ 1499866 w 2080924"/>
              <a:gd name="connsiteY3-80" fmla="*/ 0 h 1106728"/>
              <a:gd name="connsiteX4-81" fmla="*/ 1667865 w 2080924"/>
              <a:gd name="connsiteY4-82" fmla="*/ 167999 h 1106728"/>
              <a:gd name="connsiteX5-83" fmla="*/ 1667865 w 2080924"/>
              <a:gd name="connsiteY5-84" fmla="*/ 839974 h 1106728"/>
              <a:gd name="connsiteX6-85" fmla="*/ 1499866 w 2080924"/>
              <a:gd name="connsiteY6-86" fmla="*/ 1007973 h 1106728"/>
              <a:gd name="connsiteX7-87" fmla="*/ 2080924 w 2080924"/>
              <a:gd name="connsiteY7-88" fmla="*/ 1106728 h 1106728"/>
              <a:gd name="connsiteX0-89" fmla="*/ 0 w 2080924"/>
              <a:gd name="connsiteY0-90" fmla="*/ 167999 h 1106728"/>
              <a:gd name="connsiteX1-91" fmla="*/ 167999 w 2080924"/>
              <a:gd name="connsiteY1-92" fmla="*/ 0 h 1106728"/>
              <a:gd name="connsiteX2-93" fmla="*/ 1499866 w 2080924"/>
              <a:gd name="connsiteY2-94" fmla="*/ 0 h 1106728"/>
              <a:gd name="connsiteX3-95" fmla="*/ 1667865 w 2080924"/>
              <a:gd name="connsiteY3-96" fmla="*/ 167999 h 1106728"/>
              <a:gd name="connsiteX4-97" fmla="*/ 1667865 w 2080924"/>
              <a:gd name="connsiteY4-98" fmla="*/ 839974 h 1106728"/>
              <a:gd name="connsiteX5-99" fmla="*/ 1499866 w 2080924"/>
              <a:gd name="connsiteY5-100" fmla="*/ 1007973 h 1106728"/>
              <a:gd name="connsiteX6-101" fmla="*/ 2080924 w 2080924"/>
              <a:gd name="connsiteY6-102" fmla="*/ 1106728 h 1106728"/>
              <a:gd name="connsiteX0-103" fmla="*/ 0 w 1912925"/>
              <a:gd name="connsiteY0-104" fmla="*/ 0 h 1106728"/>
              <a:gd name="connsiteX1-105" fmla="*/ 1331867 w 1912925"/>
              <a:gd name="connsiteY1-106" fmla="*/ 0 h 1106728"/>
              <a:gd name="connsiteX2-107" fmla="*/ 1499866 w 1912925"/>
              <a:gd name="connsiteY2-108" fmla="*/ 167999 h 1106728"/>
              <a:gd name="connsiteX3-109" fmla="*/ 1499866 w 1912925"/>
              <a:gd name="connsiteY3-110" fmla="*/ 839974 h 1106728"/>
              <a:gd name="connsiteX4-111" fmla="*/ 1331867 w 1912925"/>
              <a:gd name="connsiteY4-112" fmla="*/ 1007973 h 1106728"/>
              <a:gd name="connsiteX5-113" fmla="*/ 1912925 w 1912925"/>
              <a:gd name="connsiteY5-114" fmla="*/ 1106728 h 1106728"/>
              <a:gd name="connsiteX0-115" fmla="*/ 0 w 1912925"/>
              <a:gd name="connsiteY0-116" fmla="*/ 0 h 1106728"/>
              <a:gd name="connsiteX1-117" fmla="*/ 1331867 w 1912925"/>
              <a:gd name="connsiteY1-118" fmla="*/ 0 h 1106728"/>
              <a:gd name="connsiteX2-119" fmla="*/ 1499866 w 1912925"/>
              <a:gd name="connsiteY2-120" fmla="*/ 167999 h 1106728"/>
              <a:gd name="connsiteX3-121" fmla="*/ 1499866 w 1912925"/>
              <a:gd name="connsiteY3-122" fmla="*/ 839974 h 1106728"/>
              <a:gd name="connsiteX4-123" fmla="*/ 1470856 w 1912925"/>
              <a:gd name="connsiteY4-124" fmla="*/ 978712 h 1106728"/>
              <a:gd name="connsiteX5-125" fmla="*/ 1912925 w 1912925"/>
              <a:gd name="connsiteY5-126" fmla="*/ 1106728 h 1106728"/>
              <a:gd name="connsiteX0-127" fmla="*/ 0 w 1521237"/>
              <a:gd name="connsiteY0-128" fmla="*/ 0 h 978712"/>
              <a:gd name="connsiteX1-129" fmla="*/ 1331867 w 1521237"/>
              <a:gd name="connsiteY1-130" fmla="*/ 0 h 978712"/>
              <a:gd name="connsiteX2-131" fmla="*/ 1499866 w 1521237"/>
              <a:gd name="connsiteY2-132" fmla="*/ 167999 h 978712"/>
              <a:gd name="connsiteX3-133" fmla="*/ 1499866 w 1521237"/>
              <a:gd name="connsiteY3-134" fmla="*/ 839974 h 978712"/>
              <a:gd name="connsiteX4-135" fmla="*/ 1470856 w 1521237"/>
              <a:gd name="connsiteY4-136" fmla="*/ 978712 h 978712"/>
              <a:gd name="connsiteX0-137" fmla="*/ 0 w 1499866"/>
              <a:gd name="connsiteY0-138" fmla="*/ 0 h 839974"/>
              <a:gd name="connsiteX1-139" fmla="*/ 1331867 w 1499866"/>
              <a:gd name="connsiteY1-140" fmla="*/ 0 h 839974"/>
              <a:gd name="connsiteX2-141" fmla="*/ 1499866 w 1499866"/>
              <a:gd name="connsiteY2-142" fmla="*/ 167999 h 839974"/>
              <a:gd name="connsiteX3-143" fmla="*/ 1499866 w 1499866"/>
              <a:gd name="connsiteY3-144" fmla="*/ 839974 h 839974"/>
              <a:gd name="connsiteX0-145" fmla="*/ 0 w 1500448"/>
              <a:gd name="connsiteY0-146" fmla="*/ 0 h 839974"/>
              <a:gd name="connsiteX1-147" fmla="*/ 1331867 w 1500448"/>
              <a:gd name="connsiteY1-148" fmla="*/ 0 h 839974"/>
              <a:gd name="connsiteX2-149" fmla="*/ 1499866 w 1500448"/>
              <a:gd name="connsiteY2-150" fmla="*/ 167999 h 839974"/>
              <a:gd name="connsiteX3-151" fmla="*/ 1500448 w 1500448"/>
              <a:gd name="connsiteY3-152" fmla="*/ 638389 h 839974"/>
              <a:gd name="connsiteX4-153" fmla="*/ 1499866 w 1500448"/>
              <a:gd name="connsiteY4-154" fmla="*/ 839974 h 839974"/>
              <a:gd name="connsiteX0-155" fmla="*/ 0 w 2824472"/>
              <a:gd name="connsiteY0-156" fmla="*/ 0 h 638389"/>
              <a:gd name="connsiteX1-157" fmla="*/ 1331867 w 2824472"/>
              <a:gd name="connsiteY1-158" fmla="*/ 0 h 638389"/>
              <a:gd name="connsiteX2-159" fmla="*/ 1499866 w 2824472"/>
              <a:gd name="connsiteY2-160" fmla="*/ 167999 h 638389"/>
              <a:gd name="connsiteX3-161" fmla="*/ 1500448 w 2824472"/>
              <a:gd name="connsiteY3-162" fmla="*/ 638389 h 638389"/>
              <a:gd name="connsiteX4-163" fmla="*/ 2824472 w 2824472"/>
              <a:gd name="connsiteY4-164" fmla="*/ 635148 h 638389"/>
              <a:gd name="connsiteX0-165" fmla="*/ 0 w 2824472"/>
              <a:gd name="connsiteY0-166" fmla="*/ 0 h 638389"/>
              <a:gd name="connsiteX1-167" fmla="*/ 1331867 w 2824472"/>
              <a:gd name="connsiteY1-168" fmla="*/ 0 h 638389"/>
              <a:gd name="connsiteX2-169" fmla="*/ 1499866 w 2824472"/>
              <a:gd name="connsiteY2-170" fmla="*/ 167999 h 638389"/>
              <a:gd name="connsiteX3-171" fmla="*/ 1500448 w 2824472"/>
              <a:gd name="connsiteY3-172" fmla="*/ 638389 h 638389"/>
              <a:gd name="connsiteX4-173" fmla="*/ 1820180 w 2824472"/>
              <a:gd name="connsiteY4-174" fmla="*/ 631074 h 638389"/>
              <a:gd name="connsiteX5-175" fmla="*/ 2824472 w 2824472"/>
              <a:gd name="connsiteY5-176" fmla="*/ 635148 h 638389"/>
              <a:gd name="connsiteX0-177" fmla="*/ 0 w 2824472"/>
              <a:gd name="connsiteY0-178" fmla="*/ 0 h 638389"/>
              <a:gd name="connsiteX1-179" fmla="*/ 1331867 w 2824472"/>
              <a:gd name="connsiteY1-180" fmla="*/ 0 h 638389"/>
              <a:gd name="connsiteX2-181" fmla="*/ 1499866 w 2824472"/>
              <a:gd name="connsiteY2-182" fmla="*/ 167999 h 638389"/>
              <a:gd name="connsiteX3-183" fmla="*/ 1509583 w 2824472"/>
              <a:gd name="connsiteY3-184" fmla="*/ 433564 h 638389"/>
              <a:gd name="connsiteX4-185" fmla="*/ 1500448 w 2824472"/>
              <a:gd name="connsiteY4-186" fmla="*/ 638389 h 638389"/>
              <a:gd name="connsiteX5-187" fmla="*/ 1820180 w 2824472"/>
              <a:gd name="connsiteY5-188" fmla="*/ 631074 h 638389"/>
              <a:gd name="connsiteX6-189" fmla="*/ 2824472 w 2824472"/>
              <a:gd name="connsiteY6-190" fmla="*/ 635148 h 638389"/>
              <a:gd name="connsiteX0-191" fmla="*/ 0 w 2824472"/>
              <a:gd name="connsiteY0-192" fmla="*/ 0 h 638389"/>
              <a:gd name="connsiteX1-193" fmla="*/ 1331867 w 2824472"/>
              <a:gd name="connsiteY1-194" fmla="*/ 0 h 638389"/>
              <a:gd name="connsiteX2-195" fmla="*/ 1499866 w 2824472"/>
              <a:gd name="connsiteY2-196" fmla="*/ 167999 h 638389"/>
              <a:gd name="connsiteX3-197" fmla="*/ 1509583 w 2824472"/>
              <a:gd name="connsiteY3-198" fmla="*/ 433564 h 638389"/>
              <a:gd name="connsiteX4-199" fmla="*/ 1500448 w 2824472"/>
              <a:gd name="connsiteY4-200" fmla="*/ 638389 h 638389"/>
              <a:gd name="connsiteX5-201" fmla="*/ 1820180 w 2824472"/>
              <a:gd name="connsiteY5-202" fmla="*/ 631074 h 638389"/>
              <a:gd name="connsiteX6-203" fmla="*/ 2824472 w 2824472"/>
              <a:gd name="connsiteY6-204" fmla="*/ 635148 h 638389"/>
              <a:gd name="connsiteX0-205" fmla="*/ 0 w 2824472"/>
              <a:gd name="connsiteY0-206" fmla="*/ 0 h 651434"/>
              <a:gd name="connsiteX1-207" fmla="*/ 1331867 w 2824472"/>
              <a:gd name="connsiteY1-208" fmla="*/ 0 h 651434"/>
              <a:gd name="connsiteX2-209" fmla="*/ 1499866 w 2824472"/>
              <a:gd name="connsiteY2-210" fmla="*/ 167999 h 651434"/>
              <a:gd name="connsiteX3-211" fmla="*/ 1509583 w 2824472"/>
              <a:gd name="connsiteY3-212" fmla="*/ 433564 h 651434"/>
              <a:gd name="connsiteX4-213" fmla="*/ 1500448 w 2824472"/>
              <a:gd name="connsiteY4-214" fmla="*/ 638389 h 651434"/>
              <a:gd name="connsiteX5-215" fmla="*/ 1820180 w 2824472"/>
              <a:gd name="connsiteY5-216" fmla="*/ 631074 h 651434"/>
              <a:gd name="connsiteX6-217" fmla="*/ 2824472 w 2824472"/>
              <a:gd name="connsiteY6-218" fmla="*/ 635148 h 651434"/>
              <a:gd name="connsiteX0-219" fmla="*/ 0 w 2824472"/>
              <a:gd name="connsiteY0-220" fmla="*/ 0 h 635148"/>
              <a:gd name="connsiteX1-221" fmla="*/ 1331867 w 2824472"/>
              <a:gd name="connsiteY1-222" fmla="*/ 0 h 635148"/>
              <a:gd name="connsiteX2-223" fmla="*/ 1499866 w 2824472"/>
              <a:gd name="connsiteY2-224" fmla="*/ 167999 h 635148"/>
              <a:gd name="connsiteX3-225" fmla="*/ 1509583 w 2824472"/>
              <a:gd name="connsiteY3-226" fmla="*/ 433564 h 635148"/>
              <a:gd name="connsiteX4-227" fmla="*/ 1582665 w 2824472"/>
              <a:gd name="connsiteY4-228" fmla="*/ 601813 h 635148"/>
              <a:gd name="connsiteX5-229" fmla="*/ 1820180 w 2824472"/>
              <a:gd name="connsiteY5-230" fmla="*/ 631074 h 635148"/>
              <a:gd name="connsiteX6-231" fmla="*/ 2824472 w 2824472"/>
              <a:gd name="connsiteY6-232" fmla="*/ 635148 h 635148"/>
              <a:gd name="connsiteX0-233" fmla="*/ 0 w 2824472"/>
              <a:gd name="connsiteY0-234" fmla="*/ 0 h 635148"/>
              <a:gd name="connsiteX1-235" fmla="*/ 1331867 w 2824472"/>
              <a:gd name="connsiteY1-236" fmla="*/ 0 h 635148"/>
              <a:gd name="connsiteX2-237" fmla="*/ 1499866 w 2824472"/>
              <a:gd name="connsiteY2-238" fmla="*/ 167999 h 635148"/>
              <a:gd name="connsiteX3-239" fmla="*/ 1509583 w 2824472"/>
              <a:gd name="connsiteY3-240" fmla="*/ 433564 h 635148"/>
              <a:gd name="connsiteX4-241" fmla="*/ 1582665 w 2824472"/>
              <a:gd name="connsiteY4-242" fmla="*/ 601813 h 635148"/>
              <a:gd name="connsiteX5-243" fmla="*/ 1792776 w 2824472"/>
              <a:gd name="connsiteY5-244" fmla="*/ 623759 h 635148"/>
              <a:gd name="connsiteX6-245" fmla="*/ 2824472 w 2824472"/>
              <a:gd name="connsiteY6-246" fmla="*/ 635148 h 635148"/>
              <a:gd name="connsiteX0-247" fmla="*/ 0 w 2824472"/>
              <a:gd name="connsiteY0-248" fmla="*/ 0 h 635148"/>
              <a:gd name="connsiteX1-249" fmla="*/ 1331867 w 2824472"/>
              <a:gd name="connsiteY1-250" fmla="*/ 0 h 635148"/>
              <a:gd name="connsiteX2-251" fmla="*/ 1499866 w 2824472"/>
              <a:gd name="connsiteY2-252" fmla="*/ 167999 h 635148"/>
              <a:gd name="connsiteX3-253" fmla="*/ 1509583 w 2824472"/>
              <a:gd name="connsiteY3-254" fmla="*/ 433564 h 635148"/>
              <a:gd name="connsiteX4-255" fmla="*/ 1582665 w 2824472"/>
              <a:gd name="connsiteY4-256" fmla="*/ 601813 h 635148"/>
              <a:gd name="connsiteX5-257" fmla="*/ 2085102 w 2824472"/>
              <a:gd name="connsiteY5-258" fmla="*/ 601813 h 635148"/>
              <a:gd name="connsiteX6-259" fmla="*/ 2824472 w 2824472"/>
              <a:gd name="connsiteY6-260" fmla="*/ 635148 h 635148"/>
              <a:gd name="connsiteX0-261" fmla="*/ 0 w 2824472"/>
              <a:gd name="connsiteY0-262" fmla="*/ 0 h 635148"/>
              <a:gd name="connsiteX1-263" fmla="*/ 1331867 w 2824472"/>
              <a:gd name="connsiteY1-264" fmla="*/ 0 h 635148"/>
              <a:gd name="connsiteX2-265" fmla="*/ 1499866 w 2824472"/>
              <a:gd name="connsiteY2-266" fmla="*/ 167999 h 635148"/>
              <a:gd name="connsiteX3-267" fmla="*/ 1509583 w 2824472"/>
              <a:gd name="connsiteY3-268" fmla="*/ 433564 h 635148"/>
              <a:gd name="connsiteX4-269" fmla="*/ 1582665 w 2824472"/>
              <a:gd name="connsiteY4-270" fmla="*/ 601813 h 635148"/>
              <a:gd name="connsiteX5-271" fmla="*/ 1865858 w 2824472"/>
              <a:gd name="connsiteY5-272" fmla="*/ 623759 h 635148"/>
              <a:gd name="connsiteX6-273" fmla="*/ 2824472 w 2824472"/>
              <a:gd name="connsiteY6-274" fmla="*/ 635148 h 635148"/>
              <a:gd name="connsiteX0-275" fmla="*/ 0 w 2824472"/>
              <a:gd name="connsiteY0-276" fmla="*/ 0 h 638443"/>
              <a:gd name="connsiteX1-277" fmla="*/ 1331867 w 2824472"/>
              <a:gd name="connsiteY1-278" fmla="*/ 0 h 638443"/>
              <a:gd name="connsiteX2-279" fmla="*/ 1499866 w 2824472"/>
              <a:gd name="connsiteY2-280" fmla="*/ 167999 h 638443"/>
              <a:gd name="connsiteX3-281" fmla="*/ 1509583 w 2824472"/>
              <a:gd name="connsiteY3-282" fmla="*/ 433564 h 638443"/>
              <a:gd name="connsiteX4-283" fmla="*/ 1582665 w 2824472"/>
              <a:gd name="connsiteY4-284" fmla="*/ 601813 h 638443"/>
              <a:gd name="connsiteX5-285" fmla="*/ 1774506 w 2824472"/>
              <a:gd name="connsiteY5-286" fmla="*/ 638390 h 638443"/>
              <a:gd name="connsiteX6-287" fmla="*/ 2824472 w 2824472"/>
              <a:gd name="connsiteY6-288" fmla="*/ 635148 h 638443"/>
              <a:gd name="connsiteX0-289" fmla="*/ 0 w 2824472"/>
              <a:gd name="connsiteY0-290" fmla="*/ 0 h 638443"/>
              <a:gd name="connsiteX1-291" fmla="*/ 1331867 w 2824472"/>
              <a:gd name="connsiteY1-292" fmla="*/ 0 h 638443"/>
              <a:gd name="connsiteX2-293" fmla="*/ 1499866 w 2824472"/>
              <a:gd name="connsiteY2-294" fmla="*/ 167999 h 638443"/>
              <a:gd name="connsiteX3-295" fmla="*/ 1509583 w 2824472"/>
              <a:gd name="connsiteY3-296" fmla="*/ 433564 h 638443"/>
              <a:gd name="connsiteX4-297" fmla="*/ 1527854 w 2824472"/>
              <a:gd name="connsiteY4-298" fmla="*/ 601813 h 638443"/>
              <a:gd name="connsiteX5-299" fmla="*/ 1774506 w 2824472"/>
              <a:gd name="connsiteY5-300" fmla="*/ 638390 h 638443"/>
              <a:gd name="connsiteX6-301" fmla="*/ 2824472 w 2824472"/>
              <a:gd name="connsiteY6-302" fmla="*/ 635148 h 638443"/>
              <a:gd name="connsiteX0-303" fmla="*/ 0 w 2824472"/>
              <a:gd name="connsiteY0-304" fmla="*/ 0 h 638449"/>
              <a:gd name="connsiteX1-305" fmla="*/ 1331867 w 2824472"/>
              <a:gd name="connsiteY1-306" fmla="*/ 0 h 638449"/>
              <a:gd name="connsiteX2-307" fmla="*/ 1499866 w 2824472"/>
              <a:gd name="connsiteY2-308" fmla="*/ 167999 h 638449"/>
              <a:gd name="connsiteX3-309" fmla="*/ 1505618 w 2824472"/>
              <a:gd name="connsiteY3-310" fmla="*/ 430389 h 638449"/>
              <a:gd name="connsiteX4-311" fmla="*/ 1527854 w 2824472"/>
              <a:gd name="connsiteY4-312" fmla="*/ 601813 h 638449"/>
              <a:gd name="connsiteX5-313" fmla="*/ 1774506 w 2824472"/>
              <a:gd name="connsiteY5-314" fmla="*/ 638390 h 638449"/>
              <a:gd name="connsiteX6-315" fmla="*/ 2824472 w 2824472"/>
              <a:gd name="connsiteY6-316" fmla="*/ 635148 h 638449"/>
              <a:gd name="connsiteX0-317" fmla="*/ 0 w 2824472"/>
              <a:gd name="connsiteY0-318" fmla="*/ 0 h 638787"/>
              <a:gd name="connsiteX1-319" fmla="*/ 1331867 w 2824472"/>
              <a:gd name="connsiteY1-320" fmla="*/ 0 h 638787"/>
              <a:gd name="connsiteX2-321" fmla="*/ 1499866 w 2824472"/>
              <a:gd name="connsiteY2-322" fmla="*/ 167999 h 638787"/>
              <a:gd name="connsiteX3-323" fmla="*/ 1505618 w 2824472"/>
              <a:gd name="connsiteY3-324" fmla="*/ 430389 h 638787"/>
              <a:gd name="connsiteX4-325" fmla="*/ 1539749 w 2824472"/>
              <a:gd name="connsiteY4-326" fmla="*/ 608163 h 638787"/>
              <a:gd name="connsiteX5-327" fmla="*/ 1774506 w 2824472"/>
              <a:gd name="connsiteY5-328" fmla="*/ 638390 h 638787"/>
              <a:gd name="connsiteX6-329" fmla="*/ 2824472 w 2824472"/>
              <a:gd name="connsiteY6-330" fmla="*/ 635148 h 638787"/>
              <a:gd name="connsiteX0-331" fmla="*/ 0 w 2824472"/>
              <a:gd name="connsiteY0-332" fmla="*/ 0 h 638413"/>
              <a:gd name="connsiteX1-333" fmla="*/ 1331867 w 2824472"/>
              <a:gd name="connsiteY1-334" fmla="*/ 0 h 638413"/>
              <a:gd name="connsiteX2-335" fmla="*/ 1499866 w 2824472"/>
              <a:gd name="connsiteY2-336" fmla="*/ 167999 h 638413"/>
              <a:gd name="connsiteX3-337" fmla="*/ 1505618 w 2824472"/>
              <a:gd name="connsiteY3-338" fmla="*/ 430389 h 638413"/>
              <a:gd name="connsiteX4-339" fmla="*/ 1535784 w 2824472"/>
              <a:gd name="connsiteY4-340" fmla="*/ 595463 h 638413"/>
              <a:gd name="connsiteX5-341" fmla="*/ 1774506 w 2824472"/>
              <a:gd name="connsiteY5-342" fmla="*/ 638390 h 638413"/>
              <a:gd name="connsiteX6-343" fmla="*/ 2824472 w 2824472"/>
              <a:gd name="connsiteY6-344" fmla="*/ 635148 h 638413"/>
              <a:gd name="connsiteX0-345" fmla="*/ 0 w 2824472"/>
              <a:gd name="connsiteY0-346" fmla="*/ 0 h 638398"/>
              <a:gd name="connsiteX1-347" fmla="*/ 1331867 w 2824472"/>
              <a:gd name="connsiteY1-348" fmla="*/ 0 h 638398"/>
              <a:gd name="connsiteX2-349" fmla="*/ 1499866 w 2824472"/>
              <a:gd name="connsiteY2-350" fmla="*/ 167999 h 638398"/>
              <a:gd name="connsiteX3-351" fmla="*/ 1505618 w 2824472"/>
              <a:gd name="connsiteY3-352" fmla="*/ 430389 h 638398"/>
              <a:gd name="connsiteX4-353" fmla="*/ 1535784 w 2824472"/>
              <a:gd name="connsiteY4-354" fmla="*/ 595463 h 638398"/>
              <a:gd name="connsiteX5-355" fmla="*/ 1774506 w 2824472"/>
              <a:gd name="connsiteY5-356" fmla="*/ 638390 h 638398"/>
              <a:gd name="connsiteX6-357" fmla="*/ 2824472 w 2824472"/>
              <a:gd name="connsiteY6-358" fmla="*/ 635148 h 638398"/>
              <a:gd name="connsiteX0-359" fmla="*/ 0 w 2824472"/>
              <a:gd name="connsiteY0-360" fmla="*/ 0 h 638409"/>
              <a:gd name="connsiteX1-361" fmla="*/ 1331867 w 2824472"/>
              <a:gd name="connsiteY1-362" fmla="*/ 0 h 638409"/>
              <a:gd name="connsiteX2-363" fmla="*/ 1499866 w 2824472"/>
              <a:gd name="connsiteY2-364" fmla="*/ 167999 h 638409"/>
              <a:gd name="connsiteX3-365" fmla="*/ 1501653 w 2824472"/>
              <a:gd name="connsiteY3-366" fmla="*/ 439914 h 638409"/>
              <a:gd name="connsiteX4-367" fmla="*/ 1535784 w 2824472"/>
              <a:gd name="connsiteY4-368" fmla="*/ 595463 h 638409"/>
              <a:gd name="connsiteX5-369" fmla="*/ 1774506 w 2824472"/>
              <a:gd name="connsiteY5-370" fmla="*/ 638390 h 638409"/>
              <a:gd name="connsiteX6-371" fmla="*/ 2824472 w 2824472"/>
              <a:gd name="connsiteY6-372" fmla="*/ 635148 h 638409"/>
              <a:gd name="connsiteX0-373" fmla="*/ 0 w 2824472"/>
              <a:gd name="connsiteY0-374" fmla="*/ 0 h 638402"/>
              <a:gd name="connsiteX1-375" fmla="*/ 1331867 w 2824472"/>
              <a:gd name="connsiteY1-376" fmla="*/ 0 h 638402"/>
              <a:gd name="connsiteX2-377" fmla="*/ 1499866 w 2824472"/>
              <a:gd name="connsiteY2-378" fmla="*/ 167999 h 638402"/>
              <a:gd name="connsiteX3-379" fmla="*/ 1501653 w 2824472"/>
              <a:gd name="connsiteY3-380" fmla="*/ 439914 h 638402"/>
              <a:gd name="connsiteX4-381" fmla="*/ 1535784 w 2824472"/>
              <a:gd name="connsiteY4-382" fmla="*/ 595463 h 638402"/>
              <a:gd name="connsiteX5-383" fmla="*/ 1774506 w 2824472"/>
              <a:gd name="connsiteY5-384" fmla="*/ 638390 h 638402"/>
              <a:gd name="connsiteX6-385" fmla="*/ 2824472 w 2824472"/>
              <a:gd name="connsiteY6-386" fmla="*/ 635148 h 638402"/>
              <a:gd name="connsiteX0-387" fmla="*/ 0 w 2828437"/>
              <a:gd name="connsiteY0-388" fmla="*/ 0 h 641498"/>
              <a:gd name="connsiteX1-389" fmla="*/ 1331867 w 2828437"/>
              <a:gd name="connsiteY1-390" fmla="*/ 0 h 641498"/>
              <a:gd name="connsiteX2-391" fmla="*/ 1499866 w 2828437"/>
              <a:gd name="connsiteY2-392" fmla="*/ 167999 h 641498"/>
              <a:gd name="connsiteX3-393" fmla="*/ 1501653 w 2828437"/>
              <a:gd name="connsiteY3-394" fmla="*/ 439914 h 641498"/>
              <a:gd name="connsiteX4-395" fmla="*/ 1535784 w 2828437"/>
              <a:gd name="connsiteY4-396" fmla="*/ 595463 h 641498"/>
              <a:gd name="connsiteX5-397" fmla="*/ 1774506 w 2828437"/>
              <a:gd name="connsiteY5-398" fmla="*/ 638390 h 641498"/>
              <a:gd name="connsiteX6-399" fmla="*/ 2828437 w 2828437"/>
              <a:gd name="connsiteY6-400" fmla="*/ 641498 h 641498"/>
              <a:gd name="connsiteX0-401" fmla="*/ 0 w 2828437"/>
              <a:gd name="connsiteY0-402" fmla="*/ 0 h 641498"/>
              <a:gd name="connsiteX1-403" fmla="*/ 1331867 w 2828437"/>
              <a:gd name="connsiteY1-404" fmla="*/ 0 h 641498"/>
              <a:gd name="connsiteX2-405" fmla="*/ 1499866 w 2828437"/>
              <a:gd name="connsiteY2-406" fmla="*/ 167999 h 641498"/>
              <a:gd name="connsiteX3-407" fmla="*/ 1501653 w 2828437"/>
              <a:gd name="connsiteY3-408" fmla="*/ 439914 h 641498"/>
              <a:gd name="connsiteX4-409" fmla="*/ 1535784 w 2828437"/>
              <a:gd name="connsiteY4-410" fmla="*/ 582763 h 641498"/>
              <a:gd name="connsiteX5-411" fmla="*/ 1774506 w 2828437"/>
              <a:gd name="connsiteY5-412" fmla="*/ 638390 h 641498"/>
              <a:gd name="connsiteX6-413" fmla="*/ 2828437 w 2828437"/>
              <a:gd name="connsiteY6-414" fmla="*/ 641498 h 641498"/>
              <a:gd name="connsiteX0-415" fmla="*/ 0 w 2828437"/>
              <a:gd name="connsiteY0-416" fmla="*/ 0 h 641498"/>
              <a:gd name="connsiteX1-417" fmla="*/ 1331867 w 2828437"/>
              <a:gd name="connsiteY1-418" fmla="*/ 0 h 641498"/>
              <a:gd name="connsiteX2-419" fmla="*/ 1499866 w 2828437"/>
              <a:gd name="connsiteY2-420" fmla="*/ 167999 h 641498"/>
              <a:gd name="connsiteX3-421" fmla="*/ 1501653 w 2828437"/>
              <a:gd name="connsiteY3-422" fmla="*/ 439914 h 641498"/>
              <a:gd name="connsiteX4-423" fmla="*/ 1535784 w 2828437"/>
              <a:gd name="connsiteY4-424" fmla="*/ 582763 h 641498"/>
              <a:gd name="connsiteX5-425" fmla="*/ 1774506 w 2828437"/>
              <a:gd name="connsiteY5-426" fmla="*/ 638390 h 641498"/>
              <a:gd name="connsiteX6-427" fmla="*/ 2828437 w 2828437"/>
              <a:gd name="connsiteY6-428" fmla="*/ 641498 h 641498"/>
              <a:gd name="connsiteX0-429" fmla="*/ 0 w 2828437"/>
              <a:gd name="connsiteY0-430" fmla="*/ 0 h 641498"/>
              <a:gd name="connsiteX1-431" fmla="*/ 1331867 w 2828437"/>
              <a:gd name="connsiteY1-432" fmla="*/ 0 h 641498"/>
              <a:gd name="connsiteX2-433" fmla="*/ 1499866 w 2828437"/>
              <a:gd name="connsiteY2-434" fmla="*/ 167999 h 641498"/>
              <a:gd name="connsiteX3-435" fmla="*/ 1501653 w 2828437"/>
              <a:gd name="connsiteY3-436" fmla="*/ 439914 h 641498"/>
              <a:gd name="connsiteX4-437" fmla="*/ 1535784 w 2828437"/>
              <a:gd name="connsiteY4-438" fmla="*/ 582763 h 641498"/>
              <a:gd name="connsiteX5-439" fmla="*/ 1774506 w 2828437"/>
              <a:gd name="connsiteY5-440" fmla="*/ 638390 h 641498"/>
              <a:gd name="connsiteX6-441" fmla="*/ 2828437 w 2828437"/>
              <a:gd name="connsiteY6-442" fmla="*/ 641498 h 641498"/>
              <a:gd name="connsiteX0-443" fmla="*/ 0 w 2828437"/>
              <a:gd name="connsiteY0-444" fmla="*/ 0 h 641498"/>
              <a:gd name="connsiteX1-445" fmla="*/ 1331867 w 2828437"/>
              <a:gd name="connsiteY1-446" fmla="*/ 0 h 641498"/>
              <a:gd name="connsiteX2-447" fmla="*/ 1499866 w 2828437"/>
              <a:gd name="connsiteY2-448" fmla="*/ 167999 h 641498"/>
              <a:gd name="connsiteX3-449" fmla="*/ 1501653 w 2828437"/>
              <a:gd name="connsiteY3-450" fmla="*/ 439914 h 641498"/>
              <a:gd name="connsiteX4-451" fmla="*/ 1535784 w 2828437"/>
              <a:gd name="connsiteY4-452" fmla="*/ 582763 h 641498"/>
              <a:gd name="connsiteX5-453" fmla="*/ 1774506 w 2828437"/>
              <a:gd name="connsiteY5-454" fmla="*/ 638390 h 641498"/>
              <a:gd name="connsiteX6-455" fmla="*/ 2828437 w 2828437"/>
              <a:gd name="connsiteY6-456" fmla="*/ 641498 h 641498"/>
              <a:gd name="connsiteX0-457" fmla="*/ 0 w 2828437"/>
              <a:gd name="connsiteY0-458" fmla="*/ 0 h 641498"/>
              <a:gd name="connsiteX1-459" fmla="*/ 1331867 w 2828437"/>
              <a:gd name="connsiteY1-460" fmla="*/ 0 h 641498"/>
              <a:gd name="connsiteX2-461" fmla="*/ 1499866 w 2828437"/>
              <a:gd name="connsiteY2-462" fmla="*/ 167999 h 641498"/>
              <a:gd name="connsiteX3-463" fmla="*/ 1501653 w 2828437"/>
              <a:gd name="connsiteY3-464" fmla="*/ 439914 h 641498"/>
              <a:gd name="connsiteX4-465" fmla="*/ 1535784 w 2828437"/>
              <a:gd name="connsiteY4-466" fmla="*/ 582763 h 641498"/>
              <a:gd name="connsiteX5-467" fmla="*/ 1730929 w 2828437"/>
              <a:gd name="connsiteY5-468" fmla="*/ 636936 h 641498"/>
              <a:gd name="connsiteX6-469" fmla="*/ 2828437 w 2828437"/>
              <a:gd name="connsiteY6-470" fmla="*/ 641498 h 641498"/>
              <a:gd name="connsiteX0-471" fmla="*/ 0 w 2828437"/>
              <a:gd name="connsiteY0-472" fmla="*/ 0 h 641498"/>
              <a:gd name="connsiteX1-473" fmla="*/ 1331867 w 2828437"/>
              <a:gd name="connsiteY1-474" fmla="*/ 0 h 641498"/>
              <a:gd name="connsiteX2-475" fmla="*/ 1499866 w 2828437"/>
              <a:gd name="connsiteY2-476" fmla="*/ 167999 h 641498"/>
              <a:gd name="connsiteX3-477" fmla="*/ 1501653 w 2828437"/>
              <a:gd name="connsiteY3-478" fmla="*/ 439914 h 641498"/>
              <a:gd name="connsiteX4-479" fmla="*/ 1730929 w 2828437"/>
              <a:gd name="connsiteY4-480" fmla="*/ 636936 h 641498"/>
              <a:gd name="connsiteX5-481" fmla="*/ 2828437 w 2828437"/>
              <a:gd name="connsiteY5-482" fmla="*/ 641498 h 641498"/>
              <a:gd name="connsiteX0-483" fmla="*/ 0 w 2828437"/>
              <a:gd name="connsiteY0-484" fmla="*/ 0 h 641498"/>
              <a:gd name="connsiteX1-485" fmla="*/ 1331867 w 2828437"/>
              <a:gd name="connsiteY1-486" fmla="*/ 0 h 641498"/>
              <a:gd name="connsiteX2-487" fmla="*/ 1499866 w 2828437"/>
              <a:gd name="connsiteY2-488" fmla="*/ 167999 h 641498"/>
              <a:gd name="connsiteX3-489" fmla="*/ 1501653 w 2828437"/>
              <a:gd name="connsiteY3-490" fmla="*/ 439914 h 641498"/>
              <a:gd name="connsiteX4-491" fmla="*/ 1730929 w 2828437"/>
              <a:gd name="connsiteY4-492" fmla="*/ 636936 h 641498"/>
              <a:gd name="connsiteX5-493" fmla="*/ 2828437 w 2828437"/>
              <a:gd name="connsiteY5-494" fmla="*/ 641498 h 641498"/>
              <a:gd name="connsiteX0-495" fmla="*/ 0 w 2828437"/>
              <a:gd name="connsiteY0-496" fmla="*/ 0 h 641498"/>
              <a:gd name="connsiteX1-497" fmla="*/ 1331867 w 2828437"/>
              <a:gd name="connsiteY1-498" fmla="*/ 0 h 641498"/>
              <a:gd name="connsiteX2-499" fmla="*/ 1499866 w 2828437"/>
              <a:gd name="connsiteY2-500" fmla="*/ 167999 h 641498"/>
              <a:gd name="connsiteX3-501" fmla="*/ 1501653 w 2828437"/>
              <a:gd name="connsiteY3-502" fmla="*/ 439914 h 641498"/>
              <a:gd name="connsiteX4-503" fmla="*/ 1730929 w 2828437"/>
              <a:gd name="connsiteY4-504" fmla="*/ 636936 h 641498"/>
              <a:gd name="connsiteX5-505" fmla="*/ 2828437 w 2828437"/>
              <a:gd name="connsiteY5-506" fmla="*/ 641498 h 641498"/>
              <a:gd name="connsiteX0-507" fmla="*/ 0 w 2828437"/>
              <a:gd name="connsiteY0-508" fmla="*/ 0 h 641498"/>
              <a:gd name="connsiteX1-509" fmla="*/ 1331867 w 2828437"/>
              <a:gd name="connsiteY1-510" fmla="*/ 0 h 641498"/>
              <a:gd name="connsiteX2-511" fmla="*/ 1499866 w 2828437"/>
              <a:gd name="connsiteY2-512" fmla="*/ 167999 h 641498"/>
              <a:gd name="connsiteX3-513" fmla="*/ 1501653 w 2828437"/>
              <a:gd name="connsiteY3-514" fmla="*/ 439914 h 641498"/>
              <a:gd name="connsiteX4-515" fmla="*/ 1700061 w 2828437"/>
              <a:gd name="connsiteY4-516" fmla="*/ 635482 h 641498"/>
              <a:gd name="connsiteX5-517" fmla="*/ 2828437 w 2828437"/>
              <a:gd name="connsiteY5-518" fmla="*/ 641498 h 641498"/>
              <a:gd name="connsiteX0-519" fmla="*/ 0 w 2828437"/>
              <a:gd name="connsiteY0-520" fmla="*/ 0 h 641498"/>
              <a:gd name="connsiteX1-521" fmla="*/ 1331867 w 2828437"/>
              <a:gd name="connsiteY1-522" fmla="*/ 0 h 641498"/>
              <a:gd name="connsiteX2-523" fmla="*/ 1499866 w 2828437"/>
              <a:gd name="connsiteY2-524" fmla="*/ 167999 h 641498"/>
              <a:gd name="connsiteX3-525" fmla="*/ 1501653 w 2828437"/>
              <a:gd name="connsiteY3-526" fmla="*/ 439914 h 641498"/>
              <a:gd name="connsiteX4-527" fmla="*/ 1700061 w 2828437"/>
              <a:gd name="connsiteY4-528" fmla="*/ 635482 h 641498"/>
              <a:gd name="connsiteX5-529" fmla="*/ 2828437 w 2828437"/>
              <a:gd name="connsiteY5-530" fmla="*/ 641498 h 641498"/>
              <a:gd name="connsiteX0-531" fmla="*/ 0 w 2828437"/>
              <a:gd name="connsiteY0-532" fmla="*/ 0 h 641498"/>
              <a:gd name="connsiteX1-533" fmla="*/ 1331867 w 2828437"/>
              <a:gd name="connsiteY1-534" fmla="*/ 0 h 641498"/>
              <a:gd name="connsiteX2-535" fmla="*/ 1499866 w 2828437"/>
              <a:gd name="connsiteY2-536" fmla="*/ 167999 h 641498"/>
              <a:gd name="connsiteX3-537" fmla="*/ 1501653 w 2828437"/>
              <a:gd name="connsiteY3-538" fmla="*/ 439914 h 641498"/>
              <a:gd name="connsiteX4-539" fmla="*/ 1700061 w 2828437"/>
              <a:gd name="connsiteY4-540" fmla="*/ 635482 h 641498"/>
              <a:gd name="connsiteX5-541" fmla="*/ 2828437 w 2828437"/>
              <a:gd name="connsiteY5-542" fmla="*/ 641498 h 641498"/>
              <a:gd name="connsiteX0-543" fmla="*/ 0 w 2828437"/>
              <a:gd name="connsiteY0-544" fmla="*/ 0 h 641498"/>
              <a:gd name="connsiteX1-545" fmla="*/ 1331867 w 2828437"/>
              <a:gd name="connsiteY1-546" fmla="*/ 0 h 641498"/>
              <a:gd name="connsiteX2-547" fmla="*/ 1499866 w 2828437"/>
              <a:gd name="connsiteY2-548" fmla="*/ 167999 h 641498"/>
              <a:gd name="connsiteX3-549" fmla="*/ 1501653 w 2828437"/>
              <a:gd name="connsiteY3-550" fmla="*/ 439914 h 641498"/>
              <a:gd name="connsiteX4-551" fmla="*/ 1700061 w 2828437"/>
              <a:gd name="connsiteY4-552" fmla="*/ 635482 h 641498"/>
              <a:gd name="connsiteX5-553" fmla="*/ 2828437 w 2828437"/>
              <a:gd name="connsiteY5-554" fmla="*/ 641498 h 641498"/>
              <a:gd name="connsiteX0-555" fmla="*/ 0 w 2828437"/>
              <a:gd name="connsiteY0-556" fmla="*/ 0 h 641498"/>
              <a:gd name="connsiteX1-557" fmla="*/ 1331867 w 2828437"/>
              <a:gd name="connsiteY1-558" fmla="*/ 0 h 641498"/>
              <a:gd name="connsiteX2-559" fmla="*/ 1499866 w 2828437"/>
              <a:gd name="connsiteY2-560" fmla="*/ 167999 h 641498"/>
              <a:gd name="connsiteX3-561" fmla="*/ 1501653 w 2828437"/>
              <a:gd name="connsiteY3-562" fmla="*/ 439914 h 641498"/>
              <a:gd name="connsiteX4-563" fmla="*/ 1700061 w 2828437"/>
              <a:gd name="connsiteY4-564" fmla="*/ 635482 h 641498"/>
              <a:gd name="connsiteX5-565" fmla="*/ 2828437 w 2828437"/>
              <a:gd name="connsiteY5-566" fmla="*/ 641498 h 641498"/>
              <a:gd name="connsiteX0-567" fmla="*/ 0 w 2828437"/>
              <a:gd name="connsiteY0-568" fmla="*/ 0 h 641498"/>
              <a:gd name="connsiteX1-569" fmla="*/ 1331867 w 2828437"/>
              <a:gd name="connsiteY1-570" fmla="*/ 0 h 641498"/>
              <a:gd name="connsiteX2-571" fmla="*/ 1499866 w 2828437"/>
              <a:gd name="connsiteY2-572" fmla="*/ 167999 h 641498"/>
              <a:gd name="connsiteX3-573" fmla="*/ 1501653 w 2828437"/>
              <a:gd name="connsiteY3-574" fmla="*/ 439914 h 641498"/>
              <a:gd name="connsiteX4-575" fmla="*/ 1700061 w 2828437"/>
              <a:gd name="connsiteY4-576" fmla="*/ 635482 h 641498"/>
              <a:gd name="connsiteX5-577" fmla="*/ 2828437 w 2828437"/>
              <a:gd name="connsiteY5-578" fmla="*/ 641498 h 641498"/>
              <a:gd name="connsiteX0-579" fmla="*/ 0 w 2828437"/>
              <a:gd name="connsiteY0-580" fmla="*/ 0 h 641498"/>
              <a:gd name="connsiteX1-581" fmla="*/ 1331867 w 2828437"/>
              <a:gd name="connsiteY1-582" fmla="*/ 0 h 641498"/>
              <a:gd name="connsiteX2-583" fmla="*/ 1499866 w 2828437"/>
              <a:gd name="connsiteY2-584" fmla="*/ 167999 h 641498"/>
              <a:gd name="connsiteX3-585" fmla="*/ 1501653 w 2828437"/>
              <a:gd name="connsiteY3-586" fmla="*/ 439914 h 641498"/>
              <a:gd name="connsiteX4-587" fmla="*/ 1700061 w 2828437"/>
              <a:gd name="connsiteY4-588" fmla="*/ 635482 h 641498"/>
              <a:gd name="connsiteX5-589" fmla="*/ 2828437 w 2828437"/>
              <a:gd name="connsiteY5-590" fmla="*/ 641498 h 6414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28437" h="641498">
                <a:moveTo>
                  <a:pt x="0" y="0"/>
                </a:moveTo>
                <a:lnTo>
                  <a:pt x="1331867" y="0"/>
                </a:lnTo>
                <a:cubicBezTo>
                  <a:pt x="1424650" y="0"/>
                  <a:pt x="1499866" y="75216"/>
                  <a:pt x="1499866" y="167999"/>
                </a:cubicBezTo>
                <a:cubicBezTo>
                  <a:pt x="1500462" y="258637"/>
                  <a:pt x="1502873" y="372540"/>
                  <a:pt x="1501653" y="439914"/>
                </a:cubicBezTo>
                <a:cubicBezTo>
                  <a:pt x="1503850" y="544241"/>
                  <a:pt x="1468036" y="636781"/>
                  <a:pt x="1700061" y="635482"/>
                </a:cubicBezTo>
                <a:lnTo>
                  <a:pt x="2828437" y="641498"/>
                </a:lnTo>
              </a:path>
            </a:pathLst>
          </a:custGeom>
          <a:ln w="44450" cap="rnd">
            <a:gradFill flip="none" rotWithShape="1">
              <a:gsLst>
                <a:gs pos="0">
                  <a:schemeClr val="accent2">
                    <a:alpha val="0"/>
                  </a:schemeClr>
                </a:gs>
                <a:gs pos="100000">
                  <a:schemeClr val="accent1"/>
                </a:gs>
              </a:gsLst>
              <a:lin ang="0" scaled="1"/>
              <a:tileRect/>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 name="三角形 45"/>
          <p:cNvSpPr/>
          <p:nvPr/>
        </p:nvSpPr>
        <p:spPr>
          <a:xfrm rot="5400000">
            <a:off x="4791710" y="4289108"/>
            <a:ext cx="659765" cy="276225"/>
          </a:xfrm>
          <a:prstGeom prst="triangle">
            <a:avLst/>
          </a:prstGeom>
          <a:gradFill flip="none" rotWithShape="0">
            <a:gsLst>
              <a:gs pos="99000">
                <a:schemeClr val="accent5"/>
              </a:gs>
              <a:gs pos="0">
                <a:schemeClr val="accent5">
                  <a:alpha val="0"/>
                </a:schemeClr>
              </a:gs>
            </a:gsLst>
            <a:lin ang="0" scaled="0"/>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五边形 10"/>
          <p:cNvSpPr/>
          <p:nvPr/>
        </p:nvSpPr>
        <p:spPr>
          <a:xfrm>
            <a:off x="4982210" y="5063490"/>
            <a:ext cx="351790" cy="1017905"/>
          </a:xfrm>
          <a:prstGeom prst="homePlate">
            <a:avLst>
              <a:gd name="adj" fmla="val 100000"/>
            </a:avLst>
          </a:prstGeom>
          <a:gradFill>
            <a:gsLst>
              <a:gs pos="0">
                <a:schemeClr val="accent5">
                  <a:lumMod val="60000"/>
                  <a:lumOff val="40000"/>
                  <a:alpha val="0"/>
                </a:schemeClr>
              </a:gs>
              <a:gs pos="100000">
                <a:schemeClr val="accent5">
                  <a:lumMod val="60000"/>
                  <a:lumOff val="40000"/>
                  <a:alpha val="50000"/>
                </a:schemeClr>
              </a:gs>
            </a:gsLst>
            <a:lin ang="0" scaled="0"/>
          </a:gradFill>
          <a:ln w="9525" cap="flat" cmpd="sng" algn="ctr">
            <a:gradFill flip="none" rotWithShape="1">
              <a:gsLst>
                <a:gs pos="0">
                  <a:schemeClr val="accent5">
                    <a:alpha val="0"/>
                  </a:schemeClr>
                </a:gs>
                <a:gs pos="100000">
                  <a:schemeClr val="accent5"/>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0" name="标题 2"/>
          <p:cNvSpPr txBox="1"/>
          <p:nvPr>
            <p:custDataLst>
              <p:tags r:id="rId15"/>
            </p:custDataLst>
          </p:nvPr>
        </p:nvSpPr>
        <p:spPr>
          <a:xfrm>
            <a:off x="402590" y="3707504"/>
            <a:ext cx="7127240" cy="244362"/>
          </a:xfrm>
          <a:prstGeom prst="rect">
            <a:avLst/>
          </a:prstGeom>
        </p:spPr>
        <p:txBody>
          <a:bodyPr wrap="square" lIns="0" tIns="0" rIns="0" bIns="0" anchor="ctr" anchorCtr="0">
            <a:sp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l">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元素箭头组件</a:t>
            </a:r>
            <a:r>
              <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用于内容引导</a:t>
            </a:r>
            <a:r>
              <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优先使用前两个</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圆角矩形 74"/>
          <p:cNvSpPr/>
          <p:nvPr>
            <p:custDataLst>
              <p:tags r:id="rId16"/>
            </p:custDataLst>
          </p:nvPr>
        </p:nvSpPr>
        <p:spPr>
          <a:xfrm>
            <a:off x="3966210" y="1349375"/>
            <a:ext cx="1641475" cy="897890"/>
          </a:xfrm>
          <a:prstGeom prst="roundRect">
            <a:avLst>
              <a:gd name="adj" fmla="val 8831"/>
            </a:avLst>
          </a:prstGeom>
          <a:solidFill>
            <a:schemeClr val="accent3">
              <a:lumMod val="20000"/>
              <a:lumOff val="80000"/>
            </a:schemeClr>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accent3"/>
                </a:solidFill>
                <a:latin typeface="Arial" panose="020B0604020202090204" pitchFamily="34" charset="0"/>
                <a:ea typeface="微软雅黑" panose="020B0502040204020203" pitchFamily="34" charset="-122"/>
                <a:cs typeface="Arial" panose="020B0604020202090204" pitchFamily="34" charset="0"/>
              </a:rPr>
              <a:t>业务提效</a:t>
            </a:r>
            <a:endParaRPr lang="zh-CN" altLang="en-US" sz="1800" dirty="0">
              <a:solidFill>
                <a:schemeClr val="accent3"/>
              </a:solidFill>
              <a:latin typeface="Arial" panose="020B0604020202090204" pitchFamily="34" charset="0"/>
              <a:ea typeface="微软雅黑" panose="020B0502040204020203" pitchFamily="34" charset="-122"/>
              <a:cs typeface="Arial" panose="020B0604020202090204" pitchFamily="34" charset="0"/>
            </a:endParaRPr>
          </a:p>
        </p:txBody>
      </p:sp>
      <p:sp>
        <p:nvSpPr>
          <p:cNvPr id="36" name="圆角矩形 74"/>
          <p:cNvSpPr>
            <a:spLocks noChangeAspect="1"/>
          </p:cNvSpPr>
          <p:nvPr>
            <p:custDataLst>
              <p:tags r:id="rId17"/>
            </p:custDataLst>
          </p:nvPr>
        </p:nvSpPr>
        <p:spPr>
          <a:xfrm>
            <a:off x="3966210" y="2413635"/>
            <a:ext cx="1641475" cy="1031875"/>
          </a:xfrm>
          <a:prstGeom prst="roundRect">
            <a:avLst>
              <a:gd name="adj" fmla="val 8831"/>
            </a:avLst>
          </a:prstGeom>
          <a:solidFill>
            <a:schemeClr val="accent3">
              <a:lumMod val="20000"/>
              <a:lumOff val="80000"/>
              <a:alpha val="50000"/>
            </a:schemeClr>
          </a:solidFill>
          <a:ln w="9525">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accent5">
                  <a:lumMod val="50000"/>
                </a:schemeClr>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 name="标题 2"/>
          <p:cNvSpPr txBox="1"/>
          <p:nvPr>
            <p:custDataLst>
              <p:tags r:id="rId18"/>
            </p:custDataLst>
          </p:nvPr>
        </p:nvSpPr>
        <p:spPr>
          <a:xfrm>
            <a:off x="2185670" y="1009392"/>
            <a:ext cx="3423285" cy="184666"/>
          </a:xfrm>
          <a:prstGeom prst="rect">
            <a:avLst/>
          </a:prstGeom>
        </p:spPr>
        <p:txBody>
          <a:bodyPr wrap="square" lIns="0" tIns="0" rIns="0" bIns="0" anchor="ctr" anchorCtr="0">
            <a:sp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l">
              <a:lnSpc>
                <a:spcPct val="100000"/>
              </a:lnSpc>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小范围点缀卡片</a:t>
            </a:r>
            <a:r>
              <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endParaRPr lang="en-US" altLang="zh-CN"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圆角矩形 74"/>
          <p:cNvSpPr/>
          <p:nvPr>
            <p:custDataLst>
              <p:tags r:id="rId19"/>
            </p:custDataLst>
          </p:nvPr>
        </p:nvSpPr>
        <p:spPr>
          <a:xfrm>
            <a:off x="5748020" y="1339215"/>
            <a:ext cx="1641475" cy="897890"/>
          </a:xfrm>
          <a:prstGeom prst="roundRect">
            <a:avLst>
              <a:gd name="adj" fmla="val 8831"/>
            </a:avLst>
          </a:prstGeom>
          <a:solidFill>
            <a:srgbClr val="00B050">
              <a:alpha val="20000"/>
            </a:srgbClr>
          </a:solidFill>
          <a:ln w="95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buClrTx/>
              <a:buSzTx/>
              <a:buFontTx/>
            </a:pPr>
            <a:r>
              <a:rPr kumimoji="1" lang="zh-CN" altLang="en-US" dirty="0">
                <a:solidFill>
                  <a:srgbClr val="00B050"/>
                </a:solidFill>
                <a:latin typeface="Arial" panose="020B0604020202090204" pitchFamily="34" charset="0"/>
                <a:ea typeface="微软雅黑" panose="020B0502040204020203" pitchFamily="34" charset="-122"/>
                <a:cs typeface="Arial" panose="020B0604020202090204" pitchFamily="34" charset="0"/>
                <a:sym typeface="+mn-ea"/>
              </a:rPr>
              <a:t>组织管理</a:t>
            </a:r>
            <a:endParaRPr kumimoji="1" lang="zh-CN" altLang="en-US" dirty="0">
              <a:solidFill>
                <a:srgbClr val="00B05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圆角矩形 74"/>
          <p:cNvSpPr>
            <a:spLocks noChangeAspect="1"/>
          </p:cNvSpPr>
          <p:nvPr>
            <p:custDataLst>
              <p:tags r:id="rId20"/>
            </p:custDataLst>
          </p:nvPr>
        </p:nvSpPr>
        <p:spPr>
          <a:xfrm>
            <a:off x="5748020" y="2403475"/>
            <a:ext cx="1641475" cy="1031875"/>
          </a:xfrm>
          <a:prstGeom prst="roundRect">
            <a:avLst>
              <a:gd name="adj" fmla="val 8831"/>
            </a:avLst>
          </a:prstGeom>
          <a:solidFill>
            <a:srgbClr val="00B050">
              <a:alpha val="10000"/>
            </a:srgbClr>
          </a:solidFill>
          <a:ln w="9525">
            <a:solidFill>
              <a:srgbClr val="00B05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dirty="0">
              <a:solidFill>
                <a:schemeClr val="accent5">
                  <a:lumMod val="50000"/>
                </a:schemeClr>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2" name="圆角矩形 74"/>
          <p:cNvSpPr/>
          <p:nvPr>
            <p:custDataLst>
              <p:tags r:id="rId21"/>
            </p:custDataLst>
          </p:nvPr>
        </p:nvSpPr>
        <p:spPr>
          <a:xfrm>
            <a:off x="7529830" y="1339215"/>
            <a:ext cx="1641475" cy="897890"/>
          </a:xfrm>
          <a:prstGeom prst="roundRect">
            <a:avLst>
              <a:gd name="adj" fmla="val 8831"/>
            </a:avLst>
          </a:prstGeom>
          <a:solidFill>
            <a:srgbClr val="FFC000">
              <a:alpha val="20000"/>
            </a:srgbClr>
          </a:solidFill>
          <a:ln w="95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C000"/>
                </a:solidFill>
                <a:latin typeface="Arial" panose="020B0604020202090204" pitchFamily="34" charset="0"/>
                <a:ea typeface="微软雅黑" panose="020B0502040204020203" pitchFamily="34" charset="-122"/>
                <a:cs typeface="Arial" panose="020B0604020202090204" pitchFamily="34" charset="0"/>
              </a:rPr>
              <a:t>业务提效</a:t>
            </a:r>
            <a:endParaRPr lang="zh-CN" altLang="en-US" sz="1800" dirty="0">
              <a:solidFill>
                <a:srgbClr val="FFC000"/>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圆角矩形 74"/>
          <p:cNvSpPr>
            <a:spLocks noChangeAspect="1"/>
          </p:cNvSpPr>
          <p:nvPr>
            <p:custDataLst>
              <p:tags r:id="rId22"/>
            </p:custDataLst>
          </p:nvPr>
        </p:nvSpPr>
        <p:spPr>
          <a:xfrm>
            <a:off x="7529830" y="2403475"/>
            <a:ext cx="1641475" cy="1031875"/>
          </a:xfrm>
          <a:prstGeom prst="roundRect">
            <a:avLst>
              <a:gd name="adj" fmla="val 8831"/>
            </a:avLst>
          </a:prstGeom>
          <a:solidFill>
            <a:srgbClr val="FFC000">
              <a:alpha val="10000"/>
            </a:srgbClr>
          </a:solidFill>
          <a:ln w="9525">
            <a:solidFill>
              <a:srgbClr val="E4AA3B">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accent5">
                  <a:lumMod val="50000"/>
                </a:schemeClr>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7" name="上箭头 19"/>
          <p:cNvSpPr/>
          <p:nvPr/>
        </p:nvSpPr>
        <p:spPr>
          <a:xfrm rot="5400000" flipH="1">
            <a:off x="3411855" y="4389755"/>
            <a:ext cx="330200" cy="384810"/>
          </a:xfrm>
          <a:prstGeom prst="upArrow">
            <a:avLst/>
          </a:prstGeom>
          <a:gradFill>
            <a:gsLst>
              <a:gs pos="0">
                <a:srgbClr val="FFC000"/>
              </a:gs>
              <a:gs pos="100000">
                <a:srgbClr val="FFC000">
                  <a:alpha val="0"/>
                </a:srgbClr>
              </a:gs>
            </a:gsLst>
            <a:lin ang="5400000" scaled="1"/>
          </a:gra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4925" tIns="24925" rIns="24925" bIns="24925" numCol="1" spcCol="38100" rtlCol="0" anchor="ctr">
            <a:spAutoFit/>
          </a:bodyPr>
          <a:lstStyle/>
          <a:p>
            <a:pPr marL="0" marR="0" indent="0" algn="ctr" defTabSz="440055"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Arial" panose="020B0604020202090204" pitchFamily="34" charset="0"/>
              <a:ea typeface="微软雅黑" panose="020B0502040204020203" pitchFamily="34" charset="-122"/>
              <a:cs typeface="Arial" panose="020B0604020202090204" pitchFamily="34" charset="0"/>
              <a:sym typeface="Helvetica Neue Medium" panose="02000503000000020004"/>
            </a:endParaRPr>
          </a:p>
        </p:txBody>
      </p:sp>
      <p:sp>
        <p:nvSpPr>
          <p:cNvPr id="39" name="上箭头 19"/>
          <p:cNvSpPr/>
          <p:nvPr/>
        </p:nvSpPr>
        <p:spPr>
          <a:xfrm rot="5400000" flipH="1">
            <a:off x="2739390" y="4389755"/>
            <a:ext cx="330200" cy="384810"/>
          </a:xfrm>
          <a:prstGeom prst="upArrow">
            <a:avLst/>
          </a:prstGeom>
          <a:gradFill>
            <a:gsLst>
              <a:gs pos="0">
                <a:srgbClr val="00B050"/>
              </a:gs>
              <a:gs pos="100000">
                <a:srgbClr val="00B050">
                  <a:alpha val="0"/>
                </a:srgbClr>
              </a:gs>
            </a:gsLst>
            <a:lin ang="5400000" scaled="1"/>
          </a:gra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4925" tIns="24925" rIns="24925" bIns="24925" numCol="1" spcCol="38100" rtlCol="0" fromWordArt="0" anchor="ctr" anchorCtr="0" forceAA="0" compatLnSpc="1">
            <a:spAutoFit/>
          </a:bodyPr>
          <a:lstStyle/>
          <a:p>
            <a:pPr lvl="0" algn="ctr" defTabSz="440055" hangingPunct="0">
              <a:spcBef>
                <a:spcPts val="0"/>
              </a:spcBef>
              <a:spcAft>
                <a:spcPts val="0"/>
              </a:spcAft>
              <a:buClrTx/>
              <a:buSzTx/>
              <a:buFontTx/>
            </a:pPr>
            <a:endParaRPr lang="zh-CN" altLang="en-US" sz="1600">
              <a:ln>
                <a:noFill/>
              </a:ln>
              <a:solidFill>
                <a:srgbClr val="000000"/>
              </a:solidFill>
              <a:effectLst/>
              <a:uFillTx/>
              <a:latin typeface="Arial" panose="020B0604020202090204" pitchFamily="34" charset="0"/>
              <a:ea typeface="微软雅黑" panose="020B0502040204020203" pitchFamily="34" charset="-122"/>
              <a:cs typeface="Arial" panose="020B0604020202090204" pitchFamily="34" charset="0"/>
              <a:sym typeface="Helvetica Neue Medium" panose="02000503000000020004"/>
            </a:endParaRPr>
          </a:p>
        </p:txBody>
      </p:sp>
      <p:sp>
        <p:nvSpPr>
          <p:cNvPr id="47" name="三角形 43"/>
          <p:cNvSpPr/>
          <p:nvPr>
            <p:custDataLst>
              <p:tags r:id="rId23"/>
            </p:custDataLst>
          </p:nvPr>
        </p:nvSpPr>
        <p:spPr>
          <a:xfrm rot="5400000">
            <a:off x="6624320" y="4289108"/>
            <a:ext cx="659765" cy="276225"/>
          </a:xfrm>
          <a:prstGeom prst="triangle">
            <a:avLst/>
          </a:prstGeom>
          <a:gradFill flip="none" rotWithShape="0">
            <a:gsLst>
              <a:gs pos="0">
                <a:srgbClr val="FFC000">
                  <a:alpha val="0"/>
                </a:srgbClr>
              </a:gs>
              <a:gs pos="100000">
                <a:srgbClr val="FFC000"/>
              </a:gs>
            </a:gsLst>
            <a:lin ang="0" scaled="0"/>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 name="五边形 47"/>
          <p:cNvSpPr/>
          <p:nvPr>
            <p:custDataLst>
              <p:tags r:id="rId24"/>
            </p:custDataLst>
          </p:nvPr>
        </p:nvSpPr>
        <p:spPr>
          <a:xfrm>
            <a:off x="6813550" y="5063490"/>
            <a:ext cx="351790" cy="1017905"/>
          </a:xfrm>
          <a:prstGeom prst="homePlate">
            <a:avLst>
              <a:gd name="adj" fmla="val 100000"/>
            </a:avLst>
          </a:prstGeom>
          <a:gradFill>
            <a:gsLst>
              <a:gs pos="0">
                <a:srgbClr val="FFC000">
                  <a:alpha val="0"/>
                </a:srgbClr>
              </a:gs>
              <a:gs pos="99000">
                <a:srgbClr val="FFC000">
                  <a:alpha val="40000"/>
                </a:srgbClr>
              </a:gs>
            </a:gsLst>
            <a:lin ang="0" scaled="0"/>
          </a:gradFill>
          <a:ln w="9525" cap="flat" cmpd="sng" algn="ctr">
            <a:gradFill flip="none" rotWithShape="1">
              <a:gsLst>
                <a:gs pos="0">
                  <a:srgbClr val="FFC000">
                    <a:alpha val="0"/>
                  </a:srgbClr>
                </a:gs>
                <a:gs pos="100000">
                  <a:srgbClr val="FFC000"/>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49" name="三角形 45"/>
          <p:cNvSpPr/>
          <p:nvPr/>
        </p:nvSpPr>
        <p:spPr>
          <a:xfrm rot="5400000">
            <a:off x="6021070" y="4289108"/>
            <a:ext cx="659765" cy="276225"/>
          </a:xfrm>
          <a:prstGeom prst="triangle">
            <a:avLst/>
          </a:prstGeom>
          <a:gradFill flip="none" rotWithShape="0">
            <a:gsLst>
              <a:gs pos="100000">
                <a:srgbClr val="00B050"/>
              </a:gs>
              <a:gs pos="0">
                <a:srgbClr val="00B050">
                  <a:alpha val="0"/>
                </a:srgbClr>
              </a:gs>
            </a:gsLst>
            <a:lin ang="0" scaled="0"/>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2" name="五边形 51"/>
          <p:cNvSpPr/>
          <p:nvPr/>
        </p:nvSpPr>
        <p:spPr>
          <a:xfrm>
            <a:off x="6211570" y="5063490"/>
            <a:ext cx="351790" cy="1017905"/>
          </a:xfrm>
          <a:prstGeom prst="homePlate">
            <a:avLst>
              <a:gd name="adj" fmla="val 100000"/>
            </a:avLst>
          </a:prstGeom>
          <a:gradFill>
            <a:gsLst>
              <a:gs pos="0">
                <a:srgbClr val="00B050">
                  <a:alpha val="0"/>
                </a:srgbClr>
              </a:gs>
              <a:gs pos="100000">
                <a:srgbClr val="00B050">
                  <a:alpha val="40000"/>
                </a:srgbClr>
              </a:gs>
            </a:gsLst>
            <a:lin ang="0" scaled="0"/>
          </a:gradFill>
          <a:ln w="9525" cap="flat" cmpd="sng" algn="ctr">
            <a:gradFill flip="none" rotWithShape="1">
              <a:gsLst>
                <a:gs pos="0">
                  <a:srgbClr val="00B050">
                    <a:alpha val="0"/>
                  </a:srgbClr>
                </a:gs>
                <a:gs pos="99000">
                  <a:srgbClr val="00B050"/>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lstStyle/>
          <a:p>
            <a:pPr lvl="0" algn="ctr">
              <a:spcBef>
                <a:spcPts val="0"/>
              </a:spcBef>
              <a:spcAft>
                <a:spcPts val="0"/>
              </a:spcAft>
              <a:buClrTx/>
              <a:buSzTx/>
              <a:buFontTx/>
              <a:defRPr/>
            </a:pPr>
            <a:endParaRPr lang="zh-CN" altLang="en-US" sz="2400" kern="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 name="椭圆 12"/>
          <p:cNvSpPr>
            <a:spLocks noChangeAspect="1"/>
          </p:cNvSpPr>
          <p:nvPr/>
        </p:nvSpPr>
        <p:spPr>
          <a:xfrm>
            <a:off x="854075" y="5106965"/>
            <a:ext cx="216000" cy="216000"/>
          </a:xfrm>
          <a:prstGeom prst="ellipse">
            <a:avLst/>
          </a:prstGeom>
          <a:solidFill>
            <a:schemeClr val="accent1"/>
          </a:solidFill>
          <a:ln w="50800">
            <a:solidFill>
              <a:schemeClr val="accent1">
                <a:lumMod val="20000"/>
                <a:lumOff val="80000"/>
              </a:schemeClr>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gradFill>
                <a:gsLst>
                  <a:gs pos="100000">
                    <a:srgbClr val="3D7FFF"/>
                  </a:gs>
                  <a:gs pos="0">
                    <a:srgbClr val="B5E8FE"/>
                  </a:gs>
                </a:gsLst>
                <a:lin ang="0" scaled="0"/>
              </a:gradFill>
              <a:latin typeface="Arial" panose="020B0604020202090204" pitchFamily="34" charset="0"/>
              <a:ea typeface="微软雅黑" panose="020B0502040204020203" pitchFamily="34" charset="-122"/>
              <a:cs typeface="Arial" panose="020B0604020202090204" pitchFamily="34" charset="0"/>
            </a:endParaRPr>
          </a:p>
        </p:txBody>
      </p:sp>
      <p:sp>
        <p:nvSpPr>
          <p:cNvPr id="16" name="椭圆 15"/>
          <p:cNvSpPr>
            <a:spLocks noChangeAspect="1"/>
          </p:cNvSpPr>
          <p:nvPr/>
        </p:nvSpPr>
        <p:spPr>
          <a:xfrm>
            <a:off x="1497694" y="5106965"/>
            <a:ext cx="216000" cy="216000"/>
          </a:xfrm>
          <a:prstGeom prst="ellipse">
            <a:avLst/>
          </a:prstGeom>
          <a:solidFill>
            <a:schemeClr val="accent5"/>
          </a:solidFill>
          <a:ln w="50800">
            <a:solidFill>
              <a:schemeClr val="accent5">
                <a:lumMod val="20000"/>
                <a:lumOff val="80000"/>
              </a:schemeClr>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gradFill>
                <a:gsLst>
                  <a:gs pos="100000">
                    <a:srgbClr val="3D7FFF"/>
                  </a:gs>
                  <a:gs pos="0">
                    <a:srgbClr val="B5E8FE"/>
                  </a:gs>
                </a:gsLst>
                <a:lin ang="0" scaled="0"/>
              </a:gradFill>
              <a:latin typeface="Arial" panose="020B0604020202090204" pitchFamily="34" charset="0"/>
              <a:ea typeface="微软雅黑" panose="020B0502040204020203" pitchFamily="34" charset="-122"/>
              <a:cs typeface="Arial" panose="020B0604020202090204" pitchFamily="34" charset="0"/>
            </a:endParaRPr>
          </a:p>
        </p:txBody>
      </p:sp>
      <p:sp>
        <p:nvSpPr>
          <p:cNvPr id="18" name="椭圆 17"/>
          <p:cNvSpPr>
            <a:spLocks noChangeAspect="1"/>
          </p:cNvSpPr>
          <p:nvPr/>
        </p:nvSpPr>
        <p:spPr>
          <a:xfrm>
            <a:off x="2141313" y="5106965"/>
            <a:ext cx="216000" cy="216000"/>
          </a:xfrm>
          <a:prstGeom prst="ellipse">
            <a:avLst/>
          </a:prstGeom>
          <a:solidFill>
            <a:schemeClr val="accent3"/>
          </a:solidFill>
          <a:ln w="50800">
            <a:solidFill>
              <a:schemeClr val="accent3">
                <a:lumMod val="20000"/>
                <a:lumOff val="80000"/>
              </a:schemeClr>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gradFill>
                <a:gsLst>
                  <a:gs pos="100000">
                    <a:srgbClr val="3D7FFF"/>
                  </a:gs>
                  <a:gs pos="0">
                    <a:srgbClr val="B5E8FE"/>
                  </a:gs>
                </a:gsLst>
                <a:lin ang="0" scaled="0"/>
              </a:gradFill>
              <a:latin typeface="Arial" panose="020B0604020202090204" pitchFamily="34" charset="0"/>
              <a:ea typeface="微软雅黑" panose="020B0502040204020203" pitchFamily="34" charset="-122"/>
              <a:cs typeface="Arial" panose="020B0604020202090204" pitchFamily="34" charset="0"/>
            </a:endParaRPr>
          </a:p>
        </p:txBody>
      </p:sp>
      <p:sp>
        <p:nvSpPr>
          <p:cNvPr id="19" name="椭圆 18"/>
          <p:cNvSpPr>
            <a:spLocks noChangeAspect="1"/>
          </p:cNvSpPr>
          <p:nvPr/>
        </p:nvSpPr>
        <p:spPr>
          <a:xfrm>
            <a:off x="2784932" y="5106965"/>
            <a:ext cx="216000" cy="216000"/>
          </a:xfrm>
          <a:prstGeom prst="ellipse">
            <a:avLst/>
          </a:prstGeom>
          <a:solidFill>
            <a:srgbClr val="00B050"/>
          </a:solidFill>
          <a:ln w="50800">
            <a:solidFill>
              <a:srgbClr val="D8EFD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gradFill>
                <a:gsLst>
                  <a:gs pos="100000">
                    <a:srgbClr val="3D7FFF"/>
                  </a:gs>
                  <a:gs pos="0">
                    <a:srgbClr val="B5E8FE"/>
                  </a:gs>
                </a:gsLst>
                <a:lin ang="0" scaled="0"/>
              </a:gradFill>
              <a:latin typeface="Arial" panose="020B0604020202090204" pitchFamily="34" charset="0"/>
              <a:ea typeface="微软雅黑" panose="020B0502040204020203" pitchFamily="34" charset="-122"/>
              <a:cs typeface="Arial" panose="020B0604020202090204" pitchFamily="34" charset="0"/>
            </a:endParaRPr>
          </a:p>
        </p:txBody>
      </p:sp>
      <p:sp>
        <p:nvSpPr>
          <p:cNvPr id="20" name="椭圆 19"/>
          <p:cNvSpPr>
            <a:spLocks noChangeAspect="1"/>
          </p:cNvSpPr>
          <p:nvPr/>
        </p:nvSpPr>
        <p:spPr>
          <a:xfrm>
            <a:off x="3428549" y="5106965"/>
            <a:ext cx="216000" cy="216000"/>
          </a:xfrm>
          <a:prstGeom prst="ellipse">
            <a:avLst/>
          </a:prstGeom>
          <a:solidFill>
            <a:srgbClr val="FFC000"/>
          </a:solidFill>
          <a:ln w="50800">
            <a:solidFill>
              <a:srgbClr val="FFF2D6"/>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gradFill>
                <a:gsLst>
                  <a:gs pos="100000">
                    <a:srgbClr val="3D7FFF"/>
                  </a:gs>
                  <a:gs pos="0">
                    <a:srgbClr val="B5E8FE"/>
                  </a:gs>
                </a:gsLst>
                <a:lin ang="0" scaled="0"/>
              </a:gradFill>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065172" y="2827833"/>
            <a:ext cx="6297770" cy="706755"/>
          </a:xfrm>
        </p:spPr>
        <p:txBody>
          <a:bodyPr/>
          <a:lstStyle/>
          <a:p>
            <a:r>
              <a:rPr lang="zh-CN" altLang="en-US" b="1" dirty="0">
                <a:latin typeface="+mj-ea"/>
                <a:ea typeface="+mj-ea"/>
              </a:rPr>
              <a:t>图标库</a:t>
            </a:r>
            <a:endParaRPr lang="zh-CN" altLang="en-US" b="1" dirty="0">
              <a:latin typeface="+mj-ea"/>
              <a:ea typeface="+mj-ea"/>
            </a:endParaRPr>
          </a:p>
        </p:txBody>
      </p:sp>
      <p:sp>
        <p:nvSpPr>
          <p:cNvPr id="3" name="文本占位符 2"/>
          <p:cNvSpPr>
            <a:spLocks noGrp="1"/>
          </p:cNvSpPr>
          <p:nvPr>
            <p:ph type="body" sz="quarter" idx="10"/>
          </p:nvPr>
        </p:nvSpPr>
        <p:spPr>
          <a:xfrm>
            <a:off x="714626" y="2458580"/>
            <a:ext cx="1666875" cy="1445260"/>
          </a:xfrm>
        </p:spPr>
        <p:txBody>
          <a:bodyPr/>
          <a:lstStyle/>
          <a:p>
            <a:r>
              <a:rPr lang="en-US" altLang="zh-CN"/>
              <a:t>02</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1656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基础</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90" name="图片 89" descr="基础-城市建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89425" y="5342890"/>
            <a:ext cx="419100" cy="419100"/>
          </a:xfrm>
          <a:prstGeom prst="rect">
            <a:avLst/>
          </a:prstGeom>
        </p:spPr>
      </p:pic>
      <p:pic>
        <p:nvPicPr>
          <p:cNvPr id="91" name="图片 90" descr="基础-大屏"/>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6145" y="5342890"/>
            <a:ext cx="419100" cy="419100"/>
          </a:xfrm>
          <a:prstGeom prst="rect">
            <a:avLst/>
          </a:prstGeom>
        </p:spPr>
      </p:pic>
      <p:pic>
        <p:nvPicPr>
          <p:cNvPr id="93" name="图片 92" descr="基础-发布"/>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7260" y="1382395"/>
            <a:ext cx="419100" cy="419100"/>
          </a:xfrm>
          <a:prstGeom prst="rect">
            <a:avLst/>
          </a:prstGeom>
        </p:spPr>
      </p:pic>
      <p:pic>
        <p:nvPicPr>
          <p:cNvPr id="94" name="图片 93" descr="基础-服务器"/>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0540" y="4010660"/>
            <a:ext cx="419100" cy="419100"/>
          </a:xfrm>
          <a:prstGeom prst="rect">
            <a:avLst/>
          </a:prstGeom>
        </p:spPr>
      </p:pic>
      <p:pic>
        <p:nvPicPr>
          <p:cNvPr id="95" name="图片 94" descr="基础-工作台"/>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2698750"/>
            <a:ext cx="419100" cy="419100"/>
          </a:xfrm>
          <a:prstGeom prst="rect">
            <a:avLst/>
          </a:prstGeom>
        </p:spPr>
      </p:pic>
      <p:pic>
        <p:nvPicPr>
          <p:cNvPr id="100" name="图片 99" descr="基础-客服"/>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1885" y="5342890"/>
            <a:ext cx="419100" cy="419100"/>
          </a:xfrm>
          <a:prstGeom prst="rect">
            <a:avLst/>
          </a:prstGeom>
        </p:spPr>
      </p:pic>
      <p:pic>
        <p:nvPicPr>
          <p:cNvPr id="101" name="图片 100" descr="基础-浏览器"/>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75620" y="5342890"/>
            <a:ext cx="419100" cy="419100"/>
          </a:xfrm>
          <a:prstGeom prst="rect">
            <a:avLst/>
          </a:prstGeom>
        </p:spPr>
      </p:pic>
      <p:pic>
        <p:nvPicPr>
          <p:cNvPr id="102" name="图片 101" descr="基础-媒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79720" y="2698750"/>
            <a:ext cx="419100" cy="419100"/>
          </a:xfrm>
          <a:prstGeom prst="rect">
            <a:avLst/>
          </a:prstGeom>
        </p:spPr>
      </p:pic>
      <p:pic>
        <p:nvPicPr>
          <p:cNvPr id="103" name="图片 102" descr="基础-平板"/>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07785" y="5342890"/>
            <a:ext cx="419100" cy="419100"/>
          </a:xfrm>
          <a:prstGeom prst="rect">
            <a:avLst/>
          </a:prstGeom>
        </p:spPr>
      </p:pic>
      <p:pic>
        <p:nvPicPr>
          <p:cNvPr id="105" name="图片 104" descr="基础-日志服务"/>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261360" y="4010660"/>
            <a:ext cx="419100" cy="419100"/>
          </a:xfrm>
          <a:prstGeom prst="rect">
            <a:avLst/>
          </a:prstGeom>
        </p:spPr>
      </p:pic>
      <p:pic>
        <p:nvPicPr>
          <p:cNvPr id="106" name="图片 105" descr="基础-视频"/>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261360" y="2698750"/>
            <a:ext cx="419100" cy="419100"/>
          </a:xfrm>
          <a:prstGeom prst="rect">
            <a:avLst/>
          </a:prstGeom>
        </p:spPr>
      </p:pic>
      <p:pic>
        <p:nvPicPr>
          <p:cNvPr id="107" name="图片 106" descr="基础-手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98080" y="5342890"/>
            <a:ext cx="419100" cy="419100"/>
          </a:xfrm>
          <a:prstGeom prst="rect">
            <a:avLst/>
          </a:prstGeom>
        </p:spPr>
      </p:pic>
      <p:pic>
        <p:nvPicPr>
          <p:cNvPr id="108" name="图片 107" descr="基础-数据洞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438900" y="4010660"/>
            <a:ext cx="419100" cy="419100"/>
          </a:xfrm>
          <a:prstGeom prst="rect">
            <a:avLst/>
          </a:prstGeom>
        </p:spPr>
      </p:pic>
      <p:pic>
        <p:nvPicPr>
          <p:cNvPr id="109" name="图片 108" descr="基础-数据库迁移"/>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320540" y="1382395"/>
            <a:ext cx="419100" cy="419100"/>
          </a:xfrm>
          <a:prstGeom prst="rect">
            <a:avLst/>
          </a:prstGeom>
        </p:spPr>
      </p:pic>
      <p:pic>
        <p:nvPicPr>
          <p:cNvPr id="110" name="图片 109" descr="基础-数据模型"/>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498080" y="2698750"/>
            <a:ext cx="419100" cy="419100"/>
          </a:xfrm>
          <a:prstGeom prst="rect">
            <a:avLst/>
          </a:prstGeom>
        </p:spPr>
      </p:pic>
      <p:pic>
        <p:nvPicPr>
          <p:cNvPr id="111" name="图片 110" descr="基础-数据容器"/>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616440" y="2698750"/>
            <a:ext cx="419100" cy="419100"/>
          </a:xfrm>
          <a:prstGeom prst="rect">
            <a:avLst/>
          </a:prstGeom>
        </p:spPr>
      </p:pic>
      <p:pic>
        <p:nvPicPr>
          <p:cNvPr id="113" name="图片 112" descr="基础-数据资产"/>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43000" y="1382395"/>
            <a:ext cx="419100" cy="419100"/>
          </a:xfrm>
          <a:prstGeom prst="rect">
            <a:avLst/>
          </a:prstGeom>
        </p:spPr>
      </p:pic>
      <p:pic>
        <p:nvPicPr>
          <p:cNvPr id="114" name="图片 113" descr="基础-通话"/>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9585325" y="5342890"/>
            <a:ext cx="419100" cy="419100"/>
          </a:xfrm>
          <a:prstGeom prst="rect">
            <a:avLst/>
          </a:prstGeom>
        </p:spPr>
      </p:pic>
      <p:pic>
        <p:nvPicPr>
          <p:cNvPr id="116" name="图片 115" descr="基础-团队"/>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675620" y="4010660"/>
            <a:ext cx="419100" cy="419100"/>
          </a:xfrm>
          <a:prstGeom prst="rect">
            <a:avLst/>
          </a:prstGeom>
        </p:spPr>
      </p:pic>
      <p:pic>
        <p:nvPicPr>
          <p:cNvPr id="117" name="图片 116" descr="基础-网站&amp;网络"/>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9616440" y="1382395"/>
            <a:ext cx="419100" cy="419100"/>
          </a:xfrm>
          <a:prstGeom prst="rect">
            <a:avLst/>
          </a:prstGeom>
        </p:spPr>
      </p:pic>
      <p:pic>
        <p:nvPicPr>
          <p:cNvPr id="120" name="图片 119" descr="基础-消息&amp;短信"/>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0675620" y="1382395"/>
            <a:ext cx="419100" cy="419100"/>
          </a:xfrm>
          <a:prstGeom prst="rect">
            <a:avLst/>
          </a:prstGeom>
        </p:spPr>
      </p:pic>
      <p:pic>
        <p:nvPicPr>
          <p:cNvPr id="123" name="图片 122" descr="基础-性能计算"/>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5379720" y="4010660"/>
            <a:ext cx="419100" cy="419100"/>
          </a:xfrm>
          <a:prstGeom prst="rect">
            <a:avLst/>
          </a:prstGeom>
        </p:spPr>
      </p:pic>
      <p:pic>
        <p:nvPicPr>
          <p:cNvPr id="124" name="图片 123" descr="基础-应用市场"/>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0675620" y="2698750"/>
            <a:ext cx="419100" cy="419100"/>
          </a:xfrm>
          <a:prstGeom prst="rect">
            <a:avLst/>
          </a:prstGeom>
        </p:spPr>
      </p:pic>
      <p:pic>
        <p:nvPicPr>
          <p:cNvPr id="126" name="图片 125" descr="基础-邮箱"/>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2171065" y="5342890"/>
            <a:ext cx="419100" cy="419100"/>
          </a:xfrm>
          <a:prstGeom prst="rect">
            <a:avLst/>
          </a:prstGeom>
        </p:spPr>
      </p:pic>
      <p:pic>
        <p:nvPicPr>
          <p:cNvPr id="127" name="图片 126" descr="基础-语音&amp;音频"/>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4320540" y="2698750"/>
            <a:ext cx="419100" cy="419100"/>
          </a:xfrm>
          <a:prstGeom prst="rect">
            <a:avLst/>
          </a:prstGeom>
        </p:spPr>
      </p:pic>
      <p:pic>
        <p:nvPicPr>
          <p:cNvPr id="128" name="图片 127" descr="基础-云虚拟主机"/>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7498080" y="4010660"/>
            <a:ext cx="419100" cy="419100"/>
          </a:xfrm>
          <a:prstGeom prst="rect">
            <a:avLst/>
          </a:prstGeom>
        </p:spPr>
      </p:pic>
      <p:pic>
        <p:nvPicPr>
          <p:cNvPr id="129" name="图片 128" descr="基础-政策文件"/>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3230245" y="5342890"/>
            <a:ext cx="419100" cy="419100"/>
          </a:xfrm>
          <a:prstGeom prst="rect">
            <a:avLst/>
          </a:prstGeom>
        </p:spPr>
      </p:pic>
      <p:pic>
        <p:nvPicPr>
          <p:cNvPr id="130" name="图片 129" descr="基础-主机迁移"/>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3261360" y="1382395"/>
            <a:ext cx="419100" cy="419100"/>
          </a:xfrm>
          <a:prstGeom prst="rect">
            <a:avLst/>
          </a:prstGeom>
        </p:spPr>
      </p:pic>
      <p:pic>
        <p:nvPicPr>
          <p:cNvPr id="131" name="图片 130" descr="基础-桌面"/>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5348605" y="5342890"/>
            <a:ext cx="419100" cy="419100"/>
          </a:xfrm>
          <a:prstGeom prst="rect">
            <a:avLst/>
          </a:prstGeom>
        </p:spPr>
      </p:pic>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数据资产</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区块链服务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主机迁移</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数据迁移</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项目管理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代码</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部署</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发布</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网站</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&amp;</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网络</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消息</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&amp;</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短信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2" name="副标题 5"/>
          <p:cNvSpPr>
            <a:spLocks noGrp="1"/>
          </p:cNvSpPr>
          <p:nvPr/>
        </p:nvSpPr>
        <p:spPr>
          <a:xfrm>
            <a:off x="8521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工作台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3" name="副标题 5"/>
          <p:cNvSpPr>
            <a:spLocks noGrp="1"/>
          </p:cNvSpPr>
          <p:nvPr/>
        </p:nvSpPr>
        <p:spPr>
          <a:xfrm>
            <a:off x="19113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开发者服务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4" name="副标题 5"/>
          <p:cNvSpPr>
            <a:spLocks noGrp="1"/>
          </p:cNvSpPr>
          <p:nvPr/>
        </p:nvSpPr>
        <p:spPr>
          <a:xfrm>
            <a:off x="29705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视频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5" name="副标题 5"/>
          <p:cNvSpPr>
            <a:spLocks noGrp="1"/>
          </p:cNvSpPr>
          <p:nvPr/>
        </p:nvSpPr>
        <p:spPr>
          <a:xfrm>
            <a:off x="402971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语音</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&amp;</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音频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6" name="副标题 5"/>
          <p:cNvSpPr>
            <a:spLocks noGrp="1"/>
          </p:cNvSpPr>
          <p:nvPr/>
        </p:nvSpPr>
        <p:spPr>
          <a:xfrm>
            <a:off x="508889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媒体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7" name="副标题 5"/>
          <p:cNvSpPr>
            <a:spLocks noGrp="1"/>
          </p:cNvSpPr>
          <p:nvPr/>
        </p:nvSpPr>
        <p:spPr>
          <a:xfrm>
            <a:off x="61480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图形图像</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8" name="副标题 5"/>
          <p:cNvSpPr>
            <a:spLocks noGrp="1"/>
          </p:cNvSpPr>
          <p:nvPr/>
        </p:nvSpPr>
        <p:spPr>
          <a:xfrm>
            <a:off x="72072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数据模型</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9" name="副标题 5"/>
          <p:cNvSpPr>
            <a:spLocks noGrp="1"/>
          </p:cNvSpPr>
          <p:nvPr/>
        </p:nvSpPr>
        <p:spPr>
          <a:xfrm>
            <a:off x="82664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数据引擎</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0" name="副标题 5"/>
          <p:cNvSpPr>
            <a:spLocks noGrp="1"/>
          </p:cNvSpPr>
          <p:nvPr/>
        </p:nvSpPr>
        <p:spPr>
          <a:xfrm>
            <a:off x="932561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数据容器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1" name="副标题 5"/>
          <p:cNvSpPr>
            <a:spLocks noGrp="1"/>
          </p:cNvSpPr>
          <p:nvPr/>
        </p:nvSpPr>
        <p:spPr>
          <a:xfrm>
            <a:off x="1038479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应用市场</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文件存储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消息队列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日志服务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服务器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性能计算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数据洞察</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云虚拟主机</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用户</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用户</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-2</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团队</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客服</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邮件</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&amp;</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邮箱</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政策文件</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城市建设</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桌面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平板</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手机</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大屏</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通话</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浏览器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172" name="图片 171" descr="其他-用户"/>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9616440" y="4010660"/>
            <a:ext cx="419100" cy="419100"/>
          </a:xfrm>
          <a:prstGeom prst="rect">
            <a:avLst/>
          </a:prstGeom>
        </p:spPr>
      </p:pic>
      <p:pic>
        <p:nvPicPr>
          <p:cNvPr id="174" name="图片 173" descr="基础-区块链服务"/>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202180" y="1382395"/>
            <a:ext cx="419100" cy="419100"/>
          </a:xfrm>
          <a:prstGeom prst="rect">
            <a:avLst/>
          </a:prstGeom>
        </p:spPr>
      </p:pic>
      <p:pic>
        <p:nvPicPr>
          <p:cNvPr id="176" name="图片 175" descr="基础-代码管理"/>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6438900" y="1382395"/>
            <a:ext cx="419100" cy="419100"/>
          </a:xfrm>
          <a:prstGeom prst="rect">
            <a:avLst/>
          </a:prstGeom>
        </p:spPr>
      </p:pic>
      <p:pic>
        <p:nvPicPr>
          <p:cNvPr id="177" name="图片 176" descr="基础-开发者服务"/>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202180" y="2698750"/>
            <a:ext cx="419100" cy="419100"/>
          </a:xfrm>
          <a:prstGeom prst="rect">
            <a:avLst/>
          </a:prstGeom>
        </p:spPr>
      </p:pic>
      <p:pic>
        <p:nvPicPr>
          <p:cNvPr id="179" name="图片 178" descr="基础-图形图像"/>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6438900" y="2698750"/>
            <a:ext cx="419100" cy="419100"/>
          </a:xfrm>
          <a:prstGeom prst="rect">
            <a:avLst/>
          </a:prstGeom>
        </p:spPr>
      </p:pic>
      <p:pic>
        <p:nvPicPr>
          <p:cNvPr id="181" name="图片 180" descr="基础-项目管理"/>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5379720" y="1382395"/>
            <a:ext cx="419100" cy="419100"/>
          </a:xfrm>
          <a:prstGeom prst="rect">
            <a:avLst/>
          </a:prstGeom>
        </p:spPr>
      </p:pic>
      <p:pic>
        <p:nvPicPr>
          <p:cNvPr id="183" name="图片 182" descr="基础-用户"/>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8557260" y="4010660"/>
            <a:ext cx="419100" cy="419100"/>
          </a:xfrm>
          <a:prstGeom prst="rect">
            <a:avLst/>
          </a:prstGeom>
        </p:spPr>
      </p:pic>
      <p:pic>
        <p:nvPicPr>
          <p:cNvPr id="184" name="图片 183" descr="基础-部署"/>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7466965" y="1382395"/>
            <a:ext cx="419100" cy="419100"/>
          </a:xfrm>
          <a:prstGeom prst="rect">
            <a:avLst/>
          </a:prstGeom>
        </p:spPr>
      </p:pic>
      <p:pic>
        <p:nvPicPr>
          <p:cNvPr id="185" name="图片 184" descr="基础-数据引擎"/>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8557260" y="2698750"/>
            <a:ext cx="419100" cy="419100"/>
          </a:xfrm>
          <a:prstGeom prst="rect">
            <a:avLst/>
          </a:prstGeom>
        </p:spPr>
      </p:pic>
      <p:pic>
        <p:nvPicPr>
          <p:cNvPr id="186" name="图片 185" descr="基础-文件存储"/>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1143000" y="4010660"/>
            <a:ext cx="419100" cy="419100"/>
          </a:xfrm>
          <a:prstGeom prst="rect">
            <a:avLst/>
          </a:prstGeom>
        </p:spPr>
      </p:pic>
      <p:pic>
        <p:nvPicPr>
          <p:cNvPr id="187" name="图片 186" descr="基础-消息列队"/>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2202180" y="4010660"/>
            <a:ext cx="419100" cy="419100"/>
          </a:xfrm>
          <a:prstGeom prst="rect">
            <a:avLst/>
          </a:prstGeom>
        </p:spPr>
      </p:pic>
      <p:sp>
        <p:nvSpPr>
          <p:cNvPr id="4" name="标题 3"/>
          <p:cNvSpPr/>
          <p:nvPr>
            <p:ph type="title"/>
          </p:nvPr>
        </p:nvSpPr>
        <p:spPr/>
        <p:txBody>
          <a:bodyPr/>
          <a:p>
            <a:r>
              <a:rPr>
                <a:sym typeface="+mn-ea"/>
              </a:rPr>
              <a:t>小图标</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0640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基础</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96" name="图片 95" descr="基础-接口-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1360" y="1446530"/>
            <a:ext cx="419100" cy="419100"/>
          </a:xfrm>
          <a:prstGeom prst="rect">
            <a:avLst/>
          </a:prstGeom>
        </p:spPr>
      </p:pic>
      <p:pic>
        <p:nvPicPr>
          <p:cNvPr id="97" name="图片 96" descr="基础-接口-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0540" y="1446530"/>
            <a:ext cx="419100" cy="419100"/>
          </a:xfrm>
          <a:prstGeom prst="rect">
            <a:avLst/>
          </a:prstGeom>
        </p:spPr>
      </p:pic>
      <p:pic>
        <p:nvPicPr>
          <p:cNvPr id="98" name="图片 97" descr="基础-节点"/>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2180" y="1446530"/>
            <a:ext cx="419100" cy="419100"/>
          </a:xfrm>
          <a:prstGeom prst="rect">
            <a:avLst/>
          </a:prstGeom>
        </p:spPr>
      </p:pic>
      <p:pic>
        <p:nvPicPr>
          <p:cNvPr id="122" name="图片 121" descr="基础-芯片"/>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1446530"/>
            <a:ext cx="419100" cy="419100"/>
          </a:xfrm>
          <a:prstGeom prst="rect">
            <a:avLst/>
          </a:prstGeom>
        </p:spPr>
      </p:pic>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芯片</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节点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接口</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-1</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接口</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-2</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数据库迁移</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数据库备份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数据库存储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图数据库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文档数据库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云数据库</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MySQL</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云数据库SQL_Server</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云数据库MongoDB</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云数据库HBase</a:t>
            </a:r>
            <a:endParaRPr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云数据库Hive</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DM</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云数据库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公有云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专有云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私有云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406400" y="313690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数据库</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 name="图片 5" descr="数据库-数据库备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02180" y="4010660"/>
            <a:ext cx="419100" cy="419100"/>
          </a:xfrm>
          <a:prstGeom prst="rect">
            <a:avLst/>
          </a:prstGeom>
        </p:spPr>
      </p:pic>
      <p:pic>
        <p:nvPicPr>
          <p:cNvPr id="7" name="图片 6" descr="数据库-数据库存储"/>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61360" y="4010660"/>
            <a:ext cx="419100" cy="419100"/>
          </a:xfrm>
          <a:prstGeom prst="rect">
            <a:avLst/>
          </a:prstGeom>
        </p:spPr>
      </p:pic>
      <p:pic>
        <p:nvPicPr>
          <p:cNvPr id="8" name="图片 7" descr="数据库-数据库迁移"/>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3000" y="4010660"/>
            <a:ext cx="419100" cy="419100"/>
          </a:xfrm>
          <a:prstGeom prst="rect">
            <a:avLst/>
          </a:prstGeom>
        </p:spPr>
      </p:pic>
      <p:pic>
        <p:nvPicPr>
          <p:cNvPr id="10" name="图片 9" descr="数据库-图数据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320540" y="4010660"/>
            <a:ext cx="419100" cy="419100"/>
          </a:xfrm>
          <a:prstGeom prst="rect">
            <a:avLst/>
          </a:prstGeom>
        </p:spPr>
      </p:pic>
      <p:pic>
        <p:nvPicPr>
          <p:cNvPr id="11" name="图片 10" descr="数据库-文档数据库"/>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79720" y="4010660"/>
            <a:ext cx="419100" cy="419100"/>
          </a:xfrm>
          <a:prstGeom prst="rect">
            <a:avLst/>
          </a:prstGeom>
        </p:spPr>
      </p:pic>
      <p:pic>
        <p:nvPicPr>
          <p:cNvPr id="12" name="图片 11" descr="数据库-云数据库"/>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171065" y="5342890"/>
            <a:ext cx="419100" cy="419100"/>
          </a:xfrm>
          <a:prstGeom prst="rect">
            <a:avLst/>
          </a:prstGeom>
        </p:spPr>
      </p:pic>
      <p:pic>
        <p:nvPicPr>
          <p:cNvPr id="13" name="图片 12" descr="数据库-云数据库DM"/>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43000" y="5342890"/>
            <a:ext cx="419100" cy="419100"/>
          </a:xfrm>
          <a:prstGeom prst="rect">
            <a:avLst/>
          </a:prstGeom>
        </p:spPr>
      </p:pic>
      <p:pic>
        <p:nvPicPr>
          <p:cNvPr id="14" name="图片 13" descr="数据库-云数据库Hbase"/>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616440" y="4010660"/>
            <a:ext cx="419100" cy="419100"/>
          </a:xfrm>
          <a:prstGeom prst="rect">
            <a:avLst/>
          </a:prstGeom>
        </p:spPr>
      </p:pic>
      <p:pic>
        <p:nvPicPr>
          <p:cNvPr id="15" name="图片 14" descr="数据库-云数据库Hive"/>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675620" y="4010660"/>
            <a:ext cx="419100" cy="419100"/>
          </a:xfrm>
          <a:prstGeom prst="rect">
            <a:avLst/>
          </a:prstGeom>
        </p:spPr>
      </p:pic>
      <p:pic>
        <p:nvPicPr>
          <p:cNvPr id="16" name="图片 15" descr="数据库-云数据库MongoDB"/>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557260" y="4010660"/>
            <a:ext cx="419100" cy="419100"/>
          </a:xfrm>
          <a:prstGeom prst="rect">
            <a:avLst/>
          </a:prstGeom>
        </p:spPr>
      </p:pic>
      <p:pic>
        <p:nvPicPr>
          <p:cNvPr id="17" name="图片 16" descr="数据库-云数据库MySQL"/>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438900" y="4010660"/>
            <a:ext cx="419100" cy="419100"/>
          </a:xfrm>
          <a:prstGeom prst="rect">
            <a:avLst/>
          </a:prstGeom>
        </p:spPr>
      </p:pic>
      <p:pic>
        <p:nvPicPr>
          <p:cNvPr id="18" name="图片 17" descr="数据库-云数据库SQL_Serve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498080" y="4010660"/>
            <a:ext cx="419100" cy="419100"/>
          </a:xfrm>
          <a:prstGeom prst="rect">
            <a:avLst/>
          </a:prstGeom>
        </p:spPr>
      </p:pic>
      <p:pic>
        <p:nvPicPr>
          <p:cNvPr id="46" name="图片 45" descr="数据库-公有云"/>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3246120" y="5342890"/>
            <a:ext cx="419100" cy="419100"/>
          </a:xfrm>
          <a:prstGeom prst="rect">
            <a:avLst/>
          </a:prstGeom>
        </p:spPr>
      </p:pic>
      <p:pic>
        <p:nvPicPr>
          <p:cNvPr id="47" name="图片 46" descr="数据库-私有云"/>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348605" y="5342890"/>
            <a:ext cx="419100" cy="419100"/>
          </a:xfrm>
          <a:prstGeom prst="rect">
            <a:avLst/>
          </a:prstGeom>
        </p:spPr>
      </p:pic>
      <p:pic>
        <p:nvPicPr>
          <p:cNvPr id="48" name="图片 47" descr="数据库-专有云"/>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320540" y="5342890"/>
            <a:ext cx="419100" cy="419100"/>
          </a:xfrm>
          <a:prstGeom prst="rect">
            <a:avLst/>
          </a:prstGeom>
        </p:spPr>
      </p:pic>
      <p:sp>
        <p:nvSpPr>
          <p:cNvPr id="5" name="标题 4"/>
          <p:cNvSpPr/>
          <p:nvPr>
            <p:ph type="title"/>
          </p:nvPr>
        </p:nvSpPr>
        <p:spPr/>
        <p:txBody>
          <a:bodyPr/>
          <a:p>
            <a:r>
              <a:rPr>
                <a:sym typeface="+mn-ea"/>
              </a:rPr>
              <a:t>小图标</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0640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安全</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数据沙箱</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数据脱敏</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资产分级分类</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防火墙</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实名认证</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数据安全流通</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数据水印溯源</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数据权限</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数据监控</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数据安全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数据集成</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实时计算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离线计算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互联网采集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标签管理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数据标准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关系图谱</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数据可视化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数据质量</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数据开发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政务一体化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资源目录</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资源普查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供需对接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数据共享交换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运营监管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数据综合评价</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数据工坊</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数字画像</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406400" y="313690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大数据</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5" name="图片 4" descr="安全-防火墙"/>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20540" y="1382395"/>
            <a:ext cx="419100" cy="419100"/>
          </a:xfrm>
          <a:prstGeom prst="rect">
            <a:avLst/>
          </a:prstGeom>
        </p:spPr>
      </p:pic>
      <p:pic>
        <p:nvPicPr>
          <p:cNvPr id="7" name="图片 6" descr="安全-数据安全"/>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4505" y="1382395"/>
            <a:ext cx="419100" cy="419100"/>
          </a:xfrm>
          <a:prstGeom prst="rect">
            <a:avLst/>
          </a:prstGeom>
        </p:spPr>
      </p:pic>
      <p:pic>
        <p:nvPicPr>
          <p:cNvPr id="9" name="图片 8" descr="安全-数据监控"/>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6440" y="1382395"/>
            <a:ext cx="419100" cy="419100"/>
          </a:xfrm>
          <a:prstGeom prst="rect">
            <a:avLst/>
          </a:prstGeom>
        </p:spPr>
      </p:pic>
      <p:pic>
        <p:nvPicPr>
          <p:cNvPr id="10" name="图片 9" descr="安全-数据权限 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61360" y="1382395"/>
            <a:ext cx="419100" cy="419100"/>
          </a:xfrm>
          <a:prstGeom prst="rect">
            <a:avLst/>
          </a:prstGeom>
        </p:spPr>
      </p:pic>
      <p:pic>
        <p:nvPicPr>
          <p:cNvPr id="11" name="图片 10" descr="安全-数据权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57260" y="1382395"/>
            <a:ext cx="419100" cy="419100"/>
          </a:xfrm>
          <a:prstGeom prst="rect">
            <a:avLst/>
          </a:prstGeom>
        </p:spPr>
      </p:pic>
      <p:pic>
        <p:nvPicPr>
          <p:cNvPr id="12" name="图片 11" descr="安全-数据沙箱"/>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3000" y="1382395"/>
            <a:ext cx="419100" cy="419100"/>
          </a:xfrm>
          <a:prstGeom prst="rect">
            <a:avLst/>
          </a:prstGeom>
        </p:spPr>
      </p:pic>
      <p:pic>
        <p:nvPicPr>
          <p:cNvPr id="13" name="图片 12" descr="安全-数据脱敏"/>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71065" y="1382395"/>
            <a:ext cx="419100" cy="419100"/>
          </a:xfrm>
          <a:prstGeom prst="rect">
            <a:avLst/>
          </a:prstGeom>
        </p:spPr>
      </p:pic>
      <p:pic>
        <p:nvPicPr>
          <p:cNvPr id="14" name="图片 13" descr="安全-水印溯源"/>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98080" y="1382395"/>
            <a:ext cx="419100" cy="419100"/>
          </a:xfrm>
          <a:prstGeom prst="rect">
            <a:avLst/>
          </a:prstGeom>
        </p:spPr>
      </p:pic>
      <p:pic>
        <p:nvPicPr>
          <p:cNvPr id="15" name="图片 14" descr="大数据-标签管理"/>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79720" y="4010660"/>
            <a:ext cx="419100" cy="419100"/>
          </a:xfrm>
          <a:prstGeom prst="rect">
            <a:avLst/>
          </a:prstGeom>
        </p:spPr>
      </p:pic>
      <p:pic>
        <p:nvPicPr>
          <p:cNvPr id="17" name="图片 16" descr="大数据-供需对接"/>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379720" y="5342890"/>
            <a:ext cx="419100" cy="419100"/>
          </a:xfrm>
          <a:prstGeom prst="rect">
            <a:avLst/>
          </a:prstGeom>
        </p:spPr>
      </p:pic>
      <p:pic>
        <p:nvPicPr>
          <p:cNvPr id="18" name="图片 17" descr="大数据-共享交换"/>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07785" y="5342890"/>
            <a:ext cx="419100" cy="419100"/>
          </a:xfrm>
          <a:prstGeom prst="rect">
            <a:avLst/>
          </a:prstGeom>
        </p:spPr>
      </p:pic>
      <p:pic>
        <p:nvPicPr>
          <p:cNvPr id="19" name="图片 18" descr="大数据-关系图谱"/>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98080" y="4010660"/>
            <a:ext cx="419100" cy="419100"/>
          </a:xfrm>
          <a:prstGeom prst="rect">
            <a:avLst/>
          </a:prstGeom>
        </p:spPr>
      </p:pic>
      <p:pic>
        <p:nvPicPr>
          <p:cNvPr id="20" name="图片 19" descr="大数据-互联网采集"/>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320540" y="4010660"/>
            <a:ext cx="419100" cy="419100"/>
          </a:xfrm>
          <a:prstGeom prst="rect">
            <a:avLst/>
          </a:prstGeom>
        </p:spPr>
      </p:pic>
      <p:pic>
        <p:nvPicPr>
          <p:cNvPr id="28" name="图片 27" descr="大数据-数据工坊"/>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616440" y="5342890"/>
            <a:ext cx="419100" cy="419100"/>
          </a:xfrm>
          <a:prstGeom prst="rect">
            <a:avLst/>
          </a:prstGeom>
        </p:spPr>
      </p:pic>
      <p:pic>
        <p:nvPicPr>
          <p:cNvPr id="31" name="图片 30" descr="大数据-数据可视化"/>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557260" y="4010660"/>
            <a:ext cx="419100" cy="419100"/>
          </a:xfrm>
          <a:prstGeom prst="rect">
            <a:avLst/>
          </a:prstGeom>
        </p:spPr>
      </p:pic>
      <p:pic>
        <p:nvPicPr>
          <p:cNvPr id="32" name="图片 31" descr="大数据-数据普查"/>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289425" y="5342890"/>
            <a:ext cx="419100" cy="419100"/>
          </a:xfrm>
          <a:prstGeom prst="rect">
            <a:avLst/>
          </a:prstGeom>
        </p:spPr>
      </p:pic>
      <p:pic>
        <p:nvPicPr>
          <p:cNvPr id="33" name="图片 32" descr="大数据-数据质量"/>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9616440" y="4010660"/>
            <a:ext cx="419100" cy="419100"/>
          </a:xfrm>
          <a:prstGeom prst="rect">
            <a:avLst/>
          </a:prstGeom>
        </p:spPr>
      </p:pic>
      <p:pic>
        <p:nvPicPr>
          <p:cNvPr id="34" name="图片 33" descr="大数据-数字画像"/>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675620" y="5342890"/>
            <a:ext cx="419100" cy="419100"/>
          </a:xfrm>
          <a:prstGeom prst="rect">
            <a:avLst/>
          </a:prstGeom>
        </p:spPr>
      </p:pic>
      <p:pic>
        <p:nvPicPr>
          <p:cNvPr id="36" name="图片 35" descr="大数据-政务一体化"/>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143000" y="5342890"/>
            <a:ext cx="419100" cy="419100"/>
          </a:xfrm>
          <a:prstGeom prst="rect">
            <a:avLst/>
          </a:prstGeom>
        </p:spPr>
      </p:pic>
      <p:pic>
        <p:nvPicPr>
          <p:cNvPr id="37" name="图片 36" descr="大数据-资源目录"/>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230245" y="5342890"/>
            <a:ext cx="419100" cy="419100"/>
          </a:xfrm>
          <a:prstGeom prst="rect">
            <a:avLst/>
          </a:prstGeom>
        </p:spPr>
      </p:pic>
      <p:pic>
        <p:nvPicPr>
          <p:cNvPr id="40" name="图片 39" descr="安全-实名认证"/>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348605" y="1382395"/>
            <a:ext cx="419100" cy="419100"/>
          </a:xfrm>
          <a:prstGeom prst="rect">
            <a:avLst/>
          </a:prstGeom>
        </p:spPr>
      </p:pic>
      <p:pic>
        <p:nvPicPr>
          <p:cNvPr id="41" name="图片 40" descr="安全-数据安全流通"/>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407785" y="1382395"/>
            <a:ext cx="419100" cy="419100"/>
          </a:xfrm>
          <a:prstGeom prst="rect">
            <a:avLst/>
          </a:prstGeom>
        </p:spPr>
      </p:pic>
      <p:pic>
        <p:nvPicPr>
          <p:cNvPr id="42" name="图片 41" descr="大数据-离线计算"/>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261360" y="4010660"/>
            <a:ext cx="419100" cy="419100"/>
          </a:xfrm>
          <a:prstGeom prst="rect">
            <a:avLst/>
          </a:prstGeom>
        </p:spPr>
      </p:pic>
      <p:pic>
        <p:nvPicPr>
          <p:cNvPr id="43" name="图片 42" descr="大数据-实时计算"/>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2202180" y="4010660"/>
            <a:ext cx="419100" cy="419100"/>
          </a:xfrm>
          <a:prstGeom prst="rect">
            <a:avLst/>
          </a:prstGeom>
        </p:spPr>
      </p:pic>
      <p:pic>
        <p:nvPicPr>
          <p:cNvPr id="44" name="图片 43" descr="大数据-数据标准"/>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6438900" y="4010660"/>
            <a:ext cx="419100" cy="419100"/>
          </a:xfrm>
          <a:prstGeom prst="rect">
            <a:avLst/>
          </a:prstGeom>
        </p:spPr>
      </p:pic>
      <p:pic>
        <p:nvPicPr>
          <p:cNvPr id="45" name="图片 44" descr="大数据-数据服务"/>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2202180" y="5342890"/>
            <a:ext cx="419100" cy="419100"/>
          </a:xfrm>
          <a:prstGeom prst="rect">
            <a:avLst/>
          </a:prstGeom>
        </p:spPr>
      </p:pic>
      <p:pic>
        <p:nvPicPr>
          <p:cNvPr id="46" name="图片 45" descr="大数据-数据集成"/>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143000" y="4010660"/>
            <a:ext cx="419100" cy="419100"/>
          </a:xfrm>
          <a:prstGeom prst="rect">
            <a:avLst/>
          </a:prstGeom>
        </p:spPr>
      </p:pic>
      <p:pic>
        <p:nvPicPr>
          <p:cNvPr id="47" name="图片 46" descr="大数据-数据开发"/>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10644505" y="4010660"/>
            <a:ext cx="419100" cy="419100"/>
          </a:xfrm>
          <a:prstGeom prst="rect">
            <a:avLst/>
          </a:prstGeom>
        </p:spPr>
      </p:pic>
      <p:pic>
        <p:nvPicPr>
          <p:cNvPr id="48" name="图片 47" descr="大数据-运营监管"/>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7498080" y="5342890"/>
            <a:ext cx="419100" cy="419100"/>
          </a:xfrm>
          <a:prstGeom prst="rect">
            <a:avLst/>
          </a:prstGeom>
        </p:spPr>
      </p:pic>
      <p:pic>
        <p:nvPicPr>
          <p:cNvPr id="49" name="图片 48" descr="大数据-综合评价"/>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8557260" y="5342890"/>
            <a:ext cx="419100" cy="419100"/>
          </a:xfrm>
          <a:prstGeom prst="rect">
            <a:avLst/>
          </a:prstGeom>
        </p:spPr>
      </p:pic>
      <p:sp>
        <p:nvSpPr>
          <p:cNvPr id="6" name="标题 5"/>
          <p:cNvSpPr/>
          <p:nvPr>
            <p:ph type="title"/>
          </p:nvPr>
        </p:nvSpPr>
        <p:spPr/>
        <p:txBody>
          <a:bodyPr/>
          <a:p>
            <a:r>
              <a:rPr>
                <a:sym typeface="+mn-ea"/>
              </a:rPr>
              <a:t>小图标</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0640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大数据</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综合查询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数据地图</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创新空间</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任务调度</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数据仓库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金融税务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综合政务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气象服务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交通出行</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城建住房</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乡村建设</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地理空间</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公共安全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医疗健康</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教育行业</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社会发展</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劳动人事</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企业服务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经济贸易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物流运输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生活服务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社会救助</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406400" y="3136900"/>
            <a:ext cx="116459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行业领域</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16" name="图片 15" descr="大数据-创新空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50850" y="1382395"/>
            <a:ext cx="419100" cy="419100"/>
          </a:xfrm>
          <a:prstGeom prst="rect">
            <a:avLst/>
          </a:prstGeom>
        </p:spPr>
      </p:pic>
      <p:pic>
        <p:nvPicPr>
          <p:cNvPr id="22" name="图片 21" descr="大数据-任务调度"/>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0540" y="1382395"/>
            <a:ext cx="419100" cy="419100"/>
          </a:xfrm>
          <a:prstGeom prst="rect">
            <a:avLst/>
          </a:prstGeom>
        </p:spPr>
      </p:pic>
      <p:pic>
        <p:nvPicPr>
          <p:cNvPr id="25" name="图片 24" descr="大数据-数据仓库"/>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79720" y="1382395"/>
            <a:ext cx="419100" cy="419100"/>
          </a:xfrm>
          <a:prstGeom prst="rect">
            <a:avLst/>
          </a:prstGeom>
        </p:spPr>
      </p:pic>
      <p:pic>
        <p:nvPicPr>
          <p:cNvPr id="40" name="图片 39" descr="行业领域-城建住房"/>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38095" y="4010660"/>
            <a:ext cx="419100" cy="419100"/>
          </a:xfrm>
          <a:prstGeom prst="rect">
            <a:avLst/>
          </a:prstGeom>
        </p:spPr>
      </p:pic>
      <p:pic>
        <p:nvPicPr>
          <p:cNvPr id="43" name="图片 42" descr="行业领域-交通出行"/>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0540" y="4010660"/>
            <a:ext cx="419100" cy="419100"/>
          </a:xfrm>
          <a:prstGeom prst="rect">
            <a:avLst/>
          </a:prstGeom>
        </p:spPr>
      </p:pic>
      <p:pic>
        <p:nvPicPr>
          <p:cNvPr id="44" name="图片 43" descr="行业领域-教育行业"/>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75620" y="4010660"/>
            <a:ext cx="419100" cy="419100"/>
          </a:xfrm>
          <a:prstGeom prst="rect">
            <a:avLst/>
          </a:prstGeom>
        </p:spPr>
      </p:pic>
      <p:pic>
        <p:nvPicPr>
          <p:cNvPr id="45" name="图片 44" descr="行业领域-金融税务"/>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3000" y="4010660"/>
            <a:ext cx="419100" cy="419100"/>
          </a:xfrm>
          <a:prstGeom prst="rect">
            <a:avLst/>
          </a:prstGeom>
        </p:spPr>
      </p:pic>
      <p:pic>
        <p:nvPicPr>
          <p:cNvPr id="46" name="图片 45" descr="行业领域-经济贸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320540" y="5342890"/>
            <a:ext cx="419100" cy="419100"/>
          </a:xfrm>
          <a:prstGeom prst="rect">
            <a:avLst/>
          </a:prstGeom>
        </p:spPr>
      </p:pic>
      <p:pic>
        <p:nvPicPr>
          <p:cNvPr id="48" name="图片 47" descr="行业领域-企业服务"/>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230245" y="5342890"/>
            <a:ext cx="419100" cy="419100"/>
          </a:xfrm>
          <a:prstGeom prst="rect">
            <a:avLst/>
          </a:prstGeom>
        </p:spPr>
      </p:pic>
      <p:pic>
        <p:nvPicPr>
          <p:cNvPr id="50" name="图片 49" descr="行业领域-社会发展"/>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11885" y="5342890"/>
            <a:ext cx="419100" cy="419100"/>
          </a:xfrm>
          <a:prstGeom prst="rect">
            <a:avLst/>
          </a:prstGeom>
        </p:spPr>
      </p:pic>
      <p:pic>
        <p:nvPicPr>
          <p:cNvPr id="51" name="图片 50" descr="行业领域-社会救助"/>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66965" y="5342890"/>
            <a:ext cx="419100" cy="419100"/>
          </a:xfrm>
          <a:prstGeom prst="rect">
            <a:avLst/>
          </a:prstGeom>
        </p:spPr>
      </p:pic>
      <p:pic>
        <p:nvPicPr>
          <p:cNvPr id="52" name="图片 51" descr="行业领域-生活服务"/>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438900" y="5342890"/>
            <a:ext cx="419100" cy="419100"/>
          </a:xfrm>
          <a:prstGeom prst="rect">
            <a:avLst/>
          </a:prstGeom>
        </p:spPr>
      </p:pic>
      <p:pic>
        <p:nvPicPr>
          <p:cNvPr id="53" name="图片 52" descr="行业领域-物流运输"/>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348605" y="5342890"/>
            <a:ext cx="419100" cy="419100"/>
          </a:xfrm>
          <a:prstGeom prst="rect">
            <a:avLst/>
          </a:prstGeom>
        </p:spPr>
      </p:pic>
      <p:pic>
        <p:nvPicPr>
          <p:cNvPr id="55" name="图片 54" descr="行业领域-医疗健康"/>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616440" y="4010660"/>
            <a:ext cx="419100" cy="419100"/>
          </a:xfrm>
          <a:prstGeom prst="rect">
            <a:avLst/>
          </a:prstGeom>
        </p:spPr>
      </p:pic>
      <p:pic>
        <p:nvPicPr>
          <p:cNvPr id="57" name="图片 56" descr="大数据-数据地图"/>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202180" y="1382395"/>
            <a:ext cx="419100" cy="419100"/>
          </a:xfrm>
          <a:prstGeom prst="rect">
            <a:avLst/>
          </a:prstGeom>
        </p:spPr>
      </p:pic>
      <p:pic>
        <p:nvPicPr>
          <p:cNvPr id="58" name="图片 57" descr="大数据-综合查询"/>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143000" y="1382395"/>
            <a:ext cx="419100" cy="419100"/>
          </a:xfrm>
          <a:prstGeom prst="rect">
            <a:avLst/>
          </a:prstGeom>
        </p:spPr>
      </p:pic>
      <p:pic>
        <p:nvPicPr>
          <p:cNvPr id="59" name="图片 58" descr="行业领域-地理空间"/>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498080" y="4010660"/>
            <a:ext cx="419100" cy="419100"/>
          </a:xfrm>
          <a:prstGeom prst="rect">
            <a:avLst/>
          </a:prstGeom>
        </p:spPr>
      </p:pic>
      <p:pic>
        <p:nvPicPr>
          <p:cNvPr id="60" name="图片 59" descr="行业领域-公共安全"/>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8557260" y="4010660"/>
            <a:ext cx="419100" cy="419100"/>
          </a:xfrm>
          <a:prstGeom prst="rect">
            <a:avLst/>
          </a:prstGeom>
        </p:spPr>
      </p:pic>
      <p:pic>
        <p:nvPicPr>
          <p:cNvPr id="61" name="图片 60" descr="行业领域-劳动人事"/>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171065" y="5342890"/>
            <a:ext cx="419100" cy="419100"/>
          </a:xfrm>
          <a:prstGeom prst="rect">
            <a:avLst/>
          </a:prstGeom>
        </p:spPr>
      </p:pic>
      <p:pic>
        <p:nvPicPr>
          <p:cNvPr id="62" name="图片 61" descr="行业领域-气象服务"/>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261360" y="4010660"/>
            <a:ext cx="419100" cy="419100"/>
          </a:xfrm>
          <a:prstGeom prst="rect">
            <a:avLst/>
          </a:prstGeom>
        </p:spPr>
      </p:pic>
      <p:pic>
        <p:nvPicPr>
          <p:cNvPr id="63" name="图片 62" descr="行业领域-乡村建设"/>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407785" y="4010660"/>
            <a:ext cx="419100" cy="419100"/>
          </a:xfrm>
          <a:prstGeom prst="rect">
            <a:avLst/>
          </a:prstGeom>
        </p:spPr>
      </p:pic>
      <p:pic>
        <p:nvPicPr>
          <p:cNvPr id="64" name="图片 63" descr="行业领域-综合政务"/>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2202180" y="4010660"/>
            <a:ext cx="419100" cy="419100"/>
          </a:xfrm>
          <a:prstGeom prst="rect">
            <a:avLst/>
          </a:prstGeom>
        </p:spPr>
      </p:pic>
      <p:pic>
        <p:nvPicPr>
          <p:cNvPr id="6" name="图形 5"/>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8557260" y="5342890"/>
            <a:ext cx="419100" cy="419100"/>
          </a:xfrm>
          <a:prstGeom prst="rect">
            <a:avLst/>
          </a:prstGeom>
        </p:spPr>
      </p:pic>
      <p:sp>
        <p:nvSpPr>
          <p:cNvPr id="7" name="副标题 5"/>
          <p:cNvSpPr>
            <a:spLocks noGrp="1"/>
          </p:cNvSpPr>
          <p:nvPr/>
        </p:nvSpPr>
        <p:spPr>
          <a:xfrm>
            <a:off x="8266430"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军工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标题 4"/>
          <p:cNvSpPr/>
          <p:nvPr>
            <p:ph type="title"/>
          </p:nvPr>
        </p:nvSpPr>
        <p:spPr/>
        <p:txBody>
          <a:bodyPr/>
          <a:p>
            <a:r>
              <a:t>小</a:t>
            </a:r>
            <a:r>
              <a:t>图标</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06400" y="900430"/>
            <a:ext cx="139192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人工智能</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人脸识别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语音识别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证照识别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指纹识别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图片识别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文本识别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地址标准化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二维码识别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日志分析</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智能机器人</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2" name="副标题 5"/>
          <p:cNvSpPr>
            <a:spLocks noGrp="1"/>
          </p:cNvSpPr>
          <p:nvPr/>
        </p:nvSpPr>
        <p:spPr>
          <a:xfrm>
            <a:off x="8521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机器翻译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3" name="副标题 5"/>
          <p:cNvSpPr>
            <a:spLocks noGrp="1"/>
          </p:cNvSpPr>
          <p:nvPr/>
        </p:nvSpPr>
        <p:spPr>
          <a:xfrm>
            <a:off x="19113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视频识别</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4" name="副标题 5"/>
          <p:cNvSpPr>
            <a:spLocks noGrp="1"/>
          </p:cNvSpPr>
          <p:nvPr/>
        </p:nvSpPr>
        <p:spPr>
          <a:xfrm>
            <a:off x="29705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人工智能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文档</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文档</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-2</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文件夹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编辑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复制</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搜索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图表文档</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待办</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待办</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-2</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目录</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&amp;</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列表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407670" y="4580890"/>
            <a:ext cx="139192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其他</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5" name="图片 4" descr="人工智能-地址标准化"/>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8080" y="1382395"/>
            <a:ext cx="419100" cy="419100"/>
          </a:xfrm>
          <a:prstGeom prst="rect">
            <a:avLst/>
          </a:prstGeom>
        </p:spPr>
      </p:pic>
      <p:pic>
        <p:nvPicPr>
          <p:cNvPr id="6" name="图片 5" descr="人工智能-二维码识别"/>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7260" y="1382395"/>
            <a:ext cx="419100" cy="419100"/>
          </a:xfrm>
          <a:prstGeom prst="rect">
            <a:avLst/>
          </a:prstGeom>
        </p:spPr>
      </p:pic>
      <p:pic>
        <p:nvPicPr>
          <p:cNvPr id="7" name="图片 6" descr="人工智能-翻译"/>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1255" y="2690495"/>
            <a:ext cx="419100" cy="419100"/>
          </a:xfrm>
          <a:prstGeom prst="rect">
            <a:avLst/>
          </a:prstGeom>
        </p:spPr>
      </p:pic>
      <p:pic>
        <p:nvPicPr>
          <p:cNvPr id="9" name="图片 8" descr="人工智能-人工智能"/>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61360" y="2698750"/>
            <a:ext cx="419100" cy="419100"/>
          </a:xfrm>
          <a:prstGeom prst="rect">
            <a:avLst/>
          </a:prstGeom>
        </p:spPr>
      </p:pic>
      <p:pic>
        <p:nvPicPr>
          <p:cNvPr id="10" name="图片 9" descr="人工智能-人脸识别"/>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1382395"/>
            <a:ext cx="419100" cy="419100"/>
          </a:xfrm>
          <a:prstGeom prst="rect">
            <a:avLst/>
          </a:prstGeom>
        </p:spPr>
      </p:pic>
      <p:pic>
        <p:nvPicPr>
          <p:cNvPr id="11" name="图片 10" descr="人工智能-日志分析"/>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16440" y="1382395"/>
            <a:ext cx="419100" cy="419100"/>
          </a:xfrm>
          <a:prstGeom prst="rect">
            <a:avLst/>
          </a:prstGeom>
        </p:spPr>
      </p:pic>
      <p:pic>
        <p:nvPicPr>
          <p:cNvPr id="13" name="图片 12" descr="人工智能-图片识别"/>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42255" y="1382395"/>
            <a:ext cx="419100" cy="419100"/>
          </a:xfrm>
          <a:prstGeom prst="rect">
            <a:avLst/>
          </a:prstGeom>
        </p:spPr>
      </p:pic>
      <p:pic>
        <p:nvPicPr>
          <p:cNvPr id="14" name="图片 13" descr="人工智能-文本识别"/>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38900" y="1382395"/>
            <a:ext cx="419100" cy="419100"/>
          </a:xfrm>
          <a:prstGeom prst="rect">
            <a:avLst/>
          </a:prstGeom>
        </p:spPr>
      </p:pic>
      <p:pic>
        <p:nvPicPr>
          <p:cNvPr id="15" name="图片 14" descr="人工智能-语音识别"/>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02180" y="1382395"/>
            <a:ext cx="419100" cy="419100"/>
          </a:xfrm>
          <a:prstGeom prst="rect">
            <a:avLst/>
          </a:prstGeom>
        </p:spPr>
      </p:pic>
      <p:pic>
        <p:nvPicPr>
          <p:cNvPr id="16" name="图片 15" descr="人工智能-证照识别"/>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261360" y="1382395"/>
            <a:ext cx="419100" cy="419100"/>
          </a:xfrm>
          <a:prstGeom prst="rect">
            <a:avLst/>
          </a:prstGeom>
        </p:spPr>
      </p:pic>
      <p:pic>
        <p:nvPicPr>
          <p:cNvPr id="17" name="图片 16" descr="人工智能-指纹识别"/>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320540" y="1382395"/>
            <a:ext cx="419100" cy="419100"/>
          </a:xfrm>
          <a:prstGeom prst="rect">
            <a:avLst/>
          </a:prstGeom>
        </p:spPr>
      </p:pic>
      <p:pic>
        <p:nvPicPr>
          <p:cNvPr id="19" name="图片 18" descr="其他-编辑"/>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289425" y="5342890"/>
            <a:ext cx="419100" cy="419100"/>
          </a:xfrm>
          <a:prstGeom prst="rect">
            <a:avLst/>
          </a:prstGeom>
        </p:spPr>
      </p:pic>
      <p:pic>
        <p:nvPicPr>
          <p:cNvPr id="29" name="图片 28" descr="其他-待办2"/>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585325" y="5342890"/>
            <a:ext cx="419100" cy="419100"/>
          </a:xfrm>
          <a:prstGeom prst="rect">
            <a:avLst/>
          </a:prstGeom>
        </p:spPr>
      </p:pic>
      <p:pic>
        <p:nvPicPr>
          <p:cNvPr id="30" name="图片 29" descr="其他-复制"/>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5348605" y="5342890"/>
            <a:ext cx="419100" cy="419100"/>
          </a:xfrm>
          <a:prstGeom prst="rect">
            <a:avLst/>
          </a:prstGeom>
        </p:spPr>
      </p:pic>
      <p:pic>
        <p:nvPicPr>
          <p:cNvPr id="33" name="图片 32" descr="其他-目录"/>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644505" y="5342890"/>
            <a:ext cx="419100" cy="419100"/>
          </a:xfrm>
          <a:prstGeom prst="rect">
            <a:avLst/>
          </a:prstGeom>
        </p:spPr>
      </p:pic>
      <p:pic>
        <p:nvPicPr>
          <p:cNvPr id="44" name="图片 43" descr="其他-图表文档"/>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466965" y="5342890"/>
            <a:ext cx="419100" cy="419100"/>
          </a:xfrm>
          <a:prstGeom prst="rect">
            <a:avLst/>
          </a:prstGeom>
        </p:spPr>
      </p:pic>
      <p:pic>
        <p:nvPicPr>
          <p:cNvPr id="45" name="图片 44" descr="其他-文档"/>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11885" y="5342890"/>
            <a:ext cx="419100" cy="419100"/>
          </a:xfrm>
          <a:prstGeom prst="rect">
            <a:avLst/>
          </a:prstGeom>
        </p:spPr>
      </p:pic>
      <p:pic>
        <p:nvPicPr>
          <p:cNvPr id="46" name="图片 45" descr="其他-文档2"/>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171065" y="5342890"/>
            <a:ext cx="419100" cy="419100"/>
          </a:xfrm>
          <a:prstGeom prst="rect">
            <a:avLst/>
          </a:prstGeom>
        </p:spPr>
      </p:pic>
      <p:pic>
        <p:nvPicPr>
          <p:cNvPr id="47" name="图片 46" descr="其他-文件夹"/>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230245" y="5342890"/>
            <a:ext cx="419100" cy="419100"/>
          </a:xfrm>
          <a:prstGeom prst="rect">
            <a:avLst/>
          </a:prstGeom>
        </p:spPr>
      </p:pic>
      <p:pic>
        <p:nvPicPr>
          <p:cNvPr id="50" name="图片 49" descr="其他-待办"/>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8526145" y="5342890"/>
            <a:ext cx="419100" cy="419100"/>
          </a:xfrm>
          <a:prstGeom prst="rect">
            <a:avLst/>
          </a:prstGeom>
        </p:spPr>
      </p:pic>
      <p:pic>
        <p:nvPicPr>
          <p:cNvPr id="51" name="图片 50" descr="其他-搜索"/>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407785" y="5342890"/>
            <a:ext cx="419100" cy="419100"/>
          </a:xfrm>
          <a:prstGeom prst="rect">
            <a:avLst/>
          </a:prstGeom>
        </p:spPr>
      </p:pic>
      <p:pic>
        <p:nvPicPr>
          <p:cNvPr id="52" name="图片 51" descr="人工智能-机器人"/>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0675620" y="1382395"/>
            <a:ext cx="419100" cy="419100"/>
          </a:xfrm>
          <a:prstGeom prst="rect">
            <a:avLst/>
          </a:prstGeom>
        </p:spPr>
      </p:pic>
      <p:pic>
        <p:nvPicPr>
          <p:cNvPr id="53" name="图片 52" descr="人工智能-视频识别"/>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2171065" y="2690495"/>
            <a:ext cx="419100" cy="419100"/>
          </a:xfrm>
          <a:prstGeom prst="rect">
            <a:avLst/>
          </a:prstGeom>
        </p:spPr>
      </p:pic>
      <p:sp>
        <p:nvSpPr>
          <p:cNvPr id="8" name="标题 7"/>
          <p:cNvSpPr/>
          <p:nvPr>
            <p:ph type="title"/>
          </p:nvPr>
        </p:nvSpPr>
        <p:spPr/>
        <p:txBody>
          <a:bodyPr/>
          <a:p>
            <a:r>
              <a:rPr lang="zh-CN" altLang="en-US"/>
              <a:t>小图标</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5"/>
          <p:cNvSpPr>
            <a:spLocks noGrp="1"/>
          </p:cNvSpPr>
          <p:nvPr/>
        </p:nvSpPr>
        <p:spPr>
          <a:xfrm>
            <a:off x="416560" y="900430"/>
            <a:ext cx="139192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其他</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数据搜索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实时数据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数据加工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数据桶</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钱包</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过滤</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审批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标签</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趋势</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2" name="副标题 5"/>
          <p:cNvSpPr>
            <a:spLocks noGrp="1"/>
          </p:cNvSpPr>
          <p:nvPr/>
        </p:nvSpPr>
        <p:spPr>
          <a:xfrm>
            <a:off x="8521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指标</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3" name="副标题 5"/>
          <p:cNvSpPr>
            <a:spLocks noGrp="1"/>
          </p:cNvSpPr>
          <p:nvPr/>
        </p:nvSpPr>
        <p:spPr>
          <a:xfrm>
            <a:off x="19113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画板</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4" name="副标题 5"/>
          <p:cNvSpPr>
            <a:spLocks noGrp="1"/>
          </p:cNvSpPr>
          <p:nvPr/>
        </p:nvSpPr>
        <p:spPr>
          <a:xfrm>
            <a:off x="29705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图表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0" name="图片 19" descr="其他-标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94850" y="1382395"/>
            <a:ext cx="419100" cy="419100"/>
          </a:xfrm>
          <a:prstGeom prst="rect">
            <a:avLst/>
          </a:prstGeom>
        </p:spPr>
      </p:pic>
      <p:pic>
        <p:nvPicPr>
          <p:cNvPr id="21" name="图片 20" descr="其他-抽象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8950" y="2690495"/>
            <a:ext cx="419100" cy="419100"/>
          </a:xfrm>
          <a:prstGeom prst="rect">
            <a:avLst/>
          </a:prstGeom>
        </p:spPr>
      </p:pic>
      <p:pic>
        <p:nvPicPr>
          <p:cNvPr id="22" name="图片 21" descr="其他-抽象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79720" y="2690495"/>
            <a:ext cx="419100" cy="419100"/>
          </a:xfrm>
          <a:prstGeom prst="rect">
            <a:avLst/>
          </a:prstGeom>
        </p:spPr>
      </p:pic>
      <p:pic>
        <p:nvPicPr>
          <p:cNvPr id="24" name="图片 23" descr="其他-抽象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89190" y="2690495"/>
            <a:ext cx="419100" cy="419100"/>
          </a:xfrm>
          <a:prstGeom prst="rect">
            <a:avLst/>
          </a:prstGeom>
        </p:spPr>
      </p:pic>
      <p:pic>
        <p:nvPicPr>
          <p:cNvPr id="25" name="图片 24" descr="其他-抽象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43925" y="2690495"/>
            <a:ext cx="419100" cy="419100"/>
          </a:xfrm>
          <a:prstGeom prst="rect">
            <a:avLst/>
          </a:prstGeom>
        </p:spPr>
      </p:pic>
      <p:pic>
        <p:nvPicPr>
          <p:cNvPr id="26" name="图片 25" descr="其他-抽象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98660" y="2690495"/>
            <a:ext cx="419100" cy="419100"/>
          </a:xfrm>
          <a:prstGeom prst="rect">
            <a:avLst/>
          </a:prstGeom>
        </p:spPr>
      </p:pic>
      <p:pic>
        <p:nvPicPr>
          <p:cNvPr id="27" name="图片 26" descr="其他-抽象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53395" y="2690495"/>
            <a:ext cx="419100" cy="419100"/>
          </a:xfrm>
          <a:prstGeom prst="rect">
            <a:avLst/>
          </a:prstGeom>
        </p:spPr>
      </p:pic>
      <p:pic>
        <p:nvPicPr>
          <p:cNvPr id="31" name="图片 30" descr="其他-过滤"/>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98080" y="1382395"/>
            <a:ext cx="419100" cy="419100"/>
          </a:xfrm>
          <a:prstGeom prst="rect">
            <a:avLst/>
          </a:prstGeom>
        </p:spPr>
      </p:pic>
      <p:pic>
        <p:nvPicPr>
          <p:cNvPr id="32" name="图片 31" descr="其他-画板"/>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02180" y="2690495"/>
            <a:ext cx="419100" cy="419100"/>
          </a:xfrm>
          <a:prstGeom prst="rect">
            <a:avLst/>
          </a:prstGeom>
        </p:spPr>
      </p:pic>
      <p:pic>
        <p:nvPicPr>
          <p:cNvPr id="34" name="图片 33" descr="其他-钱包"/>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38900" y="1382395"/>
            <a:ext cx="419100" cy="419100"/>
          </a:xfrm>
          <a:prstGeom prst="rect">
            <a:avLst/>
          </a:prstGeom>
        </p:spPr>
      </p:pic>
      <p:pic>
        <p:nvPicPr>
          <p:cNvPr id="35" name="图片 34" descr="其他-趋势"/>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75620" y="1382395"/>
            <a:ext cx="419100" cy="419100"/>
          </a:xfrm>
          <a:prstGeom prst="rect">
            <a:avLst/>
          </a:prstGeom>
        </p:spPr>
      </p:pic>
      <p:pic>
        <p:nvPicPr>
          <p:cNvPr id="36" name="图片 35" descr="其他-审批"/>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535670" y="1382395"/>
            <a:ext cx="419100" cy="419100"/>
          </a:xfrm>
          <a:prstGeom prst="rect">
            <a:avLst/>
          </a:prstGeom>
        </p:spPr>
      </p:pic>
      <p:pic>
        <p:nvPicPr>
          <p:cNvPr id="37" name="图片 36" descr="其他-实时数据"/>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202180" y="1382395"/>
            <a:ext cx="419100" cy="419100"/>
          </a:xfrm>
          <a:prstGeom prst="rect">
            <a:avLst/>
          </a:prstGeom>
        </p:spPr>
      </p:pic>
      <p:pic>
        <p:nvPicPr>
          <p:cNvPr id="39" name="图片 38" descr="其他-数据加工"/>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261360" y="1382395"/>
            <a:ext cx="419100" cy="419100"/>
          </a:xfrm>
          <a:prstGeom prst="rect">
            <a:avLst/>
          </a:prstGeom>
        </p:spPr>
      </p:pic>
      <p:pic>
        <p:nvPicPr>
          <p:cNvPr id="40" name="图片 39" descr="其他-数据搜索"/>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43000" y="1382395"/>
            <a:ext cx="419100" cy="419100"/>
          </a:xfrm>
          <a:prstGeom prst="rect">
            <a:avLst/>
          </a:prstGeom>
        </p:spPr>
      </p:pic>
      <p:pic>
        <p:nvPicPr>
          <p:cNvPr id="43" name="图片 42" descr="其他-图表"/>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261360" y="2690495"/>
            <a:ext cx="419100" cy="419100"/>
          </a:xfrm>
          <a:prstGeom prst="rect">
            <a:avLst/>
          </a:prstGeom>
        </p:spPr>
      </p:pic>
      <p:sp>
        <p:nvSpPr>
          <p:cNvPr id="55" name="副标题 5"/>
          <p:cNvSpPr>
            <a:spLocks noGrp="1"/>
          </p:cNvSpPr>
          <p:nvPr/>
        </p:nvSpPr>
        <p:spPr>
          <a:xfrm>
            <a:off x="400812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-1</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6" name="副标题 5"/>
          <p:cNvSpPr>
            <a:spLocks noGrp="1"/>
          </p:cNvSpPr>
          <p:nvPr/>
        </p:nvSpPr>
        <p:spPr>
          <a:xfrm>
            <a:off x="506730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-2</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7" name="副标题 5"/>
          <p:cNvSpPr>
            <a:spLocks noGrp="1"/>
          </p:cNvSpPr>
          <p:nvPr/>
        </p:nvSpPr>
        <p:spPr>
          <a:xfrm>
            <a:off x="612648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-3</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副标题 5"/>
          <p:cNvSpPr>
            <a:spLocks noGrp="1"/>
          </p:cNvSpPr>
          <p:nvPr/>
        </p:nvSpPr>
        <p:spPr>
          <a:xfrm>
            <a:off x="718566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-4</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9" name="副标题 5"/>
          <p:cNvSpPr>
            <a:spLocks noGrp="1"/>
          </p:cNvSpPr>
          <p:nvPr/>
        </p:nvSpPr>
        <p:spPr>
          <a:xfrm>
            <a:off x="824484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-5</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副标题 5"/>
          <p:cNvSpPr>
            <a:spLocks noGrp="1"/>
          </p:cNvSpPr>
          <p:nvPr/>
        </p:nvSpPr>
        <p:spPr>
          <a:xfrm>
            <a:off x="930402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-6</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副标题 5"/>
          <p:cNvSpPr>
            <a:spLocks noGrp="1"/>
          </p:cNvSpPr>
          <p:nvPr/>
        </p:nvSpPr>
        <p:spPr>
          <a:xfrm>
            <a:off x="1036320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-7</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2" name="图片 61" descr="其他-抽象3"/>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438900" y="2690495"/>
            <a:ext cx="419100" cy="419100"/>
          </a:xfrm>
          <a:prstGeom prst="rect">
            <a:avLst/>
          </a:prstGeom>
        </p:spPr>
      </p:pic>
      <p:pic>
        <p:nvPicPr>
          <p:cNvPr id="63" name="图片 62" descr="其他-数据"/>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379720" y="1382395"/>
            <a:ext cx="419100" cy="419100"/>
          </a:xfrm>
          <a:prstGeom prst="rect">
            <a:avLst/>
          </a:prstGeom>
        </p:spPr>
      </p:pic>
      <p:pic>
        <p:nvPicPr>
          <p:cNvPr id="64" name="图片 63" descr="其他-数据桶"/>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320540" y="1382395"/>
            <a:ext cx="419100" cy="419100"/>
          </a:xfrm>
          <a:prstGeom prst="rect">
            <a:avLst/>
          </a:prstGeom>
        </p:spPr>
      </p:pic>
      <p:pic>
        <p:nvPicPr>
          <p:cNvPr id="65" name="图片 64" descr="其他-指标"/>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143000" y="2690495"/>
            <a:ext cx="419100" cy="419100"/>
          </a:xfrm>
          <a:prstGeom prst="rect">
            <a:avLst/>
          </a:prstGeom>
        </p:spPr>
      </p:pic>
      <p:sp>
        <p:nvSpPr>
          <p:cNvPr id="4" name="标题 3"/>
          <p:cNvSpPr/>
          <p:nvPr>
            <p:ph type="title"/>
          </p:nvPr>
        </p:nvSpPr>
        <p:spPr/>
        <p:txBody>
          <a:bodyPr/>
          <a:p>
            <a:r>
              <a:rPr>
                <a:sym typeface="+mn-ea"/>
              </a:rPr>
              <a:t>小图标</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mj-ea"/>
                <a:ea typeface="+mj-ea"/>
                <a:cs typeface="Arial" panose="020B0604020202090204" pitchFamily="34" charset="0"/>
              </a:rPr>
              <a:t>反白图标</a:t>
            </a:r>
            <a:endParaRPr kumimoji="1" lang="zh-CN" altLang="en-US" dirty="0">
              <a:solidFill>
                <a:schemeClr val="bg1"/>
              </a:solidFill>
              <a:latin typeface="+mj-ea"/>
              <a:ea typeface="+mj-ea"/>
              <a:cs typeface="Arial" panose="020B0604020202090204" pitchFamily="34" charset="0"/>
            </a:endParaRPr>
          </a:p>
        </p:txBody>
      </p:sp>
      <p:pic>
        <p:nvPicPr>
          <p:cNvPr id="90" name="图片 89" descr="基础-城市建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89425" y="5342890"/>
            <a:ext cx="419100" cy="419100"/>
          </a:xfrm>
          <a:prstGeom prst="rect">
            <a:avLst/>
          </a:prstGeom>
        </p:spPr>
      </p:pic>
      <p:pic>
        <p:nvPicPr>
          <p:cNvPr id="91" name="图片 90" descr="基础-大屏"/>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6145" y="5342890"/>
            <a:ext cx="419100" cy="419100"/>
          </a:xfrm>
          <a:prstGeom prst="rect">
            <a:avLst/>
          </a:prstGeom>
        </p:spPr>
      </p:pic>
      <p:pic>
        <p:nvPicPr>
          <p:cNvPr id="93" name="图片 92" descr="基础-发布"/>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7260" y="1382395"/>
            <a:ext cx="419100" cy="419100"/>
          </a:xfrm>
          <a:prstGeom prst="rect">
            <a:avLst/>
          </a:prstGeom>
        </p:spPr>
      </p:pic>
      <p:pic>
        <p:nvPicPr>
          <p:cNvPr id="94" name="图片 93" descr="基础-服务器"/>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0540" y="4010660"/>
            <a:ext cx="419100" cy="419100"/>
          </a:xfrm>
          <a:prstGeom prst="rect">
            <a:avLst/>
          </a:prstGeom>
        </p:spPr>
      </p:pic>
      <p:pic>
        <p:nvPicPr>
          <p:cNvPr id="95" name="图片 94" descr="基础-工作台"/>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2698750"/>
            <a:ext cx="419100" cy="419100"/>
          </a:xfrm>
          <a:prstGeom prst="rect">
            <a:avLst/>
          </a:prstGeom>
        </p:spPr>
      </p:pic>
      <p:pic>
        <p:nvPicPr>
          <p:cNvPr id="100" name="图片 99" descr="基础-客服"/>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1885" y="5342890"/>
            <a:ext cx="419100" cy="419100"/>
          </a:xfrm>
          <a:prstGeom prst="rect">
            <a:avLst/>
          </a:prstGeom>
        </p:spPr>
      </p:pic>
      <p:pic>
        <p:nvPicPr>
          <p:cNvPr id="101" name="图片 100" descr="基础-浏览器"/>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75620" y="5342890"/>
            <a:ext cx="419100" cy="419100"/>
          </a:xfrm>
          <a:prstGeom prst="rect">
            <a:avLst/>
          </a:prstGeom>
        </p:spPr>
      </p:pic>
      <p:pic>
        <p:nvPicPr>
          <p:cNvPr id="102" name="图片 101" descr="基础-媒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79720" y="2698750"/>
            <a:ext cx="419100" cy="419100"/>
          </a:xfrm>
          <a:prstGeom prst="rect">
            <a:avLst/>
          </a:prstGeom>
        </p:spPr>
      </p:pic>
      <p:pic>
        <p:nvPicPr>
          <p:cNvPr id="103" name="图片 102" descr="基础-平板"/>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07785" y="5342890"/>
            <a:ext cx="419100" cy="419100"/>
          </a:xfrm>
          <a:prstGeom prst="rect">
            <a:avLst/>
          </a:prstGeom>
        </p:spPr>
      </p:pic>
      <p:pic>
        <p:nvPicPr>
          <p:cNvPr id="105" name="图片 104" descr="基础-日志服务"/>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261360" y="4010660"/>
            <a:ext cx="419100" cy="419100"/>
          </a:xfrm>
          <a:prstGeom prst="rect">
            <a:avLst/>
          </a:prstGeom>
        </p:spPr>
      </p:pic>
      <p:pic>
        <p:nvPicPr>
          <p:cNvPr id="106" name="图片 105" descr="基础-视频"/>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261360" y="2698750"/>
            <a:ext cx="419100" cy="419100"/>
          </a:xfrm>
          <a:prstGeom prst="rect">
            <a:avLst/>
          </a:prstGeom>
        </p:spPr>
      </p:pic>
      <p:pic>
        <p:nvPicPr>
          <p:cNvPr id="107" name="图片 106" descr="基础-手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98080" y="5342890"/>
            <a:ext cx="419100" cy="419100"/>
          </a:xfrm>
          <a:prstGeom prst="rect">
            <a:avLst/>
          </a:prstGeom>
        </p:spPr>
      </p:pic>
      <p:pic>
        <p:nvPicPr>
          <p:cNvPr id="108" name="图片 107" descr="基础-数据洞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438900" y="4010660"/>
            <a:ext cx="419100" cy="419100"/>
          </a:xfrm>
          <a:prstGeom prst="rect">
            <a:avLst/>
          </a:prstGeom>
        </p:spPr>
      </p:pic>
      <p:pic>
        <p:nvPicPr>
          <p:cNvPr id="109" name="图片 108" descr="基础-数据库迁移"/>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320540" y="1382395"/>
            <a:ext cx="419100" cy="419100"/>
          </a:xfrm>
          <a:prstGeom prst="rect">
            <a:avLst/>
          </a:prstGeom>
        </p:spPr>
      </p:pic>
      <p:pic>
        <p:nvPicPr>
          <p:cNvPr id="110" name="图片 109" descr="基础-数据模型"/>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498080" y="2698750"/>
            <a:ext cx="419100" cy="419100"/>
          </a:xfrm>
          <a:prstGeom prst="rect">
            <a:avLst/>
          </a:prstGeom>
        </p:spPr>
      </p:pic>
      <p:pic>
        <p:nvPicPr>
          <p:cNvPr id="111" name="图片 110" descr="基础-数据容器"/>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616440" y="2698750"/>
            <a:ext cx="419100" cy="419100"/>
          </a:xfrm>
          <a:prstGeom prst="rect">
            <a:avLst/>
          </a:prstGeom>
        </p:spPr>
      </p:pic>
      <p:pic>
        <p:nvPicPr>
          <p:cNvPr id="113" name="图片 112" descr="基础-数据资产"/>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43000" y="1382395"/>
            <a:ext cx="419100" cy="419100"/>
          </a:xfrm>
          <a:prstGeom prst="rect">
            <a:avLst/>
          </a:prstGeom>
        </p:spPr>
      </p:pic>
      <p:pic>
        <p:nvPicPr>
          <p:cNvPr id="114" name="图片 113" descr="基础-通话"/>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9585325" y="5342890"/>
            <a:ext cx="419100" cy="419100"/>
          </a:xfrm>
          <a:prstGeom prst="rect">
            <a:avLst/>
          </a:prstGeom>
        </p:spPr>
      </p:pic>
      <p:pic>
        <p:nvPicPr>
          <p:cNvPr id="116" name="图片 115" descr="基础-团队"/>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675620" y="4010660"/>
            <a:ext cx="419100" cy="419100"/>
          </a:xfrm>
          <a:prstGeom prst="rect">
            <a:avLst/>
          </a:prstGeom>
        </p:spPr>
      </p:pic>
      <p:pic>
        <p:nvPicPr>
          <p:cNvPr id="117" name="图片 116" descr="基础-网站&amp;网络"/>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9616440" y="1382395"/>
            <a:ext cx="419100" cy="419100"/>
          </a:xfrm>
          <a:prstGeom prst="rect">
            <a:avLst/>
          </a:prstGeom>
        </p:spPr>
      </p:pic>
      <p:pic>
        <p:nvPicPr>
          <p:cNvPr id="120" name="图片 119" descr="基础-消息&amp;短信"/>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0675620" y="1382395"/>
            <a:ext cx="419100" cy="419100"/>
          </a:xfrm>
          <a:prstGeom prst="rect">
            <a:avLst/>
          </a:prstGeom>
        </p:spPr>
      </p:pic>
      <p:pic>
        <p:nvPicPr>
          <p:cNvPr id="123" name="图片 122" descr="基础-性能计算"/>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5379720" y="4010660"/>
            <a:ext cx="419100" cy="419100"/>
          </a:xfrm>
          <a:prstGeom prst="rect">
            <a:avLst/>
          </a:prstGeom>
        </p:spPr>
      </p:pic>
      <p:pic>
        <p:nvPicPr>
          <p:cNvPr id="124" name="图片 123" descr="基础-应用市场"/>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0675620" y="2698750"/>
            <a:ext cx="419100" cy="419100"/>
          </a:xfrm>
          <a:prstGeom prst="rect">
            <a:avLst/>
          </a:prstGeom>
        </p:spPr>
      </p:pic>
      <p:pic>
        <p:nvPicPr>
          <p:cNvPr id="126" name="图片 125" descr="基础-邮箱"/>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2171065" y="5342890"/>
            <a:ext cx="419100" cy="419100"/>
          </a:xfrm>
          <a:prstGeom prst="rect">
            <a:avLst/>
          </a:prstGeom>
        </p:spPr>
      </p:pic>
      <p:pic>
        <p:nvPicPr>
          <p:cNvPr id="127" name="图片 126" descr="基础-语音&amp;音频"/>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4320540" y="2698750"/>
            <a:ext cx="419100" cy="419100"/>
          </a:xfrm>
          <a:prstGeom prst="rect">
            <a:avLst/>
          </a:prstGeom>
        </p:spPr>
      </p:pic>
      <p:pic>
        <p:nvPicPr>
          <p:cNvPr id="128" name="图片 127" descr="基础-云虚拟主机"/>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7498080" y="4010660"/>
            <a:ext cx="419100" cy="419100"/>
          </a:xfrm>
          <a:prstGeom prst="rect">
            <a:avLst/>
          </a:prstGeom>
        </p:spPr>
      </p:pic>
      <p:pic>
        <p:nvPicPr>
          <p:cNvPr id="129" name="图片 128" descr="基础-政策文件"/>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3230245" y="5342890"/>
            <a:ext cx="419100" cy="419100"/>
          </a:xfrm>
          <a:prstGeom prst="rect">
            <a:avLst/>
          </a:prstGeom>
        </p:spPr>
      </p:pic>
      <p:pic>
        <p:nvPicPr>
          <p:cNvPr id="130" name="图片 129" descr="基础-主机迁移"/>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3261360" y="1382395"/>
            <a:ext cx="419100" cy="419100"/>
          </a:xfrm>
          <a:prstGeom prst="rect">
            <a:avLst/>
          </a:prstGeom>
        </p:spPr>
      </p:pic>
      <p:pic>
        <p:nvPicPr>
          <p:cNvPr id="131" name="图片 130" descr="基础-桌面"/>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5348605" y="5342890"/>
            <a:ext cx="419100" cy="419100"/>
          </a:xfrm>
          <a:prstGeom prst="rect">
            <a:avLst/>
          </a:prstGeom>
        </p:spPr>
      </p:pic>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数据资产</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区块链服务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主机迁移</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数据迁移</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项目管理</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代码</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部署</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发布</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网站</a:t>
            </a:r>
            <a:r>
              <a:rPr lang="en-US" altLang="zh-CN" sz="1200" dirty="0">
                <a:latin typeface="Arial" panose="020B0604020202090204" pitchFamily="34" charset="0"/>
                <a:ea typeface="微软雅黑" panose="020B0502040204020203" pitchFamily="34" charset="-122"/>
                <a:cs typeface="Arial" panose="020B0604020202090204" pitchFamily="34" charset="0"/>
              </a:rPr>
              <a:t>&amp;</a:t>
            </a:r>
            <a:r>
              <a:rPr lang="zh-CN" altLang="en-US" sz="1200" dirty="0">
                <a:latin typeface="Arial" panose="020B0604020202090204" pitchFamily="34" charset="0"/>
                <a:ea typeface="微软雅黑" panose="020B0502040204020203" pitchFamily="34" charset="-122"/>
                <a:cs typeface="Arial" panose="020B0604020202090204" pitchFamily="34" charset="0"/>
              </a:rPr>
              <a:t>网络</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消息</a:t>
            </a:r>
            <a:r>
              <a:rPr lang="en-US" altLang="zh-CN" sz="1200" dirty="0">
                <a:latin typeface="Arial" panose="020B0604020202090204" pitchFamily="34" charset="0"/>
                <a:ea typeface="微软雅黑" panose="020B0502040204020203" pitchFamily="34" charset="-122"/>
                <a:cs typeface="Arial" panose="020B0604020202090204" pitchFamily="34" charset="0"/>
              </a:rPr>
              <a:t>&amp;</a:t>
            </a:r>
            <a:r>
              <a:rPr lang="zh-CN" altLang="en-US" sz="1200" dirty="0">
                <a:latin typeface="Arial" panose="020B0604020202090204" pitchFamily="34" charset="0"/>
                <a:ea typeface="微软雅黑" panose="020B0502040204020203" pitchFamily="34" charset="-122"/>
                <a:cs typeface="Arial" panose="020B0604020202090204" pitchFamily="34" charset="0"/>
              </a:rPr>
              <a:t>短信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2" name="副标题 5"/>
          <p:cNvSpPr>
            <a:spLocks noGrp="1"/>
          </p:cNvSpPr>
          <p:nvPr/>
        </p:nvSpPr>
        <p:spPr>
          <a:xfrm>
            <a:off x="8521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工作台</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3" name="副标题 5"/>
          <p:cNvSpPr>
            <a:spLocks noGrp="1"/>
          </p:cNvSpPr>
          <p:nvPr/>
        </p:nvSpPr>
        <p:spPr>
          <a:xfrm>
            <a:off x="19113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开发者服务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4" name="副标题 5"/>
          <p:cNvSpPr>
            <a:spLocks noGrp="1"/>
          </p:cNvSpPr>
          <p:nvPr/>
        </p:nvSpPr>
        <p:spPr>
          <a:xfrm>
            <a:off x="29705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视频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5" name="副标题 5"/>
          <p:cNvSpPr>
            <a:spLocks noGrp="1"/>
          </p:cNvSpPr>
          <p:nvPr/>
        </p:nvSpPr>
        <p:spPr>
          <a:xfrm>
            <a:off x="402971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语音</a:t>
            </a:r>
            <a:r>
              <a:rPr lang="en-US" altLang="zh-CN" sz="1200" dirty="0">
                <a:latin typeface="Arial" panose="020B0604020202090204" pitchFamily="34" charset="0"/>
                <a:ea typeface="微软雅黑" panose="020B0502040204020203" pitchFamily="34" charset="-122"/>
                <a:cs typeface="Arial" panose="020B0604020202090204" pitchFamily="34" charset="0"/>
              </a:rPr>
              <a:t>&amp;</a:t>
            </a:r>
            <a:r>
              <a:rPr lang="zh-CN" altLang="en-US" sz="1200" dirty="0">
                <a:latin typeface="Arial" panose="020B0604020202090204" pitchFamily="34" charset="0"/>
                <a:ea typeface="微软雅黑" panose="020B0502040204020203" pitchFamily="34" charset="-122"/>
                <a:cs typeface="Arial" panose="020B0604020202090204" pitchFamily="34" charset="0"/>
              </a:rPr>
              <a:t>音频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6" name="副标题 5"/>
          <p:cNvSpPr>
            <a:spLocks noGrp="1"/>
          </p:cNvSpPr>
          <p:nvPr/>
        </p:nvSpPr>
        <p:spPr>
          <a:xfrm>
            <a:off x="508889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媒体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7" name="副标题 5"/>
          <p:cNvSpPr>
            <a:spLocks noGrp="1"/>
          </p:cNvSpPr>
          <p:nvPr/>
        </p:nvSpPr>
        <p:spPr>
          <a:xfrm>
            <a:off x="614807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图形图像</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8" name="副标题 5"/>
          <p:cNvSpPr>
            <a:spLocks noGrp="1"/>
          </p:cNvSpPr>
          <p:nvPr/>
        </p:nvSpPr>
        <p:spPr>
          <a:xfrm>
            <a:off x="720725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数据模型</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9" name="副标题 5"/>
          <p:cNvSpPr>
            <a:spLocks noGrp="1"/>
          </p:cNvSpPr>
          <p:nvPr/>
        </p:nvSpPr>
        <p:spPr>
          <a:xfrm>
            <a:off x="826643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数据引擎</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0" name="副标题 5"/>
          <p:cNvSpPr>
            <a:spLocks noGrp="1"/>
          </p:cNvSpPr>
          <p:nvPr/>
        </p:nvSpPr>
        <p:spPr>
          <a:xfrm>
            <a:off x="932561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数据容器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1" name="副标题 5"/>
          <p:cNvSpPr>
            <a:spLocks noGrp="1"/>
          </p:cNvSpPr>
          <p:nvPr/>
        </p:nvSpPr>
        <p:spPr>
          <a:xfrm>
            <a:off x="10384790" y="3199765"/>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应用市场</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文件存储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消息队列</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日志服务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服务器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性能计算</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数据洞察</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云虚拟主机</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用户</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用户</a:t>
            </a:r>
            <a:r>
              <a:rPr lang="en-US" altLang="zh-CN" sz="1200" dirty="0">
                <a:latin typeface="Arial" panose="020B0604020202090204" pitchFamily="34" charset="0"/>
                <a:ea typeface="微软雅黑" panose="020B0502040204020203" pitchFamily="34" charset="-122"/>
                <a:cs typeface="Arial" panose="020B0604020202090204" pitchFamily="34" charset="0"/>
              </a:rPr>
              <a:t>-2</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团队</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客服</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邮件</a:t>
            </a:r>
            <a:r>
              <a:rPr lang="en-US" altLang="zh-CN" sz="1200" dirty="0">
                <a:latin typeface="Arial" panose="020B0604020202090204" pitchFamily="34" charset="0"/>
                <a:ea typeface="微软雅黑" panose="020B0502040204020203" pitchFamily="34" charset="-122"/>
                <a:cs typeface="Arial" panose="020B0604020202090204" pitchFamily="34" charset="0"/>
              </a:rPr>
              <a:t>&amp;</a:t>
            </a:r>
            <a:r>
              <a:rPr lang="zh-CN" altLang="en-US" sz="1200" dirty="0">
                <a:latin typeface="Arial" panose="020B0604020202090204" pitchFamily="34" charset="0"/>
                <a:ea typeface="微软雅黑" panose="020B0502040204020203" pitchFamily="34" charset="-122"/>
                <a:cs typeface="Arial" panose="020B0604020202090204" pitchFamily="34" charset="0"/>
              </a:rPr>
              <a:t>邮箱</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政策文件</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城市建设</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桌面</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平板</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手机</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大屏</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通话</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浏览器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pic>
        <p:nvPicPr>
          <p:cNvPr id="172" name="图片 171" descr="其他-用户"/>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9616440" y="4010660"/>
            <a:ext cx="419100" cy="419100"/>
          </a:xfrm>
          <a:prstGeom prst="rect">
            <a:avLst/>
          </a:prstGeom>
        </p:spPr>
      </p:pic>
      <p:sp>
        <p:nvSpPr>
          <p:cNvPr id="3" name="副标题 5"/>
          <p:cNvSpPr>
            <a:spLocks noGrp="1"/>
          </p:cNvSpPr>
          <p:nvPr/>
        </p:nvSpPr>
        <p:spPr>
          <a:xfrm>
            <a:off x="40640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基础</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4" name="图片 3" descr="基础-区块链服务"/>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202180" y="1382395"/>
            <a:ext cx="419100" cy="419100"/>
          </a:xfrm>
          <a:prstGeom prst="rect">
            <a:avLst/>
          </a:prstGeom>
        </p:spPr>
      </p:pic>
      <p:pic>
        <p:nvPicPr>
          <p:cNvPr id="97" name="图片 96" descr="基础-代码管理"/>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6438900" y="1382395"/>
            <a:ext cx="419100" cy="419100"/>
          </a:xfrm>
          <a:prstGeom prst="rect">
            <a:avLst/>
          </a:prstGeom>
        </p:spPr>
      </p:pic>
      <p:pic>
        <p:nvPicPr>
          <p:cNvPr id="98" name="图片 97" descr="基础-开发者服务"/>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202180" y="2698750"/>
            <a:ext cx="419100" cy="419100"/>
          </a:xfrm>
          <a:prstGeom prst="rect">
            <a:avLst/>
          </a:prstGeom>
        </p:spPr>
      </p:pic>
      <p:pic>
        <p:nvPicPr>
          <p:cNvPr id="173" name="图片 172" descr="基础-图形图像"/>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6438900" y="2698750"/>
            <a:ext cx="419100" cy="419100"/>
          </a:xfrm>
          <a:prstGeom prst="rect">
            <a:avLst/>
          </a:prstGeom>
        </p:spPr>
      </p:pic>
      <p:pic>
        <p:nvPicPr>
          <p:cNvPr id="175" name="图片 174" descr="基础-项目管理"/>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5379720" y="1382395"/>
            <a:ext cx="419100" cy="419100"/>
          </a:xfrm>
          <a:prstGeom prst="rect">
            <a:avLst/>
          </a:prstGeom>
        </p:spPr>
      </p:pic>
      <p:pic>
        <p:nvPicPr>
          <p:cNvPr id="177" name="图片 176" descr="基础-用户"/>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8557260" y="4010660"/>
            <a:ext cx="419100" cy="419100"/>
          </a:xfrm>
          <a:prstGeom prst="rect">
            <a:avLst/>
          </a:prstGeom>
        </p:spPr>
      </p:pic>
      <p:pic>
        <p:nvPicPr>
          <p:cNvPr id="181" name="图片 180" descr="基础-文件存储"/>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1143000" y="4010660"/>
            <a:ext cx="419100" cy="419100"/>
          </a:xfrm>
          <a:prstGeom prst="rect">
            <a:avLst/>
          </a:prstGeom>
        </p:spPr>
      </p:pic>
      <p:pic>
        <p:nvPicPr>
          <p:cNvPr id="184" name="图片 183" descr="基础-消息列队"/>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2202180" y="4010660"/>
            <a:ext cx="419100" cy="419100"/>
          </a:xfrm>
          <a:prstGeom prst="rect">
            <a:avLst/>
          </a:prstGeom>
        </p:spPr>
      </p:pic>
      <p:pic>
        <p:nvPicPr>
          <p:cNvPr id="185" name="图片 184" descr="基础-部署"/>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7498080" y="1382395"/>
            <a:ext cx="419100" cy="419100"/>
          </a:xfrm>
          <a:prstGeom prst="rect">
            <a:avLst/>
          </a:prstGeom>
        </p:spPr>
      </p:pic>
      <p:pic>
        <p:nvPicPr>
          <p:cNvPr id="187" name="图片 186" descr="基础-数据引擎"/>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8557260" y="2698750"/>
            <a:ext cx="419100" cy="4191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mj-ea"/>
                <a:ea typeface="+mj-ea"/>
                <a:cs typeface="Arial" panose="020B0604020202090204" pitchFamily="34" charset="0"/>
              </a:rPr>
              <a:t>反白图标</a:t>
            </a:r>
            <a:endParaRPr kumimoji="1" lang="zh-CN" altLang="en-US" dirty="0">
              <a:solidFill>
                <a:schemeClr val="bg1"/>
              </a:solidFill>
              <a:latin typeface="+mj-ea"/>
              <a:ea typeface="+mj-ea"/>
              <a:cs typeface="Arial" panose="020B0604020202090204" pitchFamily="34" charset="0"/>
            </a:endParaRPr>
          </a:p>
        </p:txBody>
      </p:sp>
      <p:sp>
        <p:nvSpPr>
          <p:cNvPr id="5" name="副标题 5"/>
          <p:cNvSpPr>
            <a:spLocks noGrp="1"/>
          </p:cNvSpPr>
          <p:nvPr/>
        </p:nvSpPr>
        <p:spPr>
          <a:xfrm>
            <a:off x="406400" y="90043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基础</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 name="图片 5" descr="基础-接口-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1360" y="1446530"/>
            <a:ext cx="419100" cy="419100"/>
          </a:xfrm>
          <a:prstGeom prst="rect">
            <a:avLst/>
          </a:prstGeom>
        </p:spPr>
      </p:pic>
      <p:pic>
        <p:nvPicPr>
          <p:cNvPr id="7" name="图片 6" descr="基础-接口-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0540" y="1446530"/>
            <a:ext cx="419100" cy="419100"/>
          </a:xfrm>
          <a:prstGeom prst="rect">
            <a:avLst/>
          </a:prstGeom>
        </p:spPr>
      </p:pic>
      <p:pic>
        <p:nvPicPr>
          <p:cNvPr id="8" name="图片 7" descr="基础-节点"/>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2180" y="1446530"/>
            <a:ext cx="419100" cy="419100"/>
          </a:xfrm>
          <a:prstGeom prst="rect">
            <a:avLst/>
          </a:prstGeom>
        </p:spPr>
      </p:pic>
      <p:pic>
        <p:nvPicPr>
          <p:cNvPr id="9" name="图片 8" descr="基础-芯片"/>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1446530"/>
            <a:ext cx="419100" cy="419100"/>
          </a:xfrm>
          <a:prstGeom prst="rect">
            <a:avLst/>
          </a:prstGeom>
        </p:spPr>
      </p:pic>
      <p:sp>
        <p:nvSpPr>
          <p:cNvPr id="10" name="副标题 5"/>
          <p:cNvSpPr>
            <a:spLocks noGrp="1"/>
          </p:cNvSpPr>
          <p:nvPr/>
        </p:nvSpPr>
        <p:spPr>
          <a:xfrm>
            <a:off x="85217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芯片</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 name="副标题 5"/>
          <p:cNvSpPr>
            <a:spLocks noGrp="1"/>
          </p:cNvSpPr>
          <p:nvPr/>
        </p:nvSpPr>
        <p:spPr>
          <a:xfrm>
            <a:off x="191135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节点</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2" name="副标题 5"/>
          <p:cNvSpPr>
            <a:spLocks noGrp="1"/>
          </p:cNvSpPr>
          <p:nvPr/>
        </p:nvSpPr>
        <p:spPr>
          <a:xfrm>
            <a:off x="297053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接口</a:t>
            </a:r>
            <a:r>
              <a:rPr lang="en-US" altLang="zh-CN" sz="1200" dirty="0">
                <a:latin typeface="Arial" panose="020B0604020202090204" pitchFamily="34" charset="0"/>
                <a:ea typeface="微软雅黑" panose="020B0502040204020203" pitchFamily="34" charset="-122"/>
                <a:cs typeface="Arial" panose="020B0604020202090204" pitchFamily="34" charset="0"/>
              </a:rPr>
              <a:t>-1</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 name="副标题 5"/>
          <p:cNvSpPr>
            <a:spLocks noGrp="1"/>
          </p:cNvSpPr>
          <p:nvPr/>
        </p:nvSpPr>
        <p:spPr>
          <a:xfrm>
            <a:off x="4029710" y="186563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接口</a:t>
            </a:r>
            <a:r>
              <a:rPr lang="en-US" altLang="zh-CN" sz="1200" dirty="0">
                <a:latin typeface="Arial" panose="020B0604020202090204" pitchFamily="34" charset="0"/>
                <a:ea typeface="微软雅黑" panose="020B0502040204020203" pitchFamily="34" charset="-122"/>
                <a:cs typeface="Arial" panose="020B0604020202090204" pitchFamily="34" charset="0"/>
              </a:rPr>
              <a:t>-2</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 name="副标题 5"/>
          <p:cNvSpPr>
            <a:spLocks noGrp="1"/>
          </p:cNvSpPr>
          <p:nvPr/>
        </p:nvSpPr>
        <p:spPr>
          <a:xfrm>
            <a:off x="8521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数据库迁移</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 name="副标题 5"/>
          <p:cNvSpPr>
            <a:spLocks noGrp="1"/>
          </p:cNvSpPr>
          <p:nvPr/>
        </p:nvSpPr>
        <p:spPr>
          <a:xfrm>
            <a:off x="19113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数据库备份</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 name="副标题 5"/>
          <p:cNvSpPr>
            <a:spLocks noGrp="1"/>
          </p:cNvSpPr>
          <p:nvPr/>
        </p:nvSpPr>
        <p:spPr>
          <a:xfrm>
            <a:off x="29705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数据库存储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 name="副标题 5"/>
          <p:cNvSpPr>
            <a:spLocks noGrp="1"/>
          </p:cNvSpPr>
          <p:nvPr/>
        </p:nvSpPr>
        <p:spPr>
          <a:xfrm>
            <a:off x="40297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图数据库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8" name="副标题 5"/>
          <p:cNvSpPr>
            <a:spLocks noGrp="1"/>
          </p:cNvSpPr>
          <p:nvPr/>
        </p:nvSpPr>
        <p:spPr>
          <a:xfrm>
            <a:off x="50888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文档数据库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9" name="副标题 5"/>
          <p:cNvSpPr>
            <a:spLocks noGrp="1"/>
          </p:cNvSpPr>
          <p:nvPr/>
        </p:nvSpPr>
        <p:spPr>
          <a:xfrm>
            <a:off x="614807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云数据库</a:t>
            </a:r>
            <a:r>
              <a:rPr lang="en-US" altLang="zh-CN" sz="1200" dirty="0">
                <a:latin typeface="Arial" panose="020B0604020202090204" pitchFamily="34" charset="0"/>
                <a:ea typeface="微软雅黑" panose="020B0502040204020203" pitchFamily="34" charset="-122"/>
                <a:cs typeface="Arial" panose="020B0604020202090204" pitchFamily="34" charset="0"/>
              </a:rPr>
              <a:t>MySQL</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0" name="副标题 5"/>
          <p:cNvSpPr>
            <a:spLocks noGrp="1"/>
          </p:cNvSpPr>
          <p:nvPr/>
        </p:nvSpPr>
        <p:spPr>
          <a:xfrm>
            <a:off x="720725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云数据库SQL_Server</a:t>
            </a:r>
            <a:endParaRPr lang="zh-CN" altLang="en-US"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副标题 5"/>
          <p:cNvSpPr>
            <a:spLocks noGrp="1"/>
          </p:cNvSpPr>
          <p:nvPr/>
        </p:nvSpPr>
        <p:spPr>
          <a:xfrm>
            <a:off x="826643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云数据库MongoDB</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2" name="副标题 5"/>
          <p:cNvSpPr>
            <a:spLocks noGrp="1"/>
          </p:cNvSpPr>
          <p:nvPr/>
        </p:nvSpPr>
        <p:spPr>
          <a:xfrm>
            <a:off x="932561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sz="1200" dirty="0">
                <a:latin typeface="Arial" panose="020B0604020202090204" pitchFamily="34" charset="0"/>
                <a:ea typeface="微软雅黑" panose="020B0502040204020203" pitchFamily="34" charset="-122"/>
                <a:cs typeface="Arial" panose="020B0604020202090204" pitchFamily="34" charset="0"/>
              </a:rPr>
              <a:t>云数据库HBase</a:t>
            </a:r>
            <a:endParaRPr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3" name="副标题 5"/>
          <p:cNvSpPr>
            <a:spLocks noGrp="1"/>
          </p:cNvSpPr>
          <p:nvPr/>
        </p:nvSpPr>
        <p:spPr>
          <a:xfrm>
            <a:off x="10384790" y="451866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云数据库Hive</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4" name="副标题 5"/>
          <p:cNvSpPr>
            <a:spLocks noGrp="1"/>
          </p:cNvSpPr>
          <p:nvPr/>
        </p:nvSpPr>
        <p:spPr>
          <a:xfrm>
            <a:off x="82105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云数据</a:t>
            </a:r>
            <a:r>
              <a:rPr lang="en-US" altLang="zh-CN" sz="1200" dirty="0">
                <a:latin typeface="Arial" panose="020B0604020202090204" pitchFamily="34" charset="0"/>
                <a:ea typeface="微软雅黑" panose="020B0502040204020203" pitchFamily="34" charset="-122"/>
                <a:cs typeface="Arial" panose="020B0604020202090204" pitchFamily="34" charset="0"/>
              </a:rPr>
              <a:t>DM</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5" name="副标题 5"/>
          <p:cNvSpPr>
            <a:spLocks noGrp="1"/>
          </p:cNvSpPr>
          <p:nvPr/>
        </p:nvSpPr>
        <p:spPr>
          <a:xfrm>
            <a:off x="188023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云数据库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6" name="副标题 5"/>
          <p:cNvSpPr>
            <a:spLocks noGrp="1"/>
          </p:cNvSpPr>
          <p:nvPr/>
        </p:nvSpPr>
        <p:spPr>
          <a:xfrm>
            <a:off x="293941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公有云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7" name="副标题 5"/>
          <p:cNvSpPr>
            <a:spLocks noGrp="1"/>
          </p:cNvSpPr>
          <p:nvPr/>
        </p:nvSpPr>
        <p:spPr>
          <a:xfrm>
            <a:off x="399859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专有云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8" name="副标题 5"/>
          <p:cNvSpPr>
            <a:spLocks noGrp="1"/>
          </p:cNvSpPr>
          <p:nvPr/>
        </p:nvSpPr>
        <p:spPr>
          <a:xfrm>
            <a:off x="5057775"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私有云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9" name="副标题 5"/>
          <p:cNvSpPr>
            <a:spLocks noGrp="1"/>
          </p:cNvSpPr>
          <p:nvPr/>
        </p:nvSpPr>
        <p:spPr>
          <a:xfrm>
            <a:off x="406400" y="3136900"/>
            <a:ext cx="995045"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数据库</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1" name="图片 30" descr="数据库-数据库备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02180" y="4010660"/>
            <a:ext cx="419100" cy="419100"/>
          </a:xfrm>
          <a:prstGeom prst="rect">
            <a:avLst/>
          </a:prstGeom>
        </p:spPr>
      </p:pic>
      <p:pic>
        <p:nvPicPr>
          <p:cNvPr id="32" name="图片 31" descr="数据库-数据库存储"/>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61360" y="4010660"/>
            <a:ext cx="419100" cy="419100"/>
          </a:xfrm>
          <a:prstGeom prst="rect">
            <a:avLst/>
          </a:prstGeom>
        </p:spPr>
      </p:pic>
      <p:pic>
        <p:nvPicPr>
          <p:cNvPr id="33" name="图片 32" descr="数据库-数据库迁移"/>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3000" y="4010660"/>
            <a:ext cx="419100" cy="419100"/>
          </a:xfrm>
          <a:prstGeom prst="rect">
            <a:avLst/>
          </a:prstGeom>
        </p:spPr>
      </p:pic>
      <p:pic>
        <p:nvPicPr>
          <p:cNvPr id="35" name="图片 34" descr="数据库-图数据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320540" y="4010660"/>
            <a:ext cx="419100" cy="419100"/>
          </a:xfrm>
          <a:prstGeom prst="rect">
            <a:avLst/>
          </a:prstGeom>
        </p:spPr>
      </p:pic>
      <p:pic>
        <p:nvPicPr>
          <p:cNvPr id="36" name="图片 35" descr="数据库-文档数据库"/>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79720" y="4010660"/>
            <a:ext cx="419100" cy="419100"/>
          </a:xfrm>
          <a:prstGeom prst="rect">
            <a:avLst/>
          </a:prstGeom>
        </p:spPr>
      </p:pic>
      <p:pic>
        <p:nvPicPr>
          <p:cNvPr id="37" name="图片 36" descr="数据库-云数据库"/>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171065" y="5342890"/>
            <a:ext cx="419100" cy="419100"/>
          </a:xfrm>
          <a:prstGeom prst="rect">
            <a:avLst/>
          </a:prstGeom>
        </p:spPr>
      </p:pic>
      <p:pic>
        <p:nvPicPr>
          <p:cNvPr id="38" name="图片 37" descr="数据库-云数据库DM"/>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43000" y="5342890"/>
            <a:ext cx="419100" cy="419100"/>
          </a:xfrm>
          <a:prstGeom prst="rect">
            <a:avLst/>
          </a:prstGeom>
        </p:spPr>
      </p:pic>
      <p:pic>
        <p:nvPicPr>
          <p:cNvPr id="39" name="图片 38" descr="数据库-云数据库Hbase"/>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616440" y="4010660"/>
            <a:ext cx="419100" cy="419100"/>
          </a:xfrm>
          <a:prstGeom prst="rect">
            <a:avLst/>
          </a:prstGeom>
        </p:spPr>
      </p:pic>
      <p:pic>
        <p:nvPicPr>
          <p:cNvPr id="40" name="图片 39" descr="数据库-云数据库Hive"/>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675620" y="4010660"/>
            <a:ext cx="419100" cy="419100"/>
          </a:xfrm>
          <a:prstGeom prst="rect">
            <a:avLst/>
          </a:prstGeom>
        </p:spPr>
      </p:pic>
      <p:pic>
        <p:nvPicPr>
          <p:cNvPr id="41" name="图片 40" descr="数据库-云数据库MongoDB"/>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557260" y="4010660"/>
            <a:ext cx="419100" cy="419100"/>
          </a:xfrm>
          <a:prstGeom prst="rect">
            <a:avLst/>
          </a:prstGeom>
        </p:spPr>
      </p:pic>
      <p:pic>
        <p:nvPicPr>
          <p:cNvPr id="42" name="图片 41" descr="数据库-云数据库MySQL"/>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438900" y="4010660"/>
            <a:ext cx="419100" cy="419100"/>
          </a:xfrm>
          <a:prstGeom prst="rect">
            <a:avLst/>
          </a:prstGeom>
        </p:spPr>
      </p:pic>
      <p:pic>
        <p:nvPicPr>
          <p:cNvPr id="43" name="图片 42" descr="数据库-云数据库SQL_Serve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498080" y="4010660"/>
            <a:ext cx="419100" cy="419100"/>
          </a:xfrm>
          <a:prstGeom prst="rect">
            <a:avLst/>
          </a:prstGeom>
        </p:spPr>
      </p:pic>
      <p:pic>
        <p:nvPicPr>
          <p:cNvPr id="46" name="图片 45" descr="数据库-公有云"/>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3261360" y="5342890"/>
            <a:ext cx="419100" cy="419100"/>
          </a:xfrm>
          <a:prstGeom prst="rect">
            <a:avLst/>
          </a:prstGeom>
        </p:spPr>
      </p:pic>
      <p:pic>
        <p:nvPicPr>
          <p:cNvPr id="47" name="图片 46" descr="数据库-私有云"/>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379720" y="5342890"/>
            <a:ext cx="419100" cy="419100"/>
          </a:xfrm>
          <a:prstGeom prst="rect">
            <a:avLst/>
          </a:prstGeom>
        </p:spPr>
      </p:pic>
      <p:pic>
        <p:nvPicPr>
          <p:cNvPr id="48" name="图片 47" descr="数据库-专有云"/>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289425" y="5342890"/>
            <a:ext cx="419100" cy="419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mj-ea"/>
                <a:ea typeface="+mj-ea"/>
                <a:cs typeface="Arial" panose="020B0604020202090204" pitchFamily="34" charset="0"/>
              </a:rPr>
              <a:t>反白图标</a:t>
            </a:r>
            <a:endParaRPr kumimoji="1" lang="zh-CN" altLang="en-US" dirty="0">
              <a:solidFill>
                <a:schemeClr val="bg1"/>
              </a:solidFill>
              <a:latin typeface="+mj-ea"/>
              <a:ea typeface="+mj-ea"/>
              <a:cs typeface="Arial" panose="020B0604020202090204" pitchFamily="34" charset="0"/>
            </a:endParaRPr>
          </a:p>
        </p:txBody>
      </p:sp>
      <p:sp>
        <p:nvSpPr>
          <p:cNvPr id="3" name="副标题 5"/>
          <p:cNvSpPr>
            <a:spLocks noGrp="1"/>
          </p:cNvSpPr>
          <p:nvPr/>
        </p:nvSpPr>
        <p:spPr>
          <a:xfrm>
            <a:off x="406400" y="900430"/>
            <a:ext cx="995045"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安全</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数据沙箱</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数据脱敏</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资产分级分类</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防火墙</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实名认证</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数据安全流通</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数据水印溯源</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数据权限</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数据监控</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数据安全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2" name="副标题 5"/>
          <p:cNvSpPr>
            <a:spLocks noGrp="1"/>
          </p:cNvSpPr>
          <p:nvPr/>
        </p:nvSpPr>
        <p:spPr>
          <a:xfrm>
            <a:off x="85217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数据集成</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3" name="副标题 5"/>
          <p:cNvSpPr>
            <a:spLocks noGrp="1"/>
          </p:cNvSpPr>
          <p:nvPr/>
        </p:nvSpPr>
        <p:spPr>
          <a:xfrm>
            <a:off x="191135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实时计算</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4" name="副标题 5"/>
          <p:cNvSpPr>
            <a:spLocks noGrp="1"/>
          </p:cNvSpPr>
          <p:nvPr/>
        </p:nvSpPr>
        <p:spPr>
          <a:xfrm>
            <a:off x="297053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离线计算</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5" name="副标题 5"/>
          <p:cNvSpPr>
            <a:spLocks noGrp="1"/>
          </p:cNvSpPr>
          <p:nvPr/>
        </p:nvSpPr>
        <p:spPr>
          <a:xfrm>
            <a:off x="402971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互联网采集</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6" name="副标题 5"/>
          <p:cNvSpPr>
            <a:spLocks noGrp="1"/>
          </p:cNvSpPr>
          <p:nvPr/>
        </p:nvSpPr>
        <p:spPr>
          <a:xfrm>
            <a:off x="508889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标签管理</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7" name="副标题 5"/>
          <p:cNvSpPr>
            <a:spLocks noGrp="1"/>
          </p:cNvSpPr>
          <p:nvPr/>
        </p:nvSpPr>
        <p:spPr>
          <a:xfrm>
            <a:off x="614807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数据标准</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8" name="副标题 5"/>
          <p:cNvSpPr>
            <a:spLocks noGrp="1"/>
          </p:cNvSpPr>
          <p:nvPr/>
        </p:nvSpPr>
        <p:spPr>
          <a:xfrm>
            <a:off x="720725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关系图谱</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59" name="副标题 5"/>
          <p:cNvSpPr>
            <a:spLocks noGrp="1"/>
          </p:cNvSpPr>
          <p:nvPr/>
        </p:nvSpPr>
        <p:spPr>
          <a:xfrm>
            <a:off x="826643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数据可视化</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0" name="副标题 5"/>
          <p:cNvSpPr>
            <a:spLocks noGrp="1"/>
          </p:cNvSpPr>
          <p:nvPr/>
        </p:nvSpPr>
        <p:spPr>
          <a:xfrm>
            <a:off x="932561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数据质量</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1" name="副标题 5"/>
          <p:cNvSpPr>
            <a:spLocks noGrp="1"/>
          </p:cNvSpPr>
          <p:nvPr/>
        </p:nvSpPr>
        <p:spPr>
          <a:xfrm>
            <a:off x="1038479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数据开发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政务一体化</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资源目录</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资源普查</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供需对接</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36000" tIns="45720" rIns="3600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数据共享交换</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运营监管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36000" tIns="45720" rIns="3600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数据综合评价</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数据工坊</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数字画像</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406400" y="3136900"/>
            <a:ext cx="995045"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大数据</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0" name="图片 29" descr="安全-防火墙"/>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20540" y="1382395"/>
            <a:ext cx="419100" cy="419100"/>
          </a:xfrm>
          <a:prstGeom prst="rect">
            <a:avLst/>
          </a:prstGeom>
        </p:spPr>
      </p:pic>
      <p:pic>
        <p:nvPicPr>
          <p:cNvPr id="44" name="图片 43" descr="安全-数据安全"/>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4505" y="1382395"/>
            <a:ext cx="419100" cy="419100"/>
          </a:xfrm>
          <a:prstGeom prst="rect">
            <a:avLst/>
          </a:prstGeom>
        </p:spPr>
      </p:pic>
      <p:pic>
        <p:nvPicPr>
          <p:cNvPr id="49" name="图片 48" descr="安全-数据监控"/>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6440" y="1382395"/>
            <a:ext cx="419100" cy="419100"/>
          </a:xfrm>
          <a:prstGeom prst="rect">
            <a:avLst/>
          </a:prstGeom>
        </p:spPr>
      </p:pic>
      <p:pic>
        <p:nvPicPr>
          <p:cNvPr id="50" name="图片 49" descr="安全-数据权限 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61360" y="1382395"/>
            <a:ext cx="419100" cy="419100"/>
          </a:xfrm>
          <a:prstGeom prst="rect">
            <a:avLst/>
          </a:prstGeom>
        </p:spPr>
      </p:pic>
      <p:pic>
        <p:nvPicPr>
          <p:cNvPr id="51" name="图片 50" descr="安全-数据权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57260" y="1382395"/>
            <a:ext cx="419100" cy="419100"/>
          </a:xfrm>
          <a:prstGeom prst="rect">
            <a:avLst/>
          </a:prstGeom>
        </p:spPr>
      </p:pic>
      <p:pic>
        <p:nvPicPr>
          <p:cNvPr id="52" name="图片 51" descr="安全-数据沙箱"/>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3000" y="1382395"/>
            <a:ext cx="419100" cy="419100"/>
          </a:xfrm>
          <a:prstGeom prst="rect">
            <a:avLst/>
          </a:prstGeom>
        </p:spPr>
      </p:pic>
      <p:pic>
        <p:nvPicPr>
          <p:cNvPr id="53" name="图片 52" descr="安全-数据脱敏"/>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71065" y="1382395"/>
            <a:ext cx="419100" cy="419100"/>
          </a:xfrm>
          <a:prstGeom prst="rect">
            <a:avLst/>
          </a:prstGeom>
        </p:spPr>
      </p:pic>
      <p:pic>
        <p:nvPicPr>
          <p:cNvPr id="54" name="图片 53" descr="安全-水印溯源"/>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98080" y="1382395"/>
            <a:ext cx="419100" cy="419100"/>
          </a:xfrm>
          <a:prstGeom prst="rect">
            <a:avLst/>
          </a:prstGeom>
        </p:spPr>
      </p:pic>
      <p:pic>
        <p:nvPicPr>
          <p:cNvPr id="55" name="图片 54" descr="大数据-标签管理"/>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79720" y="4010660"/>
            <a:ext cx="419100" cy="419100"/>
          </a:xfrm>
          <a:prstGeom prst="rect">
            <a:avLst/>
          </a:prstGeom>
        </p:spPr>
      </p:pic>
      <p:pic>
        <p:nvPicPr>
          <p:cNvPr id="56" name="图片 55" descr="大数据-供需对接"/>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379720" y="5342890"/>
            <a:ext cx="419100" cy="419100"/>
          </a:xfrm>
          <a:prstGeom prst="rect">
            <a:avLst/>
          </a:prstGeom>
        </p:spPr>
      </p:pic>
      <p:pic>
        <p:nvPicPr>
          <p:cNvPr id="57" name="图片 56" descr="大数据-共享交换"/>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07785" y="5342890"/>
            <a:ext cx="419100" cy="419100"/>
          </a:xfrm>
          <a:prstGeom prst="rect">
            <a:avLst/>
          </a:prstGeom>
        </p:spPr>
      </p:pic>
      <p:pic>
        <p:nvPicPr>
          <p:cNvPr id="58" name="图片 57" descr="大数据-关系图谱"/>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98080" y="4010660"/>
            <a:ext cx="419100" cy="419100"/>
          </a:xfrm>
          <a:prstGeom prst="rect">
            <a:avLst/>
          </a:prstGeom>
        </p:spPr>
      </p:pic>
      <p:pic>
        <p:nvPicPr>
          <p:cNvPr id="59" name="图片 58" descr="大数据-互联网采集"/>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320540" y="4010660"/>
            <a:ext cx="419100" cy="419100"/>
          </a:xfrm>
          <a:prstGeom prst="rect">
            <a:avLst/>
          </a:prstGeom>
        </p:spPr>
      </p:pic>
      <p:pic>
        <p:nvPicPr>
          <p:cNvPr id="64" name="图片 63" descr="大数据-数据工坊"/>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616440" y="5342890"/>
            <a:ext cx="419100" cy="419100"/>
          </a:xfrm>
          <a:prstGeom prst="rect">
            <a:avLst/>
          </a:prstGeom>
        </p:spPr>
      </p:pic>
      <p:pic>
        <p:nvPicPr>
          <p:cNvPr id="67" name="图片 66" descr="大数据-数据可视化"/>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557260" y="4010660"/>
            <a:ext cx="419100" cy="419100"/>
          </a:xfrm>
          <a:prstGeom prst="rect">
            <a:avLst/>
          </a:prstGeom>
        </p:spPr>
      </p:pic>
      <p:pic>
        <p:nvPicPr>
          <p:cNvPr id="68" name="图片 67" descr="大数据-数据普查"/>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289425" y="5342890"/>
            <a:ext cx="419100" cy="419100"/>
          </a:xfrm>
          <a:prstGeom prst="rect">
            <a:avLst/>
          </a:prstGeom>
        </p:spPr>
      </p:pic>
      <p:pic>
        <p:nvPicPr>
          <p:cNvPr id="69" name="图片 68" descr="大数据-数据质量"/>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9616440" y="4010660"/>
            <a:ext cx="419100" cy="419100"/>
          </a:xfrm>
          <a:prstGeom prst="rect">
            <a:avLst/>
          </a:prstGeom>
        </p:spPr>
      </p:pic>
      <p:pic>
        <p:nvPicPr>
          <p:cNvPr id="70" name="图片 69" descr="大数据-数字画像"/>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675620" y="5342890"/>
            <a:ext cx="419100" cy="419100"/>
          </a:xfrm>
          <a:prstGeom prst="rect">
            <a:avLst/>
          </a:prstGeom>
        </p:spPr>
      </p:pic>
      <p:pic>
        <p:nvPicPr>
          <p:cNvPr id="72" name="图片 71" descr="大数据-政务一体化"/>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143000" y="5342890"/>
            <a:ext cx="419100" cy="419100"/>
          </a:xfrm>
          <a:prstGeom prst="rect">
            <a:avLst/>
          </a:prstGeom>
        </p:spPr>
      </p:pic>
      <p:pic>
        <p:nvPicPr>
          <p:cNvPr id="73" name="图片 72" descr="大数据-资源目录"/>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230245" y="5342890"/>
            <a:ext cx="419100" cy="419100"/>
          </a:xfrm>
          <a:prstGeom prst="rect">
            <a:avLst/>
          </a:prstGeom>
        </p:spPr>
      </p:pic>
      <p:pic>
        <p:nvPicPr>
          <p:cNvPr id="75" name="图片 74" descr="安全-实名认证"/>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348605" y="1382395"/>
            <a:ext cx="419100" cy="419100"/>
          </a:xfrm>
          <a:prstGeom prst="rect">
            <a:avLst/>
          </a:prstGeom>
        </p:spPr>
      </p:pic>
      <p:pic>
        <p:nvPicPr>
          <p:cNvPr id="80" name="图片 79" descr="大数据-数据服务"/>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2171065" y="5342890"/>
            <a:ext cx="419100" cy="419100"/>
          </a:xfrm>
          <a:prstGeom prst="rect">
            <a:avLst/>
          </a:prstGeom>
        </p:spPr>
      </p:pic>
      <p:pic>
        <p:nvPicPr>
          <p:cNvPr id="82" name="图片 81" descr="大数据-数据开发"/>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0644505" y="4010660"/>
            <a:ext cx="419100" cy="419100"/>
          </a:xfrm>
          <a:prstGeom prst="rect">
            <a:avLst/>
          </a:prstGeom>
        </p:spPr>
      </p:pic>
      <p:pic>
        <p:nvPicPr>
          <p:cNvPr id="84" name="图片 83" descr="大数据-综合评价"/>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557260" y="5342890"/>
            <a:ext cx="419100" cy="419100"/>
          </a:xfrm>
          <a:prstGeom prst="rect">
            <a:avLst/>
          </a:prstGeom>
        </p:spPr>
      </p:pic>
      <p:pic>
        <p:nvPicPr>
          <p:cNvPr id="85" name="图片 84" descr="大数据-实时计算"/>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2171065" y="4010660"/>
            <a:ext cx="419100" cy="419100"/>
          </a:xfrm>
          <a:prstGeom prst="rect">
            <a:avLst/>
          </a:prstGeom>
        </p:spPr>
      </p:pic>
      <p:pic>
        <p:nvPicPr>
          <p:cNvPr id="86" name="图片 85" descr="大数据-离线计算"/>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3261360" y="4010660"/>
            <a:ext cx="419100" cy="419100"/>
          </a:xfrm>
          <a:prstGeom prst="rect">
            <a:avLst/>
          </a:prstGeom>
        </p:spPr>
      </p:pic>
      <p:pic>
        <p:nvPicPr>
          <p:cNvPr id="87" name="图片 86" descr="大数据-数据标准"/>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6438900" y="4010660"/>
            <a:ext cx="419100" cy="419100"/>
          </a:xfrm>
          <a:prstGeom prst="rect">
            <a:avLst/>
          </a:prstGeom>
        </p:spPr>
      </p:pic>
      <p:pic>
        <p:nvPicPr>
          <p:cNvPr id="88" name="图片 87" descr="安全-数据安全流通"/>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6438900" y="1382395"/>
            <a:ext cx="419100" cy="419100"/>
          </a:xfrm>
          <a:prstGeom prst="rect">
            <a:avLst/>
          </a:prstGeom>
        </p:spPr>
      </p:pic>
      <p:pic>
        <p:nvPicPr>
          <p:cNvPr id="89" name="图片 88" descr="大数据-数据集成"/>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143000" y="4010660"/>
            <a:ext cx="419100" cy="419100"/>
          </a:xfrm>
          <a:prstGeom prst="rect">
            <a:avLst/>
          </a:prstGeom>
        </p:spPr>
      </p:pic>
      <p:pic>
        <p:nvPicPr>
          <p:cNvPr id="90" name="图片 89" descr="大数据-运营监管"/>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7498080" y="5342890"/>
            <a:ext cx="419100" cy="4191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mj-ea"/>
                <a:ea typeface="+mj-ea"/>
                <a:cs typeface="Arial" panose="020B0604020202090204" pitchFamily="34" charset="0"/>
              </a:rPr>
              <a:t>反白图标</a:t>
            </a:r>
            <a:endParaRPr kumimoji="1" lang="zh-CN" altLang="en-US" dirty="0">
              <a:solidFill>
                <a:schemeClr val="bg1"/>
              </a:solidFill>
              <a:latin typeface="+mj-ea"/>
              <a:ea typeface="+mj-ea"/>
              <a:cs typeface="Arial" panose="020B0604020202090204" pitchFamily="34" charset="0"/>
            </a:endParaRPr>
          </a:p>
        </p:txBody>
      </p:sp>
      <p:sp>
        <p:nvSpPr>
          <p:cNvPr id="97" name="副标题 5"/>
          <p:cNvSpPr>
            <a:spLocks noGrp="1"/>
          </p:cNvSpPr>
          <p:nvPr/>
        </p:nvSpPr>
        <p:spPr>
          <a:xfrm>
            <a:off x="406400" y="900430"/>
            <a:ext cx="995045"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大数据</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副标题 5"/>
          <p:cNvSpPr>
            <a:spLocks noGrp="1"/>
          </p:cNvSpPr>
          <p:nvPr/>
        </p:nvSpPr>
        <p:spPr>
          <a:xfrm>
            <a:off x="8521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综合查询</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99" name="副标题 5"/>
          <p:cNvSpPr>
            <a:spLocks noGrp="1"/>
          </p:cNvSpPr>
          <p:nvPr/>
        </p:nvSpPr>
        <p:spPr>
          <a:xfrm>
            <a:off x="19113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数据地图</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0" name="副标题 5"/>
          <p:cNvSpPr>
            <a:spLocks noGrp="1"/>
          </p:cNvSpPr>
          <p:nvPr/>
        </p:nvSpPr>
        <p:spPr>
          <a:xfrm>
            <a:off x="29705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创新空间</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1" name="副标题 5"/>
          <p:cNvSpPr>
            <a:spLocks noGrp="1"/>
          </p:cNvSpPr>
          <p:nvPr/>
        </p:nvSpPr>
        <p:spPr>
          <a:xfrm>
            <a:off x="40297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任务调度</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2" name="副标题 5"/>
          <p:cNvSpPr>
            <a:spLocks noGrp="1"/>
          </p:cNvSpPr>
          <p:nvPr/>
        </p:nvSpPr>
        <p:spPr>
          <a:xfrm>
            <a:off x="50888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数据仓库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3" name="副标题 5"/>
          <p:cNvSpPr>
            <a:spLocks noGrp="1"/>
          </p:cNvSpPr>
          <p:nvPr/>
        </p:nvSpPr>
        <p:spPr>
          <a:xfrm>
            <a:off x="85217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金融税务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4" name="副标题 5"/>
          <p:cNvSpPr>
            <a:spLocks noGrp="1"/>
          </p:cNvSpPr>
          <p:nvPr/>
        </p:nvSpPr>
        <p:spPr>
          <a:xfrm>
            <a:off x="191135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综合政务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5" name="副标题 5"/>
          <p:cNvSpPr>
            <a:spLocks noGrp="1"/>
          </p:cNvSpPr>
          <p:nvPr/>
        </p:nvSpPr>
        <p:spPr>
          <a:xfrm>
            <a:off x="297053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气象服务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6" name="副标题 5"/>
          <p:cNvSpPr>
            <a:spLocks noGrp="1"/>
          </p:cNvSpPr>
          <p:nvPr/>
        </p:nvSpPr>
        <p:spPr>
          <a:xfrm>
            <a:off x="402971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交通出行</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7" name="副标题 5"/>
          <p:cNvSpPr>
            <a:spLocks noGrp="1"/>
          </p:cNvSpPr>
          <p:nvPr/>
        </p:nvSpPr>
        <p:spPr>
          <a:xfrm>
            <a:off x="508889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城建住房</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8" name="副标题 5"/>
          <p:cNvSpPr>
            <a:spLocks noGrp="1"/>
          </p:cNvSpPr>
          <p:nvPr/>
        </p:nvSpPr>
        <p:spPr>
          <a:xfrm>
            <a:off x="614807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乡村建设</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09" name="副标题 5"/>
          <p:cNvSpPr>
            <a:spLocks noGrp="1"/>
          </p:cNvSpPr>
          <p:nvPr/>
        </p:nvSpPr>
        <p:spPr>
          <a:xfrm>
            <a:off x="720725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地理空间</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0" name="副标题 5"/>
          <p:cNvSpPr>
            <a:spLocks noGrp="1"/>
          </p:cNvSpPr>
          <p:nvPr/>
        </p:nvSpPr>
        <p:spPr>
          <a:xfrm>
            <a:off x="826643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公共安全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1" name="副标题 5"/>
          <p:cNvSpPr>
            <a:spLocks noGrp="1"/>
          </p:cNvSpPr>
          <p:nvPr/>
        </p:nvSpPr>
        <p:spPr>
          <a:xfrm>
            <a:off x="932561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医疗健康</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2" name="副标题 5"/>
          <p:cNvSpPr>
            <a:spLocks noGrp="1"/>
          </p:cNvSpPr>
          <p:nvPr/>
        </p:nvSpPr>
        <p:spPr>
          <a:xfrm>
            <a:off x="10384790" y="451866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教育行业</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3" name="副标题 5"/>
          <p:cNvSpPr>
            <a:spLocks noGrp="1"/>
          </p:cNvSpPr>
          <p:nvPr/>
        </p:nvSpPr>
        <p:spPr>
          <a:xfrm>
            <a:off x="82105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社会发展</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4" name="副标题 5"/>
          <p:cNvSpPr>
            <a:spLocks noGrp="1"/>
          </p:cNvSpPr>
          <p:nvPr/>
        </p:nvSpPr>
        <p:spPr>
          <a:xfrm>
            <a:off x="18802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劳动人事</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5" name="副标题 5"/>
          <p:cNvSpPr>
            <a:spLocks noGrp="1"/>
          </p:cNvSpPr>
          <p:nvPr/>
        </p:nvSpPr>
        <p:spPr>
          <a:xfrm>
            <a:off x="293941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企业服务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6" name="副标题 5"/>
          <p:cNvSpPr>
            <a:spLocks noGrp="1"/>
          </p:cNvSpPr>
          <p:nvPr/>
        </p:nvSpPr>
        <p:spPr>
          <a:xfrm>
            <a:off x="399859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经济贸易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7" name="副标题 5"/>
          <p:cNvSpPr>
            <a:spLocks noGrp="1"/>
          </p:cNvSpPr>
          <p:nvPr/>
        </p:nvSpPr>
        <p:spPr>
          <a:xfrm>
            <a:off x="505777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物流运输</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8" name="副标题 5"/>
          <p:cNvSpPr>
            <a:spLocks noGrp="1"/>
          </p:cNvSpPr>
          <p:nvPr/>
        </p:nvSpPr>
        <p:spPr>
          <a:xfrm>
            <a:off x="611695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生活服务</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19" name="副标题 5"/>
          <p:cNvSpPr>
            <a:spLocks noGrp="1"/>
          </p:cNvSpPr>
          <p:nvPr/>
        </p:nvSpPr>
        <p:spPr>
          <a:xfrm>
            <a:off x="71761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社会救助</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20" name="副标题 5"/>
          <p:cNvSpPr>
            <a:spLocks noGrp="1"/>
          </p:cNvSpPr>
          <p:nvPr/>
        </p:nvSpPr>
        <p:spPr>
          <a:xfrm>
            <a:off x="406400" y="3136900"/>
            <a:ext cx="1164590"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行业领域</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121" name="图片 120" descr="大数据-创新空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1360" y="1382395"/>
            <a:ext cx="419100" cy="419100"/>
          </a:xfrm>
          <a:prstGeom prst="rect">
            <a:avLst/>
          </a:prstGeom>
        </p:spPr>
      </p:pic>
      <p:pic>
        <p:nvPicPr>
          <p:cNvPr id="122" name="图片 121" descr="大数据-任务调度"/>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0540" y="1382395"/>
            <a:ext cx="419100" cy="419100"/>
          </a:xfrm>
          <a:prstGeom prst="rect">
            <a:avLst/>
          </a:prstGeom>
        </p:spPr>
      </p:pic>
      <p:pic>
        <p:nvPicPr>
          <p:cNvPr id="123" name="图片 122" descr="大数据-数据仓库"/>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79720" y="1382395"/>
            <a:ext cx="419100" cy="419100"/>
          </a:xfrm>
          <a:prstGeom prst="rect">
            <a:avLst/>
          </a:prstGeom>
        </p:spPr>
      </p:pic>
      <p:pic>
        <p:nvPicPr>
          <p:cNvPr id="126" name="图片 125" descr="行业领域-城建住房"/>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48605" y="4010660"/>
            <a:ext cx="419100" cy="419100"/>
          </a:xfrm>
          <a:prstGeom prst="rect">
            <a:avLst/>
          </a:prstGeom>
        </p:spPr>
      </p:pic>
      <p:pic>
        <p:nvPicPr>
          <p:cNvPr id="129" name="图片 128" descr="行业领域-交通出行"/>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0540" y="4010660"/>
            <a:ext cx="419100" cy="419100"/>
          </a:xfrm>
          <a:prstGeom prst="rect">
            <a:avLst/>
          </a:prstGeom>
        </p:spPr>
      </p:pic>
      <p:pic>
        <p:nvPicPr>
          <p:cNvPr id="130" name="图片 129" descr="行业领域-教育行业"/>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75620" y="4010660"/>
            <a:ext cx="419100" cy="419100"/>
          </a:xfrm>
          <a:prstGeom prst="rect">
            <a:avLst/>
          </a:prstGeom>
        </p:spPr>
      </p:pic>
      <p:pic>
        <p:nvPicPr>
          <p:cNvPr id="131" name="图片 130" descr="行业领域-金融税务"/>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3000" y="4010660"/>
            <a:ext cx="419100" cy="419100"/>
          </a:xfrm>
          <a:prstGeom prst="rect">
            <a:avLst/>
          </a:prstGeom>
        </p:spPr>
      </p:pic>
      <p:pic>
        <p:nvPicPr>
          <p:cNvPr id="142" name="图片 141" descr="行业领域-经济贸易"/>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320540" y="5342890"/>
            <a:ext cx="419100" cy="419100"/>
          </a:xfrm>
          <a:prstGeom prst="rect">
            <a:avLst/>
          </a:prstGeom>
        </p:spPr>
      </p:pic>
      <p:pic>
        <p:nvPicPr>
          <p:cNvPr id="144" name="图片 143" descr="行业领域-企业服务"/>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230245" y="5342890"/>
            <a:ext cx="419100" cy="419100"/>
          </a:xfrm>
          <a:prstGeom prst="rect">
            <a:avLst/>
          </a:prstGeom>
        </p:spPr>
      </p:pic>
      <p:pic>
        <p:nvPicPr>
          <p:cNvPr id="146" name="图片 145" descr="行业领域-社会发展"/>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11885" y="5342890"/>
            <a:ext cx="419100" cy="419100"/>
          </a:xfrm>
          <a:prstGeom prst="rect">
            <a:avLst/>
          </a:prstGeom>
        </p:spPr>
      </p:pic>
      <p:pic>
        <p:nvPicPr>
          <p:cNvPr id="147" name="图片 146" descr="行业领域-社会救助"/>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66965" y="5342890"/>
            <a:ext cx="419100" cy="419100"/>
          </a:xfrm>
          <a:prstGeom prst="rect">
            <a:avLst/>
          </a:prstGeom>
        </p:spPr>
      </p:pic>
      <p:pic>
        <p:nvPicPr>
          <p:cNvPr id="148" name="图片 147" descr="行业领域-生活服务"/>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438900" y="5342890"/>
            <a:ext cx="419100" cy="419100"/>
          </a:xfrm>
          <a:prstGeom prst="rect">
            <a:avLst/>
          </a:prstGeom>
        </p:spPr>
      </p:pic>
      <p:pic>
        <p:nvPicPr>
          <p:cNvPr id="149" name="图片 148" descr="行业领域-物流运输"/>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348605" y="5342890"/>
            <a:ext cx="419100" cy="419100"/>
          </a:xfrm>
          <a:prstGeom prst="rect">
            <a:avLst/>
          </a:prstGeom>
        </p:spPr>
      </p:pic>
      <p:pic>
        <p:nvPicPr>
          <p:cNvPr id="151" name="图片 150" descr="行业领域-医疗健康"/>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616440" y="4010660"/>
            <a:ext cx="419100" cy="419100"/>
          </a:xfrm>
          <a:prstGeom prst="rect">
            <a:avLst/>
          </a:prstGeom>
        </p:spPr>
      </p:pic>
      <p:pic>
        <p:nvPicPr>
          <p:cNvPr id="174" name="图片 173" descr="大数据-综合查询"/>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43000" y="1382395"/>
            <a:ext cx="419100" cy="419100"/>
          </a:xfrm>
          <a:prstGeom prst="rect">
            <a:avLst/>
          </a:prstGeom>
        </p:spPr>
      </p:pic>
      <p:pic>
        <p:nvPicPr>
          <p:cNvPr id="175" name="图片 174" descr="行业领域-地理空间"/>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498080" y="4010660"/>
            <a:ext cx="419100" cy="419100"/>
          </a:xfrm>
          <a:prstGeom prst="rect">
            <a:avLst/>
          </a:prstGeom>
        </p:spPr>
      </p:pic>
      <p:pic>
        <p:nvPicPr>
          <p:cNvPr id="176" name="图片 175" descr="行业领域-公共安全"/>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557260" y="4010660"/>
            <a:ext cx="419100" cy="419100"/>
          </a:xfrm>
          <a:prstGeom prst="rect">
            <a:avLst/>
          </a:prstGeom>
        </p:spPr>
      </p:pic>
      <p:pic>
        <p:nvPicPr>
          <p:cNvPr id="177" name="图片 176" descr="行业领域-劳动人事"/>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202180" y="5342890"/>
            <a:ext cx="419100" cy="419100"/>
          </a:xfrm>
          <a:prstGeom prst="rect">
            <a:avLst/>
          </a:prstGeom>
        </p:spPr>
      </p:pic>
      <p:pic>
        <p:nvPicPr>
          <p:cNvPr id="179" name="图片 178" descr="行业领域-乡村建设"/>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6438900" y="4010660"/>
            <a:ext cx="419100" cy="419100"/>
          </a:xfrm>
          <a:prstGeom prst="rect">
            <a:avLst/>
          </a:prstGeom>
        </p:spPr>
      </p:pic>
      <p:pic>
        <p:nvPicPr>
          <p:cNvPr id="181" name="图片 180" descr="行业领域-气象服务"/>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261360" y="4010660"/>
            <a:ext cx="419100" cy="419100"/>
          </a:xfrm>
          <a:prstGeom prst="rect">
            <a:avLst/>
          </a:prstGeom>
        </p:spPr>
      </p:pic>
      <p:pic>
        <p:nvPicPr>
          <p:cNvPr id="182" name="图片 181" descr="大数据-数据地图"/>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2202180" y="1382395"/>
            <a:ext cx="419100" cy="419100"/>
          </a:xfrm>
          <a:prstGeom prst="rect">
            <a:avLst/>
          </a:prstGeom>
        </p:spPr>
      </p:pic>
      <p:pic>
        <p:nvPicPr>
          <p:cNvPr id="183" name="图片 182" descr="行业领域-综合政务"/>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2202180" y="4010660"/>
            <a:ext cx="419100" cy="419100"/>
          </a:xfrm>
          <a:prstGeom prst="rect">
            <a:avLst/>
          </a:prstGeom>
        </p:spPr>
      </p:pic>
      <p:pic>
        <p:nvPicPr>
          <p:cNvPr id="3" name="图形 2"/>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8557260" y="5342890"/>
            <a:ext cx="419100" cy="419100"/>
          </a:xfrm>
          <a:prstGeom prst="rect">
            <a:avLst/>
          </a:prstGeom>
        </p:spPr>
      </p:pic>
      <p:sp>
        <p:nvSpPr>
          <p:cNvPr id="4" name="副标题 5"/>
          <p:cNvSpPr>
            <a:spLocks noGrp="1"/>
          </p:cNvSpPr>
          <p:nvPr/>
        </p:nvSpPr>
        <p:spPr>
          <a:xfrm>
            <a:off x="8266430" y="5855970"/>
            <a:ext cx="1000760" cy="24384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军工</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Arial" panose="020B0604020202090204" pitchFamily="34" charset="0"/>
                <a:ea typeface="微软雅黑" panose="020B0502040204020203" pitchFamily="34" charset="-122"/>
                <a:cs typeface="Arial" panose="020B0604020202090204" pitchFamily="34" charset="0"/>
              </a:rPr>
              <a:t>反白图标</a:t>
            </a:r>
            <a:endParaRPr kumimoji="1" lang="zh-CN" altLang="en-US"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3" name="副标题 5"/>
          <p:cNvSpPr>
            <a:spLocks noGrp="1"/>
          </p:cNvSpPr>
          <p:nvPr/>
        </p:nvSpPr>
        <p:spPr>
          <a:xfrm>
            <a:off x="406400" y="900430"/>
            <a:ext cx="1391920"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人工智能</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副标题 5"/>
          <p:cNvSpPr>
            <a:spLocks noGrp="1"/>
          </p:cNvSpPr>
          <p:nvPr/>
        </p:nvSpPr>
        <p:spPr>
          <a:xfrm>
            <a:off x="8521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人脸识别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3" name="副标题 5"/>
          <p:cNvSpPr>
            <a:spLocks noGrp="1"/>
          </p:cNvSpPr>
          <p:nvPr/>
        </p:nvSpPr>
        <p:spPr>
          <a:xfrm>
            <a:off x="19113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语音识别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4" name="副标题 5"/>
          <p:cNvSpPr>
            <a:spLocks noGrp="1"/>
          </p:cNvSpPr>
          <p:nvPr/>
        </p:nvSpPr>
        <p:spPr>
          <a:xfrm>
            <a:off x="29705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证照识别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5" name="副标题 5"/>
          <p:cNvSpPr>
            <a:spLocks noGrp="1"/>
          </p:cNvSpPr>
          <p:nvPr/>
        </p:nvSpPr>
        <p:spPr>
          <a:xfrm>
            <a:off x="40297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指纹识别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6" name="副标题 5"/>
          <p:cNvSpPr>
            <a:spLocks noGrp="1"/>
          </p:cNvSpPr>
          <p:nvPr/>
        </p:nvSpPr>
        <p:spPr>
          <a:xfrm>
            <a:off x="50888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图片识别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7" name="副标题 5"/>
          <p:cNvSpPr>
            <a:spLocks noGrp="1"/>
          </p:cNvSpPr>
          <p:nvPr/>
        </p:nvSpPr>
        <p:spPr>
          <a:xfrm>
            <a:off x="61480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文本识别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8" name="副标题 5"/>
          <p:cNvSpPr>
            <a:spLocks noGrp="1"/>
          </p:cNvSpPr>
          <p:nvPr/>
        </p:nvSpPr>
        <p:spPr>
          <a:xfrm>
            <a:off x="72072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地址标准化</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39" name="副标题 5"/>
          <p:cNvSpPr>
            <a:spLocks noGrp="1"/>
          </p:cNvSpPr>
          <p:nvPr/>
        </p:nvSpPr>
        <p:spPr>
          <a:xfrm>
            <a:off x="82664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二维码识别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0" name="副标题 5"/>
          <p:cNvSpPr>
            <a:spLocks noGrp="1"/>
          </p:cNvSpPr>
          <p:nvPr/>
        </p:nvSpPr>
        <p:spPr>
          <a:xfrm>
            <a:off x="93256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日志分析</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1" name="副标题 5"/>
          <p:cNvSpPr>
            <a:spLocks noGrp="1"/>
          </p:cNvSpPr>
          <p:nvPr/>
        </p:nvSpPr>
        <p:spPr>
          <a:xfrm>
            <a:off x="103847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智能机器人</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4" name="副标题 5"/>
          <p:cNvSpPr>
            <a:spLocks noGrp="1"/>
          </p:cNvSpPr>
          <p:nvPr/>
        </p:nvSpPr>
        <p:spPr>
          <a:xfrm>
            <a:off x="85217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机器翻译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5" name="副标题 5"/>
          <p:cNvSpPr>
            <a:spLocks noGrp="1"/>
          </p:cNvSpPr>
          <p:nvPr/>
        </p:nvSpPr>
        <p:spPr>
          <a:xfrm>
            <a:off x="191135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视频识别</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6" name="副标题 5"/>
          <p:cNvSpPr>
            <a:spLocks noGrp="1"/>
          </p:cNvSpPr>
          <p:nvPr/>
        </p:nvSpPr>
        <p:spPr>
          <a:xfrm>
            <a:off x="297053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人工智能</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2" name="副标题 5"/>
          <p:cNvSpPr>
            <a:spLocks noGrp="1"/>
          </p:cNvSpPr>
          <p:nvPr/>
        </p:nvSpPr>
        <p:spPr>
          <a:xfrm>
            <a:off x="82105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文档</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3" name="副标题 5"/>
          <p:cNvSpPr>
            <a:spLocks noGrp="1"/>
          </p:cNvSpPr>
          <p:nvPr/>
        </p:nvSpPr>
        <p:spPr>
          <a:xfrm>
            <a:off x="18802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文档</a:t>
            </a:r>
            <a:r>
              <a:rPr lang="en-US" altLang="zh-CN" sz="1200" dirty="0">
                <a:latin typeface="Arial" panose="020B0604020202090204" pitchFamily="34" charset="0"/>
                <a:ea typeface="微软雅黑" panose="020B0502040204020203" pitchFamily="34" charset="-122"/>
                <a:cs typeface="Arial" panose="020B0604020202090204" pitchFamily="34" charset="0"/>
              </a:rPr>
              <a:t>-2</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4" name="副标题 5"/>
          <p:cNvSpPr>
            <a:spLocks noGrp="1"/>
          </p:cNvSpPr>
          <p:nvPr/>
        </p:nvSpPr>
        <p:spPr>
          <a:xfrm>
            <a:off x="293941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文件夹</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5" name="副标题 5"/>
          <p:cNvSpPr>
            <a:spLocks noGrp="1"/>
          </p:cNvSpPr>
          <p:nvPr/>
        </p:nvSpPr>
        <p:spPr>
          <a:xfrm>
            <a:off x="399859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编辑</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6" name="副标题 5"/>
          <p:cNvSpPr>
            <a:spLocks noGrp="1"/>
          </p:cNvSpPr>
          <p:nvPr/>
        </p:nvSpPr>
        <p:spPr>
          <a:xfrm>
            <a:off x="505777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复制</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7" name="副标题 5"/>
          <p:cNvSpPr>
            <a:spLocks noGrp="1"/>
          </p:cNvSpPr>
          <p:nvPr/>
        </p:nvSpPr>
        <p:spPr>
          <a:xfrm>
            <a:off x="611695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搜索</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8" name="副标题 5"/>
          <p:cNvSpPr>
            <a:spLocks noGrp="1"/>
          </p:cNvSpPr>
          <p:nvPr/>
        </p:nvSpPr>
        <p:spPr>
          <a:xfrm>
            <a:off x="717613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图表文档</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69" name="副标题 5"/>
          <p:cNvSpPr>
            <a:spLocks noGrp="1"/>
          </p:cNvSpPr>
          <p:nvPr/>
        </p:nvSpPr>
        <p:spPr>
          <a:xfrm>
            <a:off x="823531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待办</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0" name="副标题 5"/>
          <p:cNvSpPr>
            <a:spLocks noGrp="1"/>
          </p:cNvSpPr>
          <p:nvPr/>
        </p:nvSpPr>
        <p:spPr>
          <a:xfrm>
            <a:off x="929449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待办</a:t>
            </a:r>
            <a:r>
              <a:rPr lang="en-US" altLang="zh-CN" sz="1200" dirty="0">
                <a:latin typeface="Arial" panose="020B0604020202090204" pitchFamily="34" charset="0"/>
                <a:ea typeface="微软雅黑" panose="020B0502040204020203" pitchFamily="34" charset="-122"/>
                <a:cs typeface="Arial" panose="020B0604020202090204" pitchFamily="34" charset="0"/>
              </a:rPr>
              <a:t>-2</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71" name="副标题 5"/>
          <p:cNvSpPr>
            <a:spLocks noGrp="1"/>
          </p:cNvSpPr>
          <p:nvPr/>
        </p:nvSpPr>
        <p:spPr>
          <a:xfrm>
            <a:off x="10353675" y="585597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目录</a:t>
            </a:r>
            <a:r>
              <a:rPr lang="en-US" altLang="zh-CN" sz="1200" dirty="0">
                <a:latin typeface="Arial" panose="020B0604020202090204" pitchFamily="34" charset="0"/>
                <a:ea typeface="微软雅黑" panose="020B0502040204020203" pitchFamily="34" charset="-122"/>
                <a:cs typeface="Arial" panose="020B0604020202090204" pitchFamily="34" charset="0"/>
              </a:rPr>
              <a:t>&amp;</a:t>
            </a:r>
            <a:r>
              <a:rPr lang="zh-CN" altLang="en-US" sz="1200" dirty="0">
                <a:latin typeface="Arial" panose="020B0604020202090204" pitchFamily="34" charset="0"/>
                <a:ea typeface="微软雅黑" panose="020B0502040204020203" pitchFamily="34" charset="-122"/>
                <a:cs typeface="Arial" panose="020B0604020202090204" pitchFamily="34" charset="0"/>
              </a:rPr>
              <a:t>列表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7" name="副标题 5"/>
          <p:cNvSpPr>
            <a:spLocks noGrp="1"/>
          </p:cNvSpPr>
          <p:nvPr/>
        </p:nvSpPr>
        <p:spPr>
          <a:xfrm>
            <a:off x="407670" y="4580890"/>
            <a:ext cx="1391920"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其他</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8" name="图片 7" descr="人工智能-地址标准化"/>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8080" y="1382395"/>
            <a:ext cx="419100" cy="419100"/>
          </a:xfrm>
          <a:prstGeom prst="rect">
            <a:avLst/>
          </a:prstGeom>
        </p:spPr>
      </p:pic>
      <p:pic>
        <p:nvPicPr>
          <p:cNvPr id="9" name="图片 8" descr="人工智能-二维码识别"/>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7260" y="1382395"/>
            <a:ext cx="419100" cy="419100"/>
          </a:xfrm>
          <a:prstGeom prst="rect">
            <a:avLst/>
          </a:prstGeom>
        </p:spPr>
      </p:pic>
      <p:pic>
        <p:nvPicPr>
          <p:cNvPr id="10" name="图片 9" descr="人工智能-翻译"/>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1255" y="2690495"/>
            <a:ext cx="419100" cy="419100"/>
          </a:xfrm>
          <a:prstGeom prst="rect">
            <a:avLst/>
          </a:prstGeom>
        </p:spPr>
      </p:pic>
      <p:pic>
        <p:nvPicPr>
          <p:cNvPr id="12" name="图片 11" descr="人工智能-人工智能"/>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61360" y="2698750"/>
            <a:ext cx="419100" cy="419100"/>
          </a:xfrm>
          <a:prstGeom prst="rect">
            <a:avLst/>
          </a:prstGeom>
        </p:spPr>
      </p:pic>
      <p:pic>
        <p:nvPicPr>
          <p:cNvPr id="13" name="图片 12" descr="人工智能-人脸识别"/>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1382395"/>
            <a:ext cx="419100" cy="419100"/>
          </a:xfrm>
          <a:prstGeom prst="rect">
            <a:avLst/>
          </a:prstGeom>
        </p:spPr>
      </p:pic>
      <p:pic>
        <p:nvPicPr>
          <p:cNvPr id="14" name="图片 13" descr="人工智能-日志分析"/>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16440" y="1382395"/>
            <a:ext cx="419100" cy="419100"/>
          </a:xfrm>
          <a:prstGeom prst="rect">
            <a:avLst/>
          </a:prstGeom>
        </p:spPr>
      </p:pic>
      <p:pic>
        <p:nvPicPr>
          <p:cNvPr id="16" name="图片 15" descr="人工智能-图片识别"/>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42255" y="1382395"/>
            <a:ext cx="419100" cy="419100"/>
          </a:xfrm>
          <a:prstGeom prst="rect">
            <a:avLst/>
          </a:prstGeom>
        </p:spPr>
      </p:pic>
      <p:pic>
        <p:nvPicPr>
          <p:cNvPr id="17" name="图片 16" descr="人工智能-文本识别"/>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38900" y="1382395"/>
            <a:ext cx="419100" cy="419100"/>
          </a:xfrm>
          <a:prstGeom prst="rect">
            <a:avLst/>
          </a:prstGeom>
        </p:spPr>
      </p:pic>
      <p:pic>
        <p:nvPicPr>
          <p:cNvPr id="18" name="图片 17" descr="人工智能-语音识别"/>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02180" y="1382395"/>
            <a:ext cx="419100" cy="419100"/>
          </a:xfrm>
          <a:prstGeom prst="rect">
            <a:avLst/>
          </a:prstGeom>
        </p:spPr>
      </p:pic>
      <p:pic>
        <p:nvPicPr>
          <p:cNvPr id="19" name="图片 18" descr="人工智能-证照识别"/>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261360" y="1382395"/>
            <a:ext cx="419100" cy="419100"/>
          </a:xfrm>
          <a:prstGeom prst="rect">
            <a:avLst/>
          </a:prstGeom>
        </p:spPr>
      </p:pic>
      <p:pic>
        <p:nvPicPr>
          <p:cNvPr id="20" name="图片 19" descr="人工智能-指纹识别"/>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320540" y="1382395"/>
            <a:ext cx="419100" cy="419100"/>
          </a:xfrm>
          <a:prstGeom prst="rect">
            <a:avLst/>
          </a:prstGeom>
        </p:spPr>
      </p:pic>
      <p:pic>
        <p:nvPicPr>
          <p:cNvPr id="21" name="图片 20" descr="其他-编辑"/>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289425" y="5342890"/>
            <a:ext cx="419100" cy="419100"/>
          </a:xfrm>
          <a:prstGeom prst="rect">
            <a:avLst/>
          </a:prstGeom>
        </p:spPr>
      </p:pic>
      <p:pic>
        <p:nvPicPr>
          <p:cNvPr id="29" name="图片 28" descr="其他-待办2"/>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585325" y="5342890"/>
            <a:ext cx="419100" cy="419100"/>
          </a:xfrm>
          <a:prstGeom prst="rect">
            <a:avLst/>
          </a:prstGeom>
        </p:spPr>
      </p:pic>
      <p:pic>
        <p:nvPicPr>
          <p:cNvPr id="30" name="图片 29" descr="其他-复制"/>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5348605" y="5342890"/>
            <a:ext cx="419100" cy="419100"/>
          </a:xfrm>
          <a:prstGeom prst="rect">
            <a:avLst/>
          </a:prstGeom>
        </p:spPr>
      </p:pic>
      <p:pic>
        <p:nvPicPr>
          <p:cNvPr id="33" name="图片 32" descr="其他-目录"/>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644505" y="5342890"/>
            <a:ext cx="419100" cy="419100"/>
          </a:xfrm>
          <a:prstGeom prst="rect">
            <a:avLst/>
          </a:prstGeom>
        </p:spPr>
      </p:pic>
      <p:pic>
        <p:nvPicPr>
          <p:cNvPr id="44" name="图片 43" descr="其他-图表文档"/>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466965" y="5342890"/>
            <a:ext cx="419100" cy="419100"/>
          </a:xfrm>
          <a:prstGeom prst="rect">
            <a:avLst/>
          </a:prstGeom>
        </p:spPr>
      </p:pic>
      <p:pic>
        <p:nvPicPr>
          <p:cNvPr id="45" name="图片 44" descr="其他-文档"/>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11885" y="5342890"/>
            <a:ext cx="419100" cy="419100"/>
          </a:xfrm>
          <a:prstGeom prst="rect">
            <a:avLst/>
          </a:prstGeom>
        </p:spPr>
      </p:pic>
      <p:pic>
        <p:nvPicPr>
          <p:cNvPr id="46" name="图片 45" descr="其他-文档2"/>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171065" y="5342890"/>
            <a:ext cx="419100" cy="419100"/>
          </a:xfrm>
          <a:prstGeom prst="rect">
            <a:avLst/>
          </a:prstGeom>
        </p:spPr>
      </p:pic>
      <p:pic>
        <p:nvPicPr>
          <p:cNvPr id="47" name="图片 46" descr="其他-文件夹"/>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230245" y="5342890"/>
            <a:ext cx="419100" cy="419100"/>
          </a:xfrm>
          <a:prstGeom prst="rect">
            <a:avLst/>
          </a:prstGeom>
        </p:spPr>
      </p:pic>
      <p:pic>
        <p:nvPicPr>
          <p:cNvPr id="22" name="图片 21" descr="其他-待办"/>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8526145" y="5342890"/>
            <a:ext cx="419100" cy="419100"/>
          </a:xfrm>
          <a:prstGeom prst="rect">
            <a:avLst/>
          </a:prstGeom>
        </p:spPr>
      </p:pic>
      <p:pic>
        <p:nvPicPr>
          <p:cNvPr id="23" name="图片 22" descr="其他-搜索"/>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407785" y="5342890"/>
            <a:ext cx="419100" cy="419100"/>
          </a:xfrm>
          <a:prstGeom prst="rect">
            <a:avLst/>
          </a:prstGeom>
        </p:spPr>
      </p:pic>
      <p:pic>
        <p:nvPicPr>
          <p:cNvPr id="24" name="图片 23" descr="人工智能-机器人"/>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0644505" y="1382395"/>
            <a:ext cx="419100" cy="419100"/>
          </a:xfrm>
          <a:prstGeom prst="rect">
            <a:avLst/>
          </a:prstGeom>
        </p:spPr>
      </p:pic>
      <p:pic>
        <p:nvPicPr>
          <p:cNvPr id="25" name="图片 24" descr="人工智能-视频识别"/>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2202180" y="2698750"/>
            <a:ext cx="419100" cy="4191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1"/>
                </a:solidFill>
                <a:latin typeface="Arial" panose="020B0604020202090204" pitchFamily="34" charset="0"/>
                <a:ea typeface="微软雅黑" panose="020B0502040204020203" pitchFamily="34" charset="-122"/>
                <a:cs typeface="Arial" panose="020B0604020202090204" pitchFamily="34" charset="0"/>
              </a:rPr>
              <a:t>反白图标</a:t>
            </a:r>
            <a:endParaRPr kumimoji="1" lang="zh-CN" altLang="en-US"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副标题 5"/>
          <p:cNvSpPr>
            <a:spLocks noGrp="1"/>
          </p:cNvSpPr>
          <p:nvPr/>
        </p:nvSpPr>
        <p:spPr>
          <a:xfrm>
            <a:off x="416560" y="900430"/>
            <a:ext cx="139192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latin typeface="Arial" panose="020B0604020202090204" pitchFamily="34" charset="0"/>
                <a:ea typeface="微软雅黑" panose="020B0502040204020203" pitchFamily="34" charset="-122"/>
                <a:cs typeface="Arial" panose="020B0604020202090204" pitchFamily="34" charset="0"/>
                <a:sym typeface="+mn-ea"/>
              </a:rPr>
              <a:t>其他</a:t>
            </a:r>
            <a:endParaRPr lang="zh-CN" altLang="en-US" sz="1600" b="1"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副标题 5"/>
          <p:cNvSpPr>
            <a:spLocks noGrp="1"/>
          </p:cNvSpPr>
          <p:nvPr/>
        </p:nvSpPr>
        <p:spPr>
          <a:xfrm>
            <a:off x="8521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数据搜索</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4" name="副标题 5"/>
          <p:cNvSpPr>
            <a:spLocks noGrp="1"/>
          </p:cNvSpPr>
          <p:nvPr/>
        </p:nvSpPr>
        <p:spPr>
          <a:xfrm>
            <a:off x="19113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实时数据</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5" name="副标题 5"/>
          <p:cNvSpPr>
            <a:spLocks noGrp="1"/>
          </p:cNvSpPr>
          <p:nvPr/>
        </p:nvSpPr>
        <p:spPr>
          <a:xfrm>
            <a:off x="29705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数据加工</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6" name="副标题 5"/>
          <p:cNvSpPr>
            <a:spLocks noGrp="1"/>
          </p:cNvSpPr>
          <p:nvPr/>
        </p:nvSpPr>
        <p:spPr>
          <a:xfrm>
            <a:off x="40297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数据桶</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27" name="副标题 5"/>
          <p:cNvSpPr>
            <a:spLocks noGrp="1"/>
          </p:cNvSpPr>
          <p:nvPr/>
        </p:nvSpPr>
        <p:spPr>
          <a:xfrm>
            <a:off x="50888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31" name="副标题 5"/>
          <p:cNvSpPr>
            <a:spLocks noGrp="1"/>
          </p:cNvSpPr>
          <p:nvPr/>
        </p:nvSpPr>
        <p:spPr>
          <a:xfrm>
            <a:off x="614807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钱包</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32" name="副标题 5"/>
          <p:cNvSpPr>
            <a:spLocks noGrp="1"/>
          </p:cNvSpPr>
          <p:nvPr/>
        </p:nvSpPr>
        <p:spPr>
          <a:xfrm>
            <a:off x="720725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过滤</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34" name="副标题 5"/>
          <p:cNvSpPr>
            <a:spLocks noGrp="1"/>
          </p:cNvSpPr>
          <p:nvPr/>
        </p:nvSpPr>
        <p:spPr>
          <a:xfrm>
            <a:off x="826643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审批</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35" name="副标题 5"/>
          <p:cNvSpPr>
            <a:spLocks noGrp="1"/>
          </p:cNvSpPr>
          <p:nvPr/>
        </p:nvSpPr>
        <p:spPr>
          <a:xfrm>
            <a:off x="932561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标签</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36" name="副标题 5"/>
          <p:cNvSpPr>
            <a:spLocks noGrp="1"/>
          </p:cNvSpPr>
          <p:nvPr/>
        </p:nvSpPr>
        <p:spPr>
          <a:xfrm>
            <a:off x="10384790" y="1865630"/>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趋势</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2" name="副标题 5"/>
          <p:cNvSpPr>
            <a:spLocks noGrp="1"/>
          </p:cNvSpPr>
          <p:nvPr/>
        </p:nvSpPr>
        <p:spPr>
          <a:xfrm>
            <a:off x="85217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指标</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3" name="副标题 5"/>
          <p:cNvSpPr>
            <a:spLocks noGrp="1"/>
          </p:cNvSpPr>
          <p:nvPr/>
        </p:nvSpPr>
        <p:spPr>
          <a:xfrm>
            <a:off x="191135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画板</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sp>
        <p:nvSpPr>
          <p:cNvPr id="144" name="副标题 5"/>
          <p:cNvSpPr>
            <a:spLocks noGrp="1"/>
          </p:cNvSpPr>
          <p:nvPr/>
        </p:nvSpPr>
        <p:spPr>
          <a:xfrm>
            <a:off x="297053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图表</a:t>
            </a:r>
            <a:endParaRPr lang="zh-CN" altLang="en-US" sz="1200" dirty="0">
              <a:latin typeface="Arial" panose="020B0604020202090204" pitchFamily="34" charset="0"/>
              <a:ea typeface="微软雅黑" panose="020B0502040204020203" pitchFamily="34" charset="-122"/>
              <a:cs typeface="Arial" panose="020B0604020202090204" pitchFamily="34" charset="0"/>
            </a:endParaRPr>
          </a:p>
        </p:txBody>
      </p:sp>
      <p:pic>
        <p:nvPicPr>
          <p:cNvPr id="37" name="图片 36" descr="其他-标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94850" y="1382395"/>
            <a:ext cx="419100" cy="419100"/>
          </a:xfrm>
          <a:prstGeom prst="rect">
            <a:avLst/>
          </a:prstGeom>
        </p:spPr>
      </p:pic>
      <p:pic>
        <p:nvPicPr>
          <p:cNvPr id="38" name="图片 37" descr="其他-抽象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8950" y="2690495"/>
            <a:ext cx="419100" cy="419100"/>
          </a:xfrm>
          <a:prstGeom prst="rect">
            <a:avLst/>
          </a:prstGeom>
        </p:spPr>
      </p:pic>
      <p:pic>
        <p:nvPicPr>
          <p:cNvPr id="39" name="图片 38" descr="其他-抽象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79720" y="2690495"/>
            <a:ext cx="419100" cy="419100"/>
          </a:xfrm>
          <a:prstGeom prst="rect">
            <a:avLst/>
          </a:prstGeom>
        </p:spPr>
      </p:pic>
      <p:pic>
        <p:nvPicPr>
          <p:cNvPr id="41" name="图片 40" descr="其他-抽象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89190" y="2690495"/>
            <a:ext cx="419100" cy="419100"/>
          </a:xfrm>
          <a:prstGeom prst="rect">
            <a:avLst/>
          </a:prstGeom>
        </p:spPr>
      </p:pic>
      <p:pic>
        <p:nvPicPr>
          <p:cNvPr id="43" name="图片 42" descr="其他-抽象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43925" y="2690495"/>
            <a:ext cx="419100" cy="419100"/>
          </a:xfrm>
          <a:prstGeom prst="rect">
            <a:avLst/>
          </a:prstGeom>
        </p:spPr>
      </p:pic>
      <p:pic>
        <p:nvPicPr>
          <p:cNvPr id="48" name="图片 47" descr="其他-抽象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98660" y="2690495"/>
            <a:ext cx="419100" cy="419100"/>
          </a:xfrm>
          <a:prstGeom prst="rect">
            <a:avLst/>
          </a:prstGeom>
        </p:spPr>
      </p:pic>
      <p:pic>
        <p:nvPicPr>
          <p:cNvPr id="49" name="图片 48" descr="其他-抽象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53395" y="2690495"/>
            <a:ext cx="419100" cy="419100"/>
          </a:xfrm>
          <a:prstGeom prst="rect">
            <a:avLst/>
          </a:prstGeom>
        </p:spPr>
      </p:pic>
      <p:pic>
        <p:nvPicPr>
          <p:cNvPr id="50" name="图片 49" descr="其他-过滤"/>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98080" y="1382395"/>
            <a:ext cx="419100" cy="419100"/>
          </a:xfrm>
          <a:prstGeom prst="rect">
            <a:avLst/>
          </a:prstGeom>
        </p:spPr>
      </p:pic>
      <p:pic>
        <p:nvPicPr>
          <p:cNvPr id="51" name="图片 50" descr="其他-画板"/>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02180" y="2690495"/>
            <a:ext cx="419100" cy="419100"/>
          </a:xfrm>
          <a:prstGeom prst="rect">
            <a:avLst/>
          </a:prstGeom>
        </p:spPr>
      </p:pic>
      <p:pic>
        <p:nvPicPr>
          <p:cNvPr id="52" name="图片 51" descr="其他-钱包"/>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38900" y="1382395"/>
            <a:ext cx="419100" cy="419100"/>
          </a:xfrm>
          <a:prstGeom prst="rect">
            <a:avLst/>
          </a:prstGeom>
        </p:spPr>
      </p:pic>
      <p:pic>
        <p:nvPicPr>
          <p:cNvPr id="53" name="图片 52" descr="其他-趋势"/>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75620" y="1382395"/>
            <a:ext cx="419100" cy="419100"/>
          </a:xfrm>
          <a:prstGeom prst="rect">
            <a:avLst/>
          </a:prstGeom>
        </p:spPr>
      </p:pic>
      <p:pic>
        <p:nvPicPr>
          <p:cNvPr id="54" name="图片 53" descr="其他-审批"/>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535670" y="1382395"/>
            <a:ext cx="419100" cy="419100"/>
          </a:xfrm>
          <a:prstGeom prst="rect">
            <a:avLst/>
          </a:prstGeom>
        </p:spPr>
      </p:pic>
      <p:pic>
        <p:nvPicPr>
          <p:cNvPr id="55" name="图片 54" descr="其他-实时数据"/>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202180" y="1382395"/>
            <a:ext cx="419100" cy="419100"/>
          </a:xfrm>
          <a:prstGeom prst="rect">
            <a:avLst/>
          </a:prstGeom>
        </p:spPr>
      </p:pic>
      <p:pic>
        <p:nvPicPr>
          <p:cNvPr id="57" name="图片 56" descr="其他-数据加工"/>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261360" y="1382395"/>
            <a:ext cx="419100" cy="419100"/>
          </a:xfrm>
          <a:prstGeom prst="rect">
            <a:avLst/>
          </a:prstGeom>
        </p:spPr>
      </p:pic>
      <p:pic>
        <p:nvPicPr>
          <p:cNvPr id="58" name="图片 57" descr="其他-数据搜索"/>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43000" y="1382395"/>
            <a:ext cx="419100" cy="419100"/>
          </a:xfrm>
          <a:prstGeom prst="rect">
            <a:avLst/>
          </a:prstGeom>
        </p:spPr>
      </p:pic>
      <p:pic>
        <p:nvPicPr>
          <p:cNvPr id="60" name="图片 59" descr="其他-图表"/>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261360" y="2690495"/>
            <a:ext cx="419100" cy="419100"/>
          </a:xfrm>
          <a:prstGeom prst="rect">
            <a:avLst/>
          </a:prstGeom>
        </p:spPr>
      </p:pic>
      <p:sp>
        <p:nvSpPr>
          <p:cNvPr id="62" name="副标题 5"/>
          <p:cNvSpPr>
            <a:spLocks noGrp="1"/>
          </p:cNvSpPr>
          <p:nvPr/>
        </p:nvSpPr>
        <p:spPr>
          <a:xfrm>
            <a:off x="400812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rPr>
              <a:t>-1</a:t>
            </a:r>
            <a:endParaRPr lang="en-US" altLang="zh-CN" sz="1200" dirty="0">
              <a:latin typeface="Arial" panose="020B0604020202090204" pitchFamily="34" charset="0"/>
              <a:ea typeface="微软雅黑" panose="020B0502040204020203" pitchFamily="34" charset="-122"/>
              <a:cs typeface="Arial" panose="020B0604020202090204" pitchFamily="34" charset="0"/>
            </a:endParaRPr>
          </a:p>
        </p:txBody>
      </p:sp>
      <p:sp>
        <p:nvSpPr>
          <p:cNvPr id="63" name="副标题 5"/>
          <p:cNvSpPr>
            <a:spLocks noGrp="1"/>
          </p:cNvSpPr>
          <p:nvPr/>
        </p:nvSpPr>
        <p:spPr>
          <a:xfrm>
            <a:off x="506730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-2</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4" name="副标题 5"/>
          <p:cNvSpPr>
            <a:spLocks noGrp="1"/>
          </p:cNvSpPr>
          <p:nvPr/>
        </p:nvSpPr>
        <p:spPr>
          <a:xfrm>
            <a:off x="612648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-3</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5" name="副标题 5"/>
          <p:cNvSpPr>
            <a:spLocks noGrp="1"/>
          </p:cNvSpPr>
          <p:nvPr/>
        </p:nvSpPr>
        <p:spPr>
          <a:xfrm>
            <a:off x="718566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-4</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6" name="副标题 5"/>
          <p:cNvSpPr>
            <a:spLocks noGrp="1"/>
          </p:cNvSpPr>
          <p:nvPr/>
        </p:nvSpPr>
        <p:spPr>
          <a:xfrm>
            <a:off x="824484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-5</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副标题 5"/>
          <p:cNvSpPr>
            <a:spLocks noGrp="1"/>
          </p:cNvSpPr>
          <p:nvPr/>
        </p:nvSpPr>
        <p:spPr>
          <a:xfrm>
            <a:off x="930402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-6</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8" name="副标题 5"/>
          <p:cNvSpPr>
            <a:spLocks noGrp="1"/>
          </p:cNvSpPr>
          <p:nvPr/>
        </p:nvSpPr>
        <p:spPr>
          <a:xfrm>
            <a:off x="10363200" y="3199765"/>
            <a:ext cx="10007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latin typeface="Arial" panose="020B0604020202090204" pitchFamily="34" charset="0"/>
                <a:ea typeface="微软雅黑" panose="020B0502040204020203" pitchFamily="34" charset="-122"/>
                <a:cs typeface="Arial" panose="020B0604020202090204" pitchFamily="34" charset="0"/>
                <a:sym typeface="+mn-ea"/>
              </a:rPr>
              <a:t>抽象</a:t>
            </a:r>
            <a:r>
              <a:rPr lang="en-US" altLang="zh-CN" sz="1200" dirty="0">
                <a:latin typeface="Arial" panose="020B0604020202090204" pitchFamily="34" charset="0"/>
                <a:ea typeface="微软雅黑" panose="020B0502040204020203" pitchFamily="34" charset="-122"/>
                <a:cs typeface="Arial" panose="020B0604020202090204" pitchFamily="34" charset="0"/>
                <a:sym typeface="+mn-ea"/>
              </a:rPr>
              <a:t>-7</a:t>
            </a:r>
            <a:endParaRPr lang="en-US" altLang="zh-CN" sz="1200" dirty="0">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9" name="图片 68" descr="其他-抽象3"/>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438900" y="2690495"/>
            <a:ext cx="419100" cy="419100"/>
          </a:xfrm>
          <a:prstGeom prst="rect">
            <a:avLst/>
          </a:prstGeom>
        </p:spPr>
      </p:pic>
      <p:pic>
        <p:nvPicPr>
          <p:cNvPr id="70" name="图片 69" descr="其他-数据"/>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379720" y="1382395"/>
            <a:ext cx="419100" cy="419100"/>
          </a:xfrm>
          <a:prstGeom prst="rect">
            <a:avLst/>
          </a:prstGeom>
        </p:spPr>
      </p:pic>
      <p:pic>
        <p:nvPicPr>
          <p:cNvPr id="71" name="图片 70" descr="其他-数据桶"/>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320540" y="1382395"/>
            <a:ext cx="419100" cy="419100"/>
          </a:xfrm>
          <a:prstGeom prst="rect">
            <a:avLst/>
          </a:prstGeom>
        </p:spPr>
      </p:pic>
      <p:pic>
        <p:nvPicPr>
          <p:cNvPr id="73" name="图片 72" descr="其他-指标"/>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143000" y="2690495"/>
            <a:ext cx="419100" cy="4191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8" name="图片 42" descr="icon-8"/>
          <p:cNvGrpSpPr/>
          <p:nvPr/>
        </p:nvGrpSpPr>
        <p:grpSpPr>
          <a:xfrm>
            <a:off x="4569790" y="3114433"/>
            <a:ext cx="976182" cy="952765"/>
            <a:chOff x="4569790" y="3114433"/>
            <a:chExt cx="976182" cy="952765"/>
          </a:xfrm>
        </p:grpSpPr>
        <p:grpSp>
          <p:nvGrpSpPr>
            <p:cNvPr id="219" name="图片 42" descr="icon-8"/>
            <p:cNvGrpSpPr/>
            <p:nvPr/>
          </p:nvGrpSpPr>
          <p:grpSpPr>
            <a:xfrm>
              <a:off x="4590671" y="3164099"/>
              <a:ext cx="955301" cy="903099"/>
              <a:chOff x="4590671" y="3164099"/>
              <a:chExt cx="955301" cy="903099"/>
            </a:xfrm>
          </p:grpSpPr>
          <p:grpSp>
            <p:nvGrpSpPr>
              <p:cNvPr id="220" name="图片 42" descr="icon-8"/>
              <p:cNvGrpSpPr/>
              <p:nvPr/>
            </p:nvGrpSpPr>
            <p:grpSpPr>
              <a:xfrm>
                <a:off x="4590671" y="3164099"/>
                <a:ext cx="955301" cy="903099"/>
                <a:chOff x="4590671" y="3164099"/>
                <a:chExt cx="955301" cy="903099"/>
              </a:xfrm>
            </p:grpSpPr>
            <p:sp>
              <p:nvSpPr>
                <p:cNvPr id="221" name="任意形状 220"/>
                <p:cNvSpPr/>
                <p:nvPr/>
              </p:nvSpPr>
              <p:spPr>
                <a:xfrm>
                  <a:off x="4660212" y="3755016"/>
                  <a:ext cx="816225" cy="312182"/>
                </a:xfrm>
                <a:custGeom>
                  <a:avLst/>
                  <a:gdLst>
                    <a:gd name="connsiteX0" fmla="*/ 111040 w 816225"/>
                    <a:gd name="connsiteY0" fmla="*/ 40 h 312182"/>
                    <a:gd name="connsiteX1" fmla="*/ 705237 w 816225"/>
                    <a:gd name="connsiteY1" fmla="*/ 40 h 312182"/>
                    <a:gd name="connsiteX2" fmla="*/ 725047 w 816225"/>
                    <a:gd name="connsiteY2" fmla="*/ 14318 h 312182"/>
                    <a:gd name="connsiteX3" fmla="*/ 815178 w 816225"/>
                    <a:gd name="connsiteY3" fmla="*/ 284739 h 312182"/>
                    <a:gd name="connsiteX4" fmla="*/ 801971 w 816225"/>
                    <a:gd name="connsiteY4" fmla="*/ 311151 h 312182"/>
                    <a:gd name="connsiteX5" fmla="*/ 795368 w 816225"/>
                    <a:gd name="connsiteY5" fmla="*/ 312223 h 312182"/>
                    <a:gd name="connsiteX6" fmla="*/ 20910 w 816225"/>
                    <a:gd name="connsiteY6" fmla="*/ 312223 h 312182"/>
                    <a:gd name="connsiteX7" fmla="*/ 29 w 816225"/>
                    <a:gd name="connsiteY7" fmla="*/ 291342 h 312182"/>
                    <a:gd name="connsiteX8" fmla="*/ 1100 w 816225"/>
                    <a:gd name="connsiteY8" fmla="*/ 284739 h 312182"/>
                    <a:gd name="connsiteX9" fmla="*/ 91231 w 816225"/>
                    <a:gd name="connsiteY9" fmla="*/ 14318 h 312182"/>
                    <a:gd name="connsiteX10" fmla="*/ 111040 w 816225"/>
                    <a:gd name="connsiteY10" fmla="*/ 40 h 3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6225" h="312182">
                      <a:moveTo>
                        <a:pt x="111040" y="40"/>
                      </a:moveTo>
                      <a:lnTo>
                        <a:pt x="705237" y="40"/>
                      </a:lnTo>
                      <a:cubicBezTo>
                        <a:pt x="714226" y="40"/>
                        <a:pt x="722205" y="5792"/>
                        <a:pt x="725047" y="14318"/>
                      </a:cubicBezTo>
                      <a:lnTo>
                        <a:pt x="815178" y="284739"/>
                      </a:lnTo>
                      <a:cubicBezTo>
                        <a:pt x="818824" y="295680"/>
                        <a:pt x="812911" y="307505"/>
                        <a:pt x="801971" y="311151"/>
                      </a:cubicBezTo>
                      <a:cubicBezTo>
                        <a:pt x="799842" y="311861"/>
                        <a:pt x="797612" y="312223"/>
                        <a:pt x="795368" y="312223"/>
                      </a:cubicBezTo>
                      <a:lnTo>
                        <a:pt x="20910" y="312223"/>
                      </a:lnTo>
                      <a:cubicBezTo>
                        <a:pt x="9378" y="312223"/>
                        <a:pt x="29" y="302874"/>
                        <a:pt x="29" y="291342"/>
                      </a:cubicBezTo>
                      <a:cubicBezTo>
                        <a:pt x="29" y="289098"/>
                        <a:pt x="391" y="286868"/>
                        <a:pt x="1100" y="284739"/>
                      </a:cubicBezTo>
                      <a:lnTo>
                        <a:pt x="91231" y="14318"/>
                      </a:lnTo>
                      <a:cubicBezTo>
                        <a:pt x="94073" y="5792"/>
                        <a:pt x="102052" y="40"/>
                        <a:pt x="111040" y="40"/>
                      </a:cubicBez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2" name="任意形状 221"/>
                <p:cNvSpPr/>
                <p:nvPr/>
              </p:nvSpPr>
              <p:spPr>
                <a:xfrm>
                  <a:off x="4758588" y="3671395"/>
                  <a:ext cx="619472" cy="323331"/>
                </a:xfrm>
                <a:custGeom>
                  <a:avLst/>
                  <a:gdLst>
                    <a:gd name="connsiteX0" fmla="*/ 91779 w 619472"/>
                    <a:gd name="connsiteY0" fmla="*/ 40 h 323331"/>
                    <a:gd name="connsiteX1" fmla="*/ 527746 w 619472"/>
                    <a:gd name="connsiteY1" fmla="*/ 40 h 323331"/>
                    <a:gd name="connsiteX2" fmla="*/ 547996 w 619472"/>
                    <a:gd name="connsiteY2" fmla="*/ 15824 h 323331"/>
                    <a:gd name="connsiteX3" fmla="*/ 618865 w 619472"/>
                    <a:gd name="connsiteY3" fmla="*/ 297394 h 323331"/>
                    <a:gd name="connsiteX4" fmla="*/ 603712 w 619472"/>
                    <a:gd name="connsiteY4" fmla="*/ 322740 h 323331"/>
                    <a:gd name="connsiteX5" fmla="*/ 598616 w 619472"/>
                    <a:gd name="connsiteY5" fmla="*/ 323372 h 323331"/>
                    <a:gd name="connsiteX6" fmla="*/ 20910 w 619472"/>
                    <a:gd name="connsiteY6" fmla="*/ 323372 h 323331"/>
                    <a:gd name="connsiteX7" fmla="*/ 29 w 619472"/>
                    <a:gd name="connsiteY7" fmla="*/ 302491 h 323331"/>
                    <a:gd name="connsiteX8" fmla="*/ 661 w 619472"/>
                    <a:gd name="connsiteY8" fmla="*/ 297394 h 323331"/>
                    <a:gd name="connsiteX9" fmla="*/ 71530 w 619472"/>
                    <a:gd name="connsiteY9" fmla="*/ 15824 h 323331"/>
                    <a:gd name="connsiteX10" fmla="*/ 91779 w 619472"/>
                    <a:gd name="connsiteY10" fmla="*/ 40 h 3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472" h="323331">
                      <a:moveTo>
                        <a:pt x="91779" y="40"/>
                      </a:moveTo>
                      <a:lnTo>
                        <a:pt x="527746" y="40"/>
                      </a:lnTo>
                      <a:cubicBezTo>
                        <a:pt x="537316" y="40"/>
                        <a:pt x="545660" y="6544"/>
                        <a:pt x="547996" y="15824"/>
                      </a:cubicBezTo>
                      <a:lnTo>
                        <a:pt x="618865" y="297394"/>
                      </a:lnTo>
                      <a:cubicBezTo>
                        <a:pt x="621680" y="308578"/>
                        <a:pt x="614896" y="319926"/>
                        <a:pt x="603712" y="322740"/>
                      </a:cubicBezTo>
                      <a:cubicBezTo>
                        <a:pt x="602046" y="323160"/>
                        <a:pt x="600334" y="323372"/>
                        <a:pt x="598616" y="323372"/>
                      </a:cubicBezTo>
                      <a:lnTo>
                        <a:pt x="20910" y="323372"/>
                      </a:lnTo>
                      <a:cubicBezTo>
                        <a:pt x="9378" y="323372"/>
                        <a:pt x="29" y="314023"/>
                        <a:pt x="29" y="302491"/>
                      </a:cubicBezTo>
                      <a:cubicBezTo>
                        <a:pt x="29" y="300773"/>
                        <a:pt x="241" y="299061"/>
                        <a:pt x="661" y="297394"/>
                      </a:cubicBezTo>
                      <a:lnTo>
                        <a:pt x="71530" y="15824"/>
                      </a:lnTo>
                      <a:cubicBezTo>
                        <a:pt x="73866" y="6544"/>
                        <a:pt x="82210" y="40"/>
                        <a:pt x="91779" y="40"/>
                      </a:cubicBezTo>
                      <a:close/>
                    </a:path>
                  </a:pathLst>
                </a:custGeom>
                <a:solidFill>
                  <a:schemeClr val="bg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3" name="任意形状 222"/>
                <p:cNvSpPr/>
                <p:nvPr/>
              </p:nvSpPr>
              <p:spPr>
                <a:xfrm>
                  <a:off x="4744698" y="3671395"/>
                  <a:ext cx="652839" cy="239711"/>
                </a:xfrm>
                <a:custGeom>
                  <a:avLst/>
                  <a:gdLst>
                    <a:gd name="connsiteX0" fmla="*/ 91801 w 652839"/>
                    <a:gd name="connsiteY0" fmla="*/ 40 h 239711"/>
                    <a:gd name="connsiteX1" fmla="*/ 561091 w 652839"/>
                    <a:gd name="connsiteY1" fmla="*/ 40 h 239711"/>
                    <a:gd name="connsiteX2" fmla="*/ 580749 w 652839"/>
                    <a:gd name="connsiteY2" fmla="*/ 13881 h 239711"/>
                    <a:gd name="connsiteX3" fmla="*/ 651640 w 652839"/>
                    <a:gd name="connsiteY3" fmla="*/ 211831 h 239711"/>
                    <a:gd name="connsiteX4" fmla="*/ 639022 w 652839"/>
                    <a:gd name="connsiteY4" fmla="*/ 238529 h 239711"/>
                    <a:gd name="connsiteX5" fmla="*/ 631982 w 652839"/>
                    <a:gd name="connsiteY5" fmla="*/ 239752 h 239711"/>
                    <a:gd name="connsiteX6" fmla="*/ 20910 w 652839"/>
                    <a:gd name="connsiteY6" fmla="*/ 239752 h 239711"/>
                    <a:gd name="connsiteX7" fmla="*/ 29 w 652839"/>
                    <a:gd name="connsiteY7" fmla="*/ 218871 h 239711"/>
                    <a:gd name="connsiteX8" fmla="*/ 1252 w 652839"/>
                    <a:gd name="connsiteY8" fmla="*/ 211831 h 239711"/>
                    <a:gd name="connsiteX9" fmla="*/ 72143 w 652839"/>
                    <a:gd name="connsiteY9" fmla="*/ 13881 h 239711"/>
                    <a:gd name="connsiteX10" fmla="*/ 91801 w 652839"/>
                    <a:gd name="connsiteY10" fmla="*/ 40 h 23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2839" h="239711">
                      <a:moveTo>
                        <a:pt x="91801" y="40"/>
                      </a:moveTo>
                      <a:lnTo>
                        <a:pt x="561091" y="40"/>
                      </a:lnTo>
                      <a:cubicBezTo>
                        <a:pt x="569909" y="40"/>
                        <a:pt x="577776" y="5579"/>
                        <a:pt x="580749" y="13881"/>
                      </a:cubicBezTo>
                      <a:lnTo>
                        <a:pt x="651640" y="211831"/>
                      </a:lnTo>
                      <a:cubicBezTo>
                        <a:pt x="655529" y="222688"/>
                        <a:pt x="649879" y="234641"/>
                        <a:pt x="639022" y="238529"/>
                      </a:cubicBezTo>
                      <a:cubicBezTo>
                        <a:pt x="636763" y="239338"/>
                        <a:pt x="634382" y="239752"/>
                        <a:pt x="631982" y="239752"/>
                      </a:cubicBezTo>
                      <a:lnTo>
                        <a:pt x="20910" y="239752"/>
                      </a:lnTo>
                      <a:cubicBezTo>
                        <a:pt x="9378" y="239752"/>
                        <a:pt x="29" y="230403"/>
                        <a:pt x="29" y="218871"/>
                      </a:cubicBezTo>
                      <a:cubicBezTo>
                        <a:pt x="29" y="216471"/>
                        <a:pt x="443" y="214090"/>
                        <a:pt x="1252" y="211831"/>
                      </a:cubicBezTo>
                      <a:lnTo>
                        <a:pt x="72143" y="13881"/>
                      </a:lnTo>
                      <a:cubicBezTo>
                        <a:pt x="75116" y="5579"/>
                        <a:pt x="82983" y="40"/>
                        <a:pt x="91801" y="40"/>
                      </a:cubicBez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4" name="任意形状 223"/>
                <p:cNvSpPr/>
                <p:nvPr/>
              </p:nvSpPr>
              <p:spPr>
                <a:xfrm>
                  <a:off x="4590671" y="3164099"/>
                  <a:ext cx="955301" cy="546319"/>
                </a:xfrm>
                <a:custGeom>
                  <a:avLst/>
                  <a:gdLst>
                    <a:gd name="connsiteX0" fmla="*/ 438627 w 955301"/>
                    <a:gd name="connsiteY0" fmla="*/ 40 h 546319"/>
                    <a:gd name="connsiteX1" fmla="*/ 589792 w 955301"/>
                    <a:gd name="connsiteY1" fmla="*/ 69953 h 546319"/>
                    <a:gd name="connsiteX2" fmla="*/ 651917 w 955301"/>
                    <a:gd name="connsiteY2" fmla="*/ 54072 h 546319"/>
                    <a:gd name="connsiteX3" fmla="*/ 781064 w 955301"/>
                    <a:gd name="connsiteY3" fmla="*/ 180359 h 546319"/>
                    <a:gd name="connsiteX4" fmla="*/ 955331 w 955301"/>
                    <a:gd name="connsiteY4" fmla="*/ 363252 h 546319"/>
                    <a:gd name="connsiteX5" fmla="*/ 772081 w 955301"/>
                    <a:gd name="connsiteY5" fmla="*/ 546360 h 546319"/>
                    <a:gd name="connsiteX6" fmla="*/ 763068 w 955301"/>
                    <a:gd name="connsiteY6" fmla="*/ 546142 h 546319"/>
                    <a:gd name="connsiteX7" fmla="*/ 763069 w 955301"/>
                    <a:gd name="connsiteY7" fmla="*/ 546360 h 546319"/>
                    <a:gd name="connsiteX8" fmla="*/ 210316 w 955301"/>
                    <a:gd name="connsiteY8" fmla="*/ 546360 h 546319"/>
                    <a:gd name="connsiteX9" fmla="*/ 210320 w 955301"/>
                    <a:gd name="connsiteY9" fmla="*/ 546001 h 546319"/>
                    <a:gd name="connsiteX10" fmla="*/ 198299 w 955301"/>
                    <a:gd name="connsiteY10" fmla="*/ 546360 h 546319"/>
                    <a:gd name="connsiteX11" fmla="*/ 29 w 955301"/>
                    <a:gd name="connsiteY11" fmla="*/ 348244 h 546319"/>
                    <a:gd name="connsiteX12" fmla="*/ 198299 w 955301"/>
                    <a:gd name="connsiteY12" fmla="*/ 150128 h 546319"/>
                    <a:gd name="connsiteX13" fmla="*/ 244941 w 955301"/>
                    <a:gd name="connsiteY13" fmla="*/ 155641 h 546319"/>
                    <a:gd name="connsiteX14" fmla="*/ 438627 w 955301"/>
                    <a:gd name="connsiteY14" fmla="*/ 40 h 546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5301" h="546319">
                      <a:moveTo>
                        <a:pt x="438627" y="40"/>
                      </a:moveTo>
                      <a:cubicBezTo>
                        <a:pt x="499197" y="40"/>
                        <a:pt x="553424" y="27179"/>
                        <a:pt x="589792" y="69953"/>
                      </a:cubicBezTo>
                      <a:cubicBezTo>
                        <a:pt x="608224" y="59830"/>
                        <a:pt x="629398" y="54072"/>
                        <a:pt x="651917" y="54072"/>
                      </a:cubicBezTo>
                      <a:cubicBezTo>
                        <a:pt x="722327" y="54072"/>
                        <a:pt x="779579" y="110360"/>
                        <a:pt x="781064" y="180359"/>
                      </a:cubicBezTo>
                      <a:cubicBezTo>
                        <a:pt x="878097" y="185041"/>
                        <a:pt x="955331" y="265134"/>
                        <a:pt x="955331" y="363252"/>
                      </a:cubicBezTo>
                      <a:cubicBezTo>
                        <a:pt x="955331" y="464380"/>
                        <a:pt x="873287" y="546360"/>
                        <a:pt x="772081" y="546360"/>
                      </a:cubicBezTo>
                      <a:cubicBezTo>
                        <a:pt x="769059" y="546360"/>
                        <a:pt x="766054" y="546286"/>
                        <a:pt x="763068" y="546142"/>
                      </a:cubicBezTo>
                      <a:lnTo>
                        <a:pt x="763069" y="546360"/>
                      </a:lnTo>
                      <a:lnTo>
                        <a:pt x="210316" y="546360"/>
                      </a:lnTo>
                      <a:lnTo>
                        <a:pt x="210320" y="546001"/>
                      </a:lnTo>
                      <a:cubicBezTo>
                        <a:pt x="206343" y="546239"/>
                        <a:pt x="202335" y="546360"/>
                        <a:pt x="198299" y="546360"/>
                      </a:cubicBezTo>
                      <a:cubicBezTo>
                        <a:pt x="88798" y="546360"/>
                        <a:pt x="29" y="457660"/>
                        <a:pt x="29" y="348244"/>
                      </a:cubicBezTo>
                      <a:cubicBezTo>
                        <a:pt x="29" y="238827"/>
                        <a:pt x="88798" y="150128"/>
                        <a:pt x="198299" y="150128"/>
                      </a:cubicBezTo>
                      <a:cubicBezTo>
                        <a:pt x="214364" y="150128"/>
                        <a:pt x="229983" y="152037"/>
                        <a:pt x="244941" y="155641"/>
                      </a:cubicBezTo>
                      <a:cubicBezTo>
                        <a:pt x="264402" y="66659"/>
                        <a:pt x="343728" y="40"/>
                        <a:pt x="438627" y="40"/>
                      </a:cubicBezTo>
                      <a:close/>
                    </a:path>
                  </a:pathLst>
                </a:custGeom>
                <a:solidFill>
                  <a:schemeClr val="bg1"/>
                </a:solidFill>
                <a:ln w="10398" cap="flat">
                  <a:solidFill>
                    <a:schemeClr val="tx2"/>
                  </a:solidFill>
                  <a:prstDash val="solid"/>
                  <a:round/>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225" name="任意形状 224"/>
                <p:cNvSpPr/>
                <p:nvPr/>
              </p:nvSpPr>
              <p:spPr>
                <a:xfrm>
                  <a:off x="4953798" y="3688119"/>
                  <a:ext cx="234635" cy="55746"/>
                </a:xfrm>
                <a:custGeom>
                  <a:avLst/>
                  <a:gdLst>
                    <a:gd name="connsiteX0" fmla="*/ 29 w 234635"/>
                    <a:gd name="connsiteY0" fmla="*/ 40 h 55746"/>
                    <a:gd name="connsiteX1" fmla="*/ 234665 w 234635"/>
                    <a:gd name="connsiteY1" fmla="*/ 40 h 55746"/>
                    <a:gd name="connsiteX2" fmla="*/ 234665 w 234635"/>
                    <a:gd name="connsiteY2" fmla="*/ 55787 h 55746"/>
                    <a:gd name="connsiteX3" fmla="*/ 29 w 234635"/>
                    <a:gd name="connsiteY3" fmla="*/ 55787 h 55746"/>
                  </a:gdLst>
                  <a:ahLst/>
                  <a:cxnLst>
                    <a:cxn ang="0">
                      <a:pos x="connsiteX0" y="connsiteY0"/>
                    </a:cxn>
                    <a:cxn ang="0">
                      <a:pos x="connsiteX1" y="connsiteY1"/>
                    </a:cxn>
                    <a:cxn ang="0">
                      <a:pos x="connsiteX2" y="connsiteY2"/>
                    </a:cxn>
                    <a:cxn ang="0">
                      <a:pos x="connsiteX3" y="connsiteY3"/>
                    </a:cxn>
                  </a:cxnLst>
                  <a:rect l="l" t="t" r="r" b="b"/>
                  <a:pathLst>
                    <a:path w="234635" h="55746">
                      <a:moveTo>
                        <a:pt x="29" y="40"/>
                      </a:moveTo>
                      <a:lnTo>
                        <a:pt x="234665" y="40"/>
                      </a:lnTo>
                      <a:lnTo>
                        <a:pt x="234665" y="55787"/>
                      </a:lnTo>
                      <a:lnTo>
                        <a:pt x="29" y="55787"/>
                      </a:lnTo>
                      <a:close/>
                    </a:path>
                  </a:pathLst>
                </a:custGeom>
                <a:solidFill>
                  <a:srgbClr val="FFFFFF"/>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6" name="任意形状 225"/>
                <p:cNvSpPr/>
                <p:nvPr/>
              </p:nvSpPr>
              <p:spPr>
                <a:xfrm>
                  <a:off x="4875586" y="3214271"/>
                  <a:ext cx="117317" cy="105919"/>
                </a:xfrm>
                <a:custGeom>
                  <a:avLst/>
                  <a:gdLst>
                    <a:gd name="connsiteX0" fmla="*/ 29 w 117317"/>
                    <a:gd name="connsiteY0" fmla="*/ 105959 h 105919"/>
                    <a:gd name="connsiteX1" fmla="*/ 117347 w 117317"/>
                    <a:gd name="connsiteY1" fmla="*/ 40 h 105919"/>
                  </a:gdLst>
                  <a:ahLst/>
                  <a:cxnLst>
                    <a:cxn ang="0">
                      <a:pos x="connsiteX0" y="connsiteY0"/>
                    </a:cxn>
                    <a:cxn ang="0">
                      <a:pos x="connsiteX1" y="connsiteY1"/>
                    </a:cxn>
                  </a:cxnLst>
                  <a:rect l="l" t="t" r="r" b="b"/>
                  <a:pathLst>
                    <a:path w="117317" h="105919">
                      <a:moveTo>
                        <a:pt x="29" y="105959"/>
                      </a:moveTo>
                      <a:cubicBezTo>
                        <a:pt x="26556" y="37512"/>
                        <a:pt x="82895" y="6038"/>
                        <a:pt x="117347" y="40"/>
                      </a:cubicBezTo>
                    </a:path>
                  </a:pathLst>
                </a:custGeom>
                <a:noFill/>
                <a:ln w="10398" cap="rnd">
                  <a:solidFill>
                    <a:schemeClr val="bg2">
                      <a:lumMod val="90000"/>
                    </a:schemeClr>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7" name="任意形状 226"/>
                <p:cNvSpPr/>
                <p:nvPr/>
              </p:nvSpPr>
              <p:spPr>
                <a:xfrm>
                  <a:off x="5026423" y="3208696"/>
                  <a:ext cx="16759" cy="16724"/>
                </a:xfrm>
                <a:custGeom>
                  <a:avLst/>
                  <a:gdLst>
                    <a:gd name="connsiteX0" fmla="*/ 16789 w 16759"/>
                    <a:gd name="connsiteY0" fmla="*/ 8402 h 16724"/>
                    <a:gd name="connsiteX1" fmla="*/ 8409 w 16759"/>
                    <a:gd name="connsiteY1" fmla="*/ 16764 h 16724"/>
                    <a:gd name="connsiteX2" fmla="*/ 29 w 16759"/>
                    <a:gd name="connsiteY2" fmla="*/ 8402 h 16724"/>
                    <a:gd name="connsiteX3" fmla="*/ 8409 w 16759"/>
                    <a:gd name="connsiteY3" fmla="*/ 40 h 16724"/>
                    <a:gd name="connsiteX4" fmla="*/ 16789 w 16759"/>
                    <a:gd name="connsiteY4" fmla="*/ 8402 h 16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9" h="16724">
                      <a:moveTo>
                        <a:pt x="16789" y="8402"/>
                      </a:moveTo>
                      <a:cubicBezTo>
                        <a:pt x="16789" y="13020"/>
                        <a:pt x="13037" y="16764"/>
                        <a:pt x="8409" y="16764"/>
                      </a:cubicBezTo>
                      <a:cubicBezTo>
                        <a:pt x="3781" y="16764"/>
                        <a:pt x="29" y="13020"/>
                        <a:pt x="29" y="8402"/>
                      </a:cubicBezTo>
                      <a:cubicBezTo>
                        <a:pt x="29" y="3784"/>
                        <a:pt x="3781" y="40"/>
                        <a:pt x="8409" y="40"/>
                      </a:cubicBezTo>
                      <a:cubicBezTo>
                        <a:pt x="13037" y="40"/>
                        <a:pt x="16789" y="3784"/>
                        <a:pt x="16789" y="8402"/>
                      </a:cubicBezTo>
                      <a:close/>
                    </a:path>
                  </a:pathLst>
                </a:custGeom>
                <a:solidFill>
                  <a:schemeClr val="bg2">
                    <a:lumMod val="90000"/>
                  </a:schemeClr>
                </a:solidFill>
                <a:ln w="5199" cap="flat">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8" name="任意形状 227"/>
                <p:cNvSpPr/>
                <p:nvPr/>
              </p:nvSpPr>
              <p:spPr>
                <a:xfrm>
                  <a:off x="5054356" y="3649097"/>
                  <a:ext cx="16759" cy="195114"/>
                </a:xfrm>
                <a:custGeom>
                  <a:avLst/>
                  <a:gdLst>
                    <a:gd name="connsiteX0" fmla="*/ 16789 w 16759"/>
                    <a:gd name="connsiteY0" fmla="*/ 40 h 195114"/>
                    <a:gd name="connsiteX1" fmla="*/ 29 w 16759"/>
                    <a:gd name="connsiteY1" fmla="*/ 195154 h 195114"/>
                  </a:gdLst>
                  <a:ahLst/>
                  <a:cxnLst>
                    <a:cxn ang="0">
                      <a:pos x="connsiteX0" y="connsiteY0"/>
                    </a:cxn>
                    <a:cxn ang="0">
                      <a:pos x="connsiteX1" y="connsiteY1"/>
                    </a:cxn>
                  </a:cxnLst>
                  <a:rect l="l" t="t" r="r" b="b"/>
                  <a:pathLst>
                    <a:path w="16759" h="195114">
                      <a:moveTo>
                        <a:pt x="16789" y="40"/>
                      </a:moveTo>
                      <a:lnTo>
                        <a:pt x="29" y="195154"/>
                      </a:lnTo>
                    </a:path>
                  </a:pathLst>
                </a:custGeom>
                <a:ln w="10398"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9" name="任意形状 228"/>
                <p:cNvSpPr/>
                <p:nvPr/>
              </p:nvSpPr>
              <p:spPr>
                <a:xfrm>
                  <a:off x="5031643" y="3821558"/>
                  <a:ext cx="45425" cy="45306"/>
                </a:xfrm>
                <a:custGeom>
                  <a:avLst/>
                  <a:gdLst>
                    <a:gd name="connsiteX0" fmla="*/ 45454 w 45425"/>
                    <a:gd name="connsiteY0" fmla="*/ 22693 h 45306"/>
                    <a:gd name="connsiteX1" fmla="*/ 22742 w 45425"/>
                    <a:gd name="connsiteY1" fmla="*/ 45346 h 45306"/>
                    <a:gd name="connsiteX2" fmla="*/ 29 w 45425"/>
                    <a:gd name="connsiteY2" fmla="*/ 22693 h 45306"/>
                    <a:gd name="connsiteX3" fmla="*/ 22742 w 45425"/>
                    <a:gd name="connsiteY3" fmla="*/ 40 h 45306"/>
                    <a:gd name="connsiteX4" fmla="*/ 45454 w 45425"/>
                    <a:gd name="connsiteY4" fmla="*/ 22693 h 4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5" h="45306">
                      <a:moveTo>
                        <a:pt x="45454" y="22693"/>
                      </a:moveTo>
                      <a:cubicBezTo>
                        <a:pt x="45454" y="35204"/>
                        <a:pt x="35285" y="45346"/>
                        <a:pt x="22742" y="45346"/>
                      </a:cubicBezTo>
                      <a:cubicBezTo>
                        <a:pt x="10198" y="45346"/>
                        <a:pt x="29" y="35204"/>
                        <a:pt x="29" y="22693"/>
                      </a:cubicBezTo>
                      <a:cubicBezTo>
                        <a:pt x="29" y="10182"/>
                        <a:pt x="10198" y="40"/>
                        <a:pt x="22742" y="40"/>
                      </a:cubicBezTo>
                      <a:cubicBezTo>
                        <a:pt x="35285" y="40"/>
                        <a:pt x="45454" y="10182"/>
                        <a:pt x="45454" y="22693"/>
                      </a:cubicBezTo>
                      <a:close/>
                    </a:path>
                  </a:pathLst>
                </a:custGeom>
                <a:solidFill>
                  <a:schemeClr val="bg2"/>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0" name="任意形状 229"/>
                <p:cNvSpPr/>
                <p:nvPr/>
              </p:nvSpPr>
              <p:spPr>
                <a:xfrm>
                  <a:off x="5099048" y="3637947"/>
                  <a:ext cx="117317" cy="156091"/>
                </a:xfrm>
                <a:custGeom>
                  <a:avLst/>
                  <a:gdLst>
                    <a:gd name="connsiteX0" fmla="*/ 11307 w 117317"/>
                    <a:gd name="connsiteY0" fmla="*/ 40 h 156091"/>
                    <a:gd name="connsiteX1" fmla="*/ 29 w 117317"/>
                    <a:gd name="connsiteY1" fmla="*/ 156131 h 156091"/>
                    <a:gd name="connsiteX2" fmla="*/ 117347 w 117317"/>
                    <a:gd name="connsiteY2" fmla="*/ 156131 h 156091"/>
                  </a:gdLst>
                  <a:ahLst/>
                  <a:cxnLst>
                    <a:cxn ang="0">
                      <a:pos x="connsiteX0" y="connsiteY0"/>
                    </a:cxn>
                    <a:cxn ang="0">
                      <a:pos x="connsiteX1" y="connsiteY1"/>
                    </a:cxn>
                    <a:cxn ang="0">
                      <a:pos x="connsiteX2" y="connsiteY2"/>
                    </a:cxn>
                  </a:cxnLst>
                  <a:rect l="l" t="t" r="r" b="b"/>
                  <a:pathLst>
                    <a:path w="117317" h="156091">
                      <a:moveTo>
                        <a:pt x="11307" y="40"/>
                      </a:moveTo>
                      <a:lnTo>
                        <a:pt x="29" y="156131"/>
                      </a:lnTo>
                      <a:lnTo>
                        <a:pt x="117347" y="156131"/>
                      </a:lnTo>
                    </a:path>
                  </a:pathLst>
                </a:custGeom>
                <a:noFill/>
                <a:ln w="10398"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1" name="任意形状 230"/>
                <p:cNvSpPr/>
                <p:nvPr/>
              </p:nvSpPr>
              <p:spPr>
                <a:xfrm rot="10800000" flipV="1">
                  <a:off x="4914692" y="3637947"/>
                  <a:ext cx="117317" cy="172815"/>
                </a:xfrm>
                <a:custGeom>
                  <a:avLst/>
                  <a:gdLst>
                    <a:gd name="connsiteX0" fmla="*/ 29 w 117317"/>
                    <a:gd name="connsiteY0" fmla="*/ 40 h 172815"/>
                    <a:gd name="connsiteX1" fmla="*/ 20708 w 117317"/>
                    <a:gd name="connsiteY1" fmla="*/ 172855 h 172815"/>
                    <a:gd name="connsiteX2" fmla="*/ 117347 w 117317"/>
                    <a:gd name="connsiteY2" fmla="*/ 172855 h 172815"/>
                  </a:gdLst>
                  <a:ahLst/>
                  <a:cxnLst>
                    <a:cxn ang="0">
                      <a:pos x="connsiteX0" y="connsiteY0"/>
                    </a:cxn>
                    <a:cxn ang="0">
                      <a:pos x="connsiteX1" y="connsiteY1"/>
                    </a:cxn>
                    <a:cxn ang="0">
                      <a:pos x="connsiteX2" y="connsiteY2"/>
                    </a:cxn>
                  </a:cxnLst>
                  <a:rect l="l" t="t" r="r" b="b"/>
                  <a:pathLst>
                    <a:path w="117317" h="172815">
                      <a:moveTo>
                        <a:pt x="29" y="40"/>
                      </a:moveTo>
                      <a:lnTo>
                        <a:pt x="20708" y="172855"/>
                      </a:lnTo>
                      <a:lnTo>
                        <a:pt x="117347" y="172855"/>
                      </a:lnTo>
                    </a:path>
                  </a:pathLst>
                </a:custGeom>
                <a:noFill/>
                <a:ln w="10398"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2" name="任意形状 231"/>
                <p:cNvSpPr/>
                <p:nvPr/>
              </p:nvSpPr>
              <p:spPr>
                <a:xfrm>
                  <a:off x="4875219" y="3788109"/>
                  <a:ext cx="45425" cy="45306"/>
                </a:xfrm>
                <a:custGeom>
                  <a:avLst/>
                  <a:gdLst>
                    <a:gd name="connsiteX0" fmla="*/ 45454 w 45425"/>
                    <a:gd name="connsiteY0" fmla="*/ 22693 h 45306"/>
                    <a:gd name="connsiteX1" fmla="*/ 22742 w 45425"/>
                    <a:gd name="connsiteY1" fmla="*/ 45346 h 45306"/>
                    <a:gd name="connsiteX2" fmla="*/ 29 w 45425"/>
                    <a:gd name="connsiteY2" fmla="*/ 22693 h 45306"/>
                    <a:gd name="connsiteX3" fmla="*/ 22742 w 45425"/>
                    <a:gd name="connsiteY3" fmla="*/ 40 h 45306"/>
                    <a:gd name="connsiteX4" fmla="*/ 45454 w 45425"/>
                    <a:gd name="connsiteY4" fmla="*/ 22693 h 4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5" h="45306">
                      <a:moveTo>
                        <a:pt x="45454" y="22693"/>
                      </a:moveTo>
                      <a:cubicBezTo>
                        <a:pt x="45454" y="35204"/>
                        <a:pt x="35285" y="45346"/>
                        <a:pt x="22742" y="45346"/>
                      </a:cubicBezTo>
                      <a:cubicBezTo>
                        <a:pt x="10198" y="45346"/>
                        <a:pt x="29" y="35204"/>
                        <a:pt x="29" y="22693"/>
                      </a:cubicBezTo>
                      <a:cubicBezTo>
                        <a:pt x="29" y="10182"/>
                        <a:pt x="10198" y="40"/>
                        <a:pt x="22742" y="40"/>
                      </a:cubicBezTo>
                      <a:cubicBezTo>
                        <a:pt x="35285" y="40"/>
                        <a:pt x="45454" y="10182"/>
                        <a:pt x="45454" y="22693"/>
                      </a:cubicBezTo>
                      <a:close/>
                    </a:path>
                  </a:pathLst>
                </a:custGeom>
                <a:solidFill>
                  <a:schemeClr val="bg2"/>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3" name="任意形状 232"/>
                <p:cNvSpPr/>
                <p:nvPr/>
              </p:nvSpPr>
              <p:spPr>
                <a:xfrm>
                  <a:off x="5204827" y="3771385"/>
                  <a:ext cx="45425" cy="45306"/>
                </a:xfrm>
                <a:custGeom>
                  <a:avLst/>
                  <a:gdLst>
                    <a:gd name="connsiteX0" fmla="*/ 45454 w 45425"/>
                    <a:gd name="connsiteY0" fmla="*/ 22693 h 45306"/>
                    <a:gd name="connsiteX1" fmla="*/ 22742 w 45425"/>
                    <a:gd name="connsiteY1" fmla="*/ 45346 h 45306"/>
                    <a:gd name="connsiteX2" fmla="*/ 29 w 45425"/>
                    <a:gd name="connsiteY2" fmla="*/ 22693 h 45306"/>
                    <a:gd name="connsiteX3" fmla="*/ 22742 w 45425"/>
                    <a:gd name="connsiteY3" fmla="*/ 40 h 45306"/>
                    <a:gd name="connsiteX4" fmla="*/ 45454 w 45425"/>
                    <a:gd name="connsiteY4" fmla="*/ 22693 h 4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5" h="45306">
                      <a:moveTo>
                        <a:pt x="45454" y="22693"/>
                      </a:moveTo>
                      <a:cubicBezTo>
                        <a:pt x="45454" y="35204"/>
                        <a:pt x="35285" y="45346"/>
                        <a:pt x="22742" y="45346"/>
                      </a:cubicBezTo>
                      <a:cubicBezTo>
                        <a:pt x="10198" y="45346"/>
                        <a:pt x="29" y="35204"/>
                        <a:pt x="29" y="22693"/>
                      </a:cubicBezTo>
                      <a:cubicBezTo>
                        <a:pt x="29" y="10182"/>
                        <a:pt x="10198" y="40"/>
                        <a:pt x="22742" y="40"/>
                      </a:cubicBezTo>
                      <a:cubicBezTo>
                        <a:pt x="35285" y="40"/>
                        <a:pt x="45454" y="10182"/>
                        <a:pt x="45454" y="22693"/>
                      </a:cubicBezTo>
                      <a:close/>
                    </a:path>
                  </a:pathLst>
                </a:custGeom>
                <a:solidFill>
                  <a:schemeClr val="bg2"/>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4" name="任意形状 233"/>
                <p:cNvSpPr/>
                <p:nvPr/>
              </p:nvSpPr>
              <p:spPr>
                <a:xfrm>
                  <a:off x="4920278" y="3392661"/>
                  <a:ext cx="301674" cy="323331"/>
                </a:xfrm>
                <a:custGeom>
                  <a:avLst/>
                  <a:gdLst>
                    <a:gd name="connsiteX0" fmla="*/ 29 w 301674"/>
                    <a:gd name="connsiteY0" fmla="*/ 61863 h 323331"/>
                    <a:gd name="connsiteX1" fmla="*/ 146430 w 301674"/>
                    <a:gd name="connsiteY1" fmla="*/ 40 h 323331"/>
                    <a:gd name="connsiteX2" fmla="*/ 301703 w 301674"/>
                    <a:gd name="connsiteY2" fmla="*/ 61863 h 323331"/>
                    <a:gd name="connsiteX3" fmla="*/ 301703 w 301674"/>
                    <a:gd name="connsiteY3" fmla="*/ 73503 h 323331"/>
                    <a:gd name="connsiteX4" fmla="*/ 143287 w 301674"/>
                    <a:gd name="connsiteY4" fmla="*/ 323372 h 323331"/>
                    <a:gd name="connsiteX5" fmla="*/ 143287 w 301674"/>
                    <a:gd name="connsiteY5" fmla="*/ 323372 h 323331"/>
                    <a:gd name="connsiteX6" fmla="*/ 143287 w 301674"/>
                    <a:gd name="connsiteY6" fmla="*/ 323372 h 323331"/>
                    <a:gd name="connsiteX7" fmla="*/ 29 w 301674"/>
                    <a:gd name="connsiteY7" fmla="*/ 87083 h 323331"/>
                    <a:gd name="connsiteX8" fmla="*/ 29 w 301674"/>
                    <a:gd name="connsiteY8" fmla="*/ 61863 h 323331"/>
                    <a:gd name="connsiteX9" fmla="*/ 29 w 301674"/>
                    <a:gd name="connsiteY9" fmla="*/ 61863 h 3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674" h="323331">
                      <a:moveTo>
                        <a:pt x="29" y="61863"/>
                      </a:moveTo>
                      <a:lnTo>
                        <a:pt x="146430" y="40"/>
                      </a:lnTo>
                      <a:lnTo>
                        <a:pt x="301703" y="61863"/>
                      </a:lnTo>
                      <a:lnTo>
                        <a:pt x="301703" y="73503"/>
                      </a:lnTo>
                      <a:cubicBezTo>
                        <a:pt x="301703" y="180431"/>
                        <a:pt x="239999" y="277758"/>
                        <a:pt x="143287" y="323372"/>
                      </a:cubicBezTo>
                      <a:lnTo>
                        <a:pt x="143287" y="323372"/>
                      </a:lnTo>
                      <a:lnTo>
                        <a:pt x="143287" y="323372"/>
                      </a:lnTo>
                      <a:cubicBezTo>
                        <a:pt x="55241" y="277451"/>
                        <a:pt x="29" y="186385"/>
                        <a:pt x="29" y="87083"/>
                      </a:cubicBezTo>
                      <a:lnTo>
                        <a:pt x="29" y="61863"/>
                      </a:lnTo>
                      <a:lnTo>
                        <a:pt x="29" y="61863"/>
                      </a:ln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5" name="任意形状 234"/>
                <p:cNvSpPr/>
                <p:nvPr/>
              </p:nvSpPr>
              <p:spPr>
                <a:xfrm>
                  <a:off x="4954615" y="3426109"/>
                  <a:ext cx="233000" cy="250861"/>
                </a:xfrm>
                <a:custGeom>
                  <a:avLst/>
                  <a:gdLst>
                    <a:gd name="connsiteX0" fmla="*/ 29 w 233000"/>
                    <a:gd name="connsiteY0" fmla="*/ 48006 h 250861"/>
                    <a:gd name="connsiteX1" fmla="*/ 113103 w 233000"/>
                    <a:gd name="connsiteY1" fmla="*/ 40 h 250861"/>
                    <a:gd name="connsiteX2" fmla="*/ 233029 w 233000"/>
                    <a:gd name="connsiteY2" fmla="*/ 48006 h 250861"/>
                    <a:gd name="connsiteX3" fmla="*/ 233029 w 233000"/>
                    <a:gd name="connsiteY3" fmla="*/ 57539 h 250861"/>
                    <a:gd name="connsiteX4" fmla="*/ 110676 w 233000"/>
                    <a:gd name="connsiteY4" fmla="*/ 250901 h 250861"/>
                    <a:gd name="connsiteX5" fmla="*/ 110676 w 233000"/>
                    <a:gd name="connsiteY5" fmla="*/ 250901 h 250861"/>
                    <a:gd name="connsiteX6" fmla="*/ 110676 w 233000"/>
                    <a:gd name="connsiteY6" fmla="*/ 250901 h 250861"/>
                    <a:gd name="connsiteX7" fmla="*/ 29 w 233000"/>
                    <a:gd name="connsiteY7" fmla="*/ 68018 h 250861"/>
                    <a:gd name="connsiteX8" fmla="*/ 29 w 233000"/>
                    <a:gd name="connsiteY8" fmla="*/ 48006 h 250861"/>
                    <a:gd name="connsiteX9" fmla="*/ 29 w 233000"/>
                    <a:gd name="connsiteY9" fmla="*/ 48006 h 25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3000" h="250861">
                      <a:moveTo>
                        <a:pt x="29" y="48006"/>
                      </a:moveTo>
                      <a:lnTo>
                        <a:pt x="113103" y="40"/>
                      </a:lnTo>
                      <a:lnTo>
                        <a:pt x="233029" y="48006"/>
                      </a:lnTo>
                      <a:lnTo>
                        <a:pt x="233029" y="57539"/>
                      </a:lnTo>
                      <a:cubicBezTo>
                        <a:pt x="233029" y="140219"/>
                        <a:pt x="185394" y="215500"/>
                        <a:pt x="110676" y="250901"/>
                      </a:cubicBezTo>
                      <a:lnTo>
                        <a:pt x="110676" y="250901"/>
                      </a:lnTo>
                      <a:lnTo>
                        <a:pt x="110676" y="250901"/>
                      </a:lnTo>
                      <a:cubicBezTo>
                        <a:pt x="42652" y="215262"/>
                        <a:pt x="29" y="144813"/>
                        <a:pt x="29" y="68018"/>
                      </a:cubicBezTo>
                      <a:lnTo>
                        <a:pt x="29" y="48006"/>
                      </a:lnTo>
                      <a:lnTo>
                        <a:pt x="29" y="48006"/>
                      </a:lnTo>
                      <a:close/>
                    </a:path>
                  </a:pathLst>
                </a:custGeom>
                <a:solidFill>
                  <a:schemeClr val="accent1">
                    <a:lumMod val="40000"/>
                    <a:lumOff val="60000"/>
                  </a:schemeClr>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6" name="任意形状 235"/>
                <p:cNvSpPr/>
                <p:nvPr/>
              </p:nvSpPr>
              <p:spPr>
                <a:xfrm>
                  <a:off x="5026423" y="3526453"/>
                  <a:ext cx="83798" cy="55746"/>
                </a:xfrm>
                <a:custGeom>
                  <a:avLst/>
                  <a:gdLst>
                    <a:gd name="connsiteX0" fmla="*/ 29 w 83798"/>
                    <a:gd name="connsiteY0" fmla="*/ 22911 h 55746"/>
                    <a:gd name="connsiteX1" fmla="*/ 34446 w 83798"/>
                    <a:gd name="connsiteY1" fmla="*/ 55787 h 55746"/>
                    <a:gd name="connsiteX2" fmla="*/ 83827 w 83798"/>
                    <a:gd name="connsiteY2" fmla="*/ 40 h 55746"/>
                  </a:gdLst>
                  <a:ahLst/>
                  <a:cxnLst>
                    <a:cxn ang="0">
                      <a:pos x="connsiteX0" y="connsiteY0"/>
                    </a:cxn>
                    <a:cxn ang="0">
                      <a:pos x="connsiteX1" y="connsiteY1"/>
                    </a:cxn>
                    <a:cxn ang="0">
                      <a:pos x="connsiteX2" y="connsiteY2"/>
                    </a:cxn>
                  </a:cxnLst>
                  <a:rect l="l" t="t" r="r" b="b"/>
                  <a:pathLst>
                    <a:path w="83798" h="55746">
                      <a:moveTo>
                        <a:pt x="29" y="22911"/>
                      </a:moveTo>
                      <a:lnTo>
                        <a:pt x="34446" y="55787"/>
                      </a:lnTo>
                      <a:lnTo>
                        <a:pt x="83827" y="40"/>
                      </a:lnTo>
                    </a:path>
                  </a:pathLst>
                </a:custGeom>
                <a:no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37" name="任意形状 236"/>
              <p:cNvSpPr/>
              <p:nvPr/>
            </p:nvSpPr>
            <p:spPr>
              <a:xfrm>
                <a:off x="5277818" y="3529241"/>
                <a:ext cx="89384" cy="5220"/>
              </a:xfrm>
              <a:custGeom>
                <a:avLst/>
                <a:gdLst>
                  <a:gd name="connsiteX0" fmla="*/ 29 w 89384"/>
                  <a:gd name="connsiteY0" fmla="*/ 40 h 5220"/>
                  <a:gd name="connsiteX1" fmla="*/ 89414 w 89384"/>
                  <a:gd name="connsiteY1" fmla="*/ 40 h 5220"/>
                </a:gdLst>
                <a:ahLst/>
                <a:cxnLst>
                  <a:cxn ang="0">
                    <a:pos x="connsiteX0" y="connsiteY0"/>
                  </a:cxn>
                  <a:cxn ang="0">
                    <a:pos x="connsiteX1" y="connsiteY1"/>
                  </a:cxn>
                </a:cxnLst>
                <a:rect l="l" t="t" r="r" b="b"/>
                <a:pathLst>
                  <a:path w="89384" h="5220">
                    <a:moveTo>
                      <a:pt x="29" y="40"/>
                    </a:moveTo>
                    <a:lnTo>
                      <a:pt x="89414" y="40"/>
                    </a:lnTo>
                  </a:path>
                </a:pathLst>
              </a:custGeom>
              <a:ln w="10398" cap="rnd">
                <a:solidFill>
                  <a:schemeClr val="bg2">
                    <a:lumMod val="90000"/>
                  </a:schemeClr>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8" name="任意形状 237"/>
              <p:cNvSpPr/>
              <p:nvPr/>
            </p:nvSpPr>
            <p:spPr>
              <a:xfrm>
                <a:off x="4780614" y="3529241"/>
                <a:ext cx="89384" cy="5220"/>
              </a:xfrm>
              <a:custGeom>
                <a:avLst/>
                <a:gdLst>
                  <a:gd name="connsiteX0" fmla="*/ 29 w 89384"/>
                  <a:gd name="connsiteY0" fmla="*/ 40 h 5220"/>
                  <a:gd name="connsiteX1" fmla="*/ 89414 w 89384"/>
                  <a:gd name="connsiteY1" fmla="*/ 40 h 5220"/>
                </a:gdLst>
                <a:ahLst/>
                <a:cxnLst>
                  <a:cxn ang="0">
                    <a:pos x="connsiteX0" y="connsiteY0"/>
                  </a:cxn>
                  <a:cxn ang="0">
                    <a:pos x="connsiteX1" y="connsiteY1"/>
                  </a:cxn>
                </a:cxnLst>
                <a:rect l="l" t="t" r="r" b="b"/>
                <a:pathLst>
                  <a:path w="89384" h="5220">
                    <a:moveTo>
                      <a:pt x="29" y="40"/>
                    </a:moveTo>
                    <a:lnTo>
                      <a:pt x="89414" y="40"/>
                    </a:lnTo>
                  </a:path>
                </a:pathLst>
              </a:custGeom>
              <a:ln w="10398" cap="rnd">
                <a:solidFill>
                  <a:schemeClr val="bg2">
                    <a:lumMod val="90000"/>
                  </a:schemeClr>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9" name="任意形状 238"/>
              <p:cNvSpPr/>
              <p:nvPr/>
            </p:nvSpPr>
            <p:spPr>
              <a:xfrm>
                <a:off x="5255472" y="3515304"/>
                <a:ext cx="27932" cy="27873"/>
              </a:xfrm>
              <a:custGeom>
                <a:avLst/>
                <a:gdLst>
                  <a:gd name="connsiteX0" fmla="*/ 27962 w 27932"/>
                  <a:gd name="connsiteY0" fmla="*/ 13977 h 27873"/>
                  <a:gd name="connsiteX1" fmla="*/ 13995 w 27932"/>
                  <a:gd name="connsiteY1" fmla="*/ 27913 h 27873"/>
                  <a:gd name="connsiteX2" fmla="*/ 29 w 27932"/>
                  <a:gd name="connsiteY2" fmla="*/ 13977 h 27873"/>
                  <a:gd name="connsiteX3" fmla="*/ 13995 w 27932"/>
                  <a:gd name="connsiteY3" fmla="*/ 40 h 27873"/>
                  <a:gd name="connsiteX4" fmla="*/ 27962 w 27932"/>
                  <a:gd name="connsiteY4" fmla="*/ 13977 h 27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32" h="27873">
                    <a:moveTo>
                      <a:pt x="27962" y="13977"/>
                    </a:moveTo>
                    <a:cubicBezTo>
                      <a:pt x="27962" y="21674"/>
                      <a:pt x="21709" y="27913"/>
                      <a:pt x="13995" y="27913"/>
                    </a:cubicBezTo>
                    <a:cubicBezTo>
                      <a:pt x="6282" y="27913"/>
                      <a:pt x="29" y="21674"/>
                      <a:pt x="29" y="13977"/>
                    </a:cubicBezTo>
                    <a:cubicBezTo>
                      <a:pt x="29" y="6280"/>
                      <a:pt x="6282" y="40"/>
                      <a:pt x="13995" y="40"/>
                    </a:cubicBezTo>
                    <a:cubicBezTo>
                      <a:pt x="21709" y="40"/>
                      <a:pt x="27962" y="6280"/>
                      <a:pt x="27962" y="13977"/>
                    </a:cubicBezTo>
                    <a:close/>
                  </a:path>
                </a:pathLst>
              </a:custGeom>
              <a:solidFill>
                <a:schemeClr val="bg2">
                  <a:lumMod val="90000"/>
                </a:schemeClr>
              </a:solidFill>
              <a:ln w="5199" cap="flat">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0" name="任意形状 239"/>
              <p:cNvSpPr/>
              <p:nvPr/>
            </p:nvSpPr>
            <p:spPr>
              <a:xfrm>
                <a:off x="4853240" y="3515304"/>
                <a:ext cx="27932" cy="27873"/>
              </a:xfrm>
              <a:custGeom>
                <a:avLst/>
                <a:gdLst>
                  <a:gd name="connsiteX0" fmla="*/ 27962 w 27932"/>
                  <a:gd name="connsiteY0" fmla="*/ 13977 h 27873"/>
                  <a:gd name="connsiteX1" fmla="*/ 13995 w 27932"/>
                  <a:gd name="connsiteY1" fmla="*/ 27913 h 27873"/>
                  <a:gd name="connsiteX2" fmla="*/ 29 w 27932"/>
                  <a:gd name="connsiteY2" fmla="*/ 13977 h 27873"/>
                  <a:gd name="connsiteX3" fmla="*/ 13995 w 27932"/>
                  <a:gd name="connsiteY3" fmla="*/ 40 h 27873"/>
                  <a:gd name="connsiteX4" fmla="*/ 27962 w 27932"/>
                  <a:gd name="connsiteY4" fmla="*/ 13977 h 27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32" h="27873">
                    <a:moveTo>
                      <a:pt x="27962" y="13977"/>
                    </a:moveTo>
                    <a:cubicBezTo>
                      <a:pt x="27962" y="21674"/>
                      <a:pt x="21709" y="27913"/>
                      <a:pt x="13995" y="27913"/>
                    </a:cubicBezTo>
                    <a:cubicBezTo>
                      <a:pt x="6282" y="27913"/>
                      <a:pt x="29" y="21674"/>
                      <a:pt x="29" y="13977"/>
                    </a:cubicBezTo>
                    <a:cubicBezTo>
                      <a:pt x="29" y="6280"/>
                      <a:pt x="6282" y="40"/>
                      <a:pt x="13995" y="40"/>
                    </a:cubicBezTo>
                    <a:cubicBezTo>
                      <a:pt x="21709" y="40"/>
                      <a:pt x="27962" y="6280"/>
                      <a:pt x="27962" y="13977"/>
                    </a:cubicBezTo>
                    <a:close/>
                  </a:path>
                </a:pathLst>
              </a:custGeom>
              <a:solidFill>
                <a:schemeClr val="bg2">
                  <a:lumMod val="90000"/>
                </a:schemeClr>
              </a:solidFill>
              <a:ln w="5199" cap="flat">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41" name="任意形状 240"/>
            <p:cNvSpPr/>
            <p:nvPr/>
          </p:nvSpPr>
          <p:spPr>
            <a:xfrm>
              <a:off x="5457229" y="3114433"/>
              <a:ext cx="83523" cy="81388"/>
            </a:xfrm>
            <a:custGeom>
              <a:avLst/>
              <a:gdLst>
                <a:gd name="connsiteX0" fmla="*/ 83524 w 83523"/>
                <a:gd name="connsiteY0" fmla="*/ 40694 h 81388"/>
                <a:gd name="connsiteX1" fmla="*/ 41762 w 83523"/>
                <a:gd name="connsiteY1" fmla="*/ 81388 h 81388"/>
                <a:gd name="connsiteX2" fmla="*/ 0 w 83523"/>
                <a:gd name="connsiteY2" fmla="*/ 40694 h 81388"/>
                <a:gd name="connsiteX3" fmla="*/ 41762 w 83523"/>
                <a:gd name="connsiteY3" fmla="*/ 0 h 81388"/>
                <a:gd name="connsiteX4" fmla="*/ 83524 w 83523"/>
                <a:gd name="connsiteY4" fmla="*/ 40694 h 81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23" h="81388">
                  <a:moveTo>
                    <a:pt x="83524" y="40694"/>
                  </a:moveTo>
                  <a:cubicBezTo>
                    <a:pt x="83524" y="63169"/>
                    <a:pt x="64826" y="81388"/>
                    <a:pt x="41762" y="81388"/>
                  </a:cubicBezTo>
                  <a:cubicBezTo>
                    <a:pt x="18697" y="81388"/>
                    <a:pt x="0" y="63169"/>
                    <a:pt x="0" y="40694"/>
                  </a:cubicBezTo>
                  <a:cubicBezTo>
                    <a:pt x="0" y="18219"/>
                    <a:pt x="18697" y="0"/>
                    <a:pt x="41762" y="0"/>
                  </a:cubicBezTo>
                  <a:cubicBezTo>
                    <a:pt x="64826" y="0"/>
                    <a:pt x="83524" y="18219"/>
                    <a:pt x="83524" y="40694"/>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2" name="任意形状 241"/>
            <p:cNvSpPr/>
            <p:nvPr/>
          </p:nvSpPr>
          <p:spPr>
            <a:xfrm>
              <a:off x="5501974" y="3198565"/>
              <a:ext cx="5220" cy="173541"/>
            </a:xfrm>
            <a:custGeom>
              <a:avLst/>
              <a:gdLst>
                <a:gd name="connsiteX0" fmla="*/ 0 w 5220"/>
                <a:gd name="connsiteY0" fmla="*/ 0 h 173541"/>
                <a:gd name="connsiteX1" fmla="*/ 0 w 5220"/>
                <a:gd name="connsiteY1" fmla="*/ 173542 h 173541"/>
              </a:gdLst>
              <a:ahLst/>
              <a:cxnLst>
                <a:cxn ang="0">
                  <a:pos x="connsiteX0" y="connsiteY0"/>
                </a:cxn>
                <a:cxn ang="0">
                  <a:pos x="connsiteX1" y="connsiteY1"/>
                </a:cxn>
              </a:cxnLst>
              <a:rect l="l" t="t" r="r" b="b"/>
              <a:pathLst>
                <a:path w="5220" h="173541">
                  <a:moveTo>
                    <a:pt x="0" y="0"/>
                  </a:moveTo>
                  <a:lnTo>
                    <a:pt x="0" y="173542"/>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3" name="任意形状 242"/>
            <p:cNvSpPr/>
            <p:nvPr/>
          </p:nvSpPr>
          <p:spPr>
            <a:xfrm>
              <a:off x="4569790" y="3730420"/>
              <a:ext cx="83523" cy="81388"/>
            </a:xfrm>
            <a:custGeom>
              <a:avLst/>
              <a:gdLst>
                <a:gd name="connsiteX0" fmla="*/ 83524 w 83523"/>
                <a:gd name="connsiteY0" fmla="*/ 40694 h 81388"/>
                <a:gd name="connsiteX1" fmla="*/ 41762 w 83523"/>
                <a:gd name="connsiteY1" fmla="*/ 81388 h 81388"/>
                <a:gd name="connsiteX2" fmla="*/ 0 w 83523"/>
                <a:gd name="connsiteY2" fmla="*/ 40694 h 81388"/>
                <a:gd name="connsiteX3" fmla="*/ 41762 w 83523"/>
                <a:gd name="connsiteY3" fmla="*/ 0 h 81388"/>
                <a:gd name="connsiteX4" fmla="*/ 83524 w 83523"/>
                <a:gd name="connsiteY4" fmla="*/ 40694 h 81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23" h="81388">
                  <a:moveTo>
                    <a:pt x="83524" y="40694"/>
                  </a:moveTo>
                  <a:cubicBezTo>
                    <a:pt x="83524" y="63169"/>
                    <a:pt x="64826" y="81388"/>
                    <a:pt x="41762" y="81388"/>
                  </a:cubicBezTo>
                  <a:cubicBezTo>
                    <a:pt x="18697" y="81388"/>
                    <a:pt x="0" y="63169"/>
                    <a:pt x="0" y="40694"/>
                  </a:cubicBezTo>
                  <a:cubicBezTo>
                    <a:pt x="0" y="18219"/>
                    <a:pt x="18697" y="0"/>
                    <a:pt x="41762" y="0"/>
                  </a:cubicBezTo>
                  <a:cubicBezTo>
                    <a:pt x="64826" y="0"/>
                    <a:pt x="83524" y="18219"/>
                    <a:pt x="83524" y="40694"/>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4" name="任意形状 243"/>
            <p:cNvSpPr/>
            <p:nvPr/>
          </p:nvSpPr>
          <p:spPr>
            <a:xfrm>
              <a:off x="4614535" y="3809332"/>
              <a:ext cx="5220" cy="173541"/>
            </a:xfrm>
            <a:custGeom>
              <a:avLst/>
              <a:gdLst>
                <a:gd name="connsiteX0" fmla="*/ 0 w 5220"/>
                <a:gd name="connsiteY0" fmla="*/ 0 h 173541"/>
                <a:gd name="connsiteX1" fmla="*/ 0 w 5220"/>
                <a:gd name="connsiteY1" fmla="*/ 173542 h 173541"/>
              </a:gdLst>
              <a:ahLst/>
              <a:cxnLst>
                <a:cxn ang="0">
                  <a:pos x="connsiteX0" y="connsiteY0"/>
                </a:cxn>
                <a:cxn ang="0">
                  <a:pos x="connsiteX1" y="connsiteY1"/>
                </a:cxn>
              </a:cxnLst>
              <a:rect l="l" t="t" r="r" b="b"/>
              <a:pathLst>
                <a:path w="5220" h="173541">
                  <a:moveTo>
                    <a:pt x="0" y="0"/>
                  </a:moveTo>
                  <a:lnTo>
                    <a:pt x="0" y="173542"/>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94" name="图片 73" descr="icon-19"/>
          <p:cNvGrpSpPr/>
          <p:nvPr/>
        </p:nvGrpSpPr>
        <p:grpSpPr>
          <a:xfrm>
            <a:off x="9893950" y="4799711"/>
            <a:ext cx="1083706" cy="755951"/>
            <a:chOff x="9893950" y="4799711"/>
            <a:chExt cx="1083706" cy="755951"/>
          </a:xfrm>
        </p:grpSpPr>
        <p:sp>
          <p:nvSpPr>
            <p:cNvPr id="395" name="任意形状 394"/>
            <p:cNvSpPr/>
            <p:nvPr/>
          </p:nvSpPr>
          <p:spPr>
            <a:xfrm>
              <a:off x="9893950" y="4884293"/>
              <a:ext cx="549783" cy="549783"/>
            </a:xfrm>
            <a:custGeom>
              <a:avLst/>
              <a:gdLst>
                <a:gd name="connsiteX0" fmla="*/ 549783 w 549783"/>
                <a:gd name="connsiteY0" fmla="*/ 274892 h 549783"/>
                <a:gd name="connsiteX1" fmla="*/ 274892 w 549783"/>
                <a:gd name="connsiteY1" fmla="*/ 549783 h 549783"/>
                <a:gd name="connsiteX2" fmla="*/ 0 w 549783"/>
                <a:gd name="connsiteY2" fmla="*/ 274892 h 549783"/>
                <a:gd name="connsiteX3" fmla="*/ 274892 w 549783"/>
                <a:gd name="connsiteY3" fmla="*/ 0 h 549783"/>
                <a:gd name="connsiteX4" fmla="*/ 549783 w 549783"/>
                <a:gd name="connsiteY4" fmla="*/ 274892 h 54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783" h="549783">
                  <a:moveTo>
                    <a:pt x="549783" y="274892"/>
                  </a:moveTo>
                  <a:cubicBezTo>
                    <a:pt x="549783" y="426710"/>
                    <a:pt x="426710" y="549783"/>
                    <a:pt x="274892" y="549783"/>
                  </a:cubicBezTo>
                  <a:cubicBezTo>
                    <a:pt x="123073" y="549783"/>
                    <a:pt x="0" y="426710"/>
                    <a:pt x="0" y="274892"/>
                  </a:cubicBezTo>
                  <a:cubicBezTo>
                    <a:pt x="0" y="123073"/>
                    <a:pt x="123073" y="0"/>
                    <a:pt x="274892" y="0"/>
                  </a:cubicBezTo>
                  <a:cubicBezTo>
                    <a:pt x="426710" y="0"/>
                    <a:pt x="549783" y="123073"/>
                    <a:pt x="549783" y="274892"/>
                  </a:cubicBezTo>
                  <a:close/>
                </a:path>
              </a:pathLst>
            </a:custGeom>
            <a:solidFill>
              <a:schemeClr val="bg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6" name="任意形状 395"/>
            <p:cNvSpPr/>
            <p:nvPr/>
          </p:nvSpPr>
          <p:spPr>
            <a:xfrm>
              <a:off x="10893075" y="5175043"/>
              <a:ext cx="84582" cy="82419"/>
            </a:xfrm>
            <a:custGeom>
              <a:avLst/>
              <a:gdLst>
                <a:gd name="connsiteX0" fmla="*/ 84582 w 84582"/>
                <a:gd name="connsiteY0" fmla="*/ 41210 h 82419"/>
                <a:gd name="connsiteX1" fmla="*/ 42291 w 84582"/>
                <a:gd name="connsiteY1" fmla="*/ 82419 h 82419"/>
                <a:gd name="connsiteX2" fmla="*/ 0 w 84582"/>
                <a:gd name="connsiteY2" fmla="*/ 41210 h 82419"/>
                <a:gd name="connsiteX3" fmla="*/ 42291 w 84582"/>
                <a:gd name="connsiteY3" fmla="*/ 0 h 82419"/>
                <a:gd name="connsiteX4" fmla="*/ 84582 w 84582"/>
                <a:gd name="connsiteY4" fmla="*/ 41210 h 82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 h="82419">
                  <a:moveTo>
                    <a:pt x="84582" y="41210"/>
                  </a:moveTo>
                  <a:cubicBezTo>
                    <a:pt x="84582" y="63969"/>
                    <a:pt x="65648" y="82419"/>
                    <a:pt x="42291" y="82419"/>
                  </a:cubicBezTo>
                  <a:cubicBezTo>
                    <a:pt x="18934" y="82419"/>
                    <a:pt x="0" y="63969"/>
                    <a:pt x="0" y="41210"/>
                  </a:cubicBezTo>
                  <a:cubicBezTo>
                    <a:pt x="0" y="18450"/>
                    <a:pt x="18934" y="0"/>
                    <a:pt x="42291" y="0"/>
                  </a:cubicBezTo>
                  <a:cubicBezTo>
                    <a:pt x="65648" y="0"/>
                    <a:pt x="84582" y="18450"/>
                    <a:pt x="84582" y="41210"/>
                  </a:cubicBez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7" name="任意形状 396"/>
            <p:cNvSpPr/>
            <p:nvPr/>
          </p:nvSpPr>
          <p:spPr>
            <a:xfrm>
              <a:off x="10938387" y="5254955"/>
              <a:ext cx="5286" cy="175740"/>
            </a:xfrm>
            <a:custGeom>
              <a:avLst/>
              <a:gdLst>
                <a:gd name="connsiteX0" fmla="*/ 0 w 5286"/>
                <a:gd name="connsiteY0" fmla="*/ 0 h 175740"/>
                <a:gd name="connsiteX1" fmla="*/ 0 w 5286"/>
                <a:gd name="connsiteY1" fmla="*/ 175741 h 175740"/>
              </a:gdLst>
              <a:ahLst/>
              <a:cxnLst>
                <a:cxn ang="0">
                  <a:pos x="connsiteX0" y="connsiteY0"/>
                </a:cxn>
                <a:cxn ang="0">
                  <a:pos x="connsiteX1" y="connsiteY1"/>
                </a:cxn>
              </a:cxnLst>
              <a:rect l="l" t="t" r="r" b="b"/>
              <a:pathLst>
                <a:path w="5286" h="175740">
                  <a:moveTo>
                    <a:pt x="0" y="0"/>
                  </a:moveTo>
                  <a:lnTo>
                    <a:pt x="0" y="175741"/>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8" name="任意形状 397"/>
            <p:cNvSpPr/>
            <p:nvPr/>
          </p:nvSpPr>
          <p:spPr>
            <a:xfrm>
              <a:off x="9978532" y="4815570"/>
              <a:ext cx="84582" cy="82419"/>
            </a:xfrm>
            <a:custGeom>
              <a:avLst/>
              <a:gdLst>
                <a:gd name="connsiteX0" fmla="*/ 84582 w 84582"/>
                <a:gd name="connsiteY0" fmla="*/ 41210 h 82419"/>
                <a:gd name="connsiteX1" fmla="*/ 42291 w 84582"/>
                <a:gd name="connsiteY1" fmla="*/ 82419 h 82419"/>
                <a:gd name="connsiteX2" fmla="*/ 0 w 84582"/>
                <a:gd name="connsiteY2" fmla="*/ 41210 h 82419"/>
                <a:gd name="connsiteX3" fmla="*/ 42291 w 84582"/>
                <a:gd name="connsiteY3" fmla="*/ 0 h 82419"/>
                <a:gd name="connsiteX4" fmla="*/ 84582 w 84582"/>
                <a:gd name="connsiteY4" fmla="*/ 41210 h 82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2" h="82419">
                  <a:moveTo>
                    <a:pt x="84582" y="41210"/>
                  </a:moveTo>
                  <a:cubicBezTo>
                    <a:pt x="84582" y="63969"/>
                    <a:pt x="65648" y="82419"/>
                    <a:pt x="42291" y="82419"/>
                  </a:cubicBezTo>
                  <a:cubicBezTo>
                    <a:pt x="18934" y="82419"/>
                    <a:pt x="0" y="63969"/>
                    <a:pt x="0" y="41210"/>
                  </a:cubicBezTo>
                  <a:cubicBezTo>
                    <a:pt x="0" y="18450"/>
                    <a:pt x="18934" y="0"/>
                    <a:pt x="42291" y="0"/>
                  </a:cubicBezTo>
                  <a:cubicBezTo>
                    <a:pt x="65648" y="0"/>
                    <a:pt x="84582" y="18450"/>
                    <a:pt x="84582" y="41210"/>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9" name="任意形状 398"/>
            <p:cNvSpPr/>
            <p:nvPr/>
          </p:nvSpPr>
          <p:spPr>
            <a:xfrm>
              <a:off x="10023844" y="4895482"/>
              <a:ext cx="5286" cy="175740"/>
            </a:xfrm>
            <a:custGeom>
              <a:avLst/>
              <a:gdLst>
                <a:gd name="connsiteX0" fmla="*/ 0 w 5286"/>
                <a:gd name="connsiteY0" fmla="*/ 0 h 175740"/>
                <a:gd name="connsiteX1" fmla="*/ 0 w 5286"/>
                <a:gd name="connsiteY1" fmla="*/ 175741 h 175740"/>
              </a:gdLst>
              <a:ahLst/>
              <a:cxnLst>
                <a:cxn ang="0">
                  <a:pos x="connsiteX0" y="connsiteY0"/>
                </a:cxn>
                <a:cxn ang="0">
                  <a:pos x="connsiteX1" y="connsiteY1"/>
                </a:cxn>
              </a:cxnLst>
              <a:rect l="l" t="t" r="r" b="b"/>
              <a:pathLst>
                <a:path w="5286" h="175740">
                  <a:moveTo>
                    <a:pt x="0" y="0"/>
                  </a:moveTo>
                  <a:lnTo>
                    <a:pt x="0" y="175741"/>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0" name="任意形状 399"/>
            <p:cNvSpPr/>
            <p:nvPr/>
          </p:nvSpPr>
          <p:spPr>
            <a:xfrm>
              <a:off x="10094832" y="4942443"/>
              <a:ext cx="724233" cy="179736"/>
            </a:xfrm>
            <a:custGeom>
              <a:avLst/>
              <a:gdLst>
                <a:gd name="connsiteX0" fmla="*/ 0 w 724233"/>
                <a:gd name="connsiteY0" fmla="*/ 0 h 179736"/>
                <a:gd name="connsiteX1" fmla="*/ 724233 w 724233"/>
                <a:gd name="connsiteY1" fmla="*/ 0 h 179736"/>
                <a:gd name="connsiteX2" fmla="*/ 724233 w 724233"/>
                <a:gd name="connsiteY2" fmla="*/ 179737 h 179736"/>
                <a:gd name="connsiteX3" fmla="*/ 0 w 724233"/>
                <a:gd name="connsiteY3" fmla="*/ 179737 h 179736"/>
              </a:gdLst>
              <a:ahLst/>
              <a:cxnLst>
                <a:cxn ang="0">
                  <a:pos x="connsiteX0" y="connsiteY0"/>
                </a:cxn>
                <a:cxn ang="0">
                  <a:pos x="connsiteX1" y="connsiteY1"/>
                </a:cxn>
                <a:cxn ang="0">
                  <a:pos x="connsiteX2" y="connsiteY2"/>
                </a:cxn>
                <a:cxn ang="0">
                  <a:pos x="connsiteX3" y="connsiteY3"/>
                </a:cxn>
              </a:cxnLst>
              <a:rect l="l" t="t" r="r" b="b"/>
              <a:pathLst>
                <a:path w="724233" h="179736">
                  <a:moveTo>
                    <a:pt x="0" y="0"/>
                  </a:moveTo>
                  <a:lnTo>
                    <a:pt x="724233" y="0"/>
                  </a:lnTo>
                  <a:lnTo>
                    <a:pt x="724233" y="179737"/>
                  </a:lnTo>
                  <a:lnTo>
                    <a:pt x="0" y="179737"/>
                  </a:lnTo>
                  <a:close/>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1" name="任意形状 400"/>
            <p:cNvSpPr/>
            <p:nvPr/>
          </p:nvSpPr>
          <p:spPr>
            <a:xfrm>
              <a:off x="10094832" y="5159184"/>
              <a:ext cx="724233" cy="179736"/>
            </a:xfrm>
            <a:custGeom>
              <a:avLst/>
              <a:gdLst>
                <a:gd name="connsiteX0" fmla="*/ 0 w 724233"/>
                <a:gd name="connsiteY0" fmla="*/ 0 h 179736"/>
                <a:gd name="connsiteX1" fmla="*/ 724233 w 724233"/>
                <a:gd name="connsiteY1" fmla="*/ 0 h 179736"/>
                <a:gd name="connsiteX2" fmla="*/ 724233 w 724233"/>
                <a:gd name="connsiteY2" fmla="*/ 179737 h 179736"/>
                <a:gd name="connsiteX3" fmla="*/ 0 w 724233"/>
                <a:gd name="connsiteY3" fmla="*/ 179737 h 179736"/>
              </a:gdLst>
              <a:ahLst/>
              <a:cxnLst>
                <a:cxn ang="0">
                  <a:pos x="connsiteX0" y="connsiteY0"/>
                </a:cxn>
                <a:cxn ang="0">
                  <a:pos x="connsiteX1" y="connsiteY1"/>
                </a:cxn>
                <a:cxn ang="0">
                  <a:pos x="connsiteX2" y="connsiteY2"/>
                </a:cxn>
                <a:cxn ang="0">
                  <a:pos x="connsiteX3" y="connsiteY3"/>
                </a:cxn>
              </a:cxnLst>
              <a:rect l="l" t="t" r="r" b="b"/>
              <a:pathLst>
                <a:path w="724233" h="179736">
                  <a:moveTo>
                    <a:pt x="0" y="0"/>
                  </a:moveTo>
                  <a:lnTo>
                    <a:pt x="724233" y="0"/>
                  </a:lnTo>
                  <a:lnTo>
                    <a:pt x="724233" y="179737"/>
                  </a:lnTo>
                  <a:lnTo>
                    <a:pt x="0" y="179737"/>
                  </a:lnTo>
                  <a:close/>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2" name="任意形状 401"/>
            <p:cNvSpPr/>
            <p:nvPr/>
          </p:nvSpPr>
          <p:spPr>
            <a:xfrm>
              <a:off x="10094832" y="5375925"/>
              <a:ext cx="724233" cy="179736"/>
            </a:xfrm>
            <a:custGeom>
              <a:avLst/>
              <a:gdLst>
                <a:gd name="connsiteX0" fmla="*/ 0 w 724233"/>
                <a:gd name="connsiteY0" fmla="*/ 0 h 179736"/>
                <a:gd name="connsiteX1" fmla="*/ 724233 w 724233"/>
                <a:gd name="connsiteY1" fmla="*/ 0 h 179736"/>
                <a:gd name="connsiteX2" fmla="*/ 724233 w 724233"/>
                <a:gd name="connsiteY2" fmla="*/ 179737 h 179736"/>
                <a:gd name="connsiteX3" fmla="*/ 0 w 724233"/>
                <a:gd name="connsiteY3" fmla="*/ 179737 h 179736"/>
              </a:gdLst>
              <a:ahLst/>
              <a:cxnLst>
                <a:cxn ang="0">
                  <a:pos x="connsiteX0" y="connsiteY0"/>
                </a:cxn>
                <a:cxn ang="0">
                  <a:pos x="connsiteX1" y="connsiteY1"/>
                </a:cxn>
                <a:cxn ang="0">
                  <a:pos x="connsiteX2" y="connsiteY2"/>
                </a:cxn>
                <a:cxn ang="0">
                  <a:pos x="connsiteX3" y="connsiteY3"/>
                </a:cxn>
              </a:cxnLst>
              <a:rect l="l" t="t" r="r" b="b"/>
              <a:pathLst>
                <a:path w="724233" h="179736">
                  <a:moveTo>
                    <a:pt x="0" y="0"/>
                  </a:moveTo>
                  <a:lnTo>
                    <a:pt x="724233" y="0"/>
                  </a:lnTo>
                  <a:lnTo>
                    <a:pt x="724233" y="179737"/>
                  </a:lnTo>
                  <a:lnTo>
                    <a:pt x="0" y="179737"/>
                  </a:lnTo>
                  <a:close/>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3" name="任意形状 402"/>
            <p:cNvSpPr/>
            <p:nvPr/>
          </p:nvSpPr>
          <p:spPr>
            <a:xfrm flipV="1">
              <a:off x="10094832" y="4799711"/>
              <a:ext cx="724233" cy="142732"/>
            </a:xfrm>
            <a:custGeom>
              <a:avLst/>
              <a:gdLst>
                <a:gd name="connsiteX0" fmla="*/ 0 w 724233"/>
                <a:gd name="connsiteY0" fmla="*/ 0 h 142732"/>
                <a:gd name="connsiteX1" fmla="*/ 724233 w 724233"/>
                <a:gd name="connsiteY1" fmla="*/ 0 h 142732"/>
                <a:gd name="connsiteX2" fmla="*/ 608356 w 724233"/>
                <a:gd name="connsiteY2" fmla="*/ 142732 h 142732"/>
                <a:gd name="connsiteX3" fmla="*/ 115877 w 724233"/>
                <a:gd name="connsiteY3" fmla="*/ 142732 h 142732"/>
              </a:gdLst>
              <a:ahLst/>
              <a:cxnLst>
                <a:cxn ang="0">
                  <a:pos x="connsiteX0" y="connsiteY0"/>
                </a:cxn>
                <a:cxn ang="0">
                  <a:pos x="connsiteX1" y="connsiteY1"/>
                </a:cxn>
                <a:cxn ang="0">
                  <a:pos x="connsiteX2" y="connsiteY2"/>
                </a:cxn>
                <a:cxn ang="0">
                  <a:pos x="connsiteX3" y="connsiteY3"/>
                </a:cxn>
              </a:cxnLst>
              <a:rect l="l" t="t" r="r" b="b"/>
              <a:pathLst>
                <a:path w="724233" h="142732">
                  <a:moveTo>
                    <a:pt x="0" y="0"/>
                  </a:moveTo>
                  <a:lnTo>
                    <a:pt x="724233" y="0"/>
                  </a:lnTo>
                  <a:lnTo>
                    <a:pt x="608356" y="142732"/>
                  </a:lnTo>
                  <a:lnTo>
                    <a:pt x="115877" y="142732"/>
                  </a:lnTo>
                  <a:close/>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4" name="任意形状 403"/>
            <p:cNvSpPr/>
            <p:nvPr/>
          </p:nvSpPr>
          <p:spPr>
            <a:xfrm>
              <a:off x="10665761" y="5000593"/>
              <a:ext cx="68722" cy="68722"/>
            </a:xfrm>
            <a:custGeom>
              <a:avLst/>
              <a:gdLst>
                <a:gd name="connsiteX0" fmla="*/ 68723 w 68722"/>
                <a:gd name="connsiteY0" fmla="*/ 34361 h 68722"/>
                <a:gd name="connsiteX1" fmla="*/ 34361 w 68722"/>
                <a:gd name="connsiteY1" fmla="*/ 68723 h 68722"/>
                <a:gd name="connsiteX2" fmla="*/ 0 w 68722"/>
                <a:gd name="connsiteY2" fmla="*/ 34361 h 68722"/>
                <a:gd name="connsiteX3" fmla="*/ 34361 w 68722"/>
                <a:gd name="connsiteY3" fmla="*/ 0 h 68722"/>
                <a:gd name="connsiteX4" fmla="*/ 68723 w 68722"/>
                <a:gd name="connsiteY4" fmla="*/ 34361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23" y="34361"/>
                  </a:moveTo>
                  <a:cubicBezTo>
                    <a:pt x="68723" y="53339"/>
                    <a:pt x="53339" y="68723"/>
                    <a:pt x="34361" y="68723"/>
                  </a:cubicBezTo>
                  <a:cubicBezTo>
                    <a:pt x="15384" y="68723"/>
                    <a:pt x="0" y="53339"/>
                    <a:pt x="0" y="34361"/>
                  </a:cubicBezTo>
                  <a:cubicBezTo>
                    <a:pt x="0" y="15384"/>
                    <a:pt x="15384" y="0"/>
                    <a:pt x="34361" y="0"/>
                  </a:cubicBezTo>
                  <a:cubicBezTo>
                    <a:pt x="53339" y="0"/>
                    <a:pt x="68723" y="15384"/>
                    <a:pt x="68723" y="34361"/>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5" name="任意形状 404"/>
            <p:cNvSpPr/>
            <p:nvPr/>
          </p:nvSpPr>
          <p:spPr>
            <a:xfrm>
              <a:off x="10665761" y="5212048"/>
              <a:ext cx="68722" cy="68722"/>
            </a:xfrm>
            <a:custGeom>
              <a:avLst/>
              <a:gdLst>
                <a:gd name="connsiteX0" fmla="*/ 68723 w 68722"/>
                <a:gd name="connsiteY0" fmla="*/ 34361 h 68722"/>
                <a:gd name="connsiteX1" fmla="*/ 34361 w 68722"/>
                <a:gd name="connsiteY1" fmla="*/ 68723 h 68722"/>
                <a:gd name="connsiteX2" fmla="*/ 0 w 68722"/>
                <a:gd name="connsiteY2" fmla="*/ 34361 h 68722"/>
                <a:gd name="connsiteX3" fmla="*/ 34361 w 68722"/>
                <a:gd name="connsiteY3" fmla="*/ 0 h 68722"/>
                <a:gd name="connsiteX4" fmla="*/ 68723 w 68722"/>
                <a:gd name="connsiteY4" fmla="*/ 34361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23" y="34361"/>
                  </a:moveTo>
                  <a:cubicBezTo>
                    <a:pt x="68723" y="53339"/>
                    <a:pt x="53339" y="68723"/>
                    <a:pt x="34361" y="68723"/>
                  </a:cubicBezTo>
                  <a:cubicBezTo>
                    <a:pt x="15384" y="68723"/>
                    <a:pt x="0" y="53339"/>
                    <a:pt x="0" y="34361"/>
                  </a:cubicBezTo>
                  <a:cubicBezTo>
                    <a:pt x="0" y="15384"/>
                    <a:pt x="15384" y="0"/>
                    <a:pt x="34361" y="0"/>
                  </a:cubicBezTo>
                  <a:cubicBezTo>
                    <a:pt x="53339" y="0"/>
                    <a:pt x="68723" y="15384"/>
                    <a:pt x="68723" y="34361"/>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6" name="任意形状 405"/>
            <p:cNvSpPr/>
            <p:nvPr/>
          </p:nvSpPr>
          <p:spPr>
            <a:xfrm>
              <a:off x="10665761" y="5439362"/>
              <a:ext cx="68722" cy="68722"/>
            </a:xfrm>
            <a:custGeom>
              <a:avLst/>
              <a:gdLst>
                <a:gd name="connsiteX0" fmla="*/ 68723 w 68722"/>
                <a:gd name="connsiteY0" fmla="*/ 34361 h 68722"/>
                <a:gd name="connsiteX1" fmla="*/ 34361 w 68722"/>
                <a:gd name="connsiteY1" fmla="*/ 68723 h 68722"/>
                <a:gd name="connsiteX2" fmla="*/ 0 w 68722"/>
                <a:gd name="connsiteY2" fmla="*/ 34361 h 68722"/>
                <a:gd name="connsiteX3" fmla="*/ 34361 w 68722"/>
                <a:gd name="connsiteY3" fmla="*/ 0 h 68722"/>
                <a:gd name="connsiteX4" fmla="*/ 68723 w 68722"/>
                <a:gd name="connsiteY4" fmla="*/ 34361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23" y="34361"/>
                  </a:moveTo>
                  <a:cubicBezTo>
                    <a:pt x="68723" y="53339"/>
                    <a:pt x="53339" y="68723"/>
                    <a:pt x="34361" y="68723"/>
                  </a:cubicBezTo>
                  <a:cubicBezTo>
                    <a:pt x="15384" y="68723"/>
                    <a:pt x="0" y="53339"/>
                    <a:pt x="0" y="34361"/>
                  </a:cubicBezTo>
                  <a:cubicBezTo>
                    <a:pt x="0" y="15384"/>
                    <a:pt x="15384" y="0"/>
                    <a:pt x="34361" y="0"/>
                  </a:cubicBezTo>
                  <a:cubicBezTo>
                    <a:pt x="53339" y="0"/>
                    <a:pt x="68723" y="15384"/>
                    <a:pt x="68723" y="34361"/>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7" name="任意形状 406"/>
            <p:cNvSpPr/>
            <p:nvPr/>
          </p:nvSpPr>
          <p:spPr>
            <a:xfrm>
              <a:off x="10195273" y="5005879"/>
              <a:ext cx="407050" cy="52863"/>
            </a:xfrm>
            <a:custGeom>
              <a:avLst/>
              <a:gdLst>
                <a:gd name="connsiteX0" fmla="*/ 0 w 407050"/>
                <a:gd name="connsiteY0" fmla="*/ 0 h 52863"/>
                <a:gd name="connsiteX1" fmla="*/ 407051 w 407050"/>
                <a:gd name="connsiteY1" fmla="*/ 0 h 52863"/>
                <a:gd name="connsiteX2" fmla="*/ 407051 w 407050"/>
                <a:gd name="connsiteY2" fmla="*/ 52864 h 52863"/>
                <a:gd name="connsiteX3" fmla="*/ 0 w 407050"/>
                <a:gd name="connsiteY3" fmla="*/ 52864 h 52863"/>
              </a:gdLst>
              <a:ahLst/>
              <a:cxnLst>
                <a:cxn ang="0">
                  <a:pos x="connsiteX0" y="connsiteY0"/>
                </a:cxn>
                <a:cxn ang="0">
                  <a:pos x="connsiteX1" y="connsiteY1"/>
                </a:cxn>
                <a:cxn ang="0">
                  <a:pos x="connsiteX2" y="connsiteY2"/>
                </a:cxn>
                <a:cxn ang="0">
                  <a:pos x="connsiteX3" y="connsiteY3"/>
                </a:cxn>
              </a:cxnLst>
              <a:rect l="l" t="t" r="r" b="b"/>
              <a:pathLst>
                <a:path w="407050" h="52863">
                  <a:moveTo>
                    <a:pt x="0" y="0"/>
                  </a:moveTo>
                  <a:lnTo>
                    <a:pt x="407051" y="0"/>
                  </a:lnTo>
                  <a:lnTo>
                    <a:pt x="407051" y="52864"/>
                  </a:lnTo>
                  <a:lnTo>
                    <a:pt x="0" y="52864"/>
                  </a:lnTo>
                  <a:close/>
                </a:path>
              </a:pathLst>
            </a:custGeom>
            <a:solidFill>
              <a:srgbClr val="FFFFFF"/>
            </a:solidFill>
            <a:ln w="10557"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8" name="任意形状 407"/>
            <p:cNvSpPr/>
            <p:nvPr/>
          </p:nvSpPr>
          <p:spPr>
            <a:xfrm>
              <a:off x="10195273" y="5222621"/>
              <a:ext cx="407050" cy="52863"/>
            </a:xfrm>
            <a:custGeom>
              <a:avLst/>
              <a:gdLst>
                <a:gd name="connsiteX0" fmla="*/ 0 w 407050"/>
                <a:gd name="connsiteY0" fmla="*/ 0 h 52863"/>
                <a:gd name="connsiteX1" fmla="*/ 407051 w 407050"/>
                <a:gd name="connsiteY1" fmla="*/ 0 h 52863"/>
                <a:gd name="connsiteX2" fmla="*/ 407051 w 407050"/>
                <a:gd name="connsiteY2" fmla="*/ 52864 h 52863"/>
                <a:gd name="connsiteX3" fmla="*/ 0 w 407050"/>
                <a:gd name="connsiteY3" fmla="*/ 52864 h 52863"/>
              </a:gdLst>
              <a:ahLst/>
              <a:cxnLst>
                <a:cxn ang="0">
                  <a:pos x="connsiteX0" y="connsiteY0"/>
                </a:cxn>
                <a:cxn ang="0">
                  <a:pos x="connsiteX1" y="connsiteY1"/>
                </a:cxn>
                <a:cxn ang="0">
                  <a:pos x="connsiteX2" y="connsiteY2"/>
                </a:cxn>
                <a:cxn ang="0">
                  <a:pos x="connsiteX3" y="connsiteY3"/>
                </a:cxn>
              </a:cxnLst>
              <a:rect l="l" t="t" r="r" b="b"/>
              <a:pathLst>
                <a:path w="407050" h="52863">
                  <a:moveTo>
                    <a:pt x="0" y="0"/>
                  </a:moveTo>
                  <a:lnTo>
                    <a:pt x="407051" y="0"/>
                  </a:lnTo>
                  <a:lnTo>
                    <a:pt x="407051" y="52864"/>
                  </a:lnTo>
                  <a:lnTo>
                    <a:pt x="0" y="52864"/>
                  </a:lnTo>
                  <a:close/>
                </a:path>
              </a:pathLst>
            </a:custGeom>
            <a:solidFill>
              <a:srgbClr val="FFFFFF"/>
            </a:solidFill>
            <a:ln w="10557"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9" name="任意形状 408"/>
            <p:cNvSpPr/>
            <p:nvPr/>
          </p:nvSpPr>
          <p:spPr>
            <a:xfrm>
              <a:off x="10195273" y="5439362"/>
              <a:ext cx="407050" cy="52863"/>
            </a:xfrm>
            <a:custGeom>
              <a:avLst/>
              <a:gdLst>
                <a:gd name="connsiteX0" fmla="*/ 0 w 407050"/>
                <a:gd name="connsiteY0" fmla="*/ 0 h 52863"/>
                <a:gd name="connsiteX1" fmla="*/ 407051 w 407050"/>
                <a:gd name="connsiteY1" fmla="*/ 0 h 52863"/>
                <a:gd name="connsiteX2" fmla="*/ 407051 w 407050"/>
                <a:gd name="connsiteY2" fmla="*/ 52864 h 52863"/>
                <a:gd name="connsiteX3" fmla="*/ 0 w 407050"/>
                <a:gd name="connsiteY3" fmla="*/ 52864 h 52863"/>
              </a:gdLst>
              <a:ahLst/>
              <a:cxnLst>
                <a:cxn ang="0">
                  <a:pos x="connsiteX0" y="connsiteY0"/>
                </a:cxn>
                <a:cxn ang="0">
                  <a:pos x="connsiteX1" y="connsiteY1"/>
                </a:cxn>
                <a:cxn ang="0">
                  <a:pos x="connsiteX2" y="connsiteY2"/>
                </a:cxn>
                <a:cxn ang="0">
                  <a:pos x="connsiteX3" y="connsiteY3"/>
                </a:cxn>
              </a:cxnLst>
              <a:rect l="l" t="t" r="r" b="b"/>
              <a:pathLst>
                <a:path w="407050" h="52863">
                  <a:moveTo>
                    <a:pt x="0" y="0"/>
                  </a:moveTo>
                  <a:lnTo>
                    <a:pt x="407051" y="0"/>
                  </a:lnTo>
                  <a:lnTo>
                    <a:pt x="407051" y="52864"/>
                  </a:lnTo>
                  <a:lnTo>
                    <a:pt x="0" y="52864"/>
                  </a:lnTo>
                  <a:close/>
                </a:path>
              </a:pathLst>
            </a:custGeom>
            <a:solidFill>
              <a:srgbClr val="FFFFFF"/>
            </a:solidFill>
            <a:ln w="10557"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 name="副标题 5"/>
          <p:cNvSpPr>
            <a:spLocks noGrp="1"/>
          </p:cNvSpPr>
          <p:nvPr/>
        </p:nvSpPr>
        <p:spPr>
          <a:xfrm>
            <a:off x="911542"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连接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副标题 5"/>
          <p:cNvSpPr>
            <a:spLocks noGrp="1"/>
          </p:cNvSpPr>
          <p:nvPr/>
        </p:nvSpPr>
        <p:spPr>
          <a:xfrm>
            <a:off x="2695257"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传输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副标题 5"/>
          <p:cNvSpPr>
            <a:spLocks noGrp="1"/>
          </p:cNvSpPr>
          <p:nvPr/>
        </p:nvSpPr>
        <p:spPr>
          <a:xfrm>
            <a:off x="4400867"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目录</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5" name="副标题 5"/>
          <p:cNvSpPr>
            <a:spLocks noGrp="1"/>
          </p:cNvSpPr>
          <p:nvPr/>
        </p:nvSpPr>
        <p:spPr>
          <a:xfrm>
            <a:off x="6016942"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网络</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调试</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6" name="副标题 5"/>
          <p:cNvSpPr>
            <a:spLocks noGrp="1"/>
          </p:cNvSpPr>
          <p:nvPr/>
        </p:nvSpPr>
        <p:spPr>
          <a:xfrm>
            <a:off x="7869237"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应用</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设置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副标题 5"/>
          <p:cNvSpPr>
            <a:spLocks noGrp="1"/>
          </p:cNvSpPr>
          <p:nvPr/>
        </p:nvSpPr>
        <p:spPr>
          <a:xfrm>
            <a:off x="9773602" y="257111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荣誉</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资质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副标题 5"/>
          <p:cNvSpPr>
            <a:spLocks noGrp="1"/>
          </p:cNvSpPr>
          <p:nvPr/>
        </p:nvSpPr>
        <p:spPr>
          <a:xfrm>
            <a:off x="911542"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创新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副标题 5"/>
          <p:cNvSpPr>
            <a:spLocks noGrp="1"/>
          </p:cNvSpPr>
          <p:nvPr/>
        </p:nvSpPr>
        <p:spPr>
          <a:xfrm>
            <a:off x="2695257"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连接</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传输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副标题 5"/>
          <p:cNvSpPr>
            <a:spLocks noGrp="1"/>
          </p:cNvSpPr>
          <p:nvPr/>
        </p:nvSpPr>
        <p:spPr>
          <a:xfrm>
            <a:off x="4400867"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安全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2" name="副标题 5"/>
          <p:cNvSpPr>
            <a:spLocks noGrp="1"/>
          </p:cNvSpPr>
          <p:nvPr/>
        </p:nvSpPr>
        <p:spPr>
          <a:xfrm>
            <a:off x="6016942"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交换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3" name="副标题 5"/>
          <p:cNvSpPr>
            <a:spLocks noGrp="1"/>
          </p:cNvSpPr>
          <p:nvPr/>
        </p:nvSpPr>
        <p:spPr>
          <a:xfrm>
            <a:off x="7869237"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城市</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数字化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4" name="副标题 5"/>
          <p:cNvSpPr>
            <a:spLocks noGrp="1"/>
          </p:cNvSpPr>
          <p:nvPr/>
        </p:nvSpPr>
        <p:spPr>
          <a:xfrm>
            <a:off x="9773602" y="423989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系统</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副标题 5"/>
          <p:cNvSpPr>
            <a:spLocks noGrp="1"/>
          </p:cNvSpPr>
          <p:nvPr/>
        </p:nvSpPr>
        <p:spPr>
          <a:xfrm>
            <a:off x="9773602" y="574738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服务器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6" name="副标题 5"/>
          <p:cNvSpPr>
            <a:spLocks noGrp="1"/>
          </p:cNvSpPr>
          <p:nvPr/>
        </p:nvSpPr>
        <p:spPr>
          <a:xfrm>
            <a:off x="7810182" y="5747385"/>
            <a:ext cx="144780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增长</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生命力</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副标题 5"/>
          <p:cNvSpPr>
            <a:spLocks noGrp="1"/>
          </p:cNvSpPr>
          <p:nvPr/>
        </p:nvSpPr>
        <p:spPr>
          <a:xfrm>
            <a:off x="5957887" y="5747385"/>
            <a:ext cx="144780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登记</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审批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副标题 5"/>
          <p:cNvSpPr>
            <a:spLocks noGrp="1"/>
          </p:cNvSpPr>
          <p:nvPr/>
        </p:nvSpPr>
        <p:spPr>
          <a:xfrm>
            <a:off x="4341812" y="5747385"/>
            <a:ext cx="144780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传输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副标题 5"/>
          <p:cNvSpPr>
            <a:spLocks noGrp="1"/>
          </p:cNvSpPr>
          <p:nvPr/>
        </p:nvSpPr>
        <p:spPr>
          <a:xfrm>
            <a:off x="2597467" y="5747385"/>
            <a:ext cx="144780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目标</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定位</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2" name="副标题 5"/>
          <p:cNvSpPr>
            <a:spLocks noGrp="1"/>
          </p:cNvSpPr>
          <p:nvPr/>
        </p:nvSpPr>
        <p:spPr>
          <a:xfrm>
            <a:off x="852487" y="5747385"/>
            <a:ext cx="144780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软著</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专利</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5" name="图片 2" descr="icon-1"/>
          <p:cNvGrpSpPr/>
          <p:nvPr/>
        </p:nvGrpSpPr>
        <p:grpSpPr>
          <a:xfrm>
            <a:off x="1041583" y="1546066"/>
            <a:ext cx="1071976" cy="822805"/>
            <a:chOff x="1041583" y="1546066"/>
            <a:chExt cx="1071976" cy="822805"/>
          </a:xfrm>
        </p:grpSpPr>
        <p:sp>
          <p:nvSpPr>
            <p:cNvPr id="28" name="任意形状 27"/>
            <p:cNvSpPr/>
            <p:nvPr/>
          </p:nvSpPr>
          <p:spPr>
            <a:xfrm>
              <a:off x="1134003" y="1546066"/>
              <a:ext cx="694006" cy="496392"/>
            </a:xfrm>
            <a:custGeom>
              <a:avLst/>
              <a:gdLst>
                <a:gd name="connsiteX0" fmla="*/ 405294 w 694006"/>
                <a:gd name="connsiteY0" fmla="*/ 36 h 496392"/>
                <a:gd name="connsiteX1" fmla="*/ 524215 w 694006"/>
                <a:gd name="connsiteY1" fmla="*/ 44335 h 496392"/>
                <a:gd name="connsiteX2" fmla="*/ 512689 w 694006"/>
                <a:gd name="connsiteY2" fmla="*/ 43970 h 496392"/>
                <a:gd name="connsiteX3" fmla="*/ 335529 w 694006"/>
                <a:gd name="connsiteY3" fmla="*/ 186997 h 496392"/>
                <a:gd name="connsiteX4" fmla="*/ 288380 w 694006"/>
                <a:gd name="connsiteY4" fmla="*/ 180829 h 496392"/>
                <a:gd name="connsiteX5" fmla="*/ 107404 w 694006"/>
                <a:gd name="connsiteY5" fmla="*/ 360774 h 496392"/>
                <a:gd name="connsiteX6" fmla="*/ 169471 w 694006"/>
                <a:gd name="connsiteY6" fmla="*/ 496428 h 496392"/>
                <a:gd name="connsiteX7" fmla="*/ 10 w 694006"/>
                <a:gd name="connsiteY7" fmla="*/ 316839 h 496392"/>
                <a:gd name="connsiteX8" fmla="*/ 180986 w 694006"/>
                <a:gd name="connsiteY8" fmla="*/ 136895 h 496392"/>
                <a:gd name="connsiteX9" fmla="*/ 228134 w 694006"/>
                <a:gd name="connsiteY9" fmla="*/ 143063 h 496392"/>
                <a:gd name="connsiteX10" fmla="*/ 405294 w 694006"/>
                <a:gd name="connsiteY10" fmla="*/ 36 h 496392"/>
                <a:gd name="connsiteX11" fmla="*/ 601564 w 694006"/>
                <a:gd name="connsiteY11" fmla="*/ 50725 h 496392"/>
                <a:gd name="connsiteX12" fmla="*/ 694017 w 694006"/>
                <a:gd name="connsiteY12" fmla="*/ 95596 h 496392"/>
                <a:gd name="connsiteX13" fmla="*/ 652151 w 694006"/>
                <a:gd name="connsiteY13" fmla="*/ 109227 h 496392"/>
                <a:gd name="connsiteX14" fmla="*/ 573008 w 694006"/>
                <a:gd name="connsiteY14" fmla="*/ 54207 h 496392"/>
                <a:gd name="connsiteX15" fmla="*/ 601564 w 694006"/>
                <a:gd name="connsiteY15" fmla="*/ 50725 h 49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4006" h="496392">
                  <a:moveTo>
                    <a:pt x="405294" y="36"/>
                  </a:moveTo>
                  <a:cubicBezTo>
                    <a:pt x="450815" y="36"/>
                    <a:pt x="492411" y="16747"/>
                    <a:pt x="524215" y="44335"/>
                  </a:cubicBezTo>
                  <a:cubicBezTo>
                    <a:pt x="520404" y="44091"/>
                    <a:pt x="516561" y="43970"/>
                    <a:pt x="512689" y="43970"/>
                  </a:cubicBezTo>
                  <a:cubicBezTo>
                    <a:pt x="425463" y="43970"/>
                    <a:pt x="352650" y="105327"/>
                    <a:pt x="335529" y="186997"/>
                  </a:cubicBezTo>
                  <a:cubicBezTo>
                    <a:pt x="320496" y="182974"/>
                    <a:pt x="304690" y="180829"/>
                    <a:pt x="288380" y="180829"/>
                  </a:cubicBezTo>
                  <a:cubicBezTo>
                    <a:pt x="188430" y="180829"/>
                    <a:pt x="107404" y="261393"/>
                    <a:pt x="107404" y="360774"/>
                  </a:cubicBezTo>
                  <a:cubicBezTo>
                    <a:pt x="107404" y="414898"/>
                    <a:pt x="131437" y="463441"/>
                    <a:pt x="169471" y="496428"/>
                  </a:cubicBezTo>
                  <a:cubicBezTo>
                    <a:pt x="74889" y="490523"/>
                    <a:pt x="10" y="412376"/>
                    <a:pt x="10" y="316839"/>
                  </a:cubicBezTo>
                  <a:cubicBezTo>
                    <a:pt x="10" y="217459"/>
                    <a:pt x="81036" y="136895"/>
                    <a:pt x="180986" y="136895"/>
                  </a:cubicBezTo>
                  <a:cubicBezTo>
                    <a:pt x="197296" y="136895"/>
                    <a:pt x="213102" y="139040"/>
                    <a:pt x="228134" y="143063"/>
                  </a:cubicBezTo>
                  <a:cubicBezTo>
                    <a:pt x="245256" y="61393"/>
                    <a:pt x="318069" y="36"/>
                    <a:pt x="405294" y="36"/>
                  </a:cubicBezTo>
                  <a:close/>
                  <a:moveTo>
                    <a:pt x="601564" y="50725"/>
                  </a:moveTo>
                  <a:cubicBezTo>
                    <a:pt x="639123" y="50725"/>
                    <a:pt x="672558" y="68284"/>
                    <a:pt x="694017" y="95596"/>
                  </a:cubicBezTo>
                  <a:cubicBezTo>
                    <a:pt x="678984" y="97498"/>
                    <a:pt x="664845" y="102226"/>
                    <a:pt x="652151" y="109227"/>
                  </a:cubicBezTo>
                  <a:cubicBezTo>
                    <a:pt x="631466" y="84389"/>
                    <a:pt x="604199" y="65167"/>
                    <a:pt x="573008" y="54207"/>
                  </a:cubicBezTo>
                  <a:cubicBezTo>
                    <a:pt x="582145" y="51933"/>
                    <a:pt x="591713" y="50725"/>
                    <a:pt x="601564" y="50725"/>
                  </a:cubicBezTo>
                  <a:close/>
                </a:path>
              </a:pathLst>
            </a:custGeom>
            <a:solidFill>
              <a:srgbClr val="F0F3F8"/>
            </a:soli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 name="任意形状 36"/>
            <p:cNvSpPr/>
            <p:nvPr/>
          </p:nvSpPr>
          <p:spPr>
            <a:xfrm>
              <a:off x="1134003" y="1546066"/>
              <a:ext cx="876841" cy="496747"/>
            </a:xfrm>
            <a:custGeom>
              <a:avLst/>
              <a:gdLst>
                <a:gd name="connsiteX0" fmla="*/ 405294 w 876841"/>
                <a:gd name="connsiteY0" fmla="*/ 36 h 496747"/>
                <a:gd name="connsiteX1" fmla="*/ 544756 w 876841"/>
                <a:gd name="connsiteY1" fmla="*/ 65293 h 496747"/>
                <a:gd name="connsiteX2" fmla="*/ 601564 w 876841"/>
                <a:gd name="connsiteY2" fmla="*/ 50725 h 496747"/>
                <a:gd name="connsiteX3" fmla="*/ 718720 w 876841"/>
                <a:gd name="connsiteY3" fmla="*/ 162542 h 496747"/>
                <a:gd name="connsiteX4" fmla="*/ 876852 w 876841"/>
                <a:gd name="connsiteY4" fmla="*/ 329512 h 496747"/>
                <a:gd name="connsiteX5" fmla="*/ 708620 w 876841"/>
                <a:gd name="connsiteY5" fmla="*/ 496784 h 496747"/>
                <a:gd name="connsiteX6" fmla="*/ 703525 w 876841"/>
                <a:gd name="connsiteY6" fmla="*/ 496709 h 496747"/>
                <a:gd name="connsiteX7" fmla="*/ 703522 w 876841"/>
                <a:gd name="connsiteY7" fmla="*/ 496784 h 496747"/>
                <a:gd name="connsiteX8" fmla="*/ 198829 w 876841"/>
                <a:gd name="connsiteY8" fmla="*/ 496784 h 496747"/>
                <a:gd name="connsiteX9" fmla="*/ 198828 w 876841"/>
                <a:gd name="connsiteY9" fmla="*/ 495920 h 496747"/>
                <a:gd name="connsiteX10" fmla="*/ 180986 w 876841"/>
                <a:gd name="connsiteY10" fmla="*/ 496784 h 496747"/>
                <a:gd name="connsiteX11" fmla="*/ 10 w 876841"/>
                <a:gd name="connsiteY11" fmla="*/ 316839 h 496747"/>
                <a:gd name="connsiteX12" fmla="*/ 180986 w 876841"/>
                <a:gd name="connsiteY12" fmla="*/ 136895 h 496747"/>
                <a:gd name="connsiteX13" fmla="*/ 228134 w 876841"/>
                <a:gd name="connsiteY13" fmla="*/ 143063 h 496747"/>
                <a:gd name="connsiteX14" fmla="*/ 405294 w 876841"/>
                <a:gd name="connsiteY14" fmla="*/ 36 h 49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6841" h="496747">
                  <a:moveTo>
                    <a:pt x="405294" y="36"/>
                  </a:moveTo>
                  <a:cubicBezTo>
                    <a:pt x="461410" y="36"/>
                    <a:pt x="511561" y="25431"/>
                    <a:pt x="544756" y="65293"/>
                  </a:cubicBezTo>
                  <a:cubicBezTo>
                    <a:pt x="561585" y="56012"/>
                    <a:pt x="580953" y="50725"/>
                    <a:pt x="601564" y="50725"/>
                  </a:cubicBezTo>
                  <a:cubicBezTo>
                    <a:pt x="664715" y="50725"/>
                    <a:pt x="716205" y="100364"/>
                    <a:pt x="718720" y="162542"/>
                  </a:cubicBezTo>
                  <a:cubicBezTo>
                    <a:pt x="806927" y="167727"/>
                    <a:pt x="876852" y="240500"/>
                    <a:pt x="876852" y="329512"/>
                  </a:cubicBezTo>
                  <a:cubicBezTo>
                    <a:pt x="876852" y="421893"/>
                    <a:pt x="801532" y="496784"/>
                    <a:pt x="708620" y="496784"/>
                  </a:cubicBezTo>
                  <a:cubicBezTo>
                    <a:pt x="706916" y="496784"/>
                    <a:pt x="705217" y="496759"/>
                    <a:pt x="703525" y="496709"/>
                  </a:cubicBezTo>
                  <a:lnTo>
                    <a:pt x="703522" y="496784"/>
                  </a:lnTo>
                  <a:lnTo>
                    <a:pt x="198829" y="496784"/>
                  </a:lnTo>
                  <a:lnTo>
                    <a:pt x="198828" y="495920"/>
                  </a:lnTo>
                  <a:cubicBezTo>
                    <a:pt x="192958" y="496492"/>
                    <a:pt x="187007" y="496784"/>
                    <a:pt x="180986" y="496784"/>
                  </a:cubicBezTo>
                  <a:cubicBezTo>
                    <a:pt x="81036" y="496784"/>
                    <a:pt x="10" y="416220"/>
                    <a:pt x="10" y="316839"/>
                  </a:cubicBezTo>
                  <a:cubicBezTo>
                    <a:pt x="10" y="217459"/>
                    <a:pt x="81036" y="136895"/>
                    <a:pt x="180986" y="136895"/>
                  </a:cubicBezTo>
                  <a:cubicBezTo>
                    <a:pt x="197296" y="136895"/>
                    <a:pt x="213102" y="139040"/>
                    <a:pt x="228134" y="143063"/>
                  </a:cubicBezTo>
                  <a:cubicBezTo>
                    <a:pt x="245256" y="61393"/>
                    <a:pt x="318069" y="36"/>
                    <a:pt x="405294" y="36"/>
                  </a:cubicBezTo>
                  <a:close/>
                </a:path>
              </a:pathLst>
            </a:custGeom>
            <a:solidFill>
              <a:schemeClr val="bg1"/>
            </a:solidFill>
            <a:ln w="9763"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 name="任意形状 40"/>
            <p:cNvSpPr/>
            <p:nvPr/>
          </p:nvSpPr>
          <p:spPr>
            <a:xfrm>
              <a:off x="1306144" y="1941735"/>
              <a:ext cx="536971" cy="165973"/>
            </a:xfrm>
            <a:custGeom>
              <a:avLst/>
              <a:gdLst>
                <a:gd name="connsiteX0" fmla="*/ 10 w 536971"/>
                <a:gd name="connsiteY0" fmla="*/ 36 h 165973"/>
                <a:gd name="connsiteX1" fmla="*/ 536982 w 536971"/>
                <a:gd name="connsiteY1" fmla="*/ 36 h 165973"/>
                <a:gd name="connsiteX2" fmla="*/ 536982 w 536971"/>
                <a:gd name="connsiteY2" fmla="*/ 166009 h 165973"/>
                <a:gd name="connsiteX3" fmla="*/ 10 w 536971"/>
                <a:gd name="connsiteY3" fmla="*/ 166009 h 165973"/>
              </a:gdLst>
              <a:ahLst/>
              <a:cxnLst>
                <a:cxn ang="0">
                  <a:pos x="connsiteX0" y="connsiteY0"/>
                </a:cxn>
                <a:cxn ang="0">
                  <a:pos x="connsiteX1" y="connsiteY1"/>
                </a:cxn>
                <a:cxn ang="0">
                  <a:pos x="connsiteX2" y="connsiteY2"/>
                </a:cxn>
                <a:cxn ang="0">
                  <a:pos x="connsiteX3" y="connsiteY3"/>
                </a:cxn>
              </a:cxnLst>
              <a:rect l="l" t="t" r="r" b="b"/>
              <a:pathLst>
                <a:path w="536971" h="165973">
                  <a:moveTo>
                    <a:pt x="10" y="36"/>
                  </a:moveTo>
                  <a:lnTo>
                    <a:pt x="536982" y="36"/>
                  </a:lnTo>
                  <a:lnTo>
                    <a:pt x="536982" y="166009"/>
                  </a:lnTo>
                  <a:lnTo>
                    <a:pt x="10" y="166009"/>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 name="任意形状 42"/>
            <p:cNvSpPr/>
            <p:nvPr/>
          </p:nvSpPr>
          <p:spPr>
            <a:xfrm>
              <a:off x="1306144" y="2107708"/>
              <a:ext cx="536971" cy="165973"/>
            </a:xfrm>
            <a:custGeom>
              <a:avLst/>
              <a:gdLst>
                <a:gd name="connsiteX0" fmla="*/ 10 w 536971"/>
                <a:gd name="connsiteY0" fmla="*/ 36 h 165973"/>
                <a:gd name="connsiteX1" fmla="*/ 536982 w 536971"/>
                <a:gd name="connsiteY1" fmla="*/ 36 h 165973"/>
                <a:gd name="connsiteX2" fmla="*/ 536982 w 536971"/>
                <a:gd name="connsiteY2" fmla="*/ 166009 h 165973"/>
                <a:gd name="connsiteX3" fmla="*/ 10 w 536971"/>
                <a:gd name="connsiteY3" fmla="*/ 166009 h 165973"/>
              </a:gdLst>
              <a:ahLst/>
              <a:cxnLst>
                <a:cxn ang="0">
                  <a:pos x="connsiteX0" y="connsiteY0"/>
                </a:cxn>
                <a:cxn ang="0">
                  <a:pos x="connsiteX1" y="connsiteY1"/>
                </a:cxn>
                <a:cxn ang="0">
                  <a:pos x="connsiteX2" y="connsiteY2"/>
                </a:cxn>
                <a:cxn ang="0">
                  <a:pos x="connsiteX3" y="connsiteY3"/>
                </a:cxn>
              </a:cxnLst>
              <a:rect l="l" t="t" r="r" b="b"/>
              <a:pathLst>
                <a:path w="536971" h="165973">
                  <a:moveTo>
                    <a:pt x="10" y="36"/>
                  </a:moveTo>
                  <a:lnTo>
                    <a:pt x="536982" y="36"/>
                  </a:lnTo>
                  <a:lnTo>
                    <a:pt x="536982" y="166009"/>
                  </a:lnTo>
                  <a:lnTo>
                    <a:pt x="10" y="166009"/>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 name="任意形状 43"/>
            <p:cNvSpPr/>
            <p:nvPr/>
          </p:nvSpPr>
          <p:spPr>
            <a:xfrm flipV="1">
              <a:off x="1306144" y="1809933"/>
              <a:ext cx="536971" cy="131802"/>
            </a:xfrm>
            <a:custGeom>
              <a:avLst/>
              <a:gdLst>
                <a:gd name="connsiteX0" fmla="*/ 10 w 536971"/>
                <a:gd name="connsiteY0" fmla="*/ 36 h 131802"/>
                <a:gd name="connsiteX1" fmla="*/ 536982 w 536971"/>
                <a:gd name="connsiteY1" fmla="*/ 36 h 131802"/>
                <a:gd name="connsiteX2" fmla="*/ 451066 w 536971"/>
                <a:gd name="connsiteY2" fmla="*/ 131838 h 131802"/>
                <a:gd name="connsiteX3" fmla="*/ 85925 w 536971"/>
                <a:gd name="connsiteY3" fmla="*/ 131838 h 131802"/>
              </a:gdLst>
              <a:ahLst/>
              <a:cxnLst>
                <a:cxn ang="0">
                  <a:pos x="connsiteX0" y="connsiteY0"/>
                </a:cxn>
                <a:cxn ang="0">
                  <a:pos x="connsiteX1" y="connsiteY1"/>
                </a:cxn>
                <a:cxn ang="0">
                  <a:pos x="connsiteX2" y="connsiteY2"/>
                </a:cxn>
                <a:cxn ang="0">
                  <a:pos x="connsiteX3" y="connsiteY3"/>
                </a:cxn>
              </a:cxnLst>
              <a:rect l="l" t="t" r="r" b="b"/>
              <a:pathLst>
                <a:path w="536971" h="131802">
                  <a:moveTo>
                    <a:pt x="10" y="36"/>
                  </a:moveTo>
                  <a:lnTo>
                    <a:pt x="536982" y="36"/>
                  </a:lnTo>
                  <a:lnTo>
                    <a:pt x="451066" y="131838"/>
                  </a:lnTo>
                  <a:lnTo>
                    <a:pt x="85925" y="131838"/>
                  </a:lnTo>
                  <a:close/>
                </a:path>
              </a:pathLst>
            </a:custGeom>
            <a:solidFill>
              <a:schemeClr val="bg2"/>
            </a:solidFill>
            <a:ln w="9763"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 name="任意形状 44"/>
            <p:cNvSpPr/>
            <p:nvPr/>
          </p:nvSpPr>
          <p:spPr>
            <a:xfrm>
              <a:off x="1701551" y="1995433"/>
              <a:ext cx="63460" cy="63460"/>
            </a:xfrm>
            <a:custGeom>
              <a:avLst/>
              <a:gdLst>
                <a:gd name="connsiteX0" fmla="*/ 63470 w 63460"/>
                <a:gd name="connsiteY0" fmla="*/ 31766 h 63460"/>
                <a:gd name="connsiteX1" fmla="*/ 31740 w 63460"/>
                <a:gd name="connsiteY1" fmla="*/ 63496 h 63460"/>
                <a:gd name="connsiteX2" fmla="*/ 10 w 63460"/>
                <a:gd name="connsiteY2" fmla="*/ 31766 h 63460"/>
                <a:gd name="connsiteX3" fmla="*/ 31740 w 63460"/>
                <a:gd name="connsiteY3" fmla="*/ 36 h 63460"/>
                <a:gd name="connsiteX4" fmla="*/ 63470 w 63460"/>
                <a:gd name="connsiteY4" fmla="*/ 31766 h 63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60" h="63460">
                  <a:moveTo>
                    <a:pt x="63470" y="31766"/>
                  </a:moveTo>
                  <a:cubicBezTo>
                    <a:pt x="63470" y="49290"/>
                    <a:pt x="49264" y="63496"/>
                    <a:pt x="31740" y="63496"/>
                  </a:cubicBezTo>
                  <a:cubicBezTo>
                    <a:pt x="14216" y="63496"/>
                    <a:pt x="10" y="49290"/>
                    <a:pt x="10" y="31766"/>
                  </a:cubicBezTo>
                  <a:cubicBezTo>
                    <a:pt x="10" y="14242"/>
                    <a:pt x="14216" y="36"/>
                    <a:pt x="31740" y="36"/>
                  </a:cubicBezTo>
                  <a:cubicBezTo>
                    <a:pt x="49264" y="36"/>
                    <a:pt x="63470" y="14242"/>
                    <a:pt x="63470" y="31766"/>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 name="任意形状 45"/>
            <p:cNvSpPr/>
            <p:nvPr/>
          </p:nvSpPr>
          <p:spPr>
            <a:xfrm>
              <a:off x="1701551" y="2156524"/>
              <a:ext cx="63460" cy="63460"/>
            </a:xfrm>
            <a:custGeom>
              <a:avLst/>
              <a:gdLst>
                <a:gd name="connsiteX0" fmla="*/ 63470 w 63460"/>
                <a:gd name="connsiteY0" fmla="*/ 31766 h 63460"/>
                <a:gd name="connsiteX1" fmla="*/ 31740 w 63460"/>
                <a:gd name="connsiteY1" fmla="*/ 63496 h 63460"/>
                <a:gd name="connsiteX2" fmla="*/ 10 w 63460"/>
                <a:gd name="connsiteY2" fmla="*/ 31766 h 63460"/>
                <a:gd name="connsiteX3" fmla="*/ 31740 w 63460"/>
                <a:gd name="connsiteY3" fmla="*/ 36 h 63460"/>
                <a:gd name="connsiteX4" fmla="*/ 63470 w 63460"/>
                <a:gd name="connsiteY4" fmla="*/ 31766 h 63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60" h="63460">
                  <a:moveTo>
                    <a:pt x="63470" y="31766"/>
                  </a:moveTo>
                  <a:cubicBezTo>
                    <a:pt x="63470" y="49290"/>
                    <a:pt x="49264" y="63496"/>
                    <a:pt x="31740" y="63496"/>
                  </a:cubicBezTo>
                  <a:cubicBezTo>
                    <a:pt x="14216" y="63496"/>
                    <a:pt x="10" y="49290"/>
                    <a:pt x="10" y="31766"/>
                  </a:cubicBezTo>
                  <a:cubicBezTo>
                    <a:pt x="10" y="14242"/>
                    <a:pt x="14216" y="36"/>
                    <a:pt x="31740" y="36"/>
                  </a:cubicBezTo>
                  <a:cubicBezTo>
                    <a:pt x="49264" y="36"/>
                    <a:pt x="63470" y="14242"/>
                    <a:pt x="63470" y="31766"/>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 name="任意形状 46"/>
            <p:cNvSpPr/>
            <p:nvPr/>
          </p:nvSpPr>
          <p:spPr>
            <a:xfrm>
              <a:off x="1372046" y="2027163"/>
              <a:ext cx="273367" cy="4881"/>
            </a:xfrm>
            <a:custGeom>
              <a:avLst/>
              <a:gdLst>
                <a:gd name="connsiteX0" fmla="*/ 10 w 273367"/>
                <a:gd name="connsiteY0" fmla="*/ 36 h 4881"/>
                <a:gd name="connsiteX1" fmla="*/ 273378 w 273367"/>
                <a:gd name="connsiteY1" fmla="*/ 36 h 4881"/>
              </a:gdLst>
              <a:ahLst/>
              <a:cxnLst>
                <a:cxn ang="0">
                  <a:pos x="connsiteX0" y="connsiteY0"/>
                </a:cxn>
                <a:cxn ang="0">
                  <a:pos x="connsiteX1" y="connsiteY1"/>
                </a:cxn>
              </a:cxnLst>
              <a:rect l="l" t="t" r="r" b="b"/>
              <a:pathLst>
                <a:path w="273367" h="4881">
                  <a:moveTo>
                    <a:pt x="10" y="36"/>
                  </a:moveTo>
                  <a:lnTo>
                    <a:pt x="273378" y="36"/>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 name="任意形状 47"/>
            <p:cNvSpPr/>
            <p:nvPr/>
          </p:nvSpPr>
          <p:spPr>
            <a:xfrm>
              <a:off x="1372046" y="2183373"/>
              <a:ext cx="273367" cy="4881"/>
            </a:xfrm>
            <a:custGeom>
              <a:avLst/>
              <a:gdLst>
                <a:gd name="connsiteX0" fmla="*/ 10 w 273367"/>
                <a:gd name="connsiteY0" fmla="*/ 36 h 4881"/>
                <a:gd name="connsiteX1" fmla="*/ 273378 w 273367"/>
                <a:gd name="connsiteY1" fmla="*/ 36 h 4881"/>
              </a:gdLst>
              <a:ahLst/>
              <a:cxnLst>
                <a:cxn ang="0">
                  <a:pos x="connsiteX0" y="connsiteY0"/>
                </a:cxn>
                <a:cxn ang="0">
                  <a:pos x="connsiteX1" y="connsiteY1"/>
                </a:cxn>
              </a:cxnLst>
              <a:rect l="l" t="t" r="r" b="b"/>
              <a:pathLst>
                <a:path w="273367" h="4881">
                  <a:moveTo>
                    <a:pt x="10" y="36"/>
                  </a:moveTo>
                  <a:lnTo>
                    <a:pt x="273378" y="36"/>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 name="任意形状 48"/>
            <p:cNvSpPr/>
            <p:nvPr/>
          </p:nvSpPr>
          <p:spPr>
            <a:xfrm>
              <a:off x="1376927" y="2363990"/>
              <a:ext cx="346590" cy="4881"/>
            </a:xfrm>
            <a:custGeom>
              <a:avLst/>
              <a:gdLst>
                <a:gd name="connsiteX0" fmla="*/ 10 w 346590"/>
                <a:gd name="connsiteY0" fmla="*/ 36 h 4881"/>
                <a:gd name="connsiteX1" fmla="*/ 346601 w 346590"/>
                <a:gd name="connsiteY1" fmla="*/ 36 h 4881"/>
              </a:gdLst>
              <a:ahLst/>
              <a:cxnLst>
                <a:cxn ang="0">
                  <a:pos x="connsiteX0" y="connsiteY0"/>
                </a:cxn>
                <a:cxn ang="0">
                  <a:pos x="connsiteX1" y="connsiteY1"/>
                </a:cxn>
              </a:cxnLst>
              <a:rect l="l" t="t" r="r" b="b"/>
              <a:pathLst>
                <a:path w="346590" h="4881">
                  <a:moveTo>
                    <a:pt x="10" y="36"/>
                  </a:moveTo>
                  <a:lnTo>
                    <a:pt x="346601" y="36"/>
                  </a:lnTo>
                </a:path>
              </a:pathLst>
            </a:custGeom>
            <a:ln w="9763"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任意形状 49"/>
            <p:cNvSpPr/>
            <p:nvPr/>
          </p:nvSpPr>
          <p:spPr>
            <a:xfrm>
              <a:off x="1557545" y="2271241"/>
              <a:ext cx="4881" cy="92749"/>
            </a:xfrm>
            <a:custGeom>
              <a:avLst/>
              <a:gdLst>
                <a:gd name="connsiteX0" fmla="*/ 10 w 4881"/>
                <a:gd name="connsiteY0" fmla="*/ 36 h 92749"/>
                <a:gd name="connsiteX1" fmla="*/ 10 w 4881"/>
                <a:gd name="connsiteY1" fmla="*/ 92786 h 92749"/>
              </a:gdLst>
              <a:ahLst/>
              <a:cxnLst>
                <a:cxn ang="0">
                  <a:pos x="connsiteX0" y="connsiteY0"/>
                </a:cxn>
                <a:cxn ang="0">
                  <a:pos x="connsiteX1" y="connsiteY1"/>
                </a:cxn>
              </a:cxnLst>
              <a:rect l="l" t="t" r="r" b="b"/>
              <a:pathLst>
                <a:path w="4881" h="92749">
                  <a:moveTo>
                    <a:pt x="10" y="36"/>
                  </a:moveTo>
                  <a:lnTo>
                    <a:pt x="10" y="92786"/>
                  </a:lnTo>
                </a:path>
              </a:pathLst>
            </a:custGeom>
            <a:ln w="9763"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51" name="图片 2" descr="icon-1"/>
            <p:cNvGrpSpPr/>
            <p:nvPr/>
          </p:nvGrpSpPr>
          <p:grpSpPr>
            <a:xfrm>
              <a:off x="1041583" y="2098996"/>
              <a:ext cx="220668" cy="75346"/>
              <a:chOff x="1041583" y="2098996"/>
              <a:chExt cx="220668" cy="75346"/>
            </a:xfrm>
            <a:solidFill>
              <a:srgbClr val="F0F3F8"/>
            </a:solidFill>
          </p:grpSpPr>
          <p:sp>
            <p:nvSpPr>
              <p:cNvPr id="52" name="任意形状 51"/>
              <p:cNvSpPr/>
              <p:nvPr/>
            </p:nvSpPr>
            <p:spPr>
              <a:xfrm rot="5400000">
                <a:off x="1187847" y="2099938"/>
                <a:ext cx="75346" cy="73462"/>
              </a:xfrm>
              <a:custGeom>
                <a:avLst/>
                <a:gdLst>
                  <a:gd name="connsiteX0" fmla="*/ 75387 w 75346"/>
                  <a:gd name="connsiteY0" fmla="*/ 36881 h 73462"/>
                  <a:gd name="connsiteX1" fmla="*/ 37713 w 75346"/>
                  <a:gd name="connsiteY1" fmla="*/ 73612 h 73462"/>
                  <a:gd name="connsiteX2" fmla="*/ 40 w 75346"/>
                  <a:gd name="connsiteY2" fmla="*/ 36881 h 73462"/>
                  <a:gd name="connsiteX3" fmla="*/ 37713 w 75346"/>
                  <a:gd name="connsiteY3" fmla="*/ 149 h 73462"/>
                  <a:gd name="connsiteX4" fmla="*/ 75387 w 75346"/>
                  <a:gd name="connsiteY4" fmla="*/ 36881 h 73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46" h="73462">
                    <a:moveTo>
                      <a:pt x="75387" y="36881"/>
                    </a:moveTo>
                    <a:cubicBezTo>
                      <a:pt x="75387" y="57167"/>
                      <a:pt x="58520" y="73612"/>
                      <a:pt x="37713" y="73612"/>
                    </a:cubicBezTo>
                    <a:cubicBezTo>
                      <a:pt x="16907" y="73612"/>
                      <a:pt x="40" y="57167"/>
                      <a:pt x="40" y="36881"/>
                    </a:cubicBezTo>
                    <a:cubicBezTo>
                      <a:pt x="40" y="16595"/>
                      <a:pt x="16907" y="149"/>
                      <a:pt x="37713" y="149"/>
                    </a:cubicBezTo>
                    <a:cubicBezTo>
                      <a:pt x="58520" y="149"/>
                      <a:pt x="75387" y="16595"/>
                      <a:pt x="75387" y="36881"/>
                    </a:cubicBezTo>
                    <a:close/>
                  </a:path>
                </a:pathLst>
              </a:custGeom>
              <a:solidFill>
                <a:schemeClr val="bg2"/>
              </a:solidFill>
              <a:ln w="9763"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3" name="任意形状 52"/>
              <p:cNvSpPr/>
              <p:nvPr/>
            </p:nvSpPr>
            <p:spPr>
              <a:xfrm rot="5400000">
                <a:off x="1114600" y="2058700"/>
                <a:ext cx="4881" cy="150915"/>
              </a:xfrm>
              <a:custGeom>
                <a:avLst/>
                <a:gdLst>
                  <a:gd name="connsiteX0" fmla="*/ 19 w 4881"/>
                  <a:gd name="connsiteY0" fmla="*/ 127 h 150915"/>
                  <a:gd name="connsiteX1" fmla="*/ 19 w 4881"/>
                  <a:gd name="connsiteY1" fmla="*/ 151042 h 150915"/>
                </a:gdLst>
                <a:ahLst/>
                <a:cxnLst>
                  <a:cxn ang="0">
                    <a:pos x="connsiteX0" y="connsiteY0"/>
                  </a:cxn>
                  <a:cxn ang="0">
                    <a:pos x="connsiteX1" y="connsiteY1"/>
                  </a:cxn>
                </a:cxnLst>
                <a:rect l="l" t="t" r="r" b="b"/>
                <a:pathLst>
                  <a:path w="4881" h="150915">
                    <a:moveTo>
                      <a:pt x="19" y="127"/>
                    </a:moveTo>
                    <a:lnTo>
                      <a:pt x="19" y="151042"/>
                    </a:lnTo>
                  </a:path>
                </a:pathLst>
              </a:custGeom>
              <a:ln w="9763" cap="rnd">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4" name="图片 2" descr="icon-1"/>
            <p:cNvGrpSpPr/>
            <p:nvPr/>
          </p:nvGrpSpPr>
          <p:grpSpPr>
            <a:xfrm>
              <a:off x="1887050" y="2107708"/>
              <a:ext cx="226509" cy="73223"/>
              <a:chOff x="1887050" y="2107708"/>
              <a:chExt cx="226509" cy="73223"/>
            </a:xfrm>
            <a:solidFill>
              <a:srgbClr val="F0F3F8"/>
            </a:solidFill>
          </p:grpSpPr>
          <p:sp>
            <p:nvSpPr>
              <p:cNvPr id="55" name="任意形状 54"/>
              <p:cNvSpPr/>
              <p:nvPr/>
            </p:nvSpPr>
            <p:spPr>
              <a:xfrm rot="-5400000">
                <a:off x="1887444" y="2107315"/>
                <a:ext cx="73223" cy="74010"/>
              </a:xfrm>
              <a:custGeom>
                <a:avLst/>
                <a:gdLst>
                  <a:gd name="connsiteX0" fmla="*/ 73407 w 73223"/>
                  <a:gd name="connsiteY0" fmla="*/ 37156 h 74010"/>
                  <a:gd name="connsiteX1" fmla="*/ 36795 w 73223"/>
                  <a:gd name="connsiteY1" fmla="*/ 74162 h 74010"/>
                  <a:gd name="connsiteX2" fmla="*/ 184 w 73223"/>
                  <a:gd name="connsiteY2" fmla="*/ 37156 h 74010"/>
                  <a:gd name="connsiteX3" fmla="*/ 36795 w 73223"/>
                  <a:gd name="connsiteY3" fmla="*/ 151 h 74010"/>
                  <a:gd name="connsiteX4" fmla="*/ 73407 w 73223"/>
                  <a:gd name="connsiteY4" fmla="*/ 37156 h 7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223" h="74010">
                    <a:moveTo>
                      <a:pt x="73407" y="37156"/>
                    </a:moveTo>
                    <a:cubicBezTo>
                      <a:pt x="73407" y="57594"/>
                      <a:pt x="57016" y="74162"/>
                      <a:pt x="36795" y="74162"/>
                    </a:cubicBezTo>
                    <a:cubicBezTo>
                      <a:pt x="16575" y="74162"/>
                      <a:pt x="184" y="57594"/>
                      <a:pt x="184" y="37156"/>
                    </a:cubicBezTo>
                    <a:cubicBezTo>
                      <a:pt x="184" y="16719"/>
                      <a:pt x="16575" y="151"/>
                      <a:pt x="36795" y="151"/>
                    </a:cubicBezTo>
                    <a:cubicBezTo>
                      <a:pt x="57016" y="151"/>
                      <a:pt x="73407" y="16719"/>
                      <a:pt x="73407" y="37156"/>
                    </a:cubicBezTo>
                    <a:close/>
                  </a:path>
                </a:pathLst>
              </a:custGeom>
              <a:solidFill>
                <a:schemeClr val="bg2"/>
              </a:solidFill>
              <a:ln w="9763"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6" name="任意形状 55"/>
              <p:cNvSpPr/>
              <p:nvPr/>
            </p:nvSpPr>
            <p:spPr>
              <a:xfrm rot="-5400000">
                <a:off x="2037539" y="2070740"/>
                <a:ext cx="4881" cy="152041"/>
              </a:xfrm>
              <a:custGeom>
                <a:avLst/>
                <a:gdLst>
                  <a:gd name="connsiteX0" fmla="*/ 207 w 4881"/>
                  <a:gd name="connsiteY0" fmla="*/ 128 h 152041"/>
                  <a:gd name="connsiteX1" fmla="*/ 207 w 4881"/>
                  <a:gd name="connsiteY1" fmla="*/ 152170 h 152041"/>
                </a:gdLst>
                <a:ahLst/>
                <a:cxnLst>
                  <a:cxn ang="0">
                    <a:pos x="connsiteX0" y="connsiteY0"/>
                  </a:cxn>
                  <a:cxn ang="0">
                    <a:pos x="connsiteX1" y="connsiteY1"/>
                  </a:cxn>
                </a:cxnLst>
                <a:rect l="l" t="t" r="r" b="b"/>
                <a:pathLst>
                  <a:path w="4881" h="152041">
                    <a:moveTo>
                      <a:pt x="207" y="128"/>
                    </a:moveTo>
                    <a:lnTo>
                      <a:pt x="207" y="152170"/>
                    </a:lnTo>
                  </a:path>
                </a:pathLst>
              </a:custGeom>
              <a:ln w="9763" cap="rnd">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57" name="任意形状 56"/>
            <p:cNvSpPr/>
            <p:nvPr/>
          </p:nvSpPr>
          <p:spPr>
            <a:xfrm>
              <a:off x="1408657" y="1595144"/>
              <a:ext cx="102512" cy="92749"/>
            </a:xfrm>
            <a:custGeom>
              <a:avLst/>
              <a:gdLst>
                <a:gd name="connsiteX0" fmla="*/ 10 w 102512"/>
                <a:gd name="connsiteY0" fmla="*/ 92786 h 92749"/>
                <a:gd name="connsiteX1" fmla="*/ 102523 w 102512"/>
                <a:gd name="connsiteY1" fmla="*/ 36 h 92749"/>
              </a:gdLst>
              <a:ahLst/>
              <a:cxnLst>
                <a:cxn ang="0">
                  <a:pos x="connsiteX0" y="connsiteY0"/>
                </a:cxn>
                <a:cxn ang="0">
                  <a:pos x="connsiteX1" y="connsiteY1"/>
                </a:cxn>
              </a:cxnLst>
              <a:rect l="l" t="t" r="r" b="b"/>
              <a:pathLst>
                <a:path w="102512" h="92749">
                  <a:moveTo>
                    <a:pt x="10" y="92786"/>
                  </a:moveTo>
                  <a:cubicBezTo>
                    <a:pt x="23189" y="32849"/>
                    <a:pt x="72419" y="5289"/>
                    <a:pt x="102523" y="36"/>
                  </a:cubicBezTo>
                </a:path>
              </a:pathLst>
            </a:custGeom>
            <a:noFill/>
            <a:ln w="9763" cap="rnd">
              <a:solidFill>
                <a:schemeClr val="bg2">
                  <a:lumMod val="90000"/>
                </a:schemeClr>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8" name="任意形状 57"/>
            <p:cNvSpPr/>
            <p:nvPr/>
          </p:nvSpPr>
          <p:spPr>
            <a:xfrm>
              <a:off x="1540459" y="1590263"/>
              <a:ext cx="14644" cy="14644"/>
            </a:xfrm>
            <a:custGeom>
              <a:avLst/>
              <a:gdLst>
                <a:gd name="connsiteX0" fmla="*/ 14655 w 14644"/>
                <a:gd name="connsiteY0" fmla="*/ 7358 h 14644"/>
                <a:gd name="connsiteX1" fmla="*/ 7332 w 14644"/>
                <a:gd name="connsiteY1" fmla="*/ 14681 h 14644"/>
                <a:gd name="connsiteX2" fmla="*/ 10 w 14644"/>
                <a:gd name="connsiteY2" fmla="*/ 7358 h 14644"/>
                <a:gd name="connsiteX3" fmla="*/ 7332 w 14644"/>
                <a:gd name="connsiteY3" fmla="*/ 36 h 14644"/>
                <a:gd name="connsiteX4" fmla="*/ 14655 w 14644"/>
                <a:gd name="connsiteY4" fmla="*/ 7358 h 14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4" h="14644">
                  <a:moveTo>
                    <a:pt x="14655" y="7358"/>
                  </a:moveTo>
                  <a:cubicBezTo>
                    <a:pt x="14655" y="11402"/>
                    <a:pt x="11376" y="14681"/>
                    <a:pt x="7332" y="14681"/>
                  </a:cubicBezTo>
                  <a:cubicBezTo>
                    <a:pt x="3288" y="14681"/>
                    <a:pt x="10" y="11402"/>
                    <a:pt x="10" y="7358"/>
                  </a:cubicBezTo>
                  <a:cubicBezTo>
                    <a:pt x="10" y="3314"/>
                    <a:pt x="3288" y="36"/>
                    <a:pt x="7332" y="36"/>
                  </a:cubicBezTo>
                  <a:cubicBezTo>
                    <a:pt x="11376" y="36"/>
                    <a:pt x="14655" y="3314"/>
                    <a:pt x="14655" y="7358"/>
                  </a:cubicBezTo>
                  <a:close/>
                </a:path>
              </a:pathLst>
            </a:custGeom>
            <a:solidFill>
              <a:schemeClr val="bg2">
                <a:lumMod val="90000"/>
              </a:schemeClr>
            </a:solidFill>
            <a:ln w="4882" cap="flat">
              <a:solidFill>
                <a:schemeClr val="bg2">
                  <a:lumMod val="9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9" name="图片 18" descr="icon-2"/>
          <p:cNvGrpSpPr/>
          <p:nvPr/>
        </p:nvGrpSpPr>
        <p:grpSpPr>
          <a:xfrm>
            <a:off x="2999818" y="1555829"/>
            <a:ext cx="876841" cy="798676"/>
            <a:chOff x="2999818" y="1555829"/>
            <a:chExt cx="876841" cy="798676"/>
          </a:xfrm>
        </p:grpSpPr>
        <p:sp>
          <p:nvSpPr>
            <p:cNvPr id="60" name="任意形状 59"/>
            <p:cNvSpPr/>
            <p:nvPr/>
          </p:nvSpPr>
          <p:spPr>
            <a:xfrm>
              <a:off x="2999818" y="1619133"/>
              <a:ext cx="876841" cy="496747"/>
            </a:xfrm>
            <a:custGeom>
              <a:avLst/>
              <a:gdLst>
                <a:gd name="connsiteX0" fmla="*/ 405314 w 876841"/>
                <a:gd name="connsiteY0" fmla="*/ 38 h 496747"/>
                <a:gd name="connsiteX1" fmla="*/ 544776 w 876841"/>
                <a:gd name="connsiteY1" fmla="*/ 65295 h 496747"/>
                <a:gd name="connsiteX2" fmla="*/ 601584 w 876841"/>
                <a:gd name="connsiteY2" fmla="*/ 50727 h 496747"/>
                <a:gd name="connsiteX3" fmla="*/ 718740 w 876841"/>
                <a:gd name="connsiteY3" fmla="*/ 162544 h 496747"/>
                <a:gd name="connsiteX4" fmla="*/ 876872 w 876841"/>
                <a:gd name="connsiteY4" fmla="*/ 329514 h 496747"/>
                <a:gd name="connsiteX5" fmla="*/ 708640 w 876841"/>
                <a:gd name="connsiteY5" fmla="*/ 496786 h 496747"/>
                <a:gd name="connsiteX6" fmla="*/ 703545 w 876841"/>
                <a:gd name="connsiteY6" fmla="*/ 496711 h 496747"/>
                <a:gd name="connsiteX7" fmla="*/ 703542 w 876841"/>
                <a:gd name="connsiteY7" fmla="*/ 496786 h 496747"/>
                <a:gd name="connsiteX8" fmla="*/ 198849 w 876841"/>
                <a:gd name="connsiteY8" fmla="*/ 496786 h 496747"/>
                <a:gd name="connsiteX9" fmla="*/ 198848 w 876841"/>
                <a:gd name="connsiteY9" fmla="*/ 495922 h 496747"/>
                <a:gd name="connsiteX10" fmla="*/ 181006 w 876841"/>
                <a:gd name="connsiteY10" fmla="*/ 496786 h 496747"/>
                <a:gd name="connsiteX11" fmla="*/ 30 w 876841"/>
                <a:gd name="connsiteY11" fmla="*/ 316841 h 496747"/>
                <a:gd name="connsiteX12" fmla="*/ 181006 w 876841"/>
                <a:gd name="connsiteY12" fmla="*/ 136897 h 496747"/>
                <a:gd name="connsiteX13" fmla="*/ 228154 w 876841"/>
                <a:gd name="connsiteY13" fmla="*/ 143065 h 496747"/>
                <a:gd name="connsiteX14" fmla="*/ 405314 w 876841"/>
                <a:gd name="connsiteY14" fmla="*/ 38 h 49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6841" h="496747">
                  <a:moveTo>
                    <a:pt x="405314" y="38"/>
                  </a:moveTo>
                  <a:cubicBezTo>
                    <a:pt x="461430" y="38"/>
                    <a:pt x="511581" y="25433"/>
                    <a:pt x="544776" y="65295"/>
                  </a:cubicBezTo>
                  <a:cubicBezTo>
                    <a:pt x="561605" y="56014"/>
                    <a:pt x="580973" y="50727"/>
                    <a:pt x="601584" y="50727"/>
                  </a:cubicBezTo>
                  <a:cubicBezTo>
                    <a:pt x="664735" y="50727"/>
                    <a:pt x="716225" y="100366"/>
                    <a:pt x="718740" y="162544"/>
                  </a:cubicBezTo>
                  <a:cubicBezTo>
                    <a:pt x="806947" y="167729"/>
                    <a:pt x="876872" y="240502"/>
                    <a:pt x="876872" y="329514"/>
                  </a:cubicBezTo>
                  <a:cubicBezTo>
                    <a:pt x="876872" y="421896"/>
                    <a:pt x="801552" y="496786"/>
                    <a:pt x="708640" y="496786"/>
                  </a:cubicBezTo>
                  <a:cubicBezTo>
                    <a:pt x="706936" y="496786"/>
                    <a:pt x="705237" y="496761"/>
                    <a:pt x="703545" y="496711"/>
                  </a:cubicBezTo>
                  <a:lnTo>
                    <a:pt x="703542" y="496786"/>
                  </a:lnTo>
                  <a:lnTo>
                    <a:pt x="198849" y="496786"/>
                  </a:lnTo>
                  <a:lnTo>
                    <a:pt x="198848" y="495922"/>
                  </a:lnTo>
                  <a:cubicBezTo>
                    <a:pt x="192978" y="496494"/>
                    <a:pt x="187026" y="496786"/>
                    <a:pt x="181006" y="496786"/>
                  </a:cubicBezTo>
                  <a:cubicBezTo>
                    <a:pt x="81056" y="496786"/>
                    <a:pt x="30" y="416222"/>
                    <a:pt x="30" y="316841"/>
                  </a:cubicBezTo>
                  <a:cubicBezTo>
                    <a:pt x="30" y="217461"/>
                    <a:pt x="81056" y="136897"/>
                    <a:pt x="181006" y="136897"/>
                  </a:cubicBezTo>
                  <a:cubicBezTo>
                    <a:pt x="197316" y="136897"/>
                    <a:pt x="213122" y="139042"/>
                    <a:pt x="228154" y="143065"/>
                  </a:cubicBezTo>
                  <a:cubicBezTo>
                    <a:pt x="245276" y="61395"/>
                    <a:pt x="318089" y="38"/>
                    <a:pt x="405314" y="38"/>
                  </a:cubicBezTo>
                  <a:close/>
                </a:path>
              </a:pathLst>
            </a:custGeom>
            <a:solidFill>
              <a:schemeClr val="bg1"/>
            </a:solidFill>
            <a:ln w="9763" cap="flat">
              <a:solidFill>
                <a:schemeClr val="tx2"/>
              </a:solidFill>
              <a:prstDash val="solid"/>
              <a:round/>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61" name="图片 18" descr="icon-2"/>
            <p:cNvGrpSpPr/>
            <p:nvPr/>
          </p:nvGrpSpPr>
          <p:grpSpPr>
            <a:xfrm>
              <a:off x="3224067" y="1857780"/>
              <a:ext cx="443176" cy="496724"/>
              <a:chOff x="3224067" y="1857780"/>
              <a:chExt cx="443176" cy="496724"/>
            </a:xfrm>
          </p:grpSpPr>
          <p:sp>
            <p:nvSpPr>
              <p:cNvPr id="62" name="任意形状 61"/>
              <p:cNvSpPr/>
              <p:nvPr/>
            </p:nvSpPr>
            <p:spPr>
              <a:xfrm>
                <a:off x="3427827" y="1954196"/>
                <a:ext cx="35657" cy="364671"/>
              </a:xfrm>
              <a:custGeom>
                <a:avLst/>
                <a:gdLst>
                  <a:gd name="connsiteX0" fmla="*/ 35734 w 35657"/>
                  <a:gd name="connsiteY0" fmla="*/ 99 h 364671"/>
                  <a:gd name="connsiteX1" fmla="*/ 76 w 35657"/>
                  <a:gd name="connsiteY1" fmla="*/ 364770 h 364671"/>
                </a:gdLst>
                <a:ahLst/>
                <a:cxnLst>
                  <a:cxn ang="0">
                    <a:pos x="connsiteX0" y="connsiteY0"/>
                  </a:cxn>
                  <a:cxn ang="0">
                    <a:pos x="connsiteX1" y="connsiteY1"/>
                  </a:cxn>
                </a:cxnLst>
                <a:rect l="l" t="t" r="r" b="b"/>
                <a:pathLst>
                  <a:path w="35657" h="364671">
                    <a:moveTo>
                      <a:pt x="35734" y="99"/>
                    </a:moveTo>
                    <a:lnTo>
                      <a:pt x="76" y="364770"/>
                    </a:lnTo>
                  </a:path>
                </a:pathLst>
              </a:custGeom>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3" name="任意形状 62"/>
              <p:cNvSpPr/>
              <p:nvPr/>
            </p:nvSpPr>
            <p:spPr>
              <a:xfrm>
                <a:off x="3391956" y="2283230"/>
                <a:ext cx="71740" cy="71274"/>
              </a:xfrm>
              <a:custGeom>
                <a:avLst/>
                <a:gdLst>
                  <a:gd name="connsiteX0" fmla="*/ 71817 w 71740"/>
                  <a:gd name="connsiteY0" fmla="*/ 35736 h 71274"/>
                  <a:gd name="connsiteX1" fmla="*/ 35946 w 71740"/>
                  <a:gd name="connsiteY1" fmla="*/ 71374 h 71274"/>
                  <a:gd name="connsiteX2" fmla="*/ 76 w 71740"/>
                  <a:gd name="connsiteY2" fmla="*/ 35736 h 71274"/>
                  <a:gd name="connsiteX3" fmla="*/ 35946 w 71740"/>
                  <a:gd name="connsiteY3" fmla="*/ 99 h 71274"/>
                  <a:gd name="connsiteX4" fmla="*/ 71817 w 71740"/>
                  <a:gd name="connsiteY4" fmla="*/ 35736 h 71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40" h="71274">
                    <a:moveTo>
                      <a:pt x="71817" y="35736"/>
                    </a:moveTo>
                    <a:cubicBezTo>
                      <a:pt x="71817" y="55418"/>
                      <a:pt x="55757" y="71374"/>
                      <a:pt x="35946" y="71374"/>
                    </a:cubicBezTo>
                    <a:cubicBezTo>
                      <a:pt x="16136" y="71374"/>
                      <a:pt x="76" y="55418"/>
                      <a:pt x="76" y="35736"/>
                    </a:cubicBezTo>
                    <a:cubicBezTo>
                      <a:pt x="76" y="16054"/>
                      <a:pt x="16136" y="99"/>
                      <a:pt x="35946" y="99"/>
                    </a:cubicBezTo>
                    <a:cubicBezTo>
                      <a:pt x="55757" y="99"/>
                      <a:pt x="71817" y="16054"/>
                      <a:pt x="71817" y="35736"/>
                    </a:cubicBezTo>
                    <a:close/>
                  </a:path>
                </a:pathLst>
              </a:custGeom>
              <a:solidFill>
                <a:schemeClr val="bg1"/>
              </a:solidFill>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4" name="任意形状 63"/>
              <p:cNvSpPr/>
              <p:nvPr/>
            </p:nvSpPr>
            <p:spPr>
              <a:xfrm>
                <a:off x="3494048" y="2014975"/>
                <a:ext cx="173195" cy="227919"/>
              </a:xfrm>
              <a:custGeom>
                <a:avLst/>
                <a:gdLst>
                  <a:gd name="connsiteX0" fmla="*/ 16726 w 173195"/>
                  <a:gd name="connsiteY0" fmla="*/ 99 h 227919"/>
                  <a:gd name="connsiteX1" fmla="*/ 76 w 173195"/>
                  <a:gd name="connsiteY1" fmla="*/ 228018 h 227919"/>
                  <a:gd name="connsiteX2" fmla="*/ 173272 w 173195"/>
                  <a:gd name="connsiteY2" fmla="*/ 228018 h 227919"/>
                </a:gdLst>
                <a:ahLst/>
                <a:cxnLst>
                  <a:cxn ang="0">
                    <a:pos x="connsiteX0" y="connsiteY0"/>
                  </a:cxn>
                  <a:cxn ang="0">
                    <a:pos x="connsiteX1" y="connsiteY1"/>
                  </a:cxn>
                  <a:cxn ang="0">
                    <a:pos x="connsiteX2" y="connsiteY2"/>
                  </a:cxn>
                </a:cxnLst>
                <a:rect l="l" t="t" r="r" b="b"/>
                <a:pathLst>
                  <a:path w="173195" h="227919">
                    <a:moveTo>
                      <a:pt x="16726" y="99"/>
                    </a:moveTo>
                    <a:lnTo>
                      <a:pt x="76" y="228018"/>
                    </a:lnTo>
                    <a:lnTo>
                      <a:pt x="173272" y="228018"/>
                    </a:lnTo>
                  </a:path>
                </a:pathLst>
              </a:custGeom>
              <a:no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5" name="任意形状 64"/>
              <p:cNvSpPr/>
              <p:nvPr/>
            </p:nvSpPr>
            <p:spPr>
              <a:xfrm rot="10800000" flipV="1">
                <a:off x="3224067" y="2014975"/>
                <a:ext cx="173195" cy="253243"/>
              </a:xfrm>
              <a:custGeom>
                <a:avLst/>
                <a:gdLst>
                  <a:gd name="connsiteX0" fmla="*/ 76 w 173195"/>
                  <a:gd name="connsiteY0" fmla="*/ 99 h 253243"/>
                  <a:gd name="connsiteX1" fmla="*/ 30605 w 173195"/>
                  <a:gd name="connsiteY1" fmla="*/ 253343 h 253243"/>
                  <a:gd name="connsiteX2" fmla="*/ 173272 w 173195"/>
                  <a:gd name="connsiteY2" fmla="*/ 253343 h 253243"/>
                </a:gdLst>
                <a:ahLst/>
                <a:cxnLst>
                  <a:cxn ang="0">
                    <a:pos x="connsiteX0" y="connsiteY0"/>
                  </a:cxn>
                  <a:cxn ang="0">
                    <a:pos x="connsiteX1" y="connsiteY1"/>
                  </a:cxn>
                  <a:cxn ang="0">
                    <a:pos x="connsiteX2" y="connsiteY2"/>
                  </a:cxn>
                </a:cxnLst>
                <a:rect l="l" t="t" r="r" b="b"/>
                <a:pathLst>
                  <a:path w="173195" h="253243">
                    <a:moveTo>
                      <a:pt x="76" y="99"/>
                    </a:moveTo>
                    <a:lnTo>
                      <a:pt x="30605" y="253343"/>
                    </a:lnTo>
                    <a:lnTo>
                      <a:pt x="173272" y="253343"/>
                    </a:lnTo>
                  </a:path>
                </a:pathLst>
              </a:custGeom>
              <a:no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6" name="任意形状 65"/>
              <p:cNvSpPr/>
              <p:nvPr/>
            </p:nvSpPr>
            <p:spPr>
              <a:xfrm>
                <a:off x="3407238" y="1857780"/>
                <a:ext cx="112492" cy="111793"/>
              </a:xfrm>
              <a:custGeom>
                <a:avLst/>
                <a:gdLst>
                  <a:gd name="connsiteX0" fmla="*/ 112569 w 112492"/>
                  <a:gd name="connsiteY0" fmla="*/ 55996 h 111793"/>
                  <a:gd name="connsiteX1" fmla="*/ 56322 w 112492"/>
                  <a:gd name="connsiteY1" fmla="*/ 111893 h 111793"/>
                  <a:gd name="connsiteX2" fmla="*/ 76 w 112492"/>
                  <a:gd name="connsiteY2" fmla="*/ 55996 h 111793"/>
                  <a:gd name="connsiteX3" fmla="*/ 56322 w 112492"/>
                  <a:gd name="connsiteY3" fmla="*/ 99 h 111793"/>
                  <a:gd name="connsiteX4" fmla="*/ 112569 w 112492"/>
                  <a:gd name="connsiteY4" fmla="*/ 55996 h 111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92" h="111793">
                    <a:moveTo>
                      <a:pt x="112569" y="55996"/>
                    </a:moveTo>
                    <a:cubicBezTo>
                      <a:pt x="112569" y="86867"/>
                      <a:pt x="87386" y="111893"/>
                      <a:pt x="56322" y="111893"/>
                    </a:cubicBezTo>
                    <a:cubicBezTo>
                      <a:pt x="25258" y="111893"/>
                      <a:pt x="76" y="86867"/>
                      <a:pt x="76" y="55996"/>
                    </a:cubicBezTo>
                    <a:cubicBezTo>
                      <a:pt x="76" y="25125"/>
                      <a:pt x="25258" y="99"/>
                      <a:pt x="56322" y="99"/>
                    </a:cubicBezTo>
                    <a:cubicBezTo>
                      <a:pt x="87386" y="99"/>
                      <a:pt x="112569" y="25125"/>
                      <a:pt x="112569" y="55996"/>
                    </a:cubicBezTo>
                    <a:close/>
                  </a:path>
                </a:pathLst>
              </a:custGeom>
              <a:solidFill>
                <a:schemeClr val="bg2"/>
              </a:solidFill>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67" name="图片 18" descr="icon-2"/>
            <p:cNvGrpSpPr/>
            <p:nvPr/>
          </p:nvGrpSpPr>
          <p:grpSpPr>
            <a:xfrm>
              <a:off x="3265641" y="1870070"/>
              <a:ext cx="82504" cy="82791"/>
              <a:chOff x="3265641" y="1870070"/>
              <a:chExt cx="82504" cy="82791"/>
            </a:xfrm>
          </p:grpSpPr>
          <p:sp>
            <p:nvSpPr>
              <p:cNvPr id="68" name="任意形状 67"/>
              <p:cNvSpPr/>
              <p:nvPr/>
            </p:nvSpPr>
            <p:spPr>
              <a:xfrm>
                <a:off x="3265641" y="1908879"/>
                <a:ext cx="82504" cy="4881"/>
              </a:xfrm>
              <a:custGeom>
                <a:avLst/>
                <a:gdLst>
                  <a:gd name="connsiteX0" fmla="*/ 84 w 82504"/>
                  <a:gd name="connsiteY0" fmla="*/ 102 h 4881"/>
                  <a:gd name="connsiteX1" fmla="*/ 82589 w 82504"/>
                  <a:gd name="connsiteY1" fmla="*/ 102 h 4881"/>
                </a:gdLst>
                <a:ahLst/>
                <a:cxnLst>
                  <a:cxn ang="0">
                    <a:pos x="connsiteX0" y="connsiteY0"/>
                  </a:cxn>
                  <a:cxn ang="0">
                    <a:pos x="connsiteX1" y="connsiteY1"/>
                  </a:cxn>
                </a:cxnLst>
                <a:rect l="l" t="t" r="r" b="b"/>
                <a:pathLst>
                  <a:path w="82504" h="4881">
                    <a:moveTo>
                      <a:pt x="84" y="102"/>
                    </a:moveTo>
                    <a:lnTo>
                      <a:pt x="82589" y="102"/>
                    </a:lnTo>
                  </a:path>
                </a:pathLst>
              </a:custGeom>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9" name="任意形状 68"/>
              <p:cNvSpPr/>
              <p:nvPr/>
            </p:nvSpPr>
            <p:spPr>
              <a:xfrm>
                <a:off x="3288845" y="1870070"/>
                <a:ext cx="15469" cy="82791"/>
              </a:xfrm>
              <a:custGeom>
                <a:avLst/>
                <a:gdLst>
                  <a:gd name="connsiteX0" fmla="*/ 84 w 15469"/>
                  <a:gd name="connsiteY0" fmla="*/ 82894 h 82791"/>
                  <a:gd name="connsiteX1" fmla="*/ 15554 w 15469"/>
                  <a:gd name="connsiteY1" fmla="*/ 102 h 82791"/>
                </a:gdLst>
                <a:ahLst/>
                <a:cxnLst>
                  <a:cxn ang="0">
                    <a:pos x="connsiteX0" y="connsiteY0"/>
                  </a:cxn>
                  <a:cxn ang="0">
                    <a:pos x="connsiteX1" y="connsiteY1"/>
                  </a:cxn>
                </a:cxnLst>
                <a:rect l="l" t="t" r="r" b="b"/>
                <a:pathLst>
                  <a:path w="15469" h="82791">
                    <a:moveTo>
                      <a:pt x="84" y="82894"/>
                    </a:moveTo>
                    <a:lnTo>
                      <a:pt x="15554" y="102"/>
                    </a:lnTo>
                  </a:path>
                </a:pathLst>
              </a:custGeom>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70" name="图片 18" descr="icon-2"/>
            <p:cNvGrpSpPr/>
            <p:nvPr/>
          </p:nvGrpSpPr>
          <p:grpSpPr>
            <a:xfrm>
              <a:off x="3572450" y="1879821"/>
              <a:ext cx="82504" cy="82791"/>
              <a:chOff x="3572450" y="1879821"/>
              <a:chExt cx="82504" cy="82791"/>
            </a:xfrm>
          </p:grpSpPr>
          <p:sp>
            <p:nvSpPr>
              <p:cNvPr id="71" name="任意形状 70"/>
              <p:cNvSpPr/>
              <p:nvPr/>
            </p:nvSpPr>
            <p:spPr>
              <a:xfrm>
                <a:off x="3572450" y="1918630"/>
                <a:ext cx="82504" cy="4881"/>
              </a:xfrm>
              <a:custGeom>
                <a:avLst/>
                <a:gdLst>
                  <a:gd name="connsiteX0" fmla="*/ 147 w 82504"/>
                  <a:gd name="connsiteY0" fmla="*/ 104 h 4881"/>
                  <a:gd name="connsiteX1" fmla="*/ 82652 w 82504"/>
                  <a:gd name="connsiteY1" fmla="*/ 104 h 4881"/>
                </a:gdLst>
                <a:ahLst/>
                <a:cxnLst>
                  <a:cxn ang="0">
                    <a:pos x="connsiteX0" y="connsiteY0"/>
                  </a:cxn>
                  <a:cxn ang="0">
                    <a:pos x="connsiteX1" y="connsiteY1"/>
                  </a:cxn>
                </a:cxnLst>
                <a:rect l="l" t="t" r="r" b="b"/>
                <a:pathLst>
                  <a:path w="82504" h="4881">
                    <a:moveTo>
                      <a:pt x="147" y="104"/>
                    </a:moveTo>
                    <a:lnTo>
                      <a:pt x="82652" y="104"/>
                    </a:lnTo>
                  </a:path>
                </a:pathLst>
              </a:custGeom>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2" name="任意形状 71"/>
              <p:cNvSpPr/>
              <p:nvPr/>
            </p:nvSpPr>
            <p:spPr>
              <a:xfrm>
                <a:off x="3611124" y="1879821"/>
                <a:ext cx="15469" cy="82791"/>
              </a:xfrm>
              <a:custGeom>
                <a:avLst/>
                <a:gdLst>
                  <a:gd name="connsiteX0" fmla="*/ 147 w 15469"/>
                  <a:gd name="connsiteY0" fmla="*/ 82896 h 82791"/>
                  <a:gd name="connsiteX1" fmla="*/ 15616 w 15469"/>
                  <a:gd name="connsiteY1" fmla="*/ 104 h 82791"/>
                </a:gdLst>
                <a:ahLst/>
                <a:cxnLst>
                  <a:cxn ang="0">
                    <a:pos x="connsiteX0" y="connsiteY0"/>
                  </a:cxn>
                  <a:cxn ang="0">
                    <a:pos x="connsiteX1" y="connsiteY1"/>
                  </a:cxn>
                </a:cxnLst>
                <a:rect l="l" t="t" r="r" b="b"/>
                <a:pathLst>
                  <a:path w="15469" h="82791">
                    <a:moveTo>
                      <a:pt x="147" y="82896"/>
                    </a:moveTo>
                    <a:lnTo>
                      <a:pt x="15616" y="104"/>
                    </a:lnTo>
                  </a:path>
                </a:pathLst>
              </a:custGeom>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73" name="任意形状 72"/>
            <p:cNvSpPr/>
            <p:nvPr/>
          </p:nvSpPr>
          <p:spPr>
            <a:xfrm>
              <a:off x="3630826" y="2195420"/>
              <a:ext cx="107394" cy="112275"/>
            </a:xfrm>
            <a:custGeom>
              <a:avLst/>
              <a:gdLst>
                <a:gd name="connsiteX0" fmla="*/ 10258 w 107394"/>
                <a:gd name="connsiteY0" fmla="*/ 38 h 112275"/>
                <a:gd name="connsiteX1" fmla="*/ 107424 w 107394"/>
                <a:gd name="connsiteY1" fmla="*/ 56568 h 112275"/>
                <a:gd name="connsiteX2" fmla="*/ 30 w 107394"/>
                <a:gd name="connsiteY2" fmla="*/ 112314 h 112275"/>
              </a:gdLst>
              <a:ahLst/>
              <a:cxnLst>
                <a:cxn ang="0">
                  <a:pos x="connsiteX0" y="connsiteY0"/>
                </a:cxn>
                <a:cxn ang="0">
                  <a:pos x="connsiteX1" y="connsiteY1"/>
                </a:cxn>
                <a:cxn ang="0">
                  <a:pos x="connsiteX2" y="connsiteY2"/>
                </a:cxn>
              </a:cxnLst>
              <a:rect l="l" t="t" r="r" b="b"/>
              <a:pathLst>
                <a:path w="107394" h="112275">
                  <a:moveTo>
                    <a:pt x="10258" y="38"/>
                  </a:moveTo>
                  <a:lnTo>
                    <a:pt x="107424" y="56568"/>
                  </a:lnTo>
                  <a:lnTo>
                    <a:pt x="30" y="112314"/>
                  </a:ln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4" name="任意形状 73"/>
            <p:cNvSpPr/>
            <p:nvPr/>
          </p:nvSpPr>
          <p:spPr>
            <a:xfrm>
              <a:off x="3167078" y="2234473"/>
              <a:ext cx="87868" cy="78105"/>
            </a:xfrm>
            <a:custGeom>
              <a:avLst/>
              <a:gdLst>
                <a:gd name="connsiteX0" fmla="*/ 10367 w 87868"/>
                <a:gd name="connsiteY0" fmla="*/ 38 h 78105"/>
                <a:gd name="connsiteX1" fmla="*/ 87898 w 87868"/>
                <a:gd name="connsiteY1" fmla="*/ 38 h 78105"/>
                <a:gd name="connsiteX2" fmla="*/ 77561 w 87868"/>
                <a:gd name="connsiteY2" fmla="*/ 78143 h 78105"/>
                <a:gd name="connsiteX3" fmla="*/ 30 w 87868"/>
                <a:gd name="connsiteY3" fmla="*/ 78143 h 78105"/>
              </a:gdLst>
              <a:ahLst/>
              <a:cxnLst>
                <a:cxn ang="0">
                  <a:pos x="connsiteX0" y="connsiteY0"/>
                </a:cxn>
                <a:cxn ang="0">
                  <a:pos x="connsiteX1" y="connsiteY1"/>
                </a:cxn>
                <a:cxn ang="0">
                  <a:pos x="connsiteX2" y="connsiteY2"/>
                </a:cxn>
                <a:cxn ang="0">
                  <a:pos x="connsiteX3" y="connsiteY3"/>
                </a:cxn>
              </a:cxnLst>
              <a:rect l="l" t="t" r="r" b="b"/>
              <a:pathLst>
                <a:path w="87868" h="78105">
                  <a:moveTo>
                    <a:pt x="10367" y="38"/>
                  </a:moveTo>
                  <a:lnTo>
                    <a:pt x="87898" y="38"/>
                  </a:lnTo>
                  <a:lnTo>
                    <a:pt x="77561" y="78143"/>
                  </a:lnTo>
                  <a:lnTo>
                    <a:pt x="30" y="78143"/>
                  </a:ln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75" name="图片 18" descr="icon-2"/>
            <p:cNvGrpSpPr/>
            <p:nvPr/>
          </p:nvGrpSpPr>
          <p:grpSpPr>
            <a:xfrm>
              <a:off x="3740281" y="1555829"/>
              <a:ext cx="70697" cy="218560"/>
              <a:chOff x="3740281" y="1555829"/>
              <a:chExt cx="70697" cy="218560"/>
            </a:xfrm>
            <a:solidFill>
              <a:srgbClr val="F0F3F8"/>
            </a:solidFill>
          </p:grpSpPr>
          <p:sp>
            <p:nvSpPr>
              <p:cNvPr id="76" name="任意形状 75"/>
              <p:cNvSpPr/>
              <p:nvPr/>
            </p:nvSpPr>
            <p:spPr>
              <a:xfrm>
                <a:off x="3740281" y="1555829"/>
                <a:ext cx="70697" cy="70461"/>
              </a:xfrm>
              <a:custGeom>
                <a:avLst/>
                <a:gdLst>
                  <a:gd name="connsiteX0" fmla="*/ 70879 w 70697"/>
                  <a:gd name="connsiteY0" fmla="*/ 35269 h 70461"/>
                  <a:gd name="connsiteX1" fmla="*/ 35530 w 70697"/>
                  <a:gd name="connsiteY1" fmla="*/ 70499 h 70461"/>
                  <a:gd name="connsiteX2" fmla="*/ 182 w 70697"/>
                  <a:gd name="connsiteY2" fmla="*/ 35269 h 70461"/>
                  <a:gd name="connsiteX3" fmla="*/ 35530 w 70697"/>
                  <a:gd name="connsiteY3" fmla="*/ 38 h 70461"/>
                  <a:gd name="connsiteX4" fmla="*/ 70879 w 70697"/>
                  <a:gd name="connsiteY4" fmla="*/ 35269 h 70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97" h="70461">
                    <a:moveTo>
                      <a:pt x="70879" y="35269"/>
                    </a:moveTo>
                    <a:cubicBezTo>
                      <a:pt x="70879" y="54726"/>
                      <a:pt x="55053" y="70499"/>
                      <a:pt x="35530" y="70499"/>
                    </a:cubicBezTo>
                    <a:cubicBezTo>
                      <a:pt x="16008" y="70499"/>
                      <a:pt x="182" y="54726"/>
                      <a:pt x="182" y="35269"/>
                    </a:cubicBezTo>
                    <a:cubicBezTo>
                      <a:pt x="182" y="15811"/>
                      <a:pt x="16008" y="38"/>
                      <a:pt x="35530" y="38"/>
                    </a:cubicBezTo>
                    <a:cubicBezTo>
                      <a:pt x="55053" y="38"/>
                      <a:pt x="70879" y="15811"/>
                      <a:pt x="70879" y="35269"/>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7" name="任意形状 76"/>
              <p:cNvSpPr/>
              <p:nvPr/>
            </p:nvSpPr>
            <p:spPr>
              <a:xfrm>
                <a:off x="3778155" y="1624147"/>
                <a:ext cx="4881" cy="150243"/>
              </a:xfrm>
              <a:custGeom>
                <a:avLst/>
                <a:gdLst>
                  <a:gd name="connsiteX0" fmla="*/ 182 w 4881"/>
                  <a:gd name="connsiteY0" fmla="*/ 38 h 150243"/>
                  <a:gd name="connsiteX1" fmla="*/ 182 w 4881"/>
                  <a:gd name="connsiteY1" fmla="*/ 150281 h 150243"/>
                </a:gdLst>
                <a:ahLst/>
                <a:cxnLst>
                  <a:cxn ang="0">
                    <a:pos x="connsiteX0" y="connsiteY0"/>
                  </a:cxn>
                  <a:cxn ang="0">
                    <a:pos x="connsiteX1" y="connsiteY1"/>
                  </a:cxn>
                </a:cxnLst>
                <a:rect l="l" t="t" r="r" b="b"/>
                <a:pathLst>
                  <a:path w="4881" h="150243">
                    <a:moveTo>
                      <a:pt x="182" y="38"/>
                    </a:moveTo>
                    <a:lnTo>
                      <a:pt x="182" y="150281"/>
                    </a:lnTo>
                  </a:path>
                </a:pathLst>
              </a:custGeom>
              <a:ln w="9763" cap="rnd">
                <a:gradFill>
                  <a:gsLst>
                    <a:gs pos="100000">
                      <a:schemeClr val="tx2">
                        <a:alpha val="0"/>
                      </a:schemeClr>
                    </a:gs>
                    <a:gs pos="0">
                      <a:schemeClr val="tx2"/>
                    </a:gs>
                  </a:gsLst>
                  <a:lin ang="54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78" name="图片 20" descr="icon-3"/>
          <p:cNvGrpSpPr/>
          <p:nvPr/>
        </p:nvGrpSpPr>
        <p:grpSpPr>
          <a:xfrm>
            <a:off x="4659547" y="1516776"/>
            <a:ext cx="812334" cy="876171"/>
            <a:chOff x="4659547" y="1516776"/>
            <a:chExt cx="812334" cy="876171"/>
          </a:xfrm>
        </p:grpSpPr>
        <p:sp>
          <p:nvSpPr>
            <p:cNvPr id="79" name="任意形状 78"/>
            <p:cNvSpPr/>
            <p:nvPr/>
          </p:nvSpPr>
          <p:spPr>
            <a:xfrm>
              <a:off x="4697092" y="1516776"/>
              <a:ext cx="419814" cy="419814"/>
            </a:xfrm>
            <a:custGeom>
              <a:avLst/>
              <a:gdLst>
                <a:gd name="connsiteX0" fmla="*/ 419849 w 419814"/>
                <a:gd name="connsiteY0" fmla="*/ 209937 h 419814"/>
                <a:gd name="connsiteX1" fmla="*/ 209942 w 419814"/>
                <a:gd name="connsiteY1" fmla="*/ 419844 h 419814"/>
                <a:gd name="connsiteX2" fmla="*/ 35 w 419814"/>
                <a:gd name="connsiteY2" fmla="*/ 209937 h 419814"/>
                <a:gd name="connsiteX3" fmla="*/ 209942 w 419814"/>
                <a:gd name="connsiteY3" fmla="*/ 30 h 419814"/>
                <a:gd name="connsiteX4" fmla="*/ 419849 w 419814"/>
                <a:gd name="connsiteY4" fmla="*/ 209937 h 419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814" h="419814">
                  <a:moveTo>
                    <a:pt x="419849" y="209937"/>
                  </a:moveTo>
                  <a:cubicBezTo>
                    <a:pt x="419849" y="325866"/>
                    <a:pt x="325871" y="419844"/>
                    <a:pt x="209942" y="419844"/>
                  </a:cubicBezTo>
                  <a:cubicBezTo>
                    <a:pt x="94014" y="419844"/>
                    <a:pt x="35" y="325866"/>
                    <a:pt x="35" y="209937"/>
                  </a:cubicBezTo>
                  <a:cubicBezTo>
                    <a:pt x="35" y="94009"/>
                    <a:pt x="94014" y="30"/>
                    <a:pt x="209942" y="30"/>
                  </a:cubicBezTo>
                  <a:cubicBezTo>
                    <a:pt x="325871" y="30"/>
                    <a:pt x="419849" y="94009"/>
                    <a:pt x="419849" y="209937"/>
                  </a:cubicBezTo>
                  <a:close/>
                </a:path>
              </a:pathLst>
            </a:custGeom>
            <a:solidFill>
              <a:schemeClr val="bg2"/>
            </a:soli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80" name="图片 20" descr="icon-3"/>
            <p:cNvGrpSpPr/>
            <p:nvPr/>
          </p:nvGrpSpPr>
          <p:grpSpPr>
            <a:xfrm>
              <a:off x="4659547" y="1663154"/>
              <a:ext cx="812334" cy="729793"/>
              <a:chOff x="4659547" y="1663154"/>
              <a:chExt cx="812334" cy="729793"/>
            </a:xfrm>
          </p:grpSpPr>
          <p:sp>
            <p:nvSpPr>
              <p:cNvPr id="81" name="任意形状 80"/>
              <p:cNvSpPr/>
              <p:nvPr/>
            </p:nvSpPr>
            <p:spPr>
              <a:xfrm>
                <a:off x="4659547" y="2119580"/>
                <a:ext cx="812334" cy="273367"/>
              </a:xfrm>
              <a:custGeom>
                <a:avLst/>
                <a:gdLst>
                  <a:gd name="connsiteX0" fmla="*/ 108475 w 812334"/>
                  <a:gd name="connsiteY0" fmla="*/ 60 h 273367"/>
                  <a:gd name="connsiteX1" fmla="*/ 703924 w 812334"/>
                  <a:gd name="connsiteY1" fmla="*/ 60 h 273367"/>
                  <a:gd name="connsiteX2" fmla="*/ 722180 w 812334"/>
                  <a:gd name="connsiteY2" fmla="*/ 12659 h 273367"/>
                  <a:gd name="connsiteX3" fmla="*/ 811094 w 812334"/>
                  <a:gd name="connsiteY3" fmla="*/ 246974 h 273367"/>
                  <a:gd name="connsiteX4" fmla="*/ 799766 w 812334"/>
                  <a:gd name="connsiteY4" fmla="*/ 272157 h 273367"/>
                  <a:gd name="connsiteX5" fmla="*/ 792838 w 812334"/>
                  <a:gd name="connsiteY5" fmla="*/ 273428 h 273367"/>
                  <a:gd name="connsiteX6" fmla="*/ 19561 w 812334"/>
                  <a:gd name="connsiteY6" fmla="*/ 273428 h 273367"/>
                  <a:gd name="connsiteX7" fmla="*/ 35 w 812334"/>
                  <a:gd name="connsiteY7" fmla="*/ 253901 h 273367"/>
                  <a:gd name="connsiteX8" fmla="*/ 1305 w 812334"/>
                  <a:gd name="connsiteY8" fmla="*/ 246974 h 273367"/>
                  <a:gd name="connsiteX9" fmla="*/ 90219 w 812334"/>
                  <a:gd name="connsiteY9" fmla="*/ 12659 h 273367"/>
                  <a:gd name="connsiteX10" fmla="*/ 108475 w 812334"/>
                  <a:gd name="connsiteY10" fmla="*/ 6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2334" h="273367">
                    <a:moveTo>
                      <a:pt x="108475" y="60"/>
                    </a:moveTo>
                    <a:lnTo>
                      <a:pt x="703924" y="60"/>
                    </a:lnTo>
                    <a:cubicBezTo>
                      <a:pt x="712036" y="60"/>
                      <a:pt x="719302" y="5075"/>
                      <a:pt x="722180" y="12659"/>
                    </a:cubicBezTo>
                    <a:lnTo>
                      <a:pt x="811094" y="246974"/>
                    </a:lnTo>
                    <a:cubicBezTo>
                      <a:pt x="814920" y="257056"/>
                      <a:pt x="809848" y="268331"/>
                      <a:pt x="799766" y="272157"/>
                    </a:cubicBezTo>
                    <a:cubicBezTo>
                      <a:pt x="797553" y="272997"/>
                      <a:pt x="795205" y="273428"/>
                      <a:pt x="792838" y="273428"/>
                    </a:cubicBezTo>
                    <a:lnTo>
                      <a:pt x="19561" y="273428"/>
                    </a:lnTo>
                    <a:cubicBezTo>
                      <a:pt x="8777" y="273428"/>
                      <a:pt x="35" y="264685"/>
                      <a:pt x="35" y="253901"/>
                    </a:cubicBezTo>
                    <a:cubicBezTo>
                      <a:pt x="35" y="251534"/>
                      <a:pt x="465" y="249187"/>
                      <a:pt x="1305" y="246974"/>
                    </a:cubicBezTo>
                    <a:lnTo>
                      <a:pt x="90219" y="12659"/>
                    </a:lnTo>
                    <a:cubicBezTo>
                      <a:pt x="93097" y="5075"/>
                      <a:pt x="100364" y="60"/>
                      <a:pt x="108475" y="60"/>
                    </a:cubicBezTo>
                    <a:close/>
                  </a:path>
                </a:pathLst>
              </a:custGeom>
              <a:solidFill>
                <a:schemeClr val="bg1"/>
              </a:solidFill>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2" name="任意形状 81"/>
              <p:cNvSpPr/>
              <p:nvPr/>
            </p:nvSpPr>
            <p:spPr>
              <a:xfrm>
                <a:off x="4757413" y="2046357"/>
                <a:ext cx="616603" cy="283130"/>
              </a:xfrm>
              <a:custGeom>
                <a:avLst/>
                <a:gdLst>
                  <a:gd name="connsiteX0" fmla="*/ 89504 w 616603"/>
                  <a:gd name="connsiteY0" fmla="*/ 60 h 283130"/>
                  <a:gd name="connsiteX1" fmla="*/ 527165 w 616603"/>
                  <a:gd name="connsiteY1" fmla="*/ 60 h 283130"/>
                  <a:gd name="connsiteX2" fmla="*/ 545936 w 616603"/>
                  <a:gd name="connsiteY2" fmla="*/ 14207 h 283130"/>
                  <a:gd name="connsiteX3" fmla="*/ 615878 w 616603"/>
                  <a:gd name="connsiteY3" fmla="*/ 258285 h 283130"/>
                  <a:gd name="connsiteX4" fmla="*/ 602486 w 616603"/>
                  <a:gd name="connsiteY4" fmla="*/ 282435 h 283130"/>
                  <a:gd name="connsiteX5" fmla="*/ 597107 w 616603"/>
                  <a:gd name="connsiteY5" fmla="*/ 283191 h 283130"/>
                  <a:gd name="connsiteX6" fmla="*/ 19561 w 616603"/>
                  <a:gd name="connsiteY6" fmla="*/ 283191 h 283130"/>
                  <a:gd name="connsiteX7" fmla="*/ 35 w 616603"/>
                  <a:gd name="connsiteY7" fmla="*/ 263664 h 283130"/>
                  <a:gd name="connsiteX8" fmla="*/ 790 w 616603"/>
                  <a:gd name="connsiteY8" fmla="*/ 258285 h 283130"/>
                  <a:gd name="connsiteX9" fmla="*/ 70733 w 616603"/>
                  <a:gd name="connsiteY9" fmla="*/ 14207 h 283130"/>
                  <a:gd name="connsiteX10" fmla="*/ 89504 w 616603"/>
                  <a:gd name="connsiteY10" fmla="*/ 60 h 28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603" h="283130">
                    <a:moveTo>
                      <a:pt x="89504" y="60"/>
                    </a:moveTo>
                    <a:lnTo>
                      <a:pt x="527165" y="60"/>
                    </a:lnTo>
                    <a:cubicBezTo>
                      <a:pt x="535878" y="60"/>
                      <a:pt x="543536" y="5832"/>
                      <a:pt x="545936" y="14207"/>
                    </a:cubicBezTo>
                    <a:lnTo>
                      <a:pt x="615878" y="258285"/>
                    </a:lnTo>
                    <a:cubicBezTo>
                      <a:pt x="618849" y="268652"/>
                      <a:pt x="612853" y="279465"/>
                      <a:pt x="602486" y="282435"/>
                    </a:cubicBezTo>
                    <a:cubicBezTo>
                      <a:pt x="600737" y="282936"/>
                      <a:pt x="598927" y="283191"/>
                      <a:pt x="597107" y="283191"/>
                    </a:cubicBezTo>
                    <a:lnTo>
                      <a:pt x="19561" y="283191"/>
                    </a:lnTo>
                    <a:cubicBezTo>
                      <a:pt x="8777" y="283191"/>
                      <a:pt x="35" y="274448"/>
                      <a:pt x="35" y="263664"/>
                    </a:cubicBezTo>
                    <a:cubicBezTo>
                      <a:pt x="35" y="261845"/>
                      <a:pt x="289" y="260034"/>
                      <a:pt x="790" y="258285"/>
                    </a:cubicBezTo>
                    <a:lnTo>
                      <a:pt x="70733" y="14207"/>
                    </a:lnTo>
                    <a:cubicBezTo>
                      <a:pt x="73133" y="5832"/>
                      <a:pt x="80791" y="60"/>
                      <a:pt x="89504" y="60"/>
                    </a:cubicBezTo>
                    <a:close/>
                  </a:path>
                </a:pathLst>
              </a:custGeom>
              <a:gradFill>
                <a:gsLst>
                  <a:gs pos="0">
                    <a:schemeClr val="bg2">
                      <a:alpha val="0"/>
                    </a:schemeClr>
                  </a:gs>
                  <a:gs pos="100000">
                    <a:schemeClr val="bg2"/>
                  </a:gs>
                </a:gsLst>
                <a:lin ang="5400000" scaled="1"/>
              </a:gra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83" name="图片 20" descr="icon-3"/>
              <p:cNvGrpSpPr/>
              <p:nvPr/>
            </p:nvGrpSpPr>
            <p:grpSpPr>
              <a:xfrm>
                <a:off x="5387895" y="1826687"/>
                <a:ext cx="78105" cy="236075"/>
                <a:chOff x="5387895" y="1826687"/>
                <a:chExt cx="78105" cy="236075"/>
              </a:xfrm>
              <a:solidFill>
                <a:srgbClr val="F0F3F8"/>
              </a:solidFill>
            </p:grpSpPr>
            <p:sp>
              <p:nvSpPr>
                <p:cNvPr id="84" name="任意形状 83"/>
                <p:cNvSpPr/>
                <p:nvPr/>
              </p:nvSpPr>
              <p:spPr>
                <a:xfrm>
                  <a:off x="5387895" y="1826687"/>
                  <a:ext cx="78105" cy="76107"/>
                </a:xfrm>
                <a:custGeom>
                  <a:avLst/>
                  <a:gdLst>
                    <a:gd name="connsiteX0" fmla="*/ 78291 w 78105"/>
                    <a:gd name="connsiteY0" fmla="*/ 38147 h 76107"/>
                    <a:gd name="connsiteX1" fmla="*/ 39239 w 78105"/>
                    <a:gd name="connsiteY1" fmla="*/ 76201 h 76107"/>
                    <a:gd name="connsiteX2" fmla="*/ 186 w 78105"/>
                    <a:gd name="connsiteY2" fmla="*/ 38147 h 76107"/>
                    <a:gd name="connsiteX3" fmla="*/ 39239 w 78105"/>
                    <a:gd name="connsiteY3" fmla="*/ 93 h 76107"/>
                    <a:gd name="connsiteX4" fmla="*/ 78291 w 78105"/>
                    <a:gd name="connsiteY4" fmla="*/ 38147 h 76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6107">
                      <a:moveTo>
                        <a:pt x="78291" y="38147"/>
                      </a:moveTo>
                      <a:cubicBezTo>
                        <a:pt x="78291" y="59164"/>
                        <a:pt x="60807" y="76201"/>
                        <a:pt x="39239" y="76201"/>
                      </a:cubicBezTo>
                      <a:cubicBezTo>
                        <a:pt x="17670" y="76201"/>
                        <a:pt x="186" y="59164"/>
                        <a:pt x="186" y="38147"/>
                      </a:cubicBezTo>
                      <a:cubicBezTo>
                        <a:pt x="186" y="17131"/>
                        <a:pt x="17670" y="93"/>
                        <a:pt x="39239" y="93"/>
                      </a:cubicBezTo>
                      <a:cubicBezTo>
                        <a:pt x="60807" y="93"/>
                        <a:pt x="78291" y="17131"/>
                        <a:pt x="78291" y="38147"/>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任意形状 84"/>
                <p:cNvSpPr/>
                <p:nvPr/>
              </p:nvSpPr>
              <p:spPr>
                <a:xfrm>
                  <a:off x="5429737" y="1900479"/>
                  <a:ext cx="4881" cy="162283"/>
                </a:xfrm>
                <a:custGeom>
                  <a:avLst/>
                  <a:gdLst>
                    <a:gd name="connsiteX0" fmla="*/ 186 w 4881"/>
                    <a:gd name="connsiteY0" fmla="*/ 93 h 162283"/>
                    <a:gd name="connsiteX1" fmla="*/ 186 w 4881"/>
                    <a:gd name="connsiteY1" fmla="*/ 162377 h 162283"/>
                  </a:gdLst>
                  <a:ahLst/>
                  <a:cxnLst>
                    <a:cxn ang="0">
                      <a:pos x="connsiteX0" y="connsiteY0"/>
                    </a:cxn>
                    <a:cxn ang="0">
                      <a:pos x="connsiteX1" y="connsiteY1"/>
                    </a:cxn>
                  </a:cxnLst>
                  <a:rect l="l" t="t" r="r" b="b"/>
                  <a:pathLst>
                    <a:path w="4881" h="162283">
                      <a:moveTo>
                        <a:pt x="186" y="93"/>
                      </a:moveTo>
                      <a:lnTo>
                        <a:pt x="186" y="162377"/>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86" name="图片 20" descr="icon-3"/>
              <p:cNvGrpSpPr/>
              <p:nvPr/>
            </p:nvGrpSpPr>
            <p:grpSpPr>
              <a:xfrm>
                <a:off x="4665424" y="2012186"/>
                <a:ext cx="78105" cy="236075"/>
                <a:chOff x="4665424" y="2012186"/>
                <a:chExt cx="78105" cy="236075"/>
              </a:xfrm>
              <a:solidFill>
                <a:srgbClr val="F0F3F8"/>
              </a:solidFill>
            </p:grpSpPr>
            <p:sp>
              <p:nvSpPr>
                <p:cNvPr id="87" name="任意形状 86"/>
                <p:cNvSpPr/>
                <p:nvPr/>
              </p:nvSpPr>
              <p:spPr>
                <a:xfrm>
                  <a:off x="4665424" y="2012186"/>
                  <a:ext cx="78105" cy="76107"/>
                </a:xfrm>
                <a:custGeom>
                  <a:avLst/>
                  <a:gdLst>
                    <a:gd name="connsiteX0" fmla="*/ 78143 w 78105"/>
                    <a:gd name="connsiteY0" fmla="*/ 38185 h 76107"/>
                    <a:gd name="connsiteX1" fmla="*/ 39091 w 78105"/>
                    <a:gd name="connsiteY1" fmla="*/ 76239 h 76107"/>
                    <a:gd name="connsiteX2" fmla="*/ 38 w 78105"/>
                    <a:gd name="connsiteY2" fmla="*/ 38185 h 76107"/>
                    <a:gd name="connsiteX3" fmla="*/ 39091 w 78105"/>
                    <a:gd name="connsiteY3" fmla="*/ 131 h 76107"/>
                    <a:gd name="connsiteX4" fmla="*/ 78143 w 78105"/>
                    <a:gd name="connsiteY4" fmla="*/ 38185 h 76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6107">
                      <a:moveTo>
                        <a:pt x="78143" y="38185"/>
                      </a:moveTo>
                      <a:cubicBezTo>
                        <a:pt x="78143" y="59202"/>
                        <a:pt x="60659" y="76239"/>
                        <a:pt x="39091" y="76239"/>
                      </a:cubicBezTo>
                      <a:cubicBezTo>
                        <a:pt x="17522" y="76239"/>
                        <a:pt x="38" y="59202"/>
                        <a:pt x="38" y="38185"/>
                      </a:cubicBezTo>
                      <a:cubicBezTo>
                        <a:pt x="38" y="17169"/>
                        <a:pt x="17522" y="131"/>
                        <a:pt x="39091" y="131"/>
                      </a:cubicBezTo>
                      <a:cubicBezTo>
                        <a:pt x="60659" y="131"/>
                        <a:pt x="78143" y="17169"/>
                        <a:pt x="78143" y="38185"/>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8" name="任意形状 87"/>
                <p:cNvSpPr/>
                <p:nvPr/>
              </p:nvSpPr>
              <p:spPr>
                <a:xfrm>
                  <a:off x="4707266" y="2085979"/>
                  <a:ext cx="4881" cy="162283"/>
                </a:xfrm>
                <a:custGeom>
                  <a:avLst/>
                  <a:gdLst>
                    <a:gd name="connsiteX0" fmla="*/ 38 w 4881"/>
                    <a:gd name="connsiteY0" fmla="*/ 131 h 162283"/>
                    <a:gd name="connsiteX1" fmla="*/ 38 w 4881"/>
                    <a:gd name="connsiteY1" fmla="*/ 162415 h 162283"/>
                  </a:gdLst>
                  <a:ahLst/>
                  <a:cxnLst>
                    <a:cxn ang="0">
                      <a:pos x="connsiteX0" y="connsiteY0"/>
                    </a:cxn>
                    <a:cxn ang="0">
                      <a:pos x="connsiteX1" y="connsiteY1"/>
                    </a:cxn>
                  </a:cxnLst>
                  <a:rect l="l" t="t" r="r" b="b"/>
                  <a:pathLst>
                    <a:path w="4881" h="162283">
                      <a:moveTo>
                        <a:pt x="38" y="131"/>
                      </a:moveTo>
                      <a:lnTo>
                        <a:pt x="38" y="162415"/>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89" name="任意形状 88"/>
              <p:cNvSpPr/>
              <p:nvPr/>
            </p:nvSpPr>
            <p:spPr>
              <a:xfrm rot="-5400000">
                <a:off x="4604904" y="1892088"/>
                <a:ext cx="580905" cy="123038"/>
              </a:xfrm>
              <a:custGeom>
                <a:avLst/>
                <a:gdLst>
                  <a:gd name="connsiteX0" fmla="*/ 35 w 580905"/>
                  <a:gd name="connsiteY0" fmla="*/ 60 h 123038"/>
                  <a:gd name="connsiteX1" fmla="*/ 580941 w 580905"/>
                  <a:gd name="connsiteY1" fmla="*/ 60 h 123038"/>
                  <a:gd name="connsiteX2" fmla="*/ 580941 w 580905"/>
                  <a:gd name="connsiteY2" fmla="*/ 123099 h 123038"/>
                  <a:gd name="connsiteX3" fmla="*/ 35 w 580905"/>
                  <a:gd name="connsiteY3" fmla="*/ 123099 h 123038"/>
                </a:gdLst>
                <a:ahLst/>
                <a:cxnLst>
                  <a:cxn ang="0">
                    <a:pos x="connsiteX0" y="connsiteY0"/>
                  </a:cxn>
                  <a:cxn ang="0">
                    <a:pos x="connsiteX1" y="connsiteY1"/>
                  </a:cxn>
                  <a:cxn ang="0">
                    <a:pos x="connsiteX2" y="connsiteY2"/>
                  </a:cxn>
                  <a:cxn ang="0">
                    <a:pos x="connsiteX3" y="connsiteY3"/>
                  </a:cxn>
                </a:cxnLst>
                <a:rect l="l" t="t" r="r" b="b"/>
                <a:pathLst>
                  <a:path w="580905" h="123038">
                    <a:moveTo>
                      <a:pt x="35" y="60"/>
                    </a:moveTo>
                    <a:lnTo>
                      <a:pt x="580941" y="60"/>
                    </a:lnTo>
                    <a:lnTo>
                      <a:pt x="580941" y="123099"/>
                    </a:lnTo>
                    <a:lnTo>
                      <a:pt x="35" y="123099"/>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0" name="任意形状 89"/>
              <p:cNvSpPr/>
              <p:nvPr/>
            </p:nvSpPr>
            <p:spPr>
              <a:xfrm rot="-5400000">
                <a:off x="4774475" y="1892088"/>
                <a:ext cx="580905" cy="123038"/>
              </a:xfrm>
              <a:custGeom>
                <a:avLst/>
                <a:gdLst>
                  <a:gd name="connsiteX0" fmla="*/ 35 w 580905"/>
                  <a:gd name="connsiteY0" fmla="*/ 60 h 123038"/>
                  <a:gd name="connsiteX1" fmla="*/ 580941 w 580905"/>
                  <a:gd name="connsiteY1" fmla="*/ 60 h 123038"/>
                  <a:gd name="connsiteX2" fmla="*/ 580941 w 580905"/>
                  <a:gd name="connsiteY2" fmla="*/ 123099 h 123038"/>
                  <a:gd name="connsiteX3" fmla="*/ 35 w 580905"/>
                  <a:gd name="connsiteY3" fmla="*/ 123099 h 123038"/>
                </a:gdLst>
                <a:ahLst/>
                <a:cxnLst>
                  <a:cxn ang="0">
                    <a:pos x="connsiteX0" y="connsiteY0"/>
                  </a:cxn>
                  <a:cxn ang="0">
                    <a:pos x="connsiteX1" y="connsiteY1"/>
                  </a:cxn>
                  <a:cxn ang="0">
                    <a:pos x="connsiteX2" y="connsiteY2"/>
                  </a:cxn>
                  <a:cxn ang="0">
                    <a:pos x="connsiteX3" y="connsiteY3"/>
                  </a:cxn>
                </a:cxnLst>
                <a:rect l="l" t="t" r="r" b="b"/>
                <a:pathLst>
                  <a:path w="580905" h="123038">
                    <a:moveTo>
                      <a:pt x="35" y="60"/>
                    </a:moveTo>
                    <a:lnTo>
                      <a:pt x="580941" y="60"/>
                    </a:lnTo>
                    <a:lnTo>
                      <a:pt x="580941" y="123099"/>
                    </a:lnTo>
                    <a:lnTo>
                      <a:pt x="35" y="123099"/>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1" name="任意形状 90"/>
              <p:cNvSpPr/>
              <p:nvPr/>
            </p:nvSpPr>
            <p:spPr>
              <a:xfrm rot="-5400000">
                <a:off x="4952527" y="1892088"/>
                <a:ext cx="580905" cy="123038"/>
              </a:xfrm>
              <a:custGeom>
                <a:avLst/>
                <a:gdLst>
                  <a:gd name="connsiteX0" fmla="*/ 35 w 580905"/>
                  <a:gd name="connsiteY0" fmla="*/ 60 h 123038"/>
                  <a:gd name="connsiteX1" fmla="*/ 580941 w 580905"/>
                  <a:gd name="connsiteY1" fmla="*/ 60 h 123038"/>
                  <a:gd name="connsiteX2" fmla="*/ 580941 w 580905"/>
                  <a:gd name="connsiteY2" fmla="*/ 123099 h 123038"/>
                  <a:gd name="connsiteX3" fmla="*/ 35 w 580905"/>
                  <a:gd name="connsiteY3" fmla="*/ 123099 h 123038"/>
                </a:gdLst>
                <a:ahLst/>
                <a:cxnLst>
                  <a:cxn ang="0">
                    <a:pos x="connsiteX0" y="connsiteY0"/>
                  </a:cxn>
                  <a:cxn ang="0">
                    <a:pos x="connsiteX1" y="connsiteY1"/>
                  </a:cxn>
                  <a:cxn ang="0">
                    <a:pos x="connsiteX2" y="connsiteY2"/>
                  </a:cxn>
                  <a:cxn ang="0">
                    <a:pos x="connsiteX3" y="connsiteY3"/>
                  </a:cxn>
                </a:cxnLst>
                <a:rect l="l" t="t" r="r" b="b"/>
                <a:pathLst>
                  <a:path w="580905" h="123038">
                    <a:moveTo>
                      <a:pt x="35" y="60"/>
                    </a:moveTo>
                    <a:lnTo>
                      <a:pt x="580941" y="60"/>
                    </a:lnTo>
                    <a:lnTo>
                      <a:pt x="580941" y="123099"/>
                    </a:lnTo>
                    <a:lnTo>
                      <a:pt x="35" y="123099"/>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2" name="任意形状 91"/>
              <p:cNvSpPr/>
              <p:nvPr/>
            </p:nvSpPr>
            <p:spPr>
              <a:xfrm rot="-5400000">
                <a:off x="4863519" y="1730997"/>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3" name="任意形状 92"/>
              <p:cNvSpPr/>
              <p:nvPr/>
            </p:nvSpPr>
            <p:spPr>
              <a:xfrm rot="-5400000">
                <a:off x="5033127" y="1730997"/>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4" name="任意形状 93"/>
              <p:cNvSpPr/>
              <p:nvPr/>
            </p:nvSpPr>
            <p:spPr>
              <a:xfrm>
                <a:off x="4888960" y="1921806"/>
                <a:ext cx="4881" cy="262891"/>
              </a:xfrm>
              <a:custGeom>
                <a:avLst/>
                <a:gdLst>
                  <a:gd name="connsiteX0" fmla="*/ 35 w 4881"/>
                  <a:gd name="connsiteY0" fmla="*/ 60 h 262891"/>
                  <a:gd name="connsiteX1" fmla="*/ 35 w 4881"/>
                  <a:gd name="connsiteY1" fmla="*/ 262952 h 262891"/>
                </a:gdLst>
                <a:ahLst/>
                <a:cxnLst>
                  <a:cxn ang="0">
                    <a:pos x="connsiteX0" y="connsiteY0"/>
                  </a:cxn>
                  <a:cxn ang="0">
                    <a:pos x="connsiteX1" y="connsiteY1"/>
                  </a:cxn>
                </a:cxnLst>
                <a:rect l="l" t="t" r="r" b="b"/>
                <a:pathLst>
                  <a:path w="4881" h="262891">
                    <a:moveTo>
                      <a:pt x="35" y="60"/>
                    </a:moveTo>
                    <a:lnTo>
                      <a:pt x="35" y="262952"/>
                    </a:lnTo>
                  </a:path>
                </a:pathLst>
              </a:custGeom>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5" name="任意形状 94"/>
              <p:cNvSpPr/>
              <p:nvPr/>
            </p:nvSpPr>
            <p:spPr>
              <a:xfrm>
                <a:off x="5062808" y="1921806"/>
                <a:ext cx="4881" cy="262891"/>
              </a:xfrm>
              <a:custGeom>
                <a:avLst/>
                <a:gdLst>
                  <a:gd name="connsiteX0" fmla="*/ 35 w 4881"/>
                  <a:gd name="connsiteY0" fmla="*/ 60 h 262891"/>
                  <a:gd name="connsiteX1" fmla="*/ 35 w 4881"/>
                  <a:gd name="connsiteY1" fmla="*/ 262952 h 262891"/>
                </a:gdLst>
                <a:ahLst/>
                <a:cxnLst>
                  <a:cxn ang="0">
                    <a:pos x="connsiteX0" y="connsiteY0"/>
                  </a:cxn>
                  <a:cxn ang="0">
                    <a:pos x="connsiteX1" y="connsiteY1"/>
                  </a:cxn>
                </a:cxnLst>
                <a:rect l="l" t="t" r="r" b="b"/>
                <a:pathLst>
                  <a:path w="4881" h="262891">
                    <a:moveTo>
                      <a:pt x="35" y="60"/>
                    </a:moveTo>
                    <a:lnTo>
                      <a:pt x="35" y="262952"/>
                    </a:lnTo>
                  </a:path>
                </a:pathLst>
              </a:custGeom>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6" name="任意形状 95"/>
              <p:cNvSpPr/>
              <p:nvPr/>
            </p:nvSpPr>
            <p:spPr>
              <a:xfrm>
                <a:off x="5232416" y="1921806"/>
                <a:ext cx="4881" cy="262891"/>
              </a:xfrm>
              <a:custGeom>
                <a:avLst/>
                <a:gdLst>
                  <a:gd name="connsiteX0" fmla="*/ 35 w 4881"/>
                  <a:gd name="connsiteY0" fmla="*/ 60 h 262891"/>
                  <a:gd name="connsiteX1" fmla="*/ 35 w 4881"/>
                  <a:gd name="connsiteY1" fmla="*/ 262952 h 262891"/>
                </a:gdLst>
                <a:ahLst/>
                <a:cxnLst>
                  <a:cxn ang="0">
                    <a:pos x="connsiteX0" y="connsiteY0"/>
                  </a:cxn>
                  <a:cxn ang="0">
                    <a:pos x="connsiteX1" y="connsiteY1"/>
                  </a:cxn>
                </a:cxnLst>
                <a:rect l="l" t="t" r="r" b="b"/>
                <a:pathLst>
                  <a:path w="4881" h="262891">
                    <a:moveTo>
                      <a:pt x="35" y="60"/>
                    </a:moveTo>
                    <a:lnTo>
                      <a:pt x="35" y="262952"/>
                    </a:lnTo>
                  </a:path>
                </a:pathLst>
              </a:custGeom>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7" name="任意形状 96"/>
              <p:cNvSpPr/>
              <p:nvPr/>
            </p:nvSpPr>
            <p:spPr>
              <a:xfrm rot="-5400000">
                <a:off x="5215455" y="1730997"/>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8" name="任意形状 97"/>
              <p:cNvSpPr/>
              <p:nvPr/>
            </p:nvSpPr>
            <p:spPr>
              <a:xfrm rot="-5400000">
                <a:off x="4863519" y="1824282"/>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9" name="任意形状 98"/>
              <p:cNvSpPr/>
              <p:nvPr/>
            </p:nvSpPr>
            <p:spPr>
              <a:xfrm rot="-5400000">
                <a:off x="5033127" y="1824282"/>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0" name="任意形状 99"/>
              <p:cNvSpPr/>
              <p:nvPr/>
            </p:nvSpPr>
            <p:spPr>
              <a:xfrm rot="-5400000">
                <a:off x="5215455" y="1824282"/>
                <a:ext cx="55122" cy="55122"/>
              </a:xfrm>
              <a:custGeom>
                <a:avLst/>
                <a:gdLst>
                  <a:gd name="connsiteX0" fmla="*/ 55157 w 55122"/>
                  <a:gd name="connsiteY0" fmla="*/ 27621 h 55122"/>
                  <a:gd name="connsiteX1" fmla="*/ 27596 w 55122"/>
                  <a:gd name="connsiteY1" fmla="*/ 55182 h 55122"/>
                  <a:gd name="connsiteX2" fmla="*/ 35 w 55122"/>
                  <a:gd name="connsiteY2" fmla="*/ 27621 h 55122"/>
                  <a:gd name="connsiteX3" fmla="*/ 27596 w 55122"/>
                  <a:gd name="connsiteY3" fmla="*/ 60 h 55122"/>
                  <a:gd name="connsiteX4" fmla="*/ 55157 w 55122"/>
                  <a:gd name="connsiteY4" fmla="*/ 27621 h 5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22" h="55122">
                    <a:moveTo>
                      <a:pt x="55157" y="27621"/>
                    </a:moveTo>
                    <a:cubicBezTo>
                      <a:pt x="55157" y="42843"/>
                      <a:pt x="42818" y="55182"/>
                      <a:pt x="27596" y="55182"/>
                    </a:cubicBezTo>
                    <a:cubicBezTo>
                      <a:pt x="12375" y="55182"/>
                      <a:pt x="35" y="42843"/>
                      <a:pt x="35" y="27621"/>
                    </a:cubicBezTo>
                    <a:cubicBezTo>
                      <a:pt x="35" y="12400"/>
                      <a:pt x="12375" y="60"/>
                      <a:pt x="27596" y="60"/>
                    </a:cubicBezTo>
                    <a:cubicBezTo>
                      <a:pt x="42818" y="60"/>
                      <a:pt x="55157" y="12400"/>
                      <a:pt x="55157" y="27621"/>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01" name="图片 22" descr="icon-4"/>
          <p:cNvGrpSpPr/>
          <p:nvPr/>
        </p:nvGrpSpPr>
        <p:grpSpPr>
          <a:xfrm>
            <a:off x="6213157" y="1541184"/>
            <a:ext cx="937260" cy="824984"/>
            <a:chOff x="6213157" y="1541184"/>
            <a:chExt cx="937260" cy="824984"/>
          </a:xfrm>
        </p:grpSpPr>
        <p:sp>
          <p:nvSpPr>
            <p:cNvPr id="102" name="任意形状 101"/>
            <p:cNvSpPr/>
            <p:nvPr/>
          </p:nvSpPr>
          <p:spPr>
            <a:xfrm>
              <a:off x="6376689" y="1692513"/>
              <a:ext cx="536971" cy="536971"/>
            </a:xfrm>
            <a:custGeom>
              <a:avLst/>
              <a:gdLst>
                <a:gd name="connsiteX0" fmla="*/ 316795 w 536971"/>
                <a:gd name="connsiteY0" fmla="*/ 35 h 536971"/>
                <a:gd name="connsiteX1" fmla="*/ 326894 w 536971"/>
                <a:gd name="connsiteY1" fmla="*/ 72443 h 536971"/>
                <a:gd name="connsiteX2" fmla="*/ 365771 w 536971"/>
                <a:gd name="connsiteY2" fmla="*/ 88639 h 536971"/>
                <a:gd name="connsiteX3" fmla="*/ 421400 w 536971"/>
                <a:gd name="connsiteY3" fmla="*/ 46596 h 536971"/>
                <a:gd name="connsiteX4" fmla="*/ 490435 w 536971"/>
                <a:gd name="connsiteY4" fmla="*/ 115631 h 536971"/>
                <a:gd name="connsiteX5" fmla="*/ 449090 w 536971"/>
                <a:gd name="connsiteY5" fmla="*/ 170543 h 536971"/>
                <a:gd name="connsiteX6" fmla="*/ 466361 w 536971"/>
                <a:gd name="connsiteY6" fmla="*/ 210413 h 536971"/>
                <a:gd name="connsiteX7" fmla="*/ 536996 w 536971"/>
                <a:gd name="connsiteY7" fmla="*/ 220236 h 536971"/>
                <a:gd name="connsiteX8" fmla="*/ 536996 w 536971"/>
                <a:gd name="connsiteY8" fmla="*/ 316806 h 536971"/>
                <a:gd name="connsiteX9" fmla="*/ 469306 w 536971"/>
                <a:gd name="connsiteY9" fmla="*/ 326103 h 536971"/>
                <a:gd name="connsiteX10" fmla="*/ 450634 w 536971"/>
                <a:gd name="connsiteY10" fmla="*/ 373471 h 536971"/>
                <a:gd name="connsiteX11" fmla="*/ 490435 w 536971"/>
                <a:gd name="connsiteY11" fmla="*/ 426292 h 536971"/>
                <a:gd name="connsiteX12" fmla="*/ 421400 w 536971"/>
                <a:gd name="connsiteY12" fmla="*/ 495328 h 536971"/>
                <a:gd name="connsiteX13" fmla="*/ 369515 w 536971"/>
                <a:gd name="connsiteY13" fmla="*/ 456092 h 536971"/>
                <a:gd name="connsiteX14" fmla="*/ 325337 w 536971"/>
                <a:gd name="connsiteY14" fmla="*/ 474826 h 536971"/>
                <a:gd name="connsiteX15" fmla="*/ 316795 w 536971"/>
                <a:gd name="connsiteY15" fmla="*/ 537007 h 536971"/>
                <a:gd name="connsiteX16" fmla="*/ 220225 w 536971"/>
                <a:gd name="connsiteY16" fmla="*/ 537007 h 536971"/>
                <a:gd name="connsiteX17" fmla="*/ 211768 w 536971"/>
                <a:gd name="connsiteY17" fmla="*/ 476218 h 536971"/>
                <a:gd name="connsiteX18" fmla="*/ 162623 w 536971"/>
                <a:gd name="connsiteY18" fmla="*/ 456092 h 536971"/>
                <a:gd name="connsiteX19" fmla="*/ 110739 w 536971"/>
                <a:gd name="connsiteY19" fmla="*/ 495328 h 536971"/>
                <a:gd name="connsiteX20" fmla="*/ 41703 w 536971"/>
                <a:gd name="connsiteY20" fmla="*/ 426292 h 536971"/>
                <a:gd name="connsiteX21" fmla="*/ 81505 w 536971"/>
                <a:gd name="connsiteY21" fmla="*/ 373471 h 536971"/>
                <a:gd name="connsiteX22" fmla="*/ 62690 w 536971"/>
                <a:gd name="connsiteY22" fmla="*/ 325547 h 536971"/>
                <a:gd name="connsiteX23" fmla="*/ 24 w 536971"/>
                <a:gd name="connsiteY23" fmla="*/ 316806 h 536971"/>
                <a:gd name="connsiteX24" fmla="*/ 24 w 536971"/>
                <a:gd name="connsiteY24" fmla="*/ 220236 h 536971"/>
                <a:gd name="connsiteX25" fmla="*/ 65526 w 536971"/>
                <a:gd name="connsiteY25" fmla="*/ 211216 h 536971"/>
                <a:gd name="connsiteX26" fmla="*/ 83048 w 536971"/>
                <a:gd name="connsiteY26" fmla="*/ 170543 h 536971"/>
                <a:gd name="connsiteX27" fmla="*/ 41703 w 536971"/>
                <a:gd name="connsiteY27" fmla="*/ 115631 h 536971"/>
                <a:gd name="connsiteX28" fmla="*/ 110739 w 536971"/>
                <a:gd name="connsiteY28" fmla="*/ 46596 h 536971"/>
                <a:gd name="connsiteX29" fmla="*/ 166367 w 536971"/>
                <a:gd name="connsiteY29" fmla="*/ 88639 h 536971"/>
                <a:gd name="connsiteX30" fmla="*/ 210464 w 536971"/>
                <a:gd name="connsiteY30" fmla="*/ 70939 h 536971"/>
                <a:gd name="connsiteX31" fmla="*/ 220225 w 536971"/>
                <a:gd name="connsiteY31" fmla="*/ 35 h 536971"/>
                <a:gd name="connsiteX32" fmla="*/ 316795 w 536971"/>
                <a:gd name="connsiteY32" fmla="*/ 35 h 536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6971" h="536971">
                  <a:moveTo>
                    <a:pt x="316795" y="35"/>
                  </a:moveTo>
                  <a:lnTo>
                    <a:pt x="326894" y="72443"/>
                  </a:lnTo>
                  <a:cubicBezTo>
                    <a:pt x="340487" y="76552"/>
                    <a:pt x="353497" y="82002"/>
                    <a:pt x="365771" y="88639"/>
                  </a:cubicBezTo>
                  <a:lnTo>
                    <a:pt x="421400" y="46596"/>
                  </a:lnTo>
                  <a:lnTo>
                    <a:pt x="490435" y="115631"/>
                  </a:lnTo>
                  <a:lnTo>
                    <a:pt x="449090" y="170543"/>
                  </a:lnTo>
                  <a:cubicBezTo>
                    <a:pt x="456157" y="183090"/>
                    <a:pt x="461970" y="196437"/>
                    <a:pt x="466361" y="210413"/>
                  </a:cubicBezTo>
                  <a:lnTo>
                    <a:pt x="536996" y="220236"/>
                  </a:lnTo>
                  <a:lnTo>
                    <a:pt x="536996" y="316806"/>
                  </a:lnTo>
                  <a:lnTo>
                    <a:pt x="469306" y="326103"/>
                  </a:lnTo>
                  <a:cubicBezTo>
                    <a:pt x="464992" y="342788"/>
                    <a:pt x="458677" y="358667"/>
                    <a:pt x="450634" y="373471"/>
                  </a:cubicBezTo>
                  <a:lnTo>
                    <a:pt x="490435" y="426292"/>
                  </a:lnTo>
                  <a:lnTo>
                    <a:pt x="421400" y="495328"/>
                  </a:lnTo>
                  <a:lnTo>
                    <a:pt x="369515" y="456092"/>
                  </a:lnTo>
                  <a:cubicBezTo>
                    <a:pt x="355691" y="463936"/>
                    <a:pt x="340889" y="470257"/>
                    <a:pt x="325337" y="474826"/>
                  </a:cubicBezTo>
                  <a:lnTo>
                    <a:pt x="316795" y="537007"/>
                  </a:lnTo>
                  <a:lnTo>
                    <a:pt x="220225" y="537007"/>
                  </a:lnTo>
                  <a:lnTo>
                    <a:pt x="211768" y="476218"/>
                  </a:lnTo>
                  <a:cubicBezTo>
                    <a:pt x="194396" y="471579"/>
                    <a:pt x="177912" y="464767"/>
                    <a:pt x="162623" y="456092"/>
                  </a:cubicBezTo>
                  <a:lnTo>
                    <a:pt x="110739" y="495328"/>
                  </a:lnTo>
                  <a:lnTo>
                    <a:pt x="41703" y="426292"/>
                  </a:lnTo>
                  <a:lnTo>
                    <a:pt x="81505" y="373471"/>
                  </a:lnTo>
                  <a:cubicBezTo>
                    <a:pt x="73372" y="358503"/>
                    <a:pt x="67007" y="342435"/>
                    <a:pt x="62690" y="325547"/>
                  </a:cubicBezTo>
                  <a:lnTo>
                    <a:pt x="24" y="316806"/>
                  </a:lnTo>
                  <a:lnTo>
                    <a:pt x="24" y="220236"/>
                  </a:lnTo>
                  <a:lnTo>
                    <a:pt x="65526" y="211216"/>
                  </a:lnTo>
                  <a:cubicBezTo>
                    <a:pt x="69946" y="196948"/>
                    <a:pt x="75847" y="183330"/>
                    <a:pt x="83048" y="170543"/>
                  </a:cubicBezTo>
                  <a:lnTo>
                    <a:pt x="41703" y="115631"/>
                  </a:lnTo>
                  <a:lnTo>
                    <a:pt x="110739" y="46596"/>
                  </a:lnTo>
                  <a:lnTo>
                    <a:pt x="166367" y="88639"/>
                  </a:lnTo>
                  <a:cubicBezTo>
                    <a:pt x="180204" y="81157"/>
                    <a:pt x="194977" y="75183"/>
                    <a:pt x="210464" y="70939"/>
                  </a:cubicBezTo>
                  <a:lnTo>
                    <a:pt x="220225" y="35"/>
                  </a:lnTo>
                  <a:lnTo>
                    <a:pt x="316795" y="35"/>
                  </a:lnTo>
                  <a:close/>
                </a:path>
              </a:pathLst>
            </a:custGeom>
            <a:solidFill>
              <a:schemeClr val="bg1"/>
            </a:solid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3" name="任意形状 102"/>
            <p:cNvSpPr/>
            <p:nvPr/>
          </p:nvSpPr>
          <p:spPr>
            <a:xfrm>
              <a:off x="6507553" y="1830135"/>
              <a:ext cx="270363" cy="270363"/>
            </a:xfrm>
            <a:custGeom>
              <a:avLst/>
              <a:gdLst>
                <a:gd name="connsiteX0" fmla="*/ 270387 w 270363"/>
                <a:gd name="connsiteY0" fmla="*/ 135217 h 270363"/>
                <a:gd name="connsiteX1" fmla="*/ 135206 w 270363"/>
                <a:gd name="connsiteY1" fmla="*/ 270398 h 270363"/>
                <a:gd name="connsiteX2" fmla="*/ 24 w 270363"/>
                <a:gd name="connsiteY2" fmla="*/ 135217 h 270363"/>
                <a:gd name="connsiteX3" fmla="*/ 135206 w 270363"/>
                <a:gd name="connsiteY3" fmla="*/ 35 h 270363"/>
                <a:gd name="connsiteX4" fmla="*/ 270387 w 270363"/>
                <a:gd name="connsiteY4" fmla="*/ 135217 h 270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363" h="270363">
                  <a:moveTo>
                    <a:pt x="270387" y="135217"/>
                  </a:moveTo>
                  <a:cubicBezTo>
                    <a:pt x="270387" y="209876"/>
                    <a:pt x="209865" y="270398"/>
                    <a:pt x="135206" y="270398"/>
                  </a:cubicBezTo>
                  <a:cubicBezTo>
                    <a:pt x="60547" y="270398"/>
                    <a:pt x="24" y="209876"/>
                    <a:pt x="24" y="135217"/>
                  </a:cubicBezTo>
                  <a:cubicBezTo>
                    <a:pt x="24" y="60558"/>
                    <a:pt x="60547" y="35"/>
                    <a:pt x="135206" y="35"/>
                  </a:cubicBezTo>
                  <a:cubicBezTo>
                    <a:pt x="209865" y="35"/>
                    <a:pt x="270387" y="60558"/>
                    <a:pt x="270387" y="135217"/>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04" name="图片 22" descr="icon-4"/>
            <p:cNvGrpSpPr/>
            <p:nvPr/>
          </p:nvGrpSpPr>
          <p:grpSpPr>
            <a:xfrm>
              <a:off x="6525577" y="1848723"/>
              <a:ext cx="234315" cy="234315"/>
              <a:chOff x="6525577" y="1848723"/>
              <a:chExt cx="234315" cy="234315"/>
            </a:xfrm>
          </p:grpSpPr>
          <p:sp>
            <p:nvSpPr>
              <p:cNvPr id="105" name="任意形状 104"/>
              <p:cNvSpPr/>
              <p:nvPr/>
            </p:nvSpPr>
            <p:spPr>
              <a:xfrm>
                <a:off x="6525577" y="1848723"/>
                <a:ext cx="234315" cy="234315"/>
              </a:xfrm>
              <a:custGeom>
                <a:avLst/>
                <a:gdLst>
                  <a:gd name="connsiteX0" fmla="*/ 88 w 234315"/>
                  <a:gd name="connsiteY0" fmla="*/ 98 h 234315"/>
                  <a:gd name="connsiteX1" fmla="*/ 234403 w 234315"/>
                  <a:gd name="connsiteY1" fmla="*/ 98 h 234315"/>
                  <a:gd name="connsiteX2" fmla="*/ 234403 w 234315"/>
                  <a:gd name="connsiteY2" fmla="*/ 234413 h 234315"/>
                  <a:gd name="connsiteX3" fmla="*/ 88 w 234315"/>
                  <a:gd name="connsiteY3" fmla="*/ 234413 h 234315"/>
                </a:gdLst>
                <a:ahLst/>
                <a:cxnLst>
                  <a:cxn ang="0">
                    <a:pos x="connsiteX0" y="connsiteY0"/>
                  </a:cxn>
                  <a:cxn ang="0">
                    <a:pos x="connsiteX1" y="connsiteY1"/>
                  </a:cxn>
                  <a:cxn ang="0">
                    <a:pos x="connsiteX2" y="connsiteY2"/>
                  </a:cxn>
                  <a:cxn ang="0">
                    <a:pos x="connsiteX3" y="connsiteY3"/>
                  </a:cxn>
                </a:cxnLst>
                <a:rect l="l" t="t" r="r" b="b"/>
                <a:pathLst>
                  <a:path w="234315" h="234315">
                    <a:moveTo>
                      <a:pt x="88" y="98"/>
                    </a:moveTo>
                    <a:lnTo>
                      <a:pt x="234403" y="98"/>
                    </a:lnTo>
                    <a:lnTo>
                      <a:pt x="234403" y="234413"/>
                    </a:lnTo>
                    <a:lnTo>
                      <a:pt x="88" y="234413"/>
                    </a:lnTo>
                    <a:close/>
                  </a:path>
                </a:pathLst>
              </a:custGeom>
              <a:solidFill>
                <a:srgbClr val="FFFFFF">
                  <a:alpha val="1000"/>
                </a:srgbClr>
              </a:soli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6" name="任意形状 105"/>
              <p:cNvSpPr/>
              <p:nvPr/>
            </p:nvSpPr>
            <p:spPr>
              <a:xfrm>
                <a:off x="6545103" y="1902420"/>
                <a:ext cx="195262" cy="38883"/>
              </a:xfrm>
              <a:custGeom>
                <a:avLst/>
                <a:gdLst>
                  <a:gd name="connsiteX0" fmla="*/ 88 w 195262"/>
                  <a:gd name="connsiteY0" fmla="*/ 38981 h 38883"/>
                  <a:gd name="connsiteX1" fmla="*/ 8960 w 195262"/>
                  <a:gd name="connsiteY1" fmla="*/ 31238 h 38883"/>
                  <a:gd name="connsiteX2" fmla="*/ 195350 w 195262"/>
                  <a:gd name="connsiteY2" fmla="*/ 38981 h 38883"/>
                </a:gdLst>
                <a:ahLst/>
                <a:cxnLst>
                  <a:cxn ang="0">
                    <a:pos x="connsiteX0" y="connsiteY0"/>
                  </a:cxn>
                  <a:cxn ang="0">
                    <a:pos x="connsiteX1" y="connsiteY1"/>
                  </a:cxn>
                  <a:cxn ang="0">
                    <a:pos x="connsiteX2" y="connsiteY2"/>
                  </a:cxn>
                </a:cxnLst>
                <a:rect l="l" t="t" r="r" b="b"/>
                <a:pathLst>
                  <a:path w="195262" h="38883">
                    <a:moveTo>
                      <a:pt x="88" y="38981"/>
                    </a:moveTo>
                    <a:cubicBezTo>
                      <a:pt x="2962" y="36257"/>
                      <a:pt x="5923" y="33676"/>
                      <a:pt x="8960" y="31238"/>
                    </a:cubicBezTo>
                    <a:cubicBezTo>
                      <a:pt x="63729" y="-12720"/>
                      <a:pt x="143519" y="-10139"/>
                      <a:pt x="195350" y="38981"/>
                    </a:cubicBezTo>
                  </a:path>
                </a:pathLst>
              </a:custGeom>
              <a:no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7" name="任意形状 106"/>
              <p:cNvSpPr/>
              <p:nvPr/>
            </p:nvSpPr>
            <p:spPr>
              <a:xfrm>
                <a:off x="6574393" y="1946354"/>
                <a:ext cx="136683" cy="28308"/>
              </a:xfrm>
              <a:custGeom>
                <a:avLst/>
                <a:gdLst>
                  <a:gd name="connsiteX0" fmla="*/ 136772 w 136683"/>
                  <a:gd name="connsiteY0" fmla="*/ 28406 h 28308"/>
                  <a:gd name="connsiteX1" fmla="*/ 88 w 136683"/>
                  <a:gd name="connsiteY1" fmla="*/ 28406 h 28308"/>
                </a:gdLst>
                <a:ahLst/>
                <a:cxnLst>
                  <a:cxn ang="0">
                    <a:pos x="connsiteX0" y="connsiteY0"/>
                  </a:cxn>
                  <a:cxn ang="0">
                    <a:pos x="connsiteX1" y="connsiteY1"/>
                  </a:cxn>
                </a:cxnLst>
                <a:rect l="l" t="t" r="r" b="b"/>
                <a:pathLst>
                  <a:path w="136683" h="28308">
                    <a:moveTo>
                      <a:pt x="136772" y="28406"/>
                    </a:moveTo>
                    <a:cubicBezTo>
                      <a:pt x="99028" y="-9338"/>
                      <a:pt x="37832" y="-9338"/>
                      <a:pt x="88" y="28406"/>
                    </a:cubicBezTo>
                  </a:path>
                </a:pathLst>
              </a:custGeom>
              <a:no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8" name="任意形状 107"/>
              <p:cNvSpPr/>
              <p:nvPr/>
            </p:nvSpPr>
            <p:spPr>
              <a:xfrm>
                <a:off x="6603682" y="1990288"/>
                <a:ext cx="78105" cy="16176"/>
              </a:xfrm>
              <a:custGeom>
                <a:avLst/>
                <a:gdLst>
                  <a:gd name="connsiteX0" fmla="*/ 78193 w 78105"/>
                  <a:gd name="connsiteY0" fmla="*/ 16274 h 16176"/>
                  <a:gd name="connsiteX1" fmla="*/ 88 w 78105"/>
                  <a:gd name="connsiteY1" fmla="*/ 16274 h 16176"/>
                </a:gdLst>
                <a:ahLst/>
                <a:cxnLst>
                  <a:cxn ang="0">
                    <a:pos x="connsiteX0" y="connsiteY0"/>
                  </a:cxn>
                  <a:cxn ang="0">
                    <a:pos x="connsiteX1" y="connsiteY1"/>
                  </a:cxn>
                </a:cxnLst>
                <a:rect l="l" t="t" r="r" b="b"/>
                <a:pathLst>
                  <a:path w="78105" h="16176">
                    <a:moveTo>
                      <a:pt x="78193" y="16274"/>
                    </a:moveTo>
                    <a:cubicBezTo>
                      <a:pt x="56625" y="-5294"/>
                      <a:pt x="21656" y="-5294"/>
                      <a:pt x="88" y="16274"/>
                    </a:cubicBezTo>
                  </a:path>
                </a:pathLst>
              </a:custGeom>
              <a:noFill/>
              <a:ln w="9763"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9" name="任意形状 108"/>
              <p:cNvSpPr/>
              <p:nvPr/>
            </p:nvSpPr>
            <p:spPr>
              <a:xfrm>
                <a:off x="6630531" y="2019577"/>
                <a:ext cx="24407" cy="24407"/>
              </a:xfrm>
              <a:custGeom>
                <a:avLst/>
                <a:gdLst>
                  <a:gd name="connsiteX0" fmla="*/ 12292 w 24407"/>
                  <a:gd name="connsiteY0" fmla="*/ 24506 h 24407"/>
                  <a:gd name="connsiteX1" fmla="*/ 24496 w 24407"/>
                  <a:gd name="connsiteY1" fmla="*/ 12302 h 24407"/>
                  <a:gd name="connsiteX2" fmla="*/ 12292 w 24407"/>
                  <a:gd name="connsiteY2" fmla="*/ 98 h 24407"/>
                  <a:gd name="connsiteX3" fmla="*/ 88 w 24407"/>
                  <a:gd name="connsiteY3" fmla="*/ 12302 h 24407"/>
                  <a:gd name="connsiteX4" fmla="*/ 12292 w 24407"/>
                  <a:gd name="connsiteY4" fmla="*/ 24506 h 24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7" h="24407">
                    <a:moveTo>
                      <a:pt x="12292" y="24506"/>
                    </a:moveTo>
                    <a:cubicBezTo>
                      <a:pt x="19032" y="24506"/>
                      <a:pt x="24496" y="19042"/>
                      <a:pt x="24496" y="12302"/>
                    </a:cubicBezTo>
                    <a:cubicBezTo>
                      <a:pt x="24496" y="5562"/>
                      <a:pt x="19032" y="98"/>
                      <a:pt x="12292" y="98"/>
                    </a:cubicBezTo>
                    <a:cubicBezTo>
                      <a:pt x="5552" y="98"/>
                      <a:pt x="88" y="5562"/>
                      <a:pt x="88" y="12302"/>
                    </a:cubicBezTo>
                    <a:cubicBezTo>
                      <a:pt x="88" y="19042"/>
                      <a:pt x="5552" y="24506"/>
                      <a:pt x="12292" y="24506"/>
                    </a:cubicBezTo>
                    <a:close/>
                  </a:path>
                </a:pathLst>
              </a:custGeom>
              <a:solidFill>
                <a:srgbClr val="191A24"/>
              </a:solidFill>
              <a:ln w="4882"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10" name="任意形状 109"/>
            <p:cNvSpPr/>
            <p:nvPr/>
          </p:nvSpPr>
          <p:spPr>
            <a:xfrm>
              <a:off x="6779418" y="2141616"/>
              <a:ext cx="370998" cy="209907"/>
            </a:xfrm>
            <a:custGeom>
              <a:avLst/>
              <a:gdLst>
                <a:gd name="connsiteX0" fmla="*/ 168438 w 370998"/>
                <a:gd name="connsiteY0" fmla="*/ 35 h 209907"/>
                <a:gd name="connsiteX1" fmla="*/ 226910 w 370998"/>
                <a:gd name="connsiteY1" fmla="*/ 27674 h 209907"/>
                <a:gd name="connsiteX2" fmla="*/ 253865 w 370998"/>
                <a:gd name="connsiteY2" fmla="*/ 19561 h 209907"/>
                <a:gd name="connsiteX3" fmla="*/ 302681 w 370998"/>
                <a:gd name="connsiteY3" fmla="*/ 68377 h 209907"/>
                <a:gd name="connsiteX4" fmla="*/ 302681 w 370998"/>
                <a:gd name="connsiteY4" fmla="*/ 68421 h 209907"/>
                <a:gd name="connsiteX5" fmla="*/ 371023 w 370998"/>
                <a:gd name="connsiteY5" fmla="*/ 139160 h 209907"/>
                <a:gd name="connsiteX6" fmla="*/ 300240 w 370998"/>
                <a:gd name="connsiteY6" fmla="*/ 209942 h 209907"/>
                <a:gd name="connsiteX7" fmla="*/ 297800 w 370998"/>
                <a:gd name="connsiteY7" fmla="*/ 209901 h 209907"/>
                <a:gd name="connsiteX8" fmla="*/ 297799 w 370998"/>
                <a:gd name="connsiteY8" fmla="*/ 209942 h 209907"/>
                <a:gd name="connsiteX9" fmla="*/ 83011 w 370998"/>
                <a:gd name="connsiteY9" fmla="*/ 209942 h 209907"/>
                <a:gd name="connsiteX10" fmla="*/ 83014 w 370998"/>
                <a:gd name="connsiteY10" fmla="*/ 209592 h 209907"/>
                <a:gd name="connsiteX11" fmla="*/ 75688 w 370998"/>
                <a:gd name="connsiteY11" fmla="*/ 209942 h 209907"/>
                <a:gd name="connsiteX12" fmla="*/ 24 w 370998"/>
                <a:gd name="connsiteY12" fmla="*/ 134278 h 209907"/>
                <a:gd name="connsiteX13" fmla="*/ 75688 w 370998"/>
                <a:gd name="connsiteY13" fmla="*/ 58614 h 209907"/>
                <a:gd name="connsiteX14" fmla="*/ 94223 w 370998"/>
                <a:gd name="connsiteY14" fmla="*/ 60900 h 209907"/>
                <a:gd name="connsiteX15" fmla="*/ 168438 w 370998"/>
                <a:gd name="connsiteY15" fmla="*/ 35 h 20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0998" h="209907">
                  <a:moveTo>
                    <a:pt x="168438" y="35"/>
                  </a:moveTo>
                  <a:cubicBezTo>
                    <a:pt x="191992" y="35"/>
                    <a:pt x="213033" y="10798"/>
                    <a:pt x="226910" y="27674"/>
                  </a:cubicBezTo>
                  <a:cubicBezTo>
                    <a:pt x="234632" y="22547"/>
                    <a:pt x="243900" y="19561"/>
                    <a:pt x="253865" y="19561"/>
                  </a:cubicBezTo>
                  <a:cubicBezTo>
                    <a:pt x="280825" y="19561"/>
                    <a:pt x="302681" y="41417"/>
                    <a:pt x="302681" y="68377"/>
                  </a:cubicBezTo>
                  <a:cubicBezTo>
                    <a:pt x="302681" y="68392"/>
                    <a:pt x="302681" y="68406"/>
                    <a:pt x="302681" y="68421"/>
                  </a:cubicBezTo>
                  <a:cubicBezTo>
                    <a:pt x="340645" y="69707"/>
                    <a:pt x="371023" y="100886"/>
                    <a:pt x="371023" y="139160"/>
                  </a:cubicBezTo>
                  <a:cubicBezTo>
                    <a:pt x="371023" y="178252"/>
                    <a:pt x="339332" y="209942"/>
                    <a:pt x="300240" y="209942"/>
                  </a:cubicBezTo>
                  <a:cubicBezTo>
                    <a:pt x="299423" y="209942"/>
                    <a:pt x="298610" y="209928"/>
                    <a:pt x="297800" y="209901"/>
                  </a:cubicBezTo>
                  <a:lnTo>
                    <a:pt x="297799" y="209942"/>
                  </a:lnTo>
                  <a:lnTo>
                    <a:pt x="83011" y="209942"/>
                  </a:lnTo>
                  <a:lnTo>
                    <a:pt x="83014" y="209592"/>
                  </a:lnTo>
                  <a:cubicBezTo>
                    <a:pt x="80603" y="209824"/>
                    <a:pt x="78160" y="209942"/>
                    <a:pt x="75688" y="209942"/>
                  </a:cubicBezTo>
                  <a:cubicBezTo>
                    <a:pt x="33900" y="209942"/>
                    <a:pt x="24" y="176066"/>
                    <a:pt x="24" y="134278"/>
                  </a:cubicBezTo>
                  <a:cubicBezTo>
                    <a:pt x="24" y="92490"/>
                    <a:pt x="33900" y="58614"/>
                    <a:pt x="75688" y="58614"/>
                  </a:cubicBezTo>
                  <a:cubicBezTo>
                    <a:pt x="82083" y="58614"/>
                    <a:pt x="88292" y="59407"/>
                    <a:pt x="94223" y="60900"/>
                  </a:cubicBezTo>
                  <a:cubicBezTo>
                    <a:pt x="101098" y="26200"/>
                    <a:pt x="131712" y="35"/>
                    <a:pt x="168438" y="35"/>
                  </a:cubicBezTo>
                  <a:close/>
                </a:path>
              </a:pathLst>
            </a:custGeom>
            <a:solidFill>
              <a:schemeClr val="bg1"/>
            </a:solidFill>
            <a:ln w="9763"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1" name="任意形状 110"/>
            <p:cNvSpPr/>
            <p:nvPr/>
          </p:nvSpPr>
          <p:spPr>
            <a:xfrm>
              <a:off x="6247328" y="1570474"/>
              <a:ext cx="795694" cy="795694"/>
            </a:xfrm>
            <a:custGeom>
              <a:avLst/>
              <a:gdLst>
                <a:gd name="connsiteX0" fmla="*/ 795719 w 795694"/>
                <a:gd name="connsiteY0" fmla="*/ 397882 h 795694"/>
                <a:gd name="connsiteX1" fmla="*/ 397871 w 795694"/>
                <a:gd name="connsiteY1" fmla="*/ 35 h 795694"/>
                <a:gd name="connsiteX2" fmla="*/ 24 w 795694"/>
                <a:gd name="connsiteY2" fmla="*/ 397882 h 795694"/>
                <a:gd name="connsiteX3" fmla="*/ 397871 w 795694"/>
                <a:gd name="connsiteY3" fmla="*/ 795730 h 795694"/>
              </a:gdLst>
              <a:ahLst/>
              <a:cxnLst>
                <a:cxn ang="0">
                  <a:pos x="connsiteX0" y="connsiteY0"/>
                </a:cxn>
                <a:cxn ang="0">
                  <a:pos x="connsiteX1" y="connsiteY1"/>
                </a:cxn>
                <a:cxn ang="0">
                  <a:pos x="connsiteX2" y="connsiteY2"/>
                </a:cxn>
                <a:cxn ang="0">
                  <a:pos x="connsiteX3" y="connsiteY3"/>
                </a:cxn>
              </a:cxnLst>
              <a:rect l="l" t="t" r="r" b="b"/>
              <a:pathLst>
                <a:path w="795694" h="795694">
                  <a:moveTo>
                    <a:pt x="795719" y="397882"/>
                  </a:moveTo>
                  <a:cubicBezTo>
                    <a:pt x="795719" y="178157"/>
                    <a:pt x="617596" y="35"/>
                    <a:pt x="397871" y="35"/>
                  </a:cubicBezTo>
                  <a:cubicBezTo>
                    <a:pt x="178146" y="35"/>
                    <a:pt x="24" y="178157"/>
                    <a:pt x="24" y="397882"/>
                  </a:cubicBezTo>
                  <a:cubicBezTo>
                    <a:pt x="24" y="617607"/>
                    <a:pt x="178146" y="795730"/>
                    <a:pt x="397871" y="795730"/>
                  </a:cubicBezTo>
                </a:path>
              </a:pathLst>
            </a:custGeom>
            <a:noFill/>
            <a:ln w="9763"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2" name="任意形状 111"/>
            <p:cNvSpPr/>
            <p:nvPr/>
          </p:nvSpPr>
          <p:spPr>
            <a:xfrm>
              <a:off x="6637853" y="1541184"/>
              <a:ext cx="63460" cy="63460"/>
            </a:xfrm>
            <a:custGeom>
              <a:avLst/>
              <a:gdLst>
                <a:gd name="connsiteX0" fmla="*/ 63484 w 63460"/>
                <a:gd name="connsiteY0" fmla="*/ 31765 h 63460"/>
                <a:gd name="connsiteX1" fmla="*/ 31754 w 63460"/>
                <a:gd name="connsiteY1" fmla="*/ 63495 h 63460"/>
                <a:gd name="connsiteX2" fmla="*/ 24 w 63460"/>
                <a:gd name="connsiteY2" fmla="*/ 31765 h 63460"/>
                <a:gd name="connsiteX3" fmla="*/ 31754 w 63460"/>
                <a:gd name="connsiteY3" fmla="*/ 35 h 63460"/>
                <a:gd name="connsiteX4" fmla="*/ 63484 w 63460"/>
                <a:gd name="connsiteY4" fmla="*/ 31765 h 63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60" h="63460">
                  <a:moveTo>
                    <a:pt x="63484" y="31765"/>
                  </a:moveTo>
                  <a:cubicBezTo>
                    <a:pt x="63484" y="49289"/>
                    <a:pt x="49278" y="63495"/>
                    <a:pt x="31754" y="63495"/>
                  </a:cubicBezTo>
                  <a:cubicBezTo>
                    <a:pt x="14230" y="63495"/>
                    <a:pt x="24" y="49289"/>
                    <a:pt x="24" y="31765"/>
                  </a:cubicBezTo>
                  <a:cubicBezTo>
                    <a:pt x="24" y="14241"/>
                    <a:pt x="14230" y="35"/>
                    <a:pt x="31754" y="35"/>
                  </a:cubicBezTo>
                  <a:cubicBezTo>
                    <a:pt x="49278" y="35"/>
                    <a:pt x="63484" y="14241"/>
                    <a:pt x="63484" y="31765"/>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3" name="任意形状 112"/>
            <p:cNvSpPr/>
            <p:nvPr/>
          </p:nvSpPr>
          <p:spPr>
            <a:xfrm>
              <a:off x="6213157" y="1960999"/>
              <a:ext cx="63460" cy="63460"/>
            </a:xfrm>
            <a:custGeom>
              <a:avLst/>
              <a:gdLst>
                <a:gd name="connsiteX0" fmla="*/ 63484 w 63460"/>
                <a:gd name="connsiteY0" fmla="*/ 31765 h 63460"/>
                <a:gd name="connsiteX1" fmla="*/ 31754 w 63460"/>
                <a:gd name="connsiteY1" fmla="*/ 63495 h 63460"/>
                <a:gd name="connsiteX2" fmla="*/ 24 w 63460"/>
                <a:gd name="connsiteY2" fmla="*/ 31765 h 63460"/>
                <a:gd name="connsiteX3" fmla="*/ 31754 w 63460"/>
                <a:gd name="connsiteY3" fmla="*/ 35 h 63460"/>
                <a:gd name="connsiteX4" fmla="*/ 63484 w 63460"/>
                <a:gd name="connsiteY4" fmla="*/ 31765 h 63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60" h="63460">
                  <a:moveTo>
                    <a:pt x="63484" y="31765"/>
                  </a:moveTo>
                  <a:cubicBezTo>
                    <a:pt x="63484" y="49289"/>
                    <a:pt x="49278" y="63495"/>
                    <a:pt x="31754" y="63495"/>
                  </a:cubicBezTo>
                  <a:cubicBezTo>
                    <a:pt x="14230" y="63495"/>
                    <a:pt x="24" y="49289"/>
                    <a:pt x="24" y="31765"/>
                  </a:cubicBezTo>
                  <a:cubicBezTo>
                    <a:pt x="24" y="14241"/>
                    <a:pt x="14230" y="35"/>
                    <a:pt x="31754" y="35"/>
                  </a:cubicBezTo>
                  <a:cubicBezTo>
                    <a:pt x="49278" y="35"/>
                    <a:pt x="63484" y="14241"/>
                    <a:pt x="63484" y="31765"/>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5" name="图片 23" descr="icon-5"/>
          <p:cNvGrpSpPr/>
          <p:nvPr/>
        </p:nvGrpSpPr>
        <p:grpSpPr>
          <a:xfrm>
            <a:off x="7987347" y="1629052"/>
            <a:ext cx="1096446" cy="654129"/>
            <a:chOff x="7987347" y="1629052"/>
            <a:chExt cx="1096446" cy="654129"/>
          </a:xfrm>
        </p:grpSpPr>
        <p:grpSp>
          <p:nvGrpSpPr>
            <p:cNvPr id="136" name="图片 23" descr="icon-5"/>
            <p:cNvGrpSpPr/>
            <p:nvPr/>
          </p:nvGrpSpPr>
          <p:grpSpPr>
            <a:xfrm>
              <a:off x="7987347" y="1629052"/>
              <a:ext cx="1096446" cy="654129"/>
              <a:chOff x="7987347" y="1629052"/>
              <a:chExt cx="1096446" cy="654129"/>
            </a:xfrm>
          </p:grpSpPr>
          <p:sp>
            <p:nvSpPr>
              <p:cNvPr id="137" name="任意形状 136"/>
              <p:cNvSpPr/>
              <p:nvPr/>
            </p:nvSpPr>
            <p:spPr>
              <a:xfrm>
                <a:off x="8094741" y="1682750"/>
                <a:ext cx="732234" cy="600432"/>
              </a:xfrm>
              <a:prstGeom prst="roundRect">
                <a:avLst>
                  <a:gd name="adj" fmla="val 5327"/>
                </a:avLst>
              </a:pr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8" name="任意形状 137"/>
              <p:cNvSpPr/>
              <p:nvPr/>
            </p:nvSpPr>
            <p:spPr>
              <a:xfrm>
                <a:off x="8714700" y="1887775"/>
                <a:ext cx="369093" cy="302656"/>
              </a:xfrm>
              <a:prstGeom prst="roundRect">
                <a:avLst>
                  <a:gd name="adj" fmla="val 8405"/>
                </a:avLst>
              </a:pr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9" name="任意形状 138"/>
              <p:cNvSpPr/>
              <p:nvPr/>
            </p:nvSpPr>
            <p:spPr>
              <a:xfrm>
                <a:off x="8714700" y="1887775"/>
                <a:ext cx="369093" cy="73223"/>
              </a:xfrm>
              <a:custGeom>
                <a:avLst/>
                <a:gdLst>
                  <a:gd name="connsiteX0" fmla="*/ 19534 w 369093"/>
                  <a:gd name="connsiteY0" fmla="*/ 53 h 73223"/>
                  <a:gd name="connsiteX1" fmla="*/ 349576 w 369093"/>
                  <a:gd name="connsiteY1" fmla="*/ 53 h 73223"/>
                  <a:gd name="connsiteX2" fmla="*/ 369102 w 369093"/>
                  <a:gd name="connsiteY2" fmla="*/ 19579 h 73223"/>
                  <a:gd name="connsiteX3" fmla="*/ 369102 w 369093"/>
                  <a:gd name="connsiteY3" fmla="*/ 73276 h 73223"/>
                  <a:gd name="connsiteX4" fmla="*/ 369102 w 369093"/>
                  <a:gd name="connsiteY4" fmla="*/ 73276 h 73223"/>
                  <a:gd name="connsiteX5" fmla="*/ 8 w 369093"/>
                  <a:gd name="connsiteY5" fmla="*/ 73276 h 73223"/>
                  <a:gd name="connsiteX6" fmla="*/ 8 w 369093"/>
                  <a:gd name="connsiteY6" fmla="*/ 19579 h 73223"/>
                  <a:gd name="connsiteX7" fmla="*/ 19534 w 369093"/>
                  <a:gd name="connsiteY7" fmla="*/ 53 h 7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093" h="73223">
                    <a:moveTo>
                      <a:pt x="19534" y="53"/>
                    </a:moveTo>
                    <a:lnTo>
                      <a:pt x="349576" y="53"/>
                    </a:lnTo>
                    <a:cubicBezTo>
                      <a:pt x="360360" y="53"/>
                      <a:pt x="369102" y="8795"/>
                      <a:pt x="369102" y="19579"/>
                    </a:cubicBezTo>
                    <a:lnTo>
                      <a:pt x="369102" y="73276"/>
                    </a:lnTo>
                    <a:lnTo>
                      <a:pt x="369102" y="73276"/>
                    </a:lnTo>
                    <a:lnTo>
                      <a:pt x="8" y="73276"/>
                    </a:lnTo>
                    <a:lnTo>
                      <a:pt x="8" y="19579"/>
                    </a:lnTo>
                    <a:cubicBezTo>
                      <a:pt x="8" y="8795"/>
                      <a:pt x="8750" y="53"/>
                      <a:pt x="19534" y="53"/>
                    </a:cubicBezTo>
                    <a:close/>
                  </a:path>
                </a:pathLst>
              </a:cu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0" name="任意形状 139"/>
              <p:cNvSpPr/>
              <p:nvPr/>
            </p:nvSpPr>
            <p:spPr>
              <a:xfrm>
                <a:off x="8094741" y="1682750"/>
                <a:ext cx="732234" cy="107394"/>
              </a:xfrm>
              <a:custGeom>
                <a:avLst/>
                <a:gdLst>
                  <a:gd name="connsiteX0" fmla="*/ 19534 w 732234"/>
                  <a:gd name="connsiteY0" fmla="*/ 53 h 107394"/>
                  <a:gd name="connsiteX1" fmla="*/ 712716 w 732234"/>
                  <a:gd name="connsiteY1" fmla="*/ 53 h 107394"/>
                  <a:gd name="connsiteX2" fmla="*/ 732242 w 732234"/>
                  <a:gd name="connsiteY2" fmla="*/ 19579 h 107394"/>
                  <a:gd name="connsiteX3" fmla="*/ 732242 w 732234"/>
                  <a:gd name="connsiteY3" fmla="*/ 107447 h 107394"/>
                  <a:gd name="connsiteX4" fmla="*/ 732242 w 732234"/>
                  <a:gd name="connsiteY4" fmla="*/ 107447 h 107394"/>
                  <a:gd name="connsiteX5" fmla="*/ 8 w 732234"/>
                  <a:gd name="connsiteY5" fmla="*/ 107447 h 107394"/>
                  <a:gd name="connsiteX6" fmla="*/ 8 w 732234"/>
                  <a:gd name="connsiteY6" fmla="*/ 19579 h 107394"/>
                  <a:gd name="connsiteX7" fmla="*/ 19534 w 732234"/>
                  <a:gd name="connsiteY7" fmla="*/ 53 h 107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2234" h="107394">
                    <a:moveTo>
                      <a:pt x="19534" y="53"/>
                    </a:moveTo>
                    <a:lnTo>
                      <a:pt x="712716" y="53"/>
                    </a:lnTo>
                    <a:cubicBezTo>
                      <a:pt x="723500" y="53"/>
                      <a:pt x="732242" y="8795"/>
                      <a:pt x="732242" y="19579"/>
                    </a:cubicBezTo>
                    <a:lnTo>
                      <a:pt x="732242" y="107447"/>
                    </a:lnTo>
                    <a:lnTo>
                      <a:pt x="732242" y="107447"/>
                    </a:lnTo>
                    <a:lnTo>
                      <a:pt x="8" y="107447"/>
                    </a:lnTo>
                    <a:lnTo>
                      <a:pt x="8" y="19579"/>
                    </a:lnTo>
                    <a:cubicBezTo>
                      <a:pt x="8" y="8795"/>
                      <a:pt x="8750" y="53"/>
                      <a:pt x="19534" y="53"/>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1" name="任意形状 140"/>
              <p:cNvSpPr/>
              <p:nvPr/>
            </p:nvSpPr>
            <p:spPr>
              <a:xfrm>
                <a:off x="8250951" y="1834078"/>
                <a:ext cx="419814" cy="419814"/>
              </a:xfrm>
              <a:custGeom>
                <a:avLst/>
                <a:gdLst>
                  <a:gd name="connsiteX0" fmla="*/ 8 w 419814"/>
                  <a:gd name="connsiteY0" fmla="*/ 53 h 419814"/>
                  <a:gd name="connsiteX1" fmla="*/ 419822 w 419814"/>
                  <a:gd name="connsiteY1" fmla="*/ 53 h 419814"/>
                  <a:gd name="connsiteX2" fmla="*/ 419822 w 419814"/>
                  <a:gd name="connsiteY2" fmla="*/ 419867 h 419814"/>
                  <a:gd name="connsiteX3" fmla="*/ 8 w 419814"/>
                  <a:gd name="connsiteY3" fmla="*/ 419867 h 419814"/>
                </a:gdLst>
                <a:ahLst/>
                <a:cxnLst>
                  <a:cxn ang="0">
                    <a:pos x="connsiteX0" y="connsiteY0"/>
                  </a:cxn>
                  <a:cxn ang="0">
                    <a:pos x="connsiteX1" y="connsiteY1"/>
                  </a:cxn>
                  <a:cxn ang="0">
                    <a:pos x="connsiteX2" y="connsiteY2"/>
                  </a:cxn>
                  <a:cxn ang="0">
                    <a:pos x="connsiteX3" y="connsiteY3"/>
                  </a:cxn>
                </a:cxnLst>
                <a:rect l="l" t="t" r="r" b="b"/>
                <a:pathLst>
                  <a:path w="419814" h="419814">
                    <a:moveTo>
                      <a:pt x="8" y="53"/>
                    </a:moveTo>
                    <a:lnTo>
                      <a:pt x="419822" y="53"/>
                    </a:lnTo>
                    <a:lnTo>
                      <a:pt x="419822" y="419867"/>
                    </a:lnTo>
                    <a:lnTo>
                      <a:pt x="8" y="419867"/>
                    </a:lnTo>
                    <a:close/>
                  </a:path>
                </a:pathLst>
              </a:custGeom>
              <a:solidFill>
                <a:srgbClr val="FFFFFF">
                  <a:alpha val="1000"/>
                </a:srgbClr>
              </a:soli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2" name="任意形状 141"/>
              <p:cNvSpPr/>
              <p:nvPr/>
            </p:nvSpPr>
            <p:spPr>
              <a:xfrm>
                <a:off x="8290004" y="1873130"/>
                <a:ext cx="346590" cy="336827"/>
              </a:xfrm>
              <a:custGeom>
                <a:avLst/>
                <a:gdLst>
                  <a:gd name="connsiteX0" fmla="*/ 123774 w 346590"/>
                  <a:gd name="connsiteY0" fmla="*/ 336881 h 336827"/>
                  <a:gd name="connsiteX1" fmla="*/ 48426 w 346590"/>
                  <a:gd name="connsiteY1" fmla="*/ 290412 h 336827"/>
                  <a:gd name="connsiteX2" fmla="*/ 60661 w 346590"/>
                  <a:gd name="connsiteY2" fmla="*/ 256536 h 336827"/>
                  <a:gd name="connsiteX3" fmla="*/ 8673 w 346590"/>
                  <a:gd name="connsiteY3" fmla="*/ 203973 h 336827"/>
                  <a:gd name="connsiteX4" fmla="*/ 3526 w 346590"/>
                  <a:gd name="connsiteY4" fmla="*/ 204227 h 336827"/>
                  <a:gd name="connsiteX5" fmla="*/ 8 w 346590"/>
                  <a:gd name="connsiteY5" fmla="*/ 168930 h 336827"/>
                  <a:gd name="connsiteX6" fmla="*/ 7943 w 346590"/>
                  <a:gd name="connsiteY6" fmla="*/ 116362 h 336827"/>
                  <a:gd name="connsiteX7" fmla="*/ 8673 w 346590"/>
                  <a:gd name="connsiteY7" fmla="*/ 116367 h 336827"/>
                  <a:gd name="connsiteX8" fmla="*/ 60661 w 346590"/>
                  <a:gd name="connsiteY8" fmla="*/ 63803 h 336827"/>
                  <a:gd name="connsiteX9" fmla="*/ 55329 w 346590"/>
                  <a:gd name="connsiteY9" fmla="*/ 40588 h 336827"/>
                  <a:gd name="connsiteX10" fmla="*/ 126965 w 346590"/>
                  <a:gd name="connsiteY10" fmla="*/ 53 h 336827"/>
                  <a:gd name="connsiteX11" fmla="*/ 173303 w 346590"/>
                  <a:gd name="connsiteY11" fmla="*/ 28761 h 336827"/>
                  <a:gd name="connsiteX12" fmla="*/ 219642 w 346590"/>
                  <a:gd name="connsiteY12" fmla="*/ 53 h 336827"/>
                  <a:gd name="connsiteX13" fmla="*/ 291278 w 346590"/>
                  <a:gd name="connsiteY13" fmla="*/ 40588 h 336827"/>
                  <a:gd name="connsiteX14" fmla="*/ 285946 w 346590"/>
                  <a:gd name="connsiteY14" fmla="*/ 63803 h 336827"/>
                  <a:gd name="connsiteX15" fmla="*/ 337934 w 346590"/>
                  <a:gd name="connsiteY15" fmla="*/ 116367 h 336827"/>
                  <a:gd name="connsiteX16" fmla="*/ 338664 w 346590"/>
                  <a:gd name="connsiteY16" fmla="*/ 116362 h 336827"/>
                  <a:gd name="connsiteX17" fmla="*/ 346599 w 346590"/>
                  <a:gd name="connsiteY17" fmla="*/ 168930 h 336827"/>
                  <a:gd name="connsiteX18" fmla="*/ 343081 w 346590"/>
                  <a:gd name="connsiteY18" fmla="*/ 204227 h 336827"/>
                  <a:gd name="connsiteX19" fmla="*/ 337934 w 346590"/>
                  <a:gd name="connsiteY19" fmla="*/ 203973 h 336827"/>
                  <a:gd name="connsiteX20" fmla="*/ 285946 w 346590"/>
                  <a:gd name="connsiteY20" fmla="*/ 256536 h 336827"/>
                  <a:gd name="connsiteX21" fmla="*/ 298181 w 346590"/>
                  <a:gd name="connsiteY21" fmla="*/ 290412 h 336827"/>
                  <a:gd name="connsiteX22" fmla="*/ 222833 w 346590"/>
                  <a:gd name="connsiteY22" fmla="*/ 336881 h 336827"/>
                  <a:gd name="connsiteX23" fmla="*/ 173303 w 346590"/>
                  <a:gd name="connsiteY23" fmla="*/ 300339 h 336827"/>
                  <a:gd name="connsiteX24" fmla="*/ 123774 w 346590"/>
                  <a:gd name="connsiteY24" fmla="*/ 336881 h 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46590" h="336827">
                    <a:moveTo>
                      <a:pt x="123774" y="336881"/>
                    </a:moveTo>
                    <a:cubicBezTo>
                      <a:pt x="94737" y="328140"/>
                      <a:pt x="68891" y="311913"/>
                      <a:pt x="48426" y="290412"/>
                    </a:cubicBezTo>
                    <a:cubicBezTo>
                      <a:pt x="56060" y="281263"/>
                      <a:pt x="60661" y="269443"/>
                      <a:pt x="60661" y="256536"/>
                    </a:cubicBezTo>
                    <a:cubicBezTo>
                      <a:pt x="60661" y="227506"/>
                      <a:pt x="37385" y="203973"/>
                      <a:pt x="8673" y="203973"/>
                    </a:cubicBezTo>
                    <a:cubicBezTo>
                      <a:pt x="6936" y="203973"/>
                      <a:pt x="5219" y="204058"/>
                      <a:pt x="3526" y="204227"/>
                    </a:cubicBezTo>
                    <a:cubicBezTo>
                      <a:pt x="1219" y="192826"/>
                      <a:pt x="8" y="181021"/>
                      <a:pt x="8" y="168930"/>
                    </a:cubicBezTo>
                    <a:cubicBezTo>
                      <a:pt x="8" y="150615"/>
                      <a:pt x="2787" y="132957"/>
                      <a:pt x="7943" y="116362"/>
                    </a:cubicBezTo>
                    <a:cubicBezTo>
                      <a:pt x="8186" y="116365"/>
                      <a:pt x="8429" y="116367"/>
                      <a:pt x="8673" y="116367"/>
                    </a:cubicBezTo>
                    <a:cubicBezTo>
                      <a:pt x="37385" y="116367"/>
                      <a:pt x="60661" y="92833"/>
                      <a:pt x="60661" y="63803"/>
                    </a:cubicBezTo>
                    <a:cubicBezTo>
                      <a:pt x="60661" y="55470"/>
                      <a:pt x="58743" y="47589"/>
                      <a:pt x="55329" y="40588"/>
                    </a:cubicBezTo>
                    <a:cubicBezTo>
                      <a:pt x="75370" y="21747"/>
                      <a:pt x="99831" y="7647"/>
                      <a:pt x="126965" y="53"/>
                    </a:cubicBezTo>
                    <a:cubicBezTo>
                      <a:pt x="135563" y="17093"/>
                      <a:pt x="153086" y="28761"/>
                      <a:pt x="173303" y="28761"/>
                    </a:cubicBezTo>
                    <a:cubicBezTo>
                      <a:pt x="193521" y="28761"/>
                      <a:pt x="211044" y="17093"/>
                      <a:pt x="219642" y="53"/>
                    </a:cubicBezTo>
                    <a:cubicBezTo>
                      <a:pt x="246776" y="7647"/>
                      <a:pt x="271237" y="21747"/>
                      <a:pt x="291278" y="40588"/>
                    </a:cubicBezTo>
                    <a:cubicBezTo>
                      <a:pt x="287864" y="47589"/>
                      <a:pt x="285946" y="55470"/>
                      <a:pt x="285946" y="63803"/>
                    </a:cubicBezTo>
                    <a:cubicBezTo>
                      <a:pt x="285946" y="92833"/>
                      <a:pt x="309222" y="116367"/>
                      <a:pt x="337934" y="116367"/>
                    </a:cubicBezTo>
                    <a:cubicBezTo>
                      <a:pt x="338178" y="116367"/>
                      <a:pt x="338421" y="116365"/>
                      <a:pt x="338664" y="116362"/>
                    </a:cubicBezTo>
                    <a:cubicBezTo>
                      <a:pt x="343819" y="132957"/>
                      <a:pt x="346599" y="150615"/>
                      <a:pt x="346599" y="168930"/>
                    </a:cubicBezTo>
                    <a:cubicBezTo>
                      <a:pt x="346599" y="181021"/>
                      <a:pt x="345388" y="192826"/>
                      <a:pt x="343081" y="204227"/>
                    </a:cubicBezTo>
                    <a:cubicBezTo>
                      <a:pt x="341388" y="204058"/>
                      <a:pt x="339671" y="203973"/>
                      <a:pt x="337934" y="203973"/>
                    </a:cubicBezTo>
                    <a:cubicBezTo>
                      <a:pt x="309222" y="203973"/>
                      <a:pt x="285946" y="227506"/>
                      <a:pt x="285946" y="256536"/>
                    </a:cubicBezTo>
                    <a:cubicBezTo>
                      <a:pt x="285946" y="269443"/>
                      <a:pt x="290547" y="281263"/>
                      <a:pt x="298181" y="290412"/>
                    </a:cubicBezTo>
                    <a:cubicBezTo>
                      <a:pt x="277716" y="311913"/>
                      <a:pt x="251870" y="328140"/>
                      <a:pt x="222833" y="336881"/>
                    </a:cubicBezTo>
                    <a:cubicBezTo>
                      <a:pt x="216132" y="315686"/>
                      <a:pt x="196490" y="300339"/>
                      <a:pt x="173303" y="300339"/>
                    </a:cubicBezTo>
                    <a:cubicBezTo>
                      <a:pt x="150117" y="300339"/>
                      <a:pt x="130475" y="315686"/>
                      <a:pt x="123774" y="336881"/>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3" name="任意形状 142"/>
              <p:cNvSpPr/>
              <p:nvPr/>
            </p:nvSpPr>
            <p:spPr>
              <a:xfrm>
                <a:off x="8397398" y="1985406"/>
                <a:ext cx="122039" cy="122039"/>
              </a:xfrm>
              <a:custGeom>
                <a:avLst/>
                <a:gdLst>
                  <a:gd name="connsiteX0" fmla="*/ 61028 w 122039"/>
                  <a:gd name="connsiteY0" fmla="*/ 122092 h 122039"/>
                  <a:gd name="connsiteX1" fmla="*/ 122047 w 122039"/>
                  <a:gd name="connsiteY1" fmla="*/ 61073 h 122039"/>
                  <a:gd name="connsiteX2" fmla="*/ 61028 w 122039"/>
                  <a:gd name="connsiteY2" fmla="*/ 53 h 122039"/>
                  <a:gd name="connsiteX3" fmla="*/ 8 w 122039"/>
                  <a:gd name="connsiteY3" fmla="*/ 61073 h 122039"/>
                  <a:gd name="connsiteX4" fmla="*/ 61028 w 122039"/>
                  <a:gd name="connsiteY4" fmla="*/ 122092 h 122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39" h="122039">
                    <a:moveTo>
                      <a:pt x="61028" y="122092"/>
                    </a:moveTo>
                    <a:cubicBezTo>
                      <a:pt x="94728" y="122092"/>
                      <a:pt x="122047" y="94773"/>
                      <a:pt x="122047" y="61073"/>
                    </a:cubicBezTo>
                    <a:cubicBezTo>
                      <a:pt x="122047" y="27372"/>
                      <a:pt x="94728" y="53"/>
                      <a:pt x="61028" y="53"/>
                    </a:cubicBezTo>
                    <a:cubicBezTo>
                      <a:pt x="27327" y="53"/>
                      <a:pt x="8" y="27372"/>
                      <a:pt x="8" y="61073"/>
                    </a:cubicBezTo>
                    <a:cubicBezTo>
                      <a:pt x="8" y="94773"/>
                      <a:pt x="27327" y="122092"/>
                      <a:pt x="61028" y="122092"/>
                    </a:cubicBezTo>
                    <a:close/>
                  </a:path>
                </a:pathLst>
              </a:custGeom>
              <a:solidFill>
                <a:schemeClr val="bg1"/>
              </a:solidFill>
              <a:ln w="9763"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4" name="任意形状 143"/>
              <p:cNvSpPr/>
              <p:nvPr/>
            </p:nvSpPr>
            <p:spPr>
              <a:xfrm>
                <a:off x="8165524" y="1738887"/>
                <a:ext cx="34170" cy="4881"/>
              </a:xfrm>
              <a:custGeom>
                <a:avLst/>
                <a:gdLst>
                  <a:gd name="connsiteX0" fmla="*/ 8 w 34170"/>
                  <a:gd name="connsiteY0" fmla="*/ 53 h 4881"/>
                  <a:gd name="connsiteX1" fmla="*/ 34179 w 34170"/>
                  <a:gd name="connsiteY1" fmla="*/ 53 h 4881"/>
                </a:gdLst>
                <a:ahLst/>
                <a:cxnLst>
                  <a:cxn ang="0">
                    <a:pos x="connsiteX0" y="connsiteY0"/>
                  </a:cxn>
                  <a:cxn ang="0">
                    <a:pos x="connsiteX1" y="connsiteY1"/>
                  </a:cxn>
                </a:cxnLst>
                <a:rect l="l" t="t" r="r" b="b"/>
                <a:pathLst>
                  <a:path w="34170" h="4881">
                    <a:moveTo>
                      <a:pt x="8" y="53"/>
                    </a:moveTo>
                    <a:lnTo>
                      <a:pt x="34179"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5" name="任意形状 144"/>
              <p:cNvSpPr/>
              <p:nvPr/>
            </p:nvSpPr>
            <p:spPr>
              <a:xfrm>
                <a:off x="8243629" y="1738887"/>
                <a:ext cx="34170" cy="4881"/>
              </a:xfrm>
              <a:custGeom>
                <a:avLst/>
                <a:gdLst>
                  <a:gd name="connsiteX0" fmla="*/ 8 w 34170"/>
                  <a:gd name="connsiteY0" fmla="*/ 53 h 4881"/>
                  <a:gd name="connsiteX1" fmla="*/ 34179 w 34170"/>
                  <a:gd name="connsiteY1" fmla="*/ 53 h 4881"/>
                </a:gdLst>
                <a:ahLst/>
                <a:cxnLst>
                  <a:cxn ang="0">
                    <a:pos x="connsiteX0" y="connsiteY0"/>
                  </a:cxn>
                  <a:cxn ang="0">
                    <a:pos x="connsiteX1" y="connsiteY1"/>
                  </a:cxn>
                </a:cxnLst>
                <a:rect l="l" t="t" r="r" b="b"/>
                <a:pathLst>
                  <a:path w="34170" h="4881">
                    <a:moveTo>
                      <a:pt x="8" y="53"/>
                    </a:moveTo>
                    <a:lnTo>
                      <a:pt x="34179"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6" name="任意形状 145"/>
              <p:cNvSpPr/>
              <p:nvPr/>
            </p:nvSpPr>
            <p:spPr>
              <a:xfrm>
                <a:off x="8321734" y="1738887"/>
                <a:ext cx="34170" cy="4881"/>
              </a:xfrm>
              <a:custGeom>
                <a:avLst/>
                <a:gdLst>
                  <a:gd name="connsiteX0" fmla="*/ 8 w 34170"/>
                  <a:gd name="connsiteY0" fmla="*/ 53 h 4881"/>
                  <a:gd name="connsiteX1" fmla="*/ 34179 w 34170"/>
                  <a:gd name="connsiteY1" fmla="*/ 53 h 4881"/>
                </a:gdLst>
                <a:ahLst/>
                <a:cxnLst>
                  <a:cxn ang="0">
                    <a:pos x="connsiteX0" y="connsiteY0"/>
                  </a:cxn>
                  <a:cxn ang="0">
                    <a:pos x="connsiteX1" y="connsiteY1"/>
                  </a:cxn>
                </a:cxnLst>
                <a:rect l="l" t="t" r="r" b="b"/>
                <a:pathLst>
                  <a:path w="34170" h="4881">
                    <a:moveTo>
                      <a:pt x="8" y="53"/>
                    </a:moveTo>
                    <a:lnTo>
                      <a:pt x="34179"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7" name="任意形状 146"/>
              <p:cNvSpPr/>
              <p:nvPr/>
            </p:nvSpPr>
            <p:spPr>
              <a:xfrm>
                <a:off x="8795527" y="2026900"/>
                <a:ext cx="223988" cy="4881"/>
              </a:xfrm>
              <a:custGeom>
                <a:avLst/>
                <a:gdLst>
                  <a:gd name="connsiteX0" fmla="*/ 8 w 223988"/>
                  <a:gd name="connsiteY0" fmla="*/ 53 h 4881"/>
                  <a:gd name="connsiteX1" fmla="*/ 223997 w 223988"/>
                  <a:gd name="connsiteY1" fmla="*/ 53 h 4881"/>
                </a:gdLst>
                <a:ahLst/>
                <a:cxnLst>
                  <a:cxn ang="0">
                    <a:pos x="connsiteX0" y="connsiteY0"/>
                  </a:cxn>
                  <a:cxn ang="0">
                    <a:pos x="connsiteX1" y="connsiteY1"/>
                  </a:cxn>
                </a:cxnLst>
                <a:rect l="l" t="t" r="r" b="b"/>
                <a:pathLst>
                  <a:path w="223988" h="4881">
                    <a:moveTo>
                      <a:pt x="8" y="53"/>
                    </a:moveTo>
                    <a:lnTo>
                      <a:pt x="223997"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8" name="任意形状 147"/>
              <p:cNvSpPr/>
              <p:nvPr/>
            </p:nvSpPr>
            <p:spPr>
              <a:xfrm>
                <a:off x="8795527" y="2070834"/>
                <a:ext cx="223988" cy="4881"/>
              </a:xfrm>
              <a:custGeom>
                <a:avLst/>
                <a:gdLst>
                  <a:gd name="connsiteX0" fmla="*/ 8 w 223988"/>
                  <a:gd name="connsiteY0" fmla="*/ 53 h 4881"/>
                  <a:gd name="connsiteX1" fmla="*/ 223997 w 223988"/>
                  <a:gd name="connsiteY1" fmla="*/ 53 h 4881"/>
                </a:gdLst>
                <a:ahLst/>
                <a:cxnLst>
                  <a:cxn ang="0">
                    <a:pos x="connsiteX0" y="connsiteY0"/>
                  </a:cxn>
                  <a:cxn ang="0">
                    <a:pos x="connsiteX1" y="connsiteY1"/>
                  </a:cxn>
                </a:cxnLst>
                <a:rect l="l" t="t" r="r" b="b"/>
                <a:pathLst>
                  <a:path w="223988" h="4881">
                    <a:moveTo>
                      <a:pt x="8" y="53"/>
                    </a:moveTo>
                    <a:lnTo>
                      <a:pt x="223997"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9" name="任意形状 148"/>
              <p:cNvSpPr/>
              <p:nvPr/>
            </p:nvSpPr>
            <p:spPr>
              <a:xfrm>
                <a:off x="8795527" y="2119649"/>
                <a:ext cx="135205" cy="4881"/>
              </a:xfrm>
              <a:custGeom>
                <a:avLst/>
                <a:gdLst>
                  <a:gd name="connsiteX0" fmla="*/ 8 w 135205"/>
                  <a:gd name="connsiteY0" fmla="*/ 53 h 4881"/>
                  <a:gd name="connsiteX1" fmla="*/ 135214 w 135205"/>
                  <a:gd name="connsiteY1" fmla="*/ 53 h 4881"/>
                </a:gdLst>
                <a:ahLst/>
                <a:cxnLst>
                  <a:cxn ang="0">
                    <a:pos x="connsiteX0" y="connsiteY0"/>
                  </a:cxn>
                  <a:cxn ang="0">
                    <a:pos x="connsiteX1" y="connsiteY1"/>
                  </a:cxn>
                </a:cxnLst>
                <a:rect l="l" t="t" r="r" b="b"/>
                <a:pathLst>
                  <a:path w="135205" h="4881">
                    <a:moveTo>
                      <a:pt x="8" y="53"/>
                    </a:moveTo>
                    <a:lnTo>
                      <a:pt x="135214" y="53"/>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0" name="任意形状 149"/>
              <p:cNvSpPr/>
              <p:nvPr/>
            </p:nvSpPr>
            <p:spPr>
              <a:xfrm>
                <a:off x="8885555" y="1629052"/>
                <a:ext cx="78105" cy="76107"/>
              </a:xfrm>
              <a:custGeom>
                <a:avLst/>
                <a:gdLst>
                  <a:gd name="connsiteX0" fmla="*/ 78113 w 78105"/>
                  <a:gd name="connsiteY0" fmla="*/ 38107 h 76107"/>
                  <a:gd name="connsiteX1" fmla="*/ 39061 w 78105"/>
                  <a:gd name="connsiteY1" fmla="*/ 76161 h 76107"/>
                  <a:gd name="connsiteX2" fmla="*/ 8 w 78105"/>
                  <a:gd name="connsiteY2" fmla="*/ 38107 h 76107"/>
                  <a:gd name="connsiteX3" fmla="*/ 39061 w 78105"/>
                  <a:gd name="connsiteY3" fmla="*/ 53 h 76107"/>
                  <a:gd name="connsiteX4" fmla="*/ 78113 w 78105"/>
                  <a:gd name="connsiteY4" fmla="*/ 38107 h 76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6107">
                    <a:moveTo>
                      <a:pt x="78113" y="38107"/>
                    </a:moveTo>
                    <a:cubicBezTo>
                      <a:pt x="78113" y="59124"/>
                      <a:pt x="60629" y="76161"/>
                      <a:pt x="39061" y="76161"/>
                    </a:cubicBezTo>
                    <a:cubicBezTo>
                      <a:pt x="17492" y="76161"/>
                      <a:pt x="8" y="59124"/>
                      <a:pt x="8" y="38107"/>
                    </a:cubicBezTo>
                    <a:cubicBezTo>
                      <a:pt x="8" y="17090"/>
                      <a:pt x="17492" y="53"/>
                      <a:pt x="39061" y="53"/>
                    </a:cubicBezTo>
                    <a:cubicBezTo>
                      <a:pt x="60629" y="53"/>
                      <a:pt x="78113" y="17090"/>
                      <a:pt x="78113" y="38107"/>
                    </a:cubicBezTo>
                    <a:close/>
                  </a:path>
                </a:pathLst>
              </a:custGeom>
              <a:solidFill>
                <a:schemeClr val="accent1">
                  <a:lumMod val="40000"/>
                  <a:lumOff val="60000"/>
                </a:schemeClr>
              </a:solidFill>
              <a:ln w="9763"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1" name="任意形状 150"/>
              <p:cNvSpPr/>
              <p:nvPr/>
            </p:nvSpPr>
            <p:spPr>
              <a:xfrm>
                <a:off x="8927396" y="1702845"/>
                <a:ext cx="4881" cy="162283"/>
              </a:xfrm>
              <a:custGeom>
                <a:avLst/>
                <a:gdLst>
                  <a:gd name="connsiteX0" fmla="*/ 8 w 4881"/>
                  <a:gd name="connsiteY0" fmla="*/ 53 h 162283"/>
                  <a:gd name="connsiteX1" fmla="*/ 8 w 4881"/>
                  <a:gd name="connsiteY1" fmla="*/ 162336 h 162283"/>
                </a:gdLst>
                <a:ahLst/>
                <a:cxnLst>
                  <a:cxn ang="0">
                    <a:pos x="connsiteX0" y="connsiteY0"/>
                  </a:cxn>
                  <a:cxn ang="0">
                    <a:pos x="connsiteX1" y="connsiteY1"/>
                  </a:cxn>
                </a:cxnLst>
                <a:rect l="l" t="t" r="r" b="b"/>
                <a:pathLst>
                  <a:path w="4881" h="162283">
                    <a:moveTo>
                      <a:pt x="8" y="53"/>
                    </a:moveTo>
                    <a:lnTo>
                      <a:pt x="8" y="162336"/>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2" name="任意形状 151"/>
              <p:cNvSpPr/>
              <p:nvPr/>
            </p:nvSpPr>
            <p:spPr>
              <a:xfrm>
                <a:off x="7987347" y="1951235"/>
                <a:ext cx="78105" cy="76107"/>
              </a:xfrm>
              <a:custGeom>
                <a:avLst/>
                <a:gdLst>
                  <a:gd name="connsiteX0" fmla="*/ 78113 w 78105"/>
                  <a:gd name="connsiteY0" fmla="*/ 38107 h 76107"/>
                  <a:gd name="connsiteX1" fmla="*/ 39061 w 78105"/>
                  <a:gd name="connsiteY1" fmla="*/ 76161 h 76107"/>
                  <a:gd name="connsiteX2" fmla="*/ 8 w 78105"/>
                  <a:gd name="connsiteY2" fmla="*/ 38107 h 76107"/>
                  <a:gd name="connsiteX3" fmla="*/ 39061 w 78105"/>
                  <a:gd name="connsiteY3" fmla="*/ 53 h 76107"/>
                  <a:gd name="connsiteX4" fmla="*/ 78113 w 78105"/>
                  <a:gd name="connsiteY4" fmla="*/ 38107 h 76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6107">
                    <a:moveTo>
                      <a:pt x="78113" y="38107"/>
                    </a:moveTo>
                    <a:cubicBezTo>
                      <a:pt x="78113" y="59124"/>
                      <a:pt x="60629" y="76161"/>
                      <a:pt x="39061" y="76161"/>
                    </a:cubicBezTo>
                    <a:cubicBezTo>
                      <a:pt x="17492" y="76161"/>
                      <a:pt x="8" y="59124"/>
                      <a:pt x="8" y="38107"/>
                    </a:cubicBezTo>
                    <a:cubicBezTo>
                      <a:pt x="8" y="17090"/>
                      <a:pt x="17492" y="53"/>
                      <a:pt x="39061" y="53"/>
                    </a:cubicBezTo>
                    <a:cubicBezTo>
                      <a:pt x="60629" y="53"/>
                      <a:pt x="78113" y="17090"/>
                      <a:pt x="78113" y="38107"/>
                    </a:cubicBezTo>
                    <a:close/>
                  </a:path>
                </a:pathLst>
              </a:custGeom>
              <a:solidFill>
                <a:srgbClr val="F0F3F8"/>
              </a:solidFill>
              <a:ln w="9763"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3" name="任意形状 152"/>
              <p:cNvSpPr/>
              <p:nvPr/>
            </p:nvSpPr>
            <p:spPr>
              <a:xfrm>
                <a:off x="8029189" y="2025028"/>
                <a:ext cx="4881" cy="162283"/>
              </a:xfrm>
              <a:custGeom>
                <a:avLst/>
                <a:gdLst>
                  <a:gd name="connsiteX0" fmla="*/ 8 w 4881"/>
                  <a:gd name="connsiteY0" fmla="*/ 53 h 162283"/>
                  <a:gd name="connsiteX1" fmla="*/ 8 w 4881"/>
                  <a:gd name="connsiteY1" fmla="*/ 162336 h 162283"/>
                </a:gdLst>
                <a:ahLst/>
                <a:cxnLst>
                  <a:cxn ang="0">
                    <a:pos x="connsiteX0" y="connsiteY0"/>
                  </a:cxn>
                  <a:cxn ang="0">
                    <a:pos x="connsiteX1" y="connsiteY1"/>
                  </a:cxn>
                </a:cxnLst>
                <a:rect l="l" t="t" r="r" b="b"/>
                <a:pathLst>
                  <a:path w="4881" h="162283">
                    <a:moveTo>
                      <a:pt x="8" y="53"/>
                    </a:moveTo>
                    <a:lnTo>
                      <a:pt x="8" y="162336"/>
                    </a:lnTo>
                  </a:path>
                </a:pathLst>
              </a:custGeom>
              <a:ln w="9763" cap="rnd">
                <a:gradFill>
                  <a:gsLst>
                    <a:gs pos="0">
                      <a:srgbClr val="36384A">
                        <a:alpha val="0"/>
                      </a:srgbClr>
                    </a:gs>
                    <a:gs pos="50000">
                      <a:srgbClr val="272937">
                        <a:alpha val="49804"/>
                      </a:srgbClr>
                    </a:gs>
                    <a:gs pos="100000">
                      <a:srgbClr val="191A24"/>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54" name="任意形状 153"/>
            <p:cNvSpPr/>
            <p:nvPr/>
          </p:nvSpPr>
          <p:spPr>
            <a:xfrm>
              <a:off x="7987347" y="1951235"/>
              <a:ext cx="78105" cy="76107"/>
            </a:xfrm>
            <a:custGeom>
              <a:avLst/>
              <a:gdLst>
                <a:gd name="connsiteX0" fmla="*/ 78113 w 78105"/>
                <a:gd name="connsiteY0" fmla="*/ 38107 h 76107"/>
                <a:gd name="connsiteX1" fmla="*/ 39061 w 78105"/>
                <a:gd name="connsiteY1" fmla="*/ 76161 h 76107"/>
                <a:gd name="connsiteX2" fmla="*/ 8 w 78105"/>
                <a:gd name="connsiteY2" fmla="*/ 38107 h 76107"/>
                <a:gd name="connsiteX3" fmla="*/ 39061 w 78105"/>
                <a:gd name="connsiteY3" fmla="*/ 53 h 76107"/>
                <a:gd name="connsiteX4" fmla="*/ 78113 w 78105"/>
                <a:gd name="connsiteY4" fmla="*/ 38107 h 76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6107">
                  <a:moveTo>
                    <a:pt x="78113" y="38107"/>
                  </a:moveTo>
                  <a:cubicBezTo>
                    <a:pt x="78113" y="59124"/>
                    <a:pt x="60629" y="76161"/>
                    <a:pt x="39061" y="76161"/>
                  </a:cubicBezTo>
                  <a:cubicBezTo>
                    <a:pt x="17492" y="76161"/>
                    <a:pt x="8" y="59124"/>
                    <a:pt x="8" y="38107"/>
                  </a:cubicBezTo>
                  <a:cubicBezTo>
                    <a:pt x="8" y="17090"/>
                    <a:pt x="17492" y="53"/>
                    <a:pt x="39061" y="53"/>
                  </a:cubicBezTo>
                  <a:cubicBezTo>
                    <a:pt x="60629" y="53"/>
                    <a:pt x="78113" y="17090"/>
                    <a:pt x="78113" y="38107"/>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5" name="任意形状 154"/>
            <p:cNvSpPr/>
            <p:nvPr/>
          </p:nvSpPr>
          <p:spPr>
            <a:xfrm>
              <a:off x="8029189" y="2025028"/>
              <a:ext cx="4881" cy="162283"/>
            </a:xfrm>
            <a:custGeom>
              <a:avLst/>
              <a:gdLst>
                <a:gd name="connsiteX0" fmla="*/ 8 w 4881"/>
                <a:gd name="connsiteY0" fmla="*/ 53 h 162283"/>
                <a:gd name="connsiteX1" fmla="*/ 8 w 4881"/>
                <a:gd name="connsiteY1" fmla="*/ 162336 h 162283"/>
              </a:gdLst>
              <a:ahLst/>
              <a:cxnLst>
                <a:cxn ang="0">
                  <a:pos x="connsiteX0" y="connsiteY0"/>
                </a:cxn>
                <a:cxn ang="0">
                  <a:pos x="connsiteX1" y="connsiteY1"/>
                </a:cxn>
              </a:cxnLst>
              <a:rect l="l" t="t" r="r" b="b"/>
              <a:pathLst>
                <a:path w="4881" h="162283">
                  <a:moveTo>
                    <a:pt x="8" y="53"/>
                  </a:moveTo>
                  <a:lnTo>
                    <a:pt x="8" y="162336"/>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6" name="图片 67" descr="icon-13"/>
          <p:cNvGrpSpPr/>
          <p:nvPr/>
        </p:nvGrpSpPr>
        <p:grpSpPr>
          <a:xfrm>
            <a:off x="9969817" y="1536303"/>
            <a:ext cx="942141" cy="839628"/>
            <a:chOff x="9969817" y="1536303"/>
            <a:chExt cx="942141" cy="839628"/>
          </a:xfrm>
        </p:grpSpPr>
        <p:sp>
          <p:nvSpPr>
            <p:cNvPr id="157" name="任意形状 156"/>
            <p:cNvSpPr/>
            <p:nvPr/>
          </p:nvSpPr>
          <p:spPr>
            <a:xfrm>
              <a:off x="9969817" y="1536434"/>
              <a:ext cx="610070" cy="610070"/>
            </a:xfrm>
            <a:custGeom>
              <a:avLst/>
              <a:gdLst>
                <a:gd name="connsiteX0" fmla="*/ 610095 w 610070"/>
                <a:gd name="connsiteY0" fmla="*/ 305069 h 610070"/>
                <a:gd name="connsiteX1" fmla="*/ 305059 w 610070"/>
                <a:gd name="connsiteY1" fmla="*/ 610105 h 610070"/>
                <a:gd name="connsiteX2" fmla="*/ 24 w 610070"/>
                <a:gd name="connsiteY2" fmla="*/ 305069 h 610070"/>
                <a:gd name="connsiteX3" fmla="*/ 305059 w 610070"/>
                <a:gd name="connsiteY3" fmla="*/ 34 h 610070"/>
                <a:gd name="connsiteX4" fmla="*/ 610095 w 610070"/>
                <a:gd name="connsiteY4" fmla="*/ 305069 h 610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070" h="610070">
                  <a:moveTo>
                    <a:pt x="610095" y="305069"/>
                  </a:moveTo>
                  <a:cubicBezTo>
                    <a:pt x="610095" y="473536"/>
                    <a:pt x="473526" y="610105"/>
                    <a:pt x="305059" y="610105"/>
                  </a:cubicBezTo>
                  <a:cubicBezTo>
                    <a:pt x="136593" y="610105"/>
                    <a:pt x="24" y="473536"/>
                    <a:pt x="24" y="305069"/>
                  </a:cubicBezTo>
                  <a:cubicBezTo>
                    <a:pt x="24" y="136603"/>
                    <a:pt x="136593" y="34"/>
                    <a:pt x="305059" y="34"/>
                  </a:cubicBezTo>
                  <a:cubicBezTo>
                    <a:pt x="473526" y="34"/>
                    <a:pt x="610095" y="136603"/>
                    <a:pt x="610095" y="305069"/>
                  </a:cubicBezTo>
                  <a:close/>
                </a:path>
              </a:pathLst>
            </a:custGeom>
            <a:solidFill>
              <a:schemeClr val="bg2"/>
            </a:solidFill>
            <a:ln w="488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8" name="任意形状 157"/>
            <p:cNvSpPr/>
            <p:nvPr/>
          </p:nvSpPr>
          <p:spPr>
            <a:xfrm>
              <a:off x="10720673" y="1806273"/>
              <a:ext cx="170115" cy="252240"/>
            </a:xfrm>
            <a:custGeom>
              <a:avLst/>
              <a:gdLst>
                <a:gd name="connsiteX0" fmla="*/ 24 w 170115"/>
                <a:gd name="connsiteY0" fmla="*/ 34 h 252240"/>
                <a:gd name="connsiteX1" fmla="*/ 131087 w 170115"/>
                <a:gd name="connsiteY1" fmla="*/ 34 h 252240"/>
                <a:gd name="connsiteX2" fmla="*/ 170140 w 170115"/>
                <a:gd name="connsiteY2" fmla="*/ 39087 h 252240"/>
                <a:gd name="connsiteX3" fmla="*/ 170140 w 170115"/>
                <a:gd name="connsiteY3" fmla="*/ 126154 h 252240"/>
                <a:gd name="connsiteX4" fmla="*/ 44019 w 170115"/>
                <a:gd name="connsiteY4" fmla="*/ 252275 h 252240"/>
                <a:gd name="connsiteX5" fmla="*/ 24 w 170115"/>
                <a:gd name="connsiteY5" fmla="*/ 252275 h 252240"/>
                <a:gd name="connsiteX6" fmla="*/ 24 w 170115"/>
                <a:gd name="connsiteY6" fmla="*/ 252275 h 252240"/>
                <a:gd name="connsiteX7" fmla="*/ 24 w 170115"/>
                <a:gd name="connsiteY7" fmla="*/ 34 h 2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15" h="252240">
                  <a:moveTo>
                    <a:pt x="24" y="34"/>
                  </a:moveTo>
                  <a:lnTo>
                    <a:pt x="131087" y="34"/>
                  </a:lnTo>
                  <a:cubicBezTo>
                    <a:pt x="152655" y="34"/>
                    <a:pt x="170140" y="17518"/>
                    <a:pt x="170140" y="39087"/>
                  </a:cubicBezTo>
                  <a:lnTo>
                    <a:pt x="170140" y="126154"/>
                  </a:lnTo>
                  <a:cubicBezTo>
                    <a:pt x="170140" y="195809"/>
                    <a:pt x="113674" y="252275"/>
                    <a:pt x="44019" y="252275"/>
                  </a:cubicBezTo>
                  <a:lnTo>
                    <a:pt x="24" y="252275"/>
                  </a:lnTo>
                  <a:lnTo>
                    <a:pt x="24" y="252275"/>
                  </a:lnTo>
                  <a:lnTo>
                    <a:pt x="24" y="34"/>
                  </a:lnTo>
                  <a:close/>
                </a:path>
              </a:pathLst>
            </a:cu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9" name="任意形状 158"/>
            <p:cNvSpPr/>
            <p:nvPr/>
          </p:nvSpPr>
          <p:spPr>
            <a:xfrm rot="10800000" flipV="1">
              <a:off x="10057808" y="1806273"/>
              <a:ext cx="170115" cy="252240"/>
            </a:xfrm>
            <a:custGeom>
              <a:avLst/>
              <a:gdLst>
                <a:gd name="connsiteX0" fmla="*/ 24 w 170115"/>
                <a:gd name="connsiteY0" fmla="*/ 34 h 252240"/>
                <a:gd name="connsiteX1" fmla="*/ 131087 w 170115"/>
                <a:gd name="connsiteY1" fmla="*/ 34 h 252240"/>
                <a:gd name="connsiteX2" fmla="*/ 170140 w 170115"/>
                <a:gd name="connsiteY2" fmla="*/ 39087 h 252240"/>
                <a:gd name="connsiteX3" fmla="*/ 170140 w 170115"/>
                <a:gd name="connsiteY3" fmla="*/ 126154 h 252240"/>
                <a:gd name="connsiteX4" fmla="*/ 44019 w 170115"/>
                <a:gd name="connsiteY4" fmla="*/ 252275 h 252240"/>
                <a:gd name="connsiteX5" fmla="*/ 24 w 170115"/>
                <a:gd name="connsiteY5" fmla="*/ 252275 h 252240"/>
                <a:gd name="connsiteX6" fmla="*/ 24 w 170115"/>
                <a:gd name="connsiteY6" fmla="*/ 252275 h 252240"/>
                <a:gd name="connsiteX7" fmla="*/ 24 w 170115"/>
                <a:gd name="connsiteY7" fmla="*/ 34 h 2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15" h="252240">
                  <a:moveTo>
                    <a:pt x="24" y="34"/>
                  </a:moveTo>
                  <a:lnTo>
                    <a:pt x="131087" y="34"/>
                  </a:lnTo>
                  <a:cubicBezTo>
                    <a:pt x="152655" y="34"/>
                    <a:pt x="170140" y="17518"/>
                    <a:pt x="170140" y="39087"/>
                  </a:cubicBezTo>
                  <a:lnTo>
                    <a:pt x="170140" y="126154"/>
                  </a:lnTo>
                  <a:cubicBezTo>
                    <a:pt x="170140" y="195809"/>
                    <a:pt x="113674" y="252275"/>
                    <a:pt x="44019" y="252275"/>
                  </a:cubicBezTo>
                  <a:lnTo>
                    <a:pt x="24" y="252275"/>
                  </a:lnTo>
                  <a:lnTo>
                    <a:pt x="24" y="252275"/>
                  </a:lnTo>
                  <a:lnTo>
                    <a:pt x="24" y="34"/>
                  </a:lnTo>
                  <a:close/>
                </a:path>
              </a:pathLst>
            </a:cu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0" name="任意形状 159"/>
            <p:cNvSpPr/>
            <p:nvPr/>
          </p:nvSpPr>
          <p:spPr>
            <a:xfrm>
              <a:off x="10282237" y="2200195"/>
              <a:ext cx="400288" cy="175736"/>
            </a:xfrm>
            <a:custGeom>
              <a:avLst/>
              <a:gdLst>
                <a:gd name="connsiteX0" fmla="*/ 192846 w 400288"/>
                <a:gd name="connsiteY0" fmla="*/ 34 h 175736"/>
                <a:gd name="connsiteX1" fmla="*/ 279187 w 400288"/>
                <a:gd name="connsiteY1" fmla="*/ 112307 h 175736"/>
                <a:gd name="connsiteX2" fmla="*/ 373464 w 400288"/>
                <a:gd name="connsiteY2" fmla="*/ 112310 h 175736"/>
                <a:gd name="connsiteX3" fmla="*/ 400312 w 400288"/>
                <a:gd name="connsiteY3" fmla="*/ 139159 h 175736"/>
                <a:gd name="connsiteX4" fmla="*/ 400312 w 400288"/>
                <a:gd name="connsiteY4" fmla="*/ 148922 h 175736"/>
                <a:gd name="connsiteX5" fmla="*/ 373464 w 400288"/>
                <a:gd name="connsiteY5" fmla="*/ 175770 h 175736"/>
                <a:gd name="connsiteX6" fmla="*/ 26873 w 400288"/>
                <a:gd name="connsiteY6" fmla="*/ 175770 h 175736"/>
                <a:gd name="connsiteX7" fmla="*/ 24 w 400288"/>
                <a:gd name="connsiteY7" fmla="*/ 148922 h 175736"/>
                <a:gd name="connsiteX8" fmla="*/ 24 w 400288"/>
                <a:gd name="connsiteY8" fmla="*/ 139159 h 175736"/>
                <a:gd name="connsiteX9" fmla="*/ 26873 w 400288"/>
                <a:gd name="connsiteY9" fmla="*/ 112310 h 175736"/>
                <a:gd name="connsiteX10" fmla="*/ 106505 w 400288"/>
                <a:gd name="connsiteY10" fmla="*/ 112307 h 175736"/>
                <a:gd name="connsiteX11" fmla="*/ 192846 w 400288"/>
                <a:gd name="connsiteY11" fmla="*/ 34 h 175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288" h="175736">
                  <a:moveTo>
                    <a:pt x="192846" y="34"/>
                  </a:moveTo>
                  <a:cubicBezTo>
                    <a:pt x="233469" y="34"/>
                    <a:pt x="267829" y="47290"/>
                    <a:pt x="279187" y="112307"/>
                  </a:cubicBezTo>
                  <a:lnTo>
                    <a:pt x="373464" y="112310"/>
                  </a:lnTo>
                  <a:cubicBezTo>
                    <a:pt x="388292" y="112310"/>
                    <a:pt x="400312" y="124330"/>
                    <a:pt x="400312" y="139159"/>
                  </a:cubicBezTo>
                  <a:lnTo>
                    <a:pt x="400312" y="148922"/>
                  </a:lnTo>
                  <a:cubicBezTo>
                    <a:pt x="400312" y="163750"/>
                    <a:pt x="388292" y="175770"/>
                    <a:pt x="373464" y="175770"/>
                  </a:cubicBezTo>
                  <a:lnTo>
                    <a:pt x="26873" y="175770"/>
                  </a:lnTo>
                  <a:cubicBezTo>
                    <a:pt x="12045" y="175770"/>
                    <a:pt x="24" y="163750"/>
                    <a:pt x="24" y="148922"/>
                  </a:cubicBezTo>
                  <a:lnTo>
                    <a:pt x="24" y="139159"/>
                  </a:lnTo>
                  <a:cubicBezTo>
                    <a:pt x="24" y="124330"/>
                    <a:pt x="12045" y="112310"/>
                    <a:pt x="26873" y="112310"/>
                  </a:cubicBezTo>
                  <a:lnTo>
                    <a:pt x="106505" y="112307"/>
                  </a:lnTo>
                  <a:cubicBezTo>
                    <a:pt x="117863" y="47290"/>
                    <a:pt x="152222" y="34"/>
                    <a:pt x="192846" y="34"/>
                  </a:cubicBezTo>
                  <a:close/>
                </a:path>
              </a:pathLst>
            </a:custGeom>
            <a:solidFill>
              <a:schemeClr val="bg2"/>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1" name="任意形状 160"/>
            <p:cNvSpPr/>
            <p:nvPr/>
          </p:nvSpPr>
          <p:spPr>
            <a:xfrm>
              <a:off x="10222058" y="1683085"/>
              <a:ext cx="504481" cy="545543"/>
            </a:xfrm>
            <a:custGeom>
              <a:avLst/>
              <a:gdLst>
                <a:gd name="connsiteX0" fmla="*/ 24 w 504481"/>
                <a:gd name="connsiteY0" fmla="*/ 34 h 545543"/>
                <a:gd name="connsiteX1" fmla="*/ 504506 w 504481"/>
                <a:gd name="connsiteY1" fmla="*/ 34 h 545543"/>
                <a:gd name="connsiteX2" fmla="*/ 504506 w 504481"/>
                <a:gd name="connsiteY2" fmla="*/ 293337 h 545543"/>
                <a:gd name="connsiteX3" fmla="*/ 252265 w 504481"/>
                <a:gd name="connsiteY3" fmla="*/ 545578 h 545543"/>
                <a:gd name="connsiteX4" fmla="*/ 24 w 504481"/>
                <a:gd name="connsiteY4" fmla="*/ 293337 h 545543"/>
                <a:gd name="connsiteX5" fmla="*/ 24 w 504481"/>
                <a:gd name="connsiteY5" fmla="*/ 34 h 545543"/>
                <a:gd name="connsiteX6" fmla="*/ 24 w 504481"/>
                <a:gd name="connsiteY6" fmla="*/ 34 h 545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481" h="545543">
                  <a:moveTo>
                    <a:pt x="24" y="34"/>
                  </a:moveTo>
                  <a:lnTo>
                    <a:pt x="504506" y="34"/>
                  </a:lnTo>
                  <a:lnTo>
                    <a:pt x="504506" y="293337"/>
                  </a:lnTo>
                  <a:cubicBezTo>
                    <a:pt x="504506" y="432646"/>
                    <a:pt x="391573" y="545578"/>
                    <a:pt x="252265" y="545578"/>
                  </a:cubicBezTo>
                  <a:cubicBezTo>
                    <a:pt x="112956" y="545578"/>
                    <a:pt x="24" y="432646"/>
                    <a:pt x="24" y="293337"/>
                  </a:cubicBezTo>
                  <a:lnTo>
                    <a:pt x="24" y="34"/>
                  </a:lnTo>
                  <a:lnTo>
                    <a:pt x="24" y="34"/>
                  </a:lnTo>
                  <a:close/>
                </a:path>
              </a:pathLst>
            </a:custGeom>
            <a:solidFill>
              <a:schemeClr val="bg1"/>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2" name="任意形状 161"/>
            <p:cNvSpPr/>
            <p:nvPr/>
          </p:nvSpPr>
          <p:spPr>
            <a:xfrm>
              <a:off x="10230857" y="1759344"/>
              <a:ext cx="489816" cy="2933"/>
            </a:xfrm>
            <a:custGeom>
              <a:avLst/>
              <a:gdLst>
                <a:gd name="connsiteX0" fmla="*/ 24 w 489816"/>
                <a:gd name="connsiteY0" fmla="*/ 2967 h 2933"/>
                <a:gd name="connsiteX1" fmla="*/ 489840 w 489816"/>
                <a:gd name="connsiteY1" fmla="*/ 34 h 2933"/>
              </a:gdLst>
              <a:ahLst/>
              <a:cxnLst>
                <a:cxn ang="0">
                  <a:pos x="connsiteX0" y="connsiteY0"/>
                </a:cxn>
                <a:cxn ang="0">
                  <a:pos x="connsiteX1" y="connsiteY1"/>
                </a:cxn>
              </a:cxnLst>
              <a:rect l="l" t="t" r="r" b="b"/>
              <a:pathLst>
                <a:path w="489816" h="2933">
                  <a:moveTo>
                    <a:pt x="24" y="2967"/>
                  </a:moveTo>
                  <a:lnTo>
                    <a:pt x="489840" y="34"/>
                  </a:lnTo>
                </a:path>
              </a:pathLst>
            </a:custGeom>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3" name="任意形状 162"/>
            <p:cNvSpPr/>
            <p:nvPr/>
          </p:nvSpPr>
          <p:spPr>
            <a:xfrm>
              <a:off x="10368298" y="1818005"/>
              <a:ext cx="212000" cy="201624"/>
            </a:xfrm>
            <a:custGeom>
              <a:avLst/>
              <a:gdLst>
                <a:gd name="connsiteX0" fmla="*/ 106024 w 212000"/>
                <a:gd name="connsiteY0" fmla="*/ 167217 h 201624"/>
                <a:gd name="connsiteX1" fmla="*/ 40512 w 212000"/>
                <a:gd name="connsiteY1" fmla="*/ 201658 h 201624"/>
                <a:gd name="connsiteX2" fmla="*/ 53024 w 212000"/>
                <a:gd name="connsiteY2" fmla="*/ 128710 h 201624"/>
                <a:gd name="connsiteX3" fmla="*/ 24 w 212000"/>
                <a:gd name="connsiteY3" fmla="*/ 77048 h 201624"/>
                <a:gd name="connsiteX4" fmla="*/ 73268 w 212000"/>
                <a:gd name="connsiteY4" fmla="*/ 66405 h 201624"/>
                <a:gd name="connsiteX5" fmla="*/ 106024 w 212000"/>
                <a:gd name="connsiteY5" fmla="*/ 34 h 201624"/>
                <a:gd name="connsiteX6" fmla="*/ 138780 w 212000"/>
                <a:gd name="connsiteY6" fmla="*/ 66405 h 201624"/>
                <a:gd name="connsiteX7" fmla="*/ 212024 w 212000"/>
                <a:gd name="connsiteY7" fmla="*/ 77048 h 201624"/>
                <a:gd name="connsiteX8" fmla="*/ 159024 w 212000"/>
                <a:gd name="connsiteY8" fmla="*/ 128710 h 201624"/>
                <a:gd name="connsiteX9" fmla="*/ 171536 w 212000"/>
                <a:gd name="connsiteY9" fmla="*/ 201658 h 20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000" h="201624">
                  <a:moveTo>
                    <a:pt x="106024" y="167217"/>
                  </a:moveTo>
                  <a:lnTo>
                    <a:pt x="40512" y="201658"/>
                  </a:lnTo>
                  <a:lnTo>
                    <a:pt x="53024" y="128710"/>
                  </a:lnTo>
                  <a:lnTo>
                    <a:pt x="24" y="77048"/>
                  </a:lnTo>
                  <a:lnTo>
                    <a:pt x="73268" y="66405"/>
                  </a:lnTo>
                  <a:lnTo>
                    <a:pt x="106024" y="34"/>
                  </a:lnTo>
                  <a:lnTo>
                    <a:pt x="138780" y="66405"/>
                  </a:lnTo>
                  <a:lnTo>
                    <a:pt x="212024" y="77048"/>
                  </a:lnTo>
                  <a:lnTo>
                    <a:pt x="159024" y="128710"/>
                  </a:lnTo>
                  <a:lnTo>
                    <a:pt x="171536" y="201658"/>
                  </a:ln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4" name="任意形状 163"/>
            <p:cNvSpPr/>
            <p:nvPr/>
          </p:nvSpPr>
          <p:spPr>
            <a:xfrm>
              <a:off x="10544691" y="2034297"/>
              <a:ext cx="129053" cy="135672"/>
            </a:xfrm>
            <a:custGeom>
              <a:avLst/>
              <a:gdLst>
                <a:gd name="connsiteX0" fmla="*/ 24 w 129053"/>
                <a:gd name="connsiteY0" fmla="*/ 135706 h 135672"/>
                <a:gd name="connsiteX1" fmla="*/ 129077 w 129053"/>
                <a:gd name="connsiteY1" fmla="*/ 34 h 135672"/>
              </a:gdLst>
              <a:ahLst/>
              <a:cxnLst>
                <a:cxn ang="0">
                  <a:pos x="connsiteX0" y="connsiteY0"/>
                </a:cxn>
                <a:cxn ang="0">
                  <a:pos x="connsiteX1" y="connsiteY1"/>
                </a:cxn>
              </a:cxnLst>
              <a:rect l="l" t="t" r="r" b="b"/>
              <a:pathLst>
                <a:path w="129053" h="135672">
                  <a:moveTo>
                    <a:pt x="24" y="135706"/>
                  </a:moveTo>
                  <a:cubicBezTo>
                    <a:pt x="58685" y="111238"/>
                    <a:pt x="101702" y="66014"/>
                    <a:pt x="129077" y="34"/>
                  </a:cubicBezTo>
                </a:path>
              </a:pathLst>
            </a:custGeom>
            <a:solidFill>
              <a:srgbClr val="FFFFFF"/>
            </a:solidFill>
            <a:ln w="9763"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65" name="图片 67" descr="icon-13"/>
            <p:cNvGrpSpPr/>
            <p:nvPr/>
          </p:nvGrpSpPr>
          <p:grpSpPr>
            <a:xfrm>
              <a:off x="10828972" y="2061884"/>
              <a:ext cx="82986" cy="245705"/>
              <a:chOff x="10828972" y="2061884"/>
              <a:chExt cx="82986" cy="245705"/>
            </a:xfrm>
            <a:solidFill>
              <a:srgbClr val="A2BDFC"/>
            </a:solidFill>
          </p:grpSpPr>
          <p:sp>
            <p:nvSpPr>
              <p:cNvPr id="166" name="任意形状 165"/>
              <p:cNvSpPr/>
              <p:nvPr/>
            </p:nvSpPr>
            <p:spPr>
              <a:xfrm flipV="1">
                <a:off x="10828972" y="2224603"/>
                <a:ext cx="82986" cy="82986"/>
              </a:xfrm>
              <a:custGeom>
                <a:avLst/>
                <a:gdLst>
                  <a:gd name="connsiteX0" fmla="*/ 83186 w 82986"/>
                  <a:gd name="connsiteY0" fmla="*/ 41668 h 82986"/>
                  <a:gd name="connsiteX1" fmla="*/ 41693 w 82986"/>
                  <a:gd name="connsiteY1" fmla="*/ 83162 h 82986"/>
                  <a:gd name="connsiteX2" fmla="*/ 199 w 82986"/>
                  <a:gd name="connsiteY2" fmla="*/ 41668 h 82986"/>
                  <a:gd name="connsiteX3" fmla="*/ 41693 w 82986"/>
                  <a:gd name="connsiteY3" fmla="*/ 175 h 82986"/>
                  <a:gd name="connsiteX4" fmla="*/ 83186 w 82986"/>
                  <a:gd name="connsiteY4" fmla="*/ 41668 h 82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86" h="82986">
                    <a:moveTo>
                      <a:pt x="83186" y="41668"/>
                    </a:moveTo>
                    <a:cubicBezTo>
                      <a:pt x="83186" y="64585"/>
                      <a:pt x="64609" y="83162"/>
                      <a:pt x="41693" y="83162"/>
                    </a:cubicBezTo>
                    <a:cubicBezTo>
                      <a:pt x="18777" y="83162"/>
                      <a:pt x="199" y="64585"/>
                      <a:pt x="199" y="41668"/>
                    </a:cubicBezTo>
                    <a:cubicBezTo>
                      <a:pt x="199" y="18752"/>
                      <a:pt x="18777" y="175"/>
                      <a:pt x="41693" y="175"/>
                    </a:cubicBezTo>
                    <a:cubicBezTo>
                      <a:pt x="64609" y="175"/>
                      <a:pt x="83186" y="18752"/>
                      <a:pt x="83186" y="41668"/>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7" name="任意形状 166"/>
              <p:cNvSpPr/>
              <p:nvPr/>
            </p:nvSpPr>
            <p:spPr>
              <a:xfrm flipV="1">
                <a:off x="10870465" y="2061884"/>
                <a:ext cx="4881" cy="169227"/>
              </a:xfrm>
              <a:custGeom>
                <a:avLst/>
                <a:gdLst>
                  <a:gd name="connsiteX0" fmla="*/ 199 w 4881"/>
                  <a:gd name="connsiteY0" fmla="*/ 126 h 169227"/>
                  <a:gd name="connsiteX1" fmla="*/ 199 w 4881"/>
                  <a:gd name="connsiteY1" fmla="*/ 169354 h 169227"/>
                </a:gdLst>
                <a:ahLst/>
                <a:cxnLst>
                  <a:cxn ang="0">
                    <a:pos x="connsiteX0" y="connsiteY0"/>
                  </a:cxn>
                  <a:cxn ang="0">
                    <a:pos x="connsiteX1" y="connsiteY1"/>
                  </a:cxn>
                </a:cxnLst>
                <a:rect l="l" t="t" r="r" b="b"/>
                <a:pathLst>
                  <a:path w="4881" h="169227">
                    <a:moveTo>
                      <a:pt x="199" y="126"/>
                    </a:moveTo>
                    <a:lnTo>
                      <a:pt x="199" y="169354"/>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8" name="图片 67" descr="icon-13"/>
            <p:cNvGrpSpPr/>
            <p:nvPr/>
          </p:nvGrpSpPr>
          <p:grpSpPr>
            <a:xfrm>
              <a:off x="10062567" y="1536303"/>
              <a:ext cx="82986" cy="245705"/>
              <a:chOff x="10062567" y="1536303"/>
              <a:chExt cx="82986" cy="245705"/>
            </a:xfrm>
            <a:solidFill>
              <a:srgbClr val="A2BDFC"/>
            </a:solidFill>
          </p:grpSpPr>
          <p:sp>
            <p:nvSpPr>
              <p:cNvPr id="169" name="任意形状 168"/>
              <p:cNvSpPr/>
              <p:nvPr/>
            </p:nvSpPr>
            <p:spPr>
              <a:xfrm>
                <a:off x="10062567" y="1536303"/>
                <a:ext cx="82986" cy="82986"/>
              </a:xfrm>
              <a:custGeom>
                <a:avLst/>
                <a:gdLst>
                  <a:gd name="connsiteX0" fmla="*/ 83030 w 82986"/>
                  <a:gd name="connsiteY0" fmla="*/ 41527 h 82986"/>
                  <a:gd name="connsiteX1" fmla="*/ 41536 w 82986"/>
                  <a:gd name="connsiteY1" fmla="*/ 83021 h 82986"/>
                  <a:gd name="connsiteX2" fmla="*/ 43 w 82986"/>
                  <a:gd name="connsiteY2" fmla="*/ 41527 h 82986"/>
                  <a:gd name="connsiteX3" fmla="*/ 41536 w 82986"/>
                  <a:gd name="connsiteY3" fmla="*/ 34 h 82986"/>
                  <a:gd name="connsiteX4" fmla="*/ 83030 w 82986"/>
                  <a:gd name="connsiteY4" fmla="*/ 41527 h 82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86" h="82986">
                    <a:moveTo>
                      <a:pt x="83030" y="41527"/>
                    </a:moveTo>
                    <a:cubicBezTo>
                      <a:pt x="83030" y="64443"/>
                      <a:pt x="64452" y="83021"/>
                      <a:pt x="41536" y="83021"/>
                    </a:cubicBezTo>
                    <a:cubicBezTo>
                      <a:pt x="18620" y="83021"/>
                      <a:pt x="43" y="64443"/>
                      <a:pt x="43" y="41527"/>
                    </a:cubicBezTo>
                    <a:cubicBezTo>
                      <a:pt x="43" y="18611"/>
                      <a:pt x="18620" y="34"/>
                      <a:pt x="41536" y="34"/>
                    </a:cubicBezTo>
                    <a:cubicBezTo>
                      <a:pt x="64452" y="34"/>
                      <a:pt x="83030" y="18611"/>
                      <a:pt x="83030" y="41527"/>
                    </a:cubicBezTo>
                    <a:close/>
                  </a:path>
                </a:pathLst>
              </a:custGeom>
              <a:solidFill>
                <a:schemeClr val="accent1">
                  <a:lumMod val="40000"/>
                  <a:lumOff val="60000"/>
                </a:schemeClr>
              </a:solidFill>
              <a:ln w="9763"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0" name="任意形状 169"/>
              <p:cNvSpPr/>
              <p:nvPr/>
            </p:nvSpPr>
            <p:spPr>
              <a:xfrm>
                <a:off x="10104060" y="1612780"/>
                <a:ext cx="4881" cy="169227"/>
              </a:xfrm>
              <a:custGeom>
                <a:avLst/>
                <a:gdLst>
                  <a:gd name="connsiteX0" fmla="*/ 43 w 4881"/>
                  <a:gd name="connsiteY0" fmla="*/ 34 h 169227"/>
                  <a:gd name="connsiteX1" fmla="*/ 43 w 4881"/>
                  <a:gd name="connsiteY1" fmla="*/ 169262 h 169227"/>
                </a:gdLst>
                <a:ahLst/>
                <a:cxnLst>
                  <a:cxn ang="0">
                    <a:pos x="connsiteX0" y="connsiteY0"/>
                  </a:cxn>
                  <a:cxn ang="0">
                    <a:pos x="connsiteX1" y="connsiteY1"/>
                  </a:cxn>
                </a:cxnLst>
                <a:rect l="l" t="t" r="r" b="b"/>
                <a:pathLst>
                  <a:path w="4881" h="169227">
                    <a:moveTo>
                      <a:pt x="43" y="34"/>
                    </a:moveTo>
                    <a:lnTo>
                      <a:pt x="43" y="169262"/>
                    </a:lnTo>
                  </a:path>
                </a:pathLst>
              </a:custGeom>
              <a:ln w="9763"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71" name="图片 69" descr="icon-15"/>
          <p:cNvGrpSpPr/>
          <p:nvPr/>
        </p:nvGrpSpPr>
        <p:grpSpPr>
          <a:xfrm>
            <a:off x="9926865" y="3263283"/>
            <a:ext cx="1017944" cy="626427"/>
            <a:chOff x="9926865" y="3263283"/>
            <a:chExt cx="1017944" cy="626427"/>
          </a:xfrm>
        </p:grpSpPr>
        <p:sp>
          <p:nvSpPr>
            <p:cNvPr id="172" name="任意形状 171"/>
            <p:cNvSpPr/>
            <p:nvPr/>
          </p:nvSpPr>
          <p:spPr>
            <a:xfrm>
              <a:off x="10232248" y="3469569"/>
              <a:ext cx="5220" cy="156432"/>
            </a:xfrm>
            <a:custGeom>
              <a:avLst/>
              <a:gdLst>
                <a:gd name="connsiteX0" fmla="*/ 22 w 5220"/>
                <a:gd name="connsiteY0" fmla="*/ 59 h 156432"/>
                <a:gd name="connsiteX1" fmla="*/ 22 w 5220"/>
                <a:gd name="connsiteY1" fmla="*/ 156492 h 156432"/>
              </a:gdLst>
              <a:ahLst/>
              <a:cxnLst>
                <a:cxn ang="0">
                  <a:pos x="connsiteX0" y="connsiteY0"/>
                </a:cxn>
                <a:cxn ang="0">
                  <a:pos x="connsiteX1" y="connsiteY1"/>
                </a:cxn>
              </a:cxnLst>
              <a:rect l="l" t="t" r="r" b="b"/>
              <a:pathLst>
                <a:path w="5220" h="156432">
                  <a:moveTo>
                    <a:pt x="22" y="59"/>
                  </a:moveTo>
                  <a:lnTo>
                    <a:pt x="22" y="156492"/>
                  </a:lnTo>
                </a:path>
              </a:pathLst>
            </a:custGeom>
            <a:ln w="5199" cap="sq">
              <a:solidFill>
                <a:srgbClr val="979797"/>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73" name="图片 69" descr="icon-15"/>
            <p:cNvGrpSpPr/>
            <p:nvPr/>
          </p:nvGrpSpPr>
          <p:grpSpPr>
            <a:xfrm>
              <a:off x="10041710" y="3263283"/>
              <a:ext cx="736052" cy="626427"/>
              <a:chOff x="10041710" y="3263283"/>
              <a:chExt cx="736052" cy="626427"/>
            </a:xfrm>
          </p:grpSpPr>
          <p:sp>
            <p:nvSpPr>
              <p:cNvPr id="174" name="圆角矩形 173"/>
              <p:cNvSpPr/>
              <p:nvPr/>
            </p:nvSpPr>
            <p:spPr>
              <a:xfrm>
                <a:off x="10041710" y="3263283"/>
                <a:ext cx="736052" cy="533325"/>
              </a:xfrm>
              <a:prstGeom prst="roundRect">
                <a:avLst>
                  <a:gd name="adj" fmla="val 6546"/>
                </a:avLst>
              </a:prstGeom>
              <a:solidFill>
                <a:schemeClr val="bg1"/>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5" name="任意形状 174"/>
              <p:cNvSpPr/>
              <p:nvPr/>
            </p:nvSpPr>
            <p:spPr>
              <a:xfrm>
                <a:off x="10103047" y="3330715"/>
                <a:ext cx="619510" cy="398461"/>
              </a:xfrm>
              <a:custGeom>
                <a:avLst/>
                <a:gdLst>
                  <a:gd name="connsiteX0" fmla="*/ 44 w 619510"/>
                  <a:gd name="connsiteY0" fmla="*/ 59 h 398461"/>
                  <a:gd name="connsiteX1" fmla="*/ 619555 w 619510"/>
                  <a:gd name="connsiteY1" fmla="*/ 59 h 398461"/>
                  <a:gd name="connsiteX2" fmla="*/ 619555 w 619510"/>
                  <a:gd name="connsiteY2" fmla="*/ 398521 h 398461"/>
                  <a:gd name="connsiteX3" fmla="*/ 44 w 619510"/>
                  <a:gd name="connsiteY3" fmla="*/ 398521 h 398461"/>
                </a:gdLst>
                <a:ahLst/>
                <a:cxnLst>
                  <a:cxn ang="0">
                    <a:pos x="connsiteX0" y="connsiteY0"/>
                  </a:cxn>
                  <a:cxn ang="0">
                    <a:pos x="connsiteX1" y="connsiteY1"/>
                  </a:cxn>
                  <a:cxn ang="0">
                    <a:pos x="connsiteX2" y="connsiteY2"/>
                  </a:cxn>
                  <a:cxn ang="0">
                    <a:pos x="connsiteX3" y="connsiteY3"/>
                  </a:cxn>
                </a:cxnLst>
                <a:rect l="l" t="t" r="r" b="b"/>
                <a:pathLst>
                  <a:path w="619510" h="398461">
                    <a:moveTo>
                      <a:pt x="44" y="59"/>
                    </a:moveTo>
                    <a:lnTo>
                      <a:pt x="619555" y="59"/>
                    </a:lnTo>
                    <a:lnTo>
                      <a:pt x="619555" y="398521"/>
                    </a:lnTo>
                    <a:lnTo>
                      <a:pt x="44" y="398521"/>
                    </a:lnTo>
                    <a:close/>
                  </a:path>
                </a:pathLst>
              </a:custGeom>
              <a:solidFill>
                <a:schemeClr val="bg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6" name="任意形状 175"/>
              <p:cNvSpPr/>
              <p:nvPr/>
            </p:nvSpPr>
            <p:spPr>
              <a:xfrm>
                <a:off x="10328822" y="3795746"/>
                <a:ext cx="165611" cy="93964"/>
              </a:xfrm>
              <a:custGeom>
                <a:avLst/>
                <a:gdLst>
                  <a:gd name="connsiteX0" fmla="*/ 22126 w 165611"/>
                  <a:gd name="connsiteY0" fmla="*/ 59 h 93964"/>
                  <a:gd name="connsiteX1" fmla="*/ 143574 w 165611"/>
                  <a:gd name="connsiteY1" fmla="*/ 59 h 93964"/>
                  <a:gd name="connsiteX2" fmla="*/ 165656 w 165611"/>
                  <a:gd name="connsiteY2" fmla="*/ 94023 h 93964"/>
                  <a:gd name="connsiteX3" fmla="*/ 44 w 165611"/>
                  <a:gd name="connsiteY3" fmla="*/ 94023 h 93964"/>
                </a:gdLst>
                <a:ahLst/>
                <a:cxnLst>
                  <a:cxn ang="0">
                    <a:pos x="connsiteX0" y="connsiteY0"/>
                  </a:cxn>
                  <a:cxn ang="0">
                    <a:pos x="connsiteX1" y="connsiteY1"/>
                  </a:cxn>
                  <a:cxn ang="0">
                    <a:pos x="connsiteX2" y="connsiteY2"/>
                  </a:cxn>
                  <a:cxn ang="0">
                    <a:pos x="connsiteX3" y="connsiteY3"/>
                  </a:cxn>
                </a:cxnLst>
                <a:rect l="l" t="t" r="r" b="b"/>
                <a:pathLst>
                  <a:path w="165611" h="93964">
                    <a:moveTo>
                      <a:pt x="22126" y="59"/>
                    </a:moveTo>
                    <a:lnTo>
                      <a:pt x="143574" y="59"/>
                    </a:lnTo>
                    <a:lnTo>
                      <a:pt x="165656" y="94023"/>
                    </a:lnTo>
                    <a:lnTo>
                      <a:pt x="44" y="94023"/>
                    </a:lnTo>
                    <a:close/>
                  </a:path>
                </a:pathLst>
              </a:custGeom>
              <a:no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7" name="任意形状 176"/>
              <p:cNvSpPr/>
              <p:nvPr/>
            </p:nvSpPr>
            <p:spPr>
              <a:xfrm>
                <a:off x="10237778" y="3887100"/>
                <a:ext cx="320734" cy="2610"/>
              </a:xfrm>
              <a:custGeom>
                <a:avLst/>
                <a:gdLst>
                  <a:gd name="connsiteX0" fmla="*/ 44 w 320734"/>
                  <a:gd name="connsiteY0" fmla="*/ 59 h 2610"/>
                  <a:gd name="connsiteX1" fmla="*/ 320778 w 320734"/>
                  <a:gd name="connsiteY1" fmla="*/ 2669 h 2610"/>
                </a:gdLst>
                <a:ahLst/>
                <a:cxnLst>
                  <a:cxn ang="0">
                    <a:pos x="connsiteX0" y="connsiteY0"/>
                  </a:cxn>
                  <a:cxn ang="0">
                    <a:pos x="connsiteX1" y="connsiteY1"/>
                  </a:cxn>
                </a:cxnLst>
                <a:rect l="l" t="t" r="r" b="b"/>
                <a:pathLst>
                  <a:path w="320734" h="2610">
                    <a:moveTo>
                      <a:pt x="44" y="59"/>
                    </a:moveTo>
                    <a:lnTo>
                      <a:pt x="320778" y="2669"/>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78" name="任意形状 177"/>
            <p:cNvSpPr/>
            <p:nvPr/>
          </p:nvSpPr>
          <p:spPr>
            <a:xfrm>
              <a:off x="10315772" y="3464346"/>
              <a:ext cx="5220" cy="161658"/>
            </a:xfrm>
            <a:custGeom>
              <a:avLst/>
              <a:gdLst>
                <a:gd name="connsiteX0" fmla="*/ 22 w 5220"/>
                <a:gd name="connsiteY0" fmla="*/ 161718 h 161658"/>
                <a:gd name="connsiteX1" fmla="*/ 22 w 5220"/>
                <a:gd name="connsiteY1" fmla="*/ 59 h 161658"/>
              </a:gdLst>
              <a:ahLst/>
              <a:cxnLst>
                <a:cxn ang="0">
                  <a:pos x="connsiteX0" y="connsiteY0"/>
                </a:cxn>
                <a:cxn ang="0">
                  <a:pos x="connsiteX1" y="connsiteY1"/>
                </a:cxn>
              </a:cxnLst>
              <a:rect l="l" t="t" r="r" b="b"/>
              <a:pathLst>
                <a:path w="5220" h="161658">
                  <a:moveTo>
                    <a:pt x="22" y="161718"/>
                  </a:moveTo>
                  <a:lnTo>
                    <a:pt x="22" y="59"/>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9" name="任意形状 178"/>
            <p:cNvSpPr/>
            <p:nvPr/>
          </p:nvSpPr>
          <p:spPr>
            <a:xfrm>
              <a:off x="10383635" y="3513854"/>
              <a:ext cx="5220" cy="109624"/>
            </a:xfrm>
            <a:custGeom>
              <a:avLst/>
              <a:gdLst>
                <a:gd name="connsiteX0" fmla="*/ 22 w 5220"/>
                <a:gd name="connsiteY0" fmla="*/ 109684 h 109624"/>
                <a:gd name="connsiteX1" fmla="*/ 22 w 5220"/>
                <a:gd name="connsiteY1" fmla="*/ 59 h 109624"/>
              </a:gdLst>
              <a:ahLst/>
              <a:cxnLst>
                <a:cxn ang="0">
                  <a:pos x="connsiteX0" y="connsiteY0"/>
                </a:cxn>
                <a:cxn ang="0">
                  <a:pos x="connsiteX1" y="connsiteY1"/>
                </a:cxn>
              </a:cxnLst>
              <a:rect l="l" t="t" r="r" b="b"/>
              <a:pathLst>
                <a:path w="5220" h="109624">
                  <a:moveTo>
                    <a:pt x="22" y="109684"/>
                  </a:moveTo>
                  <a:lnTo>
                    <a:pt x="22" y="59"/>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0" name="任意形状 179"/>
            <p:cNvSpPr/>
            <p:nvPr/>
          </p:nvSpPr>
          <p:spPr>
            <a:xfrm>
              <a:off x="10247909" y="3513854"/>
              <a:ext cx="5220" cy="109624"/>
            </a:xfrm>
            <a:custGeom>
              <a:avLst/>
              <a:gdLst>
                <a:gd name="connsiteX0" fmla="*/ 22 w 5220"/>
                <a:gd name="connsiteY0" fmla="*/ 109684 h 109624"/>
                <a:gd name="connsiteX1" fmla="*/ 22 w 5220"/>
                <a:gd name="connsiteY1" fmla="*/ 59 h 109624"/>
              </a:gdLst>
              <a:ahLst/>
              <a:cxnLst>
                <a:cxn ang="0">
                  <a:pos x="connsiteX0" y="connsiteY0"/>
                </a:cxn>
                <a:cxn ang="0">
                  <a:pos x="connsiteX1" y="connsiteY1"/>
                </a:cxn>
              </a:cxnLst>
              <a:rect l="l" t="t" r="r" b="b"/>
              <a:pathLst>
                <a:path w="5220" h="109624">
                  <a:moveTo>
                    <a:pt x="22" y="109684"/>
                  </a:moveTo>
                  <a:lnTo>
                    <a:pt x="22" y="59"/>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1" name="任意形状 180"/>
            <p:cNvSpPr/>
            <p:nvPr/>
          </p:nvSpPr>
          <p:spPr>
            <a:xfrm>
              <a:off x="10456718" y="3464346"/>
              <a:ext cx="5220" cy="161658"/>
            </a:xfrm>
            <a:custGeom>
              <a:avLst/>
              <a:gdLst>
                <a:gd name="connsiteX0" fmla="*/ 22 w 5220"/>
                <a:gd name="connsiteY0" fmla="*/ 161718 h 161658"/>
                <a:gd name="connsiteX1" fmla="*/ 22 w 5220"/>
                <a:gd name="connsiteY1" fmla="*/ 59 h 161658"/>
              </a:gdLst>
              <a:ahLst/>
              <a:cxnLst>
                <a:cxn ang="0">
                  <a:pos x="connsiteX0" y="connsiteY0"/>
                </a:cxn>
                <a:cxn ang="0">
                  <a:pos x="connsiteX1" y="connsiteY1"/>
                </a:cxn>
              </a:cxnLst>
              <a:rect l="l" t="t" r="r" b="b"/>
              <a:pathLst>
                <a:path w="5220" h="161658">
                  <a:moveTo>
                    <a:pt x="22" y="161718"/>
                  </a:moveTo>
                  <a:lnTo>
                    <a:pt x="22" y="59"/>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82" name="图片 69" descr="icon-15"/>
            <p:cNvGrpSpPr/>
            <p:nvPr/>
          </p:nvGrpSpPr>
          <p:grpSpPr>
            <a:xfrm>
              <a:off x="10521971" y="3367688"/>
              <a:ext cx="422838" cy="261011"/>
              <a:chOff x="10521971" y="3367688"/>
              <a:chExt cx="422838" cy="261011"/>
            </a:xfrm>
          </p:grpSpPr>
          <p:sp>
            <p:nvSpPr>
              <p:cNvPr id="183" name="圆角矩形 182"/>
              <p:cNvSpPr/>
              <p:nvPr/>
            </p:nvSpPr>
            <p:spPr>
              <a:xfrm>
                <a:off x="10521971" y="3367688"/>
                <a:ext cx="422838" cy="261011"/>
              </a:xfrm>
              <a:prstGeom prst="roundRect">
                <a:avLst>
                  <a:gd name="adj" fmla="val 9369"/>
                </a:avLst>
              </a:prstGeom>
              <a:solidFill>
                <a:schemeClr val="bg1"/>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84" name="图片 69" descr="icon-15"/>
              <p:cNvGrpSpPr/>
              <p:nvPr/>
            </p:nvGrpSpPr>
            <p:grpSpPr>
              <a:xfrm>
                <a:off x="10570995" y="3422318"/>
                <a:ext cx="310392" cy="151750"/>
                <a:chOff x="10570995" y="3422318"/>
                <a:chExt cx="310392" cy="151750"/>
              </a:xfrm>
            </p:grpSpPr>
            <p:grpSp>
              <p:nvGrpSpPr>
                <p:cNvPr id="185" name="图片 69" descr="icon-15"/>
                <p:cNvGrpSpPr/>
                <p:nvPr/>
              </p:nvGrpSpPr>
              <p:grpSpPr>
                <a:xfrm>
                  <a:off x="10600968" y="3422318"/>
                  <a:ext cx="82413" cy="83463"/>
                  <a:chOff x="10600968" y="3422318"/>
                  <a:chExt cx="82413" cy="83463"/>
                </a:xfrm>
              </p:grpSpPr>
              <p:sp>
                <p:nvSpPr>
                  <p:cNvPr id="186" name="任意形状 185"/>
                  <p:cNvSpPr/>
                  <p:nvPr/>
                </p:nvSpPr>
                <p:spPr>
                  <a:xfrm>
                    <a:off x="10600968" y="3422318"/>
                    <a:ext cx="82413" cy="83463"/>
                  </a:xfrm>
                  <a:custGeom>
                    <a:avLst/>
                    <a:gdLst>
                      <a:gd name="connsiteX0" fmla="*/ 82559 w 82413"/>
                      <a:gd name="connsiteY0" fmla="*/ 41821 h 83463"/>
                      <a:gd name="connsiteX1" fmla="*/ 41352 w 82413"/>
                      <a:gd name="connsiteY1" fmla="*/ 83553 h 83463"/>
                      <a:gd name="connsiteX2" fmla="*/ 145 w 82413"/>
                      <a:gd name="connsiteY2" fmla="*/ 41821 h 83463"/>
                      <a:gd name="connsiteX3" fmla="*/ 41352 w 82413"/>
                      <a:gd name="connsiteY3" fmla="*/ 89 h 83463"/>
                      <a:gd name="connsiteX4" fmla="*/ 82559 w 82413"/>
                      <a:gd name="connsiteY4" fmla="*/ 41821 h 83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3" h="83463">
                        <a:moveTo>
                          <a:pt x="82559" y="41821"/>
                        </a:moveTo>
                        <a:cubicBezTo>
                          <a:pt x="82559" y="64869"/>
                          <a:pt x="64110" y="83553"/>
                          <a:pt x="41352" y="83553"/>
                        </a:cubicBezTo>
                        <a:cubicBezTo>
                          <a:pt x="18594" y="83553"/>
                          <a:pt x="145" y="64869"/>
                          <a:pt x="145" y="41821"/>
                        </a:cubicBezTo>
                        <a:cubicBezTo>
                          <a:pt x="145" y="18773"/>
                          <a:pt x="18594" y="89"/>
                          <a:pt x="41352" y="89"/>
                        </a:cubicBezTo>
                        <a:cubicBezTo>
                          <a:pt x="64110" y="89"/>
                          <a:pt x="82559" y="18773"/>
                          <a:pt x="82559" y="41821"/>
                        </a:cubicBezTo>
                        <a:close/>
                      </a:path>
                    </a:pathLst>
                  </a:custGeom>
                  <a:solidFill>
                    <a:srgbClr val="000000"/>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7" name="任意形状 186"/>
                  <p:cNvSpPr/>
                  <p:nvPr/>
                </p:nvSpPr>
                <p:spPr>
                  <a:xfrm>
                    <a:off x="10606188" y="3427538"/>
                    <a:ext cx="71973" cy="73022"/>
                  </a:xfrm>
                  <a:custGeom>
                    <a:avLst/>
                    <a:gdLst>
                      <a:gd name="connsiteX0" fmla="*/ 72119 w 71973"/>
                      <a:gd name="connsiteY0" fmla="*/ 36601 h 73022"/>
                      <a:gd name="connsiteX1" fmla="*/ 36132 w 71973"/>
                      <a:gd name="connsiteY1" fmla="*/ 73112 h 73022"/>
                      <a:gd name="connsiteX2" fmla="*/ 145 w 71973"/>
                      <a:gd name="connsiteY2" fmla="*/ 36601 h 73022"/>
                      <a:gd name="connsiteX3" fmla="*/ 36132 w 71973"/>
                      <a:gd name="connsiteY3" fmla="*/ 89 h 73022"/>
                      <a:gd name="connsiteX4" fmla="*/ 72119 w 71973"/>
                      <a:gd name="connsiteY4" fmla="*/ 36601 h 73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3" h="73022">
                        <a:moveTo>
                          <a:pt x="72119" y="36601"/>
                        </a:moveTo>
                        <a:cubicBezTo>
                          <a:pt x="72119" y="56765"/>
                          <a:pt x="56007" y="73112"/>
                          <a:pt x="36132" y="73112"/>
                        </a:cubicBezTo>
                        <a:cubicBezTo>
                          <a:pt x="16257" y="73112"/>
                          <a:pt x="145" y="56765"/>
                          <a:pt x="145" y="36601"/>
                        </a:cubicBezTo>
                        <a:cubicBezTo>
                          <a:pt x="145" y="16436"/>
                          <a:pt x="16257" y="89"/>
                          <a:pt x="36132" y="89"/>
                        </a:cubicBezTo>
                        <a:cubicBezTo>
                          <a:pt x="56007" y="89"/>
                          <a:pt x="72119" y="16436"/>
                          <a:pt x="72119" y="36601"/>
                        </a:cubicBezTo>
                        <a:close/>
                      </a:path>
                    </a:pathLst>
                  </a:custGeom>
                  <a:solidFill>
                    <a:schemeClr val="accent1">
                      <a:lumMod val="40000"/>
                      <a:lumOff val="60000"/>
                    </a:schemeClr>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88" name="图片 69" descr="icon-15"/>
                <p:cNvGrpSpPr/>
                <p:nvPr/>
              </p:nvGrpSpPr>
              <p:grpSpPr>
                <a:xfrm>
                  <a:off x="10570995" y="3504696"/>
                  <a:ext cx="137000" cy="69372"/>
                  <a:chOff x="10570995" y="3504696"/>
                  <a:chExt cx="137000" cy="69372"/>
                </a:xfrm>
              </p:grpSpPr>
              <p:sp>
                <p:nvSpPr>
                  <p:cNvPr id="189" name="任意形状 188"/>
                  <p:cNvSpPr/>
                  <p:nvPr/>
                </p:nvSpPr>
                <p:spPr>
                  <a:xfrm>
                    <a:off x="10570995" y="3504696"/>
                    <a:ext cx="137000" cy="69372"/>
                  </a:xfrm>
                  <a:custGeom>
                    <a:avLst/>
                    <a:gdLst>
                      <a:gd name="connsiteX0" fmla="*/ 68646 w 137000"/>
                      <a:gd name="connsiteY0" fmla="*/ 89 h 69372"/>
                      <a:gd name="connsiteX1" fmla="*/ 137146 w 137000"/>
                      <a:gd name="connsiteY1" fmla="*/ 69462 h 69372"/>
                      <a:gd name="connsiteX2" fmla="*/ 137146 w 137000"/>
                      <a:gd name="connsiteY2" fmla="*/ 69462 h 69372"/>
                      <a:gd name="connsiteX3" fmla="*/ 145 w 137000"/>
                      <a:gd name="connsiteY3" fmla="*/ 69462 h 69372"/>
                      <a:gd name="connsiteX4" fmla="*/ 68646 w 137000"/>
                      <a:gd name="connsiteY4" fmla="*/ 89 h 69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00" h="69372">
                        <a:moveTo>
                          <a:pt x="68646" y="89"/>
                        </a:moveTo>
                        <a:cubicBezTo>
                          <a:pt x="106477" y="89"/>
                          <a:pt x="137146" y="31149"/>
                          <a:pt x="137146" y="69462"/>
                        </a:cubicBezTo>
                        <a:lnTo>
                          <a:pt x="137146" y="69462"/>
                        </a:lnTo>
                        <a:lnTo>
                          <a:pt x="145" y="69462"/>
                        </a:lnTo>
                        <a:cubicBezTo>
                          <a:pt x="145" y="31149"/>
                          <a:pt x="30814" y="89"/>
                          <a:pt x="68646" y="89"/>
                        </a:cubicBezTo>
                        <a:close/>
                      </a:path>
                    </a:pathLst>
                  </a:custGeom>
                  <a:solidFill>
                    <a:srgbClr val="000000"/>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0" name="任意形状 189"/>
                  <p:cNvSpPr/>
                  <p:nvPr/>
                </p:nvSpPr>
                <p:spPr>
                  <a:xfrm>
                    <a:off x="10576427" y="3509916"/>
                    <a:ext cx="125998" cy="58866"/>
                  </a:xfrm>
                  <a:custGeom>
                    <a:avLst/>
                    <a:gdLst>
                      <a:gd name="connsiteX0" fmla="*/ 63214 w 125998"/>
                      <a:gd name="connsiteY0" fmla="*/ 89 h 58866"/>
                      <a:gd name="connsiteX1" fmla="*/ 107401 w 125998"/>
                      <a:gd name="connsiteY1" fmla="*/ 18320 h 58866"/>
                      <a:gd name="connsiteX2" fmla="*/ 126144 w 125998"/>
                      <a:gd name="connsiteY2" fmla="*/ 57450 h 58866"/>
                      <a:gd name="connsiteX3" fmla="*/ 126144 w 125998"/>
                      <a:gd name="connsiteY3" fmla="*/ 57450 h 58866"/>
                      <a:gd name="connsiteX4" fmla="*/ 145 w 125998"/>
                      <a:gd name="connsiteY4" fmla="*/ 58956 h 58866"/>
                      <a:gd name="connsiteX5" fmla="*/ 18491 w 125998"/>
                      <a:gd name="connsiteY5" fmla="*/ 18856 h 58866"/>
                      <a:gd name="connsiteX6" fmla="*/ 63214 w 125998"/>
                      <a:gd name="connsiteY6" fmla="*/ 89 h 58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998" h="58866">
                        <a:moveTo>
                          <a:pt x="63214" y="89"/>
                        </a:moveTo>
                        <a:cubicBezTo>
                          <a:pt x="80410" y="89"/>
                          <a:pt x="96001" y="7044"/>
                          <a:pt x="107401" y="18320"/>
                        </a:cubicBezTo>
                        <a:cubicBezTo>
                          <a:pt x="117683" y="28489"/>
                          <a:pt x="124558" y="42172"/>
                          <a:pt x="126144" y="57450"/>
                        </a:cubicBezTo>
                        <a:lnTo>
                          <a:pt x="126144" y="57450"/>
                        </a:lnTo>
                        <a:lnTo>
                          <a:pt x="145" y="58956"/>
                        </a:lnTo>
                        <a:cubicBezTo>
                          <a:pt x="1401" y="43341"/>
                          <a:pt x="8174" y="29305"/>
                          <a:pt x="18491" y="18856"/>
                        </a:cubicBezTo>
                        <a:cubicBezTo>
                          <a:pt x="29937" y="7265"/>
                          <a:pt x="45747" y="89"/>
                          <a:pt x="63214" y="89"/>
                        </a:cubicBezTo>
                        <a:close/>
                      </a:path>
                    </a:pathLst>
                  </a:custGeom>
                  <a:solidFill>
                    <a:schemeClr val="accent1">
                      <a:lumMod val="40000"/>
                      <a:lumOff val="60000"/>
                    </a:schemeClr>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1" name="图片 69" descr="icon-15"/>
                <p:cNvGrpSpPr/>
                <p:nvPr/>
              </p:nvGrpSpPr>
              <p:grpSpPr>
                <a:xfrm>
                  <a:off x="10748668" y="3446163"/>
                  <a:ext cx="132719" cy="5220"/>
                  <a:chOff x="10748668" y="3446163"/>
                  <a:chExt cx="132719" cy="5220"/>
                </a:xfrm>
              </p:grpSpPr>
              <p:sp>
                <p:nvSpPr>
                  <p:cNvPr id="192" name="任意形状 191"/>
                  <p:cNvSpPr/>
                  <p:nvPr/>
                </p:nvSpPr>
                <p:spPr>
                  <a:xfrm>
                    <a:off x="10748668" y="3446163"/>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solidFill>
                    <a:srgbClr val="000000"/>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3" name="任意形状 192"/>
                  <p:cNvSpPr/>
                  <p:nvPr/>
                </p:nvSpPr>
                <p:spPr>
                  <a:xfrm>
                    <a:off x="10748668" y="3446163"/>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no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4" name="图片 69" descr="icon-15"/>
                <p:cNvGrpSpPr/>
                <p:nvPr/>
              </p:nvGrpSpPr>
              <p:grpSpPr>
                <a:xfrm>
                  <a:off x="10748668" y="3498193"/>
                  <a:ext cx="132719" cy="5220"/>
                  <a:chOff x="10748668" y="3498193"/>
                  <a:chExt cx="132719" cy="5220"/>
                </a:xfrm>
              </p:grpSpPr>
              <p:sp>
                <p:nvSpPr>
                  <p:cNvPr id="195" name="任意形状 194"/>
                  <p:cNvSpPr/>
                  <p:nvPr/>
                </p:nvSpPr>
                <p:spPr>
                  <a:xfrm>
                    <a:off x="10748668" y="3498193"/>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solidFill>
                    <a:srgbClr val="000000"/>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6" name="任意形状 195"/>
                  <p:cNvSpPr/>
                  <p:nvPr/>
                </p:nvSpPr>
                <p:spPr>
                  <a:xfrm>
                    <a:off x="10748668" y="3498193"/>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no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7" name="图片 69" descr="icon-15"/>
                <p:cNvGrpSpPr/>
                <p:nvPr/>
              </p:nvGrpSpPr>
              <p:grpSpPr>
                <a:xfrm>
                  <a:off x="10748668" y="3550222"/>
                  <a:ext cx="132719" cy="5220"/>
                  <a:chOff x="10748668" y="3550222"/>
                  <a:chExt cx="132719" cy="5220"/>
                </a:xfrm>
              </p:grpSpPr>
              <p:sp>
                <p:nvSpPr>
                  <p:cNvPr id="198" name="任意形状 197"/>
                  <p:cNvSpPr/>
                  <p:nvPr/>
                </p:nvSpPr>
                <p:spPr>
                  <a:xfrm>
                    <a:off x="10748668" y="3550222"/>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solidFill>
                    <a:srgbClr val="000000"/>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9" name="任意形状 198"/>
                  <p:cNvSpPr/>
                  <p:nvPr/>
                </p:nvSpPr>
                <p:spPr>
                  <a:xfrm>
                    <a:off x="10748668" y="3550222"/>
                    <a:ext cx="132719" cy="5220"/>
                  </a:xfrm>
                  <a:custGeom>
                    <a:avLst/>
                    <a:gdLst>
                      <a:gd name="connsiteX0" fmla="*/ 145 w 132719"/>
                      <a:gd name="connsiteY0" fmla="*/ 89 h 5220"/>
                      <a:gd name="connsiteX1" fmla="*/ 132865 w 132719"/>
                      <a:gd name="connsiteY1" fmla="*/ 89 h 5220"/>
                    </a:gdLst>
                    <a:ahLst/>
                    <a:cxnLst>
                      <a:cxn ang="0">
                        <a:pos x="connsiteX0" y="connsiteY0"/>
                      </a:cxn>
                      <a:cxn ang="0">
                        <a:pos x="connsiteX1" y="connsiteY1"/>
                      </a:cxn>
                    </a:cxnLst>
                    <a:rect l="l" t="t" r="r" b="b"/>
                    <a:pathLst>
                      <a:path w="132719" h="5220">
                        <a:moveTo>
                          <a:pt x="145" y="89"/>
                        </a:moveTo>
                        <a:lnTo>
                          <a:pt x="132865" y="89"/>
                        </a:lnTo>
                      </a:path>
                    </a:pathLst>
                  </a:custGeom>
                  <a:no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200" name="图片 69" descr="icon-15"/>
            <p:cNvGrpSpPr/>
            <p:nvPr/>
          </p:nvGrpSpPr>
          <p:grpSpPr>
            <a:xfrm>
              <a:off x="9926865" y="3268503"/>
              <a:ext cx="67862" cy="206079"/>
              <a:chOff x="9926865" y="3268503"/>
              <a:chExt cx="67862" cy="206079"/>
            </a:xfrm>
            <a:solidFill>
              <a:srgbClr val="F0F3F8"/>
            </a:solidFill>
          </p:grpSpPr>
          <p:sp>
            <p:nvSpPr>
              <p:cNvPr id="201" name="任意形状 200"/>
              <p:cNvSpPr/>
              <p:nvPr/>
            </p:nvSpPr>
            <p:spPr>
              <a:xfrm>
                <a:off x="9926865" y="3268503"/>
                <a:ext cx="67862" cy="67555"/>
              </a:xfrm>
              <a:custGeom>
                <a:avLst/>
                <a:gdLst>
                  <a:gd name="connsiteX0" fmla="*/ 67885 w 67862"/>
                  <a:gd name="connsiteY0" fmla="*/ 33838 h 67555"/>
                  <a:gd name="connsiteX1" fmla="*/ 33953 w 67862"/>
                  <a:gd name="connsiteY1" fmla="*/ 67616 h 67555"/>
                  <a:gd name="connsiteX2" fmla="*/ 22 w 67862"/>
                  <a:gd name="connsiteY2" fmla="*/ 33838 h 67555"/>
                  <a:gd name="connsiteX3" fmla="*/ 33953 w 67862"/>
                  <a:gd name="connsiteY3" fmla="*/ 60 h 67555"/>
                  <a:gd name="connsiteX4" fmla="*/ 67885 w 67862"/>
                  <a:gd name="connsiteY4" fmla="*/ 33838 h 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62" h="67555">
                    <a:moveTo>
                      <a:pt x="67885" y="33838"/>
                    </a:moveTo>
                    <a:cubicBezTo>
                      <a:pt x="67885" y="52493"/>
                      <a:pt x="52693" y="67616"/>
                      <a:pt x="33953" y="67616"/>
                    </a:cubicBezTo>
                    <a:cubicBezTo>
                      <a:pt x="15214" y="67616"/>
                      <a:pt x="22" y="52493"/>
                      <a:pt x="22" y="33838"/>
                    </a:cubicBezTo>
                    <a:cubicBezTo>
                      <a:pt x="22" y="15183"/>
                      <a:pt x="15214" y="60"/>
                      <a:pt x="33953" y="60"/>
                    </a:cubicBezTo>
                    <a:cubicBezTo>
                      <a:pt x="52693" y="60"/>
                      <a:pt x="67885" y="15183"/>
                      <a:pt x="67885" y="33838"/>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2" name="任意形状 201"/>
              <p:cNvSpPr/>
              <p:nvPr/>
            </p:nvSpPr>
            <p:spPr>
              <a:xfrm>
                <a:off x="9960796" y="3332647"/>
                <a:ext cx="5220" cy="141935"/>
              </a:xfrm>
              <a:custGeom>
                <a:avLst/>
                <a:gdLst>
                  <a:gd name="connsiteX0" fmla="*/ 22 w 5220"/>
                  <a:gd name="connsiteY0" fmla="*/ 60 h 141935"/>
                  <a:gd name="connsiteX1" fmla="*/ 22 w 5220"/>
                  <a:gd name="connsiteY1" fmla="*/ 141996 h 141935"/>
                </a:gdLst>
                <a:ahLst/>
                <a:cxnLst>
                  <a:cxn ang="0">
                    <a:pos x="connsiteX0" y="connsiteY0"/>
                  </a:cxn>
                  <a:cxn ang="0">
                    <a:pos x="connsiteX1" y="connsiteY1"/>
                  </a:cxn>
                </a:cxnLst>
                <a:rect l="l" t="t" r="r" b="b"/>
                <a:pathLst>
                  <a:path w="5220" h="141935">
                    <a:moveTo>
                      <a:pt x="22" y="60"/>
                    </a:moveTo>
                    <a:lnTo>
                      <a:pt x="22" y="141996"/>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03" name="图片 69" descr="icon-15"/>
            <p:cNvGrpSpPr/>
            <p:nvPr/>
          </p:nvGrpSpPr>
          <p:grpSpPr>
            <a:xfrm>
              <a:off x="10819524" y="3678411"/>
              <a:ext cx="67862" cy="206079"/>
              <a:chOff x="10819524" y="3678411"/>
              <a:chExt cx="67862" cy="206079"/>
            </a:xfrm>
            <a:solidFill>
              <a:srgbClr val="F0F3F8"/>
            </a:solidFill>
          </p:grpSpPr>
          <p:sp>
            <p:nvSpPr>
              <p:cNvPr id="204" name="任意形状 203"/>
              <p:cNvSpPr/>
              <p:nvPr/>
            </p:nvSpPr>
            <p:spPr>
              <a:xfrm flipV="1">
                <a:off x="10819524" y="3816934"/>
                <a:ext cx="67862" cy="67555"/>
              </a:xfrm>
              <a:custGeom>
                <a:avLst/>
                <a:gdLst>
                  <a:gd name="connsiteX0" fmla="*/ 68056 w 67862"/>
                  <a:gd name="connsiteY0" fmla="*/ 33943 h 67555"/>
                  <a:gd name="connsiteX1" fmla="*/ 34124 w 67862"/>
                  <a:gd name="connsiteY1" fmla="*/ 67721 h 67555"/>
                  <a:gd name="connsiteX2" fmla="*/ 193 w 67862"/>
                  <a:gd name="connsiteY2" fmla="*/ 33943 h 67555"/>
                  <a:gd name="connsiteX3" fmla="*/ 34124 w 67862"/>
                  <a:gd name="connsiteY3" fmla="*/ 165 h 67555"/>
                  <a:gd name="connsiteX4" fmla="*/ 68056 w 67862"/>
                  <a:gd name="connsiteY4" fmla="*/ 33943 h 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62" h="67555">
                    <a:moveTo>
                      <a:pt x="68056" y="33943"/>
                    </a:moveTo>
                    <a:cubicBezTo>
                      <a:pt x="68056" y="52598"/>
                      <a:pt x="52864" y="67721"/>
                      <a:pt x="34124" y="67721"/>
                    </a:cubicBezTo>
                    <a:cubicBezTo>
                      <a:pt x="15385" y="67721"/>
                      <a:pt x="193" y="52598"/>
                      <a:pt x="193" y="33943"/>
                    </a:cubicBezTo>
                    <a:cubicBezTo>
                      <a:pt x="193" y="15288"/>
                      <a:pt x="15385" y="165"/>
                      <a:pt x="34124" y="165"/>
                    </a:cubicBezTo>
                    <a:cubicBezTo>
                      <a:pt x="52864" y="165"/>
                      <a:pt x="68056" y="15288"/>
                      <a:pt x="68056" y="33943"/>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5" name="任意形状 204"/>
              <p:cNvSpPr/>
              <p:nvPr/>
            </p:nvSpPr>
            <p:spPr>
              <a:xfrm flipV="1">
                <a:off x="10853455" y="3678411"/>
                <a:ext cx="5220" cy="141935"/>
              </a:xfrm>
              <a:custGeom>
                <a:avLst/>
                <a:gdLst>
                  <a:gd name="connsiteX0" fmla="*/ 193 w 5220"/>
                  <a:gd name="connsiteY0" fmla="*/ 126 h 141935"/>
                  <a:gd name="connsiteX1" fmla="*/ 193 w 5220"/>
                  <a:gd name="connsiteY1" fmla="*/ 142062 h 141935"/>
                </a:gdLst>
                <a:ahLst/>
                <a:cxnLst>
                  <a:cxn ang="0">
                    <a:pos x="connsiteX0" y="connsiteY0"/>
                  </a:cxn>
                  <a:cxn ang="0">
                    <a:pos x="connsiteX1" y="connsiteY1"/>
                  </a:cxn>
                </a:cxnLst>
                <a:rect l="l" t="t" r="r" b="b"/>
                <a:pathLst>
                  <a:path w="5220" h="141935">
                    <a:moveTo>
                      <a:pt x="193" y="126"/>
                    </a:moveTo>
                    <a:lnTo>
                      <a:pt x="193" y="142062"/>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6" name="图片 71" descr="icon-17"/>
          <p:cNvGrpSpPr/>
          <p:nvPr/>
        </p:nvGrpSpPr>
        <p:grpSpPr>
          <a:xfrm>
            <a:off x="7975517" y="3231962"/>
            <a:ext cx="1108782" cy="699510"/>
            <a:chOff x="7975517" y="3231962"/>
            <a:chExt cx="1108782" cy="699510"/>
          </a:xfrm>
        </p:grpSpPr>
        <p:sp>
          <p:nvSpPr>
            <p:cNvPr id="7" name="任意形状 6"/>
            <p:cNvSpPr/>
            <p:nvPr/>
          </p:nvSpPr>
          <p:spPr>
            <a:xfrm>
              <a:off x="7975517" y="3237182"/>
              <a:ext cx="574225" cy="574225"/>
            </a:xfrm>
            <a:custGeom>
              <a:avLst/>
              <a:gdLst>
                <a:gd name="connsiteX0" fmla="*/ 574238 w 574225"/>
                <a:gd name="connsiteY0" fmla="*/ 287166 h 574225"/>
                <a:gd name="connsiteX1" fmla="*/ 287126 w 574225"/>
                <a:gd name="connsiteY1" fmla="*/ 574278 h 574225"/>
                <a:gd name="connsiteX2" fmla="*/ 13 w 574225"/>
                <a:gd name="connsiteY2" fmla="*/ 287166 h 574225"/>
                <a:gd name="connsiteX3" fmla="*/ 287126 w 574225"/>
                <a:gd name="connsiteY3" fmla="*/ 53 h 574225"/>
                <a:gd name="connsiteX4" fmla="*/ 574238 w 574225"/>
                <a:gd name="connsiteY4" fmla="*/ 287166 h 574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225" h="574225">
                  <a:moveTo>
                    <a:pt x="574238" y="287166"/>
                  </a:moveTo>
                  <a:cubicBezTo>
                    <a:pt x="574238" y="445734"/>
                    <a:pt x="445694" y="574278"/>
                    <a:pt x="287126" y="574278"/>
                  </a:cubicBezTo>
                  <a:cubicBezTo>
                    <a:pt x="128558" y="574278"/>
                    <a:pt x="13" y="445734"/>
                    <a:pt x="13" y="287166"/>
                  </a:cubicBezTo>
                  <a:cubicBezTo>
                    <a:pt x="13" y="128598"/>
                    <a:pt x="128558" y="53"/>
                    <a:pt x="287126" y="53"/>
                  </a:cubicBezTo>
                  <a:cubicBezTo>
                    <a:pt x="445694" y="53"/>
                    <a:pt x="574238" y="128598"/>
                    <a:pt x="574238" y="287166"/>
                  </a:cubicBezTo>
                  <a:close/>
                </a:path>
              </a:pathLst>
            </a:custGeom>
            <a:solidFill>
              <a:schemeClr val="bg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 name="任意形状 7"/>
            <p:cNvSpPr/>
            <p:nvPr/>
          </p:nvSpPr>
          <p:spPr>
            <a:xfrm>
              <a:off x="8398356" y="3237182"/>
              <a:ext cx="381076" cy="683850"/>
            </a:xfrm>
            <a:custGeom>
              <a:avLst/>
              <a:gdLst>
                <a:gd name="connsiteX0" fmla="*/ 13 w 381076"/>
                <a:gd name="connsiteY0" fmla="*/ 299659 h 683850"/>
                <a:gd name="connsiteX1" fmla="*/ 13 w 381076"/>
                <a:gd name="connsiteY1" fmla="*/ 82073 h 683850"/>
                <a:gd name="connsiteX2" fmla="*/ 193442 w 381076"/>
                <a:gd name="connsiteY2" fmla="*/ 53 h 683850"/>
                <a:gd name="connsiteX3" fmla="*/ 381090 w 381076"/>
                <a:gd name="connsiteY3" fmla="*/ 93758 h 683850"/>
                <a:gd name="connsiteX4" fmla="*/ 381090 w 381076"/>
                <a:gd name="connsiteY4" fmla="*/ 683903 h 68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76" h="683850">
                  <a:moveTo>
                    <a:pt x="13" y="299659"/>
                  </a:moveTo>
                  <a:lnTo>
                    <a:pt x="13" y="82073"/>
                  </a:lnTo>
                  <a:lnTo>
                    <a:pt x="193442" y="53"/>
                  </a:lnTo>
                  <a:lnTo>
                    <a:pt x="381090" y="93758"/>
                  </a:lnTo>
                  <a:lnTo>
                    <a:pt x="381090" y="683903"/>
                  </a:lnTo>
                </a:path>
              </a:pathLst>
            </a:custGeom>
            <a:solidFill>
              <a:srgbClr val="FFFFFF"/>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 name="任意形状 8"/>
            <p:cNvSpPr/>
            <p:nvPr/>
          </p:nvSpPr>
          <p:spPr>
            <a:xfrm>
              <a:off x="8116464" y="3513854"/>
              <a:ext cx="401957" cy="417618"/>
            </a:xfrm>
            <a:custGeom>
              <a:avLst/>
              <a:gdLst>
                <a:gd name="connsiteX0" fmla="*/ 13 w 401957"/>
                <a:gd name="connsiteY0" fmla="*/ 413365 h 417618"/>
                <a:gd name="connsiteX1" fmla="*/ 13 w 401957"/>
                <a:gd name="connsiteY1" fmla="*/ 67896 h 417618"/>
                <a:gd name="connsiteX2" fmla="*/ 205143 w 401957"/>
                <a:gd name="connsiteY2" fmla="*/ 53 h 417618"/>
                <a:gd name="connsiteX3" fmla="*/ 401971 w 401957"/>
                <a:gd name="connsiteY3" fmla="*/ 78875 h 417618"/>
                <a:gd name="connsiteX4" fmla="*/ 401971 w 401957"/>
                <a:gd name="connsiteY4" fmla="*/ 417671 h 417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57" h="417618">
                  <a:moveTo>
                    <a:pt x="13" y="413365"/>
                  </a:moveTo>
                  <a:lnTo>
                    <a:pt x="13" y="67896"/>
                  </a:lnTo>
                  <a:lnTo>
                    <a:pt x="205143" y="53"/>
                  </a:lnTo>
                  <a:lnTo>
                    <a:pt x="401971" y="78875"/>
                  </a:lnTo>
                  <a:lnTo>
                    <a:pt x="401971" y="417671"/>
                  </a:lnTo>
                </a:path>
              </a:pathLst>
            </a:custGeom>
            <a:solidFill>
              <a:srgbClr val="FFFFFF"/>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任意形状 9"/>
            <p:cNvSpPr/>
            <p:nvPr/>
          </p:nvSpPr>
          <p:spPr>
            <a:xfrm>
              <a:off x="8322663" y="3513854"/>
              <a:ext cx="5220" cy="407177"/>
            </a:xfrm>
            <a:custGeom>
              <a:avLst/>
              <a:gdLst>
                <a:gd name="connsiteX0" fmla="*/ 13 w 5220"/>
                <a:gd name="connsiteY0" fmla="*/ 53 h 407177"/>
                <a:gd name="connsiteX1" fmla="*/ 13 w 5220"/>
                <a:gd name="connsiteY1" fmla="*/ 407231 h 407177"/>
              </a:gdLst>
              <a:ahLst/>
              <a:cxnLst>
                <a:cxn ang="0">
                  <a:pos x="connsiteX0" y="connsiteY0"/>
                </a:cxn>
                <a:cxn ang="0">
                  <a:pos x="connsiteX1" y="connsiteY1"/>
                </a:cxn>
              </a:cxnLst>
              <a:rect l="l" t="t" r="r" b="b"/>
              <a:pathLst>
                <a:path w="5220" h="407177">
                  <a:moveTo>
                    <a:pt x="13" y="53"/>
                  </a:moveTo>
                  <a:lnTo>
                    <a:pt x="13" y="407231"/>
                  </a:lnTo>
                </a:path>
              </a:pathLst>
            </a:custGeom>
            <a:ln w="10398"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 name="任意形状 16"/>
            <p:cNvSpPr/>
            <p:nvPr/>
          </p:nvSpPr>
          <p:spPr>
            <a:xfrm>
              <a:off x="8594115" y="3231962"/>
              <a:ext cx="5220" cy="689070"/>
            </a:xfrm>
            <a:custGeom>
              <a:avLst/>
              <a:gdLst>
                <a:gd name="connsiteX0" fmla="*/ 13 w 5220"/>
                <a:gd name="connsiteY0" fmla="*/ 53 h 689070"/>
                <a:gd name="connsiteX1" fmla="*/ 13 w 5220"/>
                <a:gd name="connsiteY1" fmla="*/ 689123 h 689070"/>
              </a:gdLst>
              <a:ahLst/>
              <a:cxnLst>
                <a:cxn ang="0">
                  <a:pos x="connsiteX0" y="connsiteY0"/>
                </a:cxn>
                <a:cxn ang="0">
                  <a:pos x="connsiteX1" y="connsiteY1"/>
                </a:cxn>
              </a:cxnLst>
              <a:rect l="l" t="t" r="r" b="b"/>
              <a:pathLst>
                <a:path w="5220" h="689070">
                  <a:moveTo>
                    <a:pt x="13" y="53"/>
                  </a:moveTo>
                  <a:lnTo>
                    <a:pt x="13" y="689123"/>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 name="任意形状 18"/>
            <p:cNvSpPr/>
            <p:nvPr/>
          </p:nvSpPr>
          <p:spPr>
            <a:xfrm>
              <a:off x="8443018" y="3344523"/>
              <a:ext cx="98604" cy="41109"/>
            </a:xfrm>
            <a:custGeom>
              <a:avLst/>
              <a:gdLst>
                <a:gd name="connsiteX0" fmla="*/ 13 w 98604"/>
                <a:gd name="connsiteY0" fmla="*/ 41162 h 41109"/>
                <a:gd name="connsiteX1" fmla="*/ 98617 w 98604"/>
                <a:gd name="connsiteY1" fmla="*/ 53 h 41109"/>
              </a:gdLst>
              <a:ahLst/>
              <a:cxnLst>
                <a:cxn ang="0">
                  <a:pos x="connsiteX0" y="connsiteY0"/>
                </a:cxn>
                <a:cxn ang="0">
                  <a:pos x="connsiteX1" y="connsiteY1"/>
                </a:cxn>
              </a:cxnLst>
              <a:rect l="l" t="t" r="r" b="b"/>
              <a:pathLst>
                <a:path w="98604" h="41109">
                  <a:moveTo>
                    <a:pt x="13" y="41162"/>
                  </a:moveTo>
                  <a:lnTo>
                    <a:pt x="98617" y="53"/>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4" name="任意形状 113"/>
            <p:cNvSpPr/>
            <p:nvPr/>
          </p:nvSpPr>
          <p:spPr>
            <a:xfrm>
              <a:off x="8443018" y="3401945"/>
              <a:ext cx="98604" cy="41109"/>
            </a:xfrm>
            <a:custGeom>
              <a:avLst/>
              <a:gdLst>
                <a:gd name="connsiteX0" fmla="*/ 13 w 98604"/>
                <a:gd name="connsiteY0" fmla="*/ 41162 h 41109"/>
                <a:gd name="connsiteX1" fmla="*/ 98617 w 98604"/>
                <a:gd name="connsiteY1" fmla="*/ 53 h 41109"/>
              </a:gdLst>
              <a:ahLst/>
              <a:cxnLst>
                <a:cxn ang="0">
                  <a:pos x="connsiteX0" y="connsiteY0"/>
                </a:cxn>
                <a:cxn ang="0">
                  <a:pos x="connsiteX1" y="connsiteY1"/>
                </a:cxn>
              </a:cxnLst>
              <a:rect l="l" t="t" r="r" b="b"/>
              <a:pathLst>
                <a:path w="98604" h="41109">
                  <a:moveTo>
                    <a:pt x="13" y="41162"/>
                  </a:moveTo>
                  <a:lnTo>
                    <a:pt x="98617" y="53"/>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5" name="任意形状 114"/>
            <p:cNvSpPr/>
            <p:nvPr/>
          </p:nvSpPr>
          <p:spPr>
            <a:xfrm>
              <a:off x="8443018" y="3464588"/>
              <a:ext cx="98604" cy="41109"/>
            </a:xfrm>
            <a:custGeom>
              <a:avLst/>
              <a:gdLst>
                <a:gd name="connsiteX0" fmla="*/ 13 w 98604"/>
                <a:gd name="connsiteY0" fmla="*/ 41162 h 41109"/>
                <a:gd name="connsiteX1" fmla="*/ 98617 w 98604"/>
                <a:gd name="connsiteY1" fmla="*/ 53 h 41109"/>
              </a:gdLst>
              <a:ahLst/>
              <a:cxnLst>
                <a:cxn ang="0">
                  <a:pos x="connsiteX0" y="connsiteY0"/>
                </a:cxn>
                <a:cxn ang="0">
                  <a:pos x="connsiteX1" y="connsiteY1"/>
                </a:cxn>
              </a:cxnLst>
              <a:rect l="l" t="t" r="r" b="b"/>
              <a:pathLst>
                <a:path w="98604" h="41109">
                  <a:moveTo>
                    <a:pt x="13" y="41162"/>
                  </a:moveTo>
                  <a:lnTo>
                    <a:pt x="98617" y="53"/>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6" name="任意形状 115"/>
            <p:cNvSpPr/>
            <p:nvPr/>
          </p:nvSpPr>
          <p:spPr>
            <a:xfrm>
              <a:off x="8181717" y="3654800"/>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7" name="任意形状 116"/>
            <p:cNvSpPr/>
            <p:nvPr/>
          </p:nvSpPr>
          <p:spPr>
            <a:xfrm>
              <a:off x="8244359" y="3633919"/>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8" name="任意形状 117"/>
            <p:cNvSpPr/>
            <p:nvPr/>
          </p:nvSpPr>
          <p:spPr>
            <a:xfrm>
              <a:off x="8181717" y="3738324"/>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9" name="任意形状 118"/>
            <p:cNvSpPr/>
            <p:nvPr/>
          </p:nvSpPr>
          <p:spPr>
            <a:xfrm>
              <a:off x="8244359" y="3717443"/>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0" name="任意形状 119"/>
            <p:cNvSpPr/>
            <p:nvPr/>
          </p:nvSpPr>
          <p:spPr>
            <a:xfrm>
              <a:off x="8181717" y="3821848"/>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1" name="任意形状 120"/>
            <p:cNvSpPr/>
            <p:nvPr/>
          </p:nvSpPr>
          <p:spPr>
            <a:xfrm>
              <a:off x="8244359" y="3806187"/>
              <a:ext cx="5220" cy="31321"/>
            </a:xfrm>
            <a:custGeom>
              <a:avLst/>
              <a:gdLst>
                <a:gd name="connsiteX0" fmla="*/ 13 w 5220"/>
                <a:gd name="connsiteY0" fmla="*/ 53 h 31321"/>
                <a:gd name="connsiteX1" fmla="*/ 13 w 5220"/>
                <a:gd name="connsiteY1" fmla="*/ 31374 h 31321"/>
              </a:gdLst>
              <a:ahLst/>
              <a:cxnLst>
                <a:cxn ang="0">
                  <a:pos x="connsiteX0" y="connsiteY0"/>
                </a:cxn>
                <a:cxn ang="0">
                  <a:pos x="connsiteX1" y="connsiteY1"/>
                </a:cxn>
              </a:cxnLst>
              <a:rect l="l" t="t" r="r" b="b"/>
              <a:pathLst>
                <a:path w="5220" h="31321">
                  <a:moveTo>
                    <a:pt x="13" y="53"/>
                  </a:moveTo>
                  <a:lnTo>
                    <a:pt x="13" y="31374"/>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2" name="任意形状 121"/>
            <p:cNvSpPr/>
            <p:nvPr/>
          </p:nvSpPr>
          <p:spPr>
            <a:xfrm>
              <a:off x="8025420" y="3928862"/>
              <a:ext cx="928580" cy="5220"/>
            </a:xfrm>
            <a:custGeom>
              <a:avLst/>
              <a:gdLst>
                <a:gd name="connsiteX0" fmla="*/ 13 w 928580"/>
                <a:gd name="connsiteY0" fmla="*/ 53 h 5220"/>
                <a:gd name="connsiteX1" fmla="*/ 928594 w 928580"/>
                <a:gd name="connsiteY1" fmla="*/ 53 h 5220"/>
              </a:gdLst>
              <a:ahLst/>
              <a:cxnLst>
                <a:cxn ang="0">
                  <a:pos x="connsiteX0" y="connsiteY0"/>
                </a:cxn>
                <a:cxn ang="0">
                  <a:pos x="connsiteX1" y="connsiteY1"/>
                </a:cxn>
              </a:cxnLst>
              <a:rect l="l" t="t" r="r" b="b"/>
              <a:pathLst>
                <a:path w="928580" h="5220">
                  <a:moveTo>
                    <a:pt x="13" y="53"/>
                  </a:moveTo>
                  <a:lnTo>
                    <a:pt x="928594" y="53"/>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3" name="任意形状 122"/>
            <p:cNvSpPr/>
            <p:nvPr/>
          </p:nvSpPr>
          <p:spPr>
            <a:xfrm>
              <a:off x="8729841" y="3798697"/>
              <a:ext cx="5220" cy="129824"/>
            </a:xfrm>
            <a:custGeom>
              <a:avLst/>
              <a:gdLst>
                <a:gd name="connsiteX0" fmla="*/ 13 w 5220"/>
                <a:gd name="connsiteY0" fmla="*/ 53 h 129824"/>
                <a:gd name="connsiteX1" fmla="*/ 13 w 5220"/>
                <a:gd name="connsiteY1" fmla="*/ 129878 h 129824"/>
              </a:gdLst>
              <a:ahLst/>
              <a:cxnLst>
                <a:cxn ang="0">
                  <a:pos x="connsiteX0" y="connsiteY0"/>
                </a:cxn>
                <a:cxn ang="0">
                  <a:pos x="connsiteX1" y="connsiteY1"/>
                </a:cxn>
              </a:cxnLst>
              <a:rect l="l" t="t" r="r" b="b"/>
              <a:pathLst>
                <a:path w="5220" h="129824">
                  <a:moveTo>
                    <a:pt x="13" y="53"/>
                  </a:moveTo>
                  <a:lnTo>
                    <a:pt x="13" y="129878"/>
                  </a:lnTo>
                </a:path>
              </a:pathLst>
            </a:custGeom>
            <a:ln w="10398"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4" name="任意形状 123"/>
            <p:cNvSpPr/>
            <p:nvPr/>
          </p:nvSpPr>
          <p:spPr>
            <a:xfrm>
              <a:off x="8648927" y="3607818"/>
              <a:ext cx="151386" cy="224469"/>
            </a:xfrm>
            <a:custGeom>
              <a:avLst/>
              <a:gdLst>
                <a:gd name="connsiteX0" fmla="*/ 75706 w 151386"/>
                <a:gd name="connsiteY0" fmla="*/ 224523 h 224469"/>
                <a:gd name="connsiteX1" fmla="*/ 151400 w 151386"/>
                <a:gd name="connsiteY1" fmla="*/ 147731 h 224469"/>
                <a:gd name="connsiteX2" fmla="*/ 75706 w 151386"/>
                <a:gd name="connsiteY2" fmla="*/ 53 h 224469"/>
                <a:gd name="connsiteX3" fmla="*/ 13 w 151386"/>
                <a:gd name="connsiteY3" fmla="*/ 147731 h 224469"/>
                <a:gd name="connsiteX4" fmla="*/ 75706 w 151386"/>
                <a:gd name="connsiteY4" fmla="*/ 224523 h 224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6" h="224469">
                  <a:moveTo>
                    <a:pt x="75706" y="224523"/>
                  </a:moveTo>
                  <a:cubicBezTo>
                    <a:pt x="117511" y="224523"/>
                    <a:pt x="151400" y="190142"/>
                    <a:pt x="151400" y="147731"/>
                  </a:cubicBezTo>
                  <a:cubicBezTo>
                    <a:pt x="151400" y="105319"/>
                    <a:pt x="117511" y="53"/>
                    <a:pt x="75706" y="53"/>
                  </a:cubicBezTo>
                  <a:cubicBezTo>
                    <a:pt x="33902" y="53"/>
                    <a:pt x="13" y="105319"/>
                    <a:pt x="13" y="147731"/>
                  </a:cubicBezTo>
                  <a:cubicBezTo>
                    <a:pt x="13" y="190142"/>
                    <a:pt x="33902" y="224523"/>
                    <a:pt x="75706" y="224523"/>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5" name="任意形状 124"/>
            <p:cNvSpPr/>
            <p:nvPr/>
          </p:nvSpPr>
          <p:spPr>
            <a:xfrm>
              <a:off x="8886447" y="3829337"/>
              <a:ext cx="5220" cy="99865"/>
            </a:xfrm>
            <a:custGeom>
              <a:avLst/>
              <a:gdLst>
                <a:gd name="connsiteX0" fmla="*/ 13 w 5220"/>
                <a:gd name="connsiteY0" fmla="*/ 53 h 99865"/>
                <a:gd name="connsiteX1" fmla="*/ 13 w 5220"/>
                <a:gd name="connsiteY1" fmla="*/ 99918 h 99865"/>
              </a:gdLst>
              <a:ahLst/>
              <a:cxnLst>
                <a:cxn ang="0">
                  <a:pos x="connsiteX0" y="connsiteY0"/>
                </a:cxn>
                <a:cxn ang="0">
                  <a:pos x="connsiteX1" y="connsiteY1"/>
                </a:cxn>
              </a:cxnLst>
              <a:rect l="l" t="t" r="r" b="b"/>
              <a:pathLst>
                <a:path w="5220" h="99865">
                  <a:moveTo>
                    <a:pt x="13" y="53"/>
                  </a:moveTo>
                  <a:lnTo>
                    <a:pt x="13" y="99918"/>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6" name="任意形状 125"/>
            <p:cNvSpPr/>
            <p:nvPr/>
          </p:nvSpPr>
          <p:spPr>
            <a:xfrm>
              <a:off x="8826415" y="3738324"/>
              <a:ext cx="114845" cy="114845"/>
            </a:xfrm>
            <a:custGeom>
              <a:avLst/>
              <a:gdLst>
                <a:gd name="connsiteX0" fmla="*/ 114858 w 114845"/>
                <a:gd name="connsiteY0" fmla="*/ 57476 h 114845"/>
                <a:gd name="connsiteX1" fmla="*/ 57436 w 114845"/>
                <a:gd name="connsiteY1" fmla="*/ 114898 h 114845"/>
                <a:gd name="connsiteX2" fmla="*/ 13 w 114845"/>
                <a:gd name="connsiteY2" fmla="*/ 57476 h 114845"/>
                <a:gd name="connsiteX3" fmla="*/ 57436 w 114845"/>
                <a:gd name="connsiteY3" fmla="*/ 53 h 114845"/>
                <a:gd name="connsiteX4" fmla="*/ 114858 w 114845"/>
                <a:gd name="connsiteY4" fmla="*/ 57476 h 11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845" h="114845">
                  <a:moveTo>
                    <a:pt x="114858" y="57476"/>
                  </a:moveTo>
                  <a:cubicBezTo>
                    <a:pt x="114858" y="89189"/>
                    <a:pt x="89149" y="114898"/>
                    <a:pt x="57436" y="114898"/>
                  </a:cubicBezTo>
                  <a:cubicBezTo>
                    <a:pt x="25722" y="114898"/>
                    <a:pt x="13" y="89189"/>
                    <a:pt x="13" y="57476"/>
                  </a:cubicBezTo>
                  <a:cubicBezTo>
                    <a:pt x="13" y="25762"/>
                    <a:pt x="25722" y="53"/>
                    <a:pt x="57436" y="53"/>
                  </a:cubicBezTo>
                  <a:cubicBezTo>
                    <a:pt x="89149" y="53"/>
                    <a:pt x="114858" y="25762"/>
                    <a:pt x="114858" y="57476"/>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7" name="任意形状 126"/>
            <p:cNvSpPr/>
            <p:nvPr/>
          </p:nvSpPr>
          <p:spPr>
            <a:xfrm rot="5400000">
              <a:off x="8209209" y="3364598"/>
              <a:ext cx="80573" cy="78559"/>
            </a:xfrm>
            <a:custGeom>
              <a:avLst/>
              <a:gdLst>
                <a:gd name="connsiteX0" fmla="*/ 80586 w 80573"/>
                <a:gd name="connsiteY0" fmla="*/ 39333 h 78559"/>
                <a:gd name="connsiteX1" fmla="*/ 40300 w 80573"/>
                <a:gd name="connsiteY1" fmla="*/ 78612 h 78559"/>
                <a:gd name="connsiteX2" fmla="*/ 13 w 80573"/>
                <a:gd name="connsiteY2" fmla="*/ 39333 h 78559"/>
                <a:gd name="connsiteX3" fmla="*/ 40300 w 80573"/>
                <a:gd name="connsiteY3" fmla="*/ 53 h 78559"/>
                <a:gd name="connsiteX4" fmla="*/ 80586 w 80573"/>
                <a:gd name="connsiteY4" fmla="*/ 39333 h 78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3" h="78559">
                  <a:moveTo>
                    <a:pt x="80586" y="39333"/>
                  </a:moveTo>
                  <a:cubicBezTo>
                    <a:pt x="80586" y="61026"/>
                    <a:pt x="62549" y="78612"/>
                    <a:pt x="40300" y="78612"/>
                  </a:cubicBezTo>
                  <a:cubicBezTo>
                    <a:pt x="18050" y="78612"/>
                    <a:pt x="13" y="61026"/>
                    <a:pt x="13" y="39333"/>
                  </a:cubicBezTo>
                  <a:cubicBezTo>
                    <a:pt x="13" y="17639"/>
                    <a:pt x="18050" y="53"/>
                    <a:pt x="40300" y="53"/>
                  </a:cubicBezTo>
                  <a:cubicBezTo>
                    <a:pt x="62549" y="53"/>
                    <a:pt x="80586" y="17639"/>
                    <a:pt x="80586" y="39333"/>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8" name="任意形状 127"/>
            <p:cNvSpPr/>
            <p:nvPr/>
          </p:nvSpPr>
          <p:spPr>
            <a:xfrm rot="5400000">
              <a:off x="8134276" y="3320499"/>
              <a:ext cx="5220" cy="161385"/>
            </a:xfrm>
            <a:custGeom>
              <a:avLst/>
              <a:gdLst>
                <a:gd name="connsiteX0" fmla="*/ 13 w 5220"/>
                <a:gd name="connsiteY0" fmla="*/ 53 h 161385"/>
                <a:gd name="connsiteX1" fmla="*/ 13 w 5220"/>
                <a:gd name="connsiteY1" fmla="*/ 161439 h 161385"/>
              </a:gdLst>
              <a:ahLst/>
              <a:cxnLst>
                <a:cxn ang="0">
                  <a:pos x="connsiteX0" y="connsiteY0"/>
                </a:cxn>
                <a:cxn ang="0">
                  <a:pos x="connsiteX1" y="connsiteY1"/>
                </a:cxn>
              </a:cxnLst>
              <a:rect l="l" t="t" r="r" b="b"/>
              <a:pathLst>
                <a:path w="5220" h="161385">
                  <a:moveTo>
                    <a:pt x="13" y="53"/>
                  </a:moveTo>
                  <a:lnTo>
                    <a:pt x="13" y="161439"/>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9" name="任意形状 128"/>
            <p:cNvSpPr/>
            <p:nvPr/>
          </p:nvSpPr>
          <p:spPr>
            <a:xfrm rot="-5400000">
              <a:off x="8842497" y="3539534"/>
              <a:ext cx="78303" cy="79145"/>
            </a:xfrm>
            <a:custGeom>
              <a:avLst/>
              <a:gdLst>
                <a:gd name="connsiteX0" fmla="*/ 78316 w 78303"/>
                <a:gd name="connsiteY0" fmla="*/ 39626 h 79145"/>
                <a:gd name="connsiteX1" fmla="*/ 39165 w 78303"/>
                <a:gd name="connsiteY1" fmla="*/ 79198 h 79145"/>
                <a:gd name="connsiteX2" fmla="*/ 13 w 78303"/>
                <a:gd name="connsiteY2" fmla="*/ 39626 h 79145"/>
                <a:gd name="connsiteX3" fmla="*/ 39165 w 78303"/>
                <a:gd name="connsiteY3" fmla="*/ 53 h 79145"/>
                <a:gd name="connsiteX4" fmla="*/ 78316 w 78303"/>
                <a:gd name="connsiteY4" fmla="*/ 39626 h 79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03" h="79145">
                  <a:moveTo>
                    <a:pt x="78316" y="39626"/>
                  </a:moveTo>
                  <a:cubicBezTo>
                    <a:pt x="78316" y="61481"/>
                    <a:pt x="60788" y="79198"/>
                    <a:pt x="39165" y="79198"/>
                  </a:cubicBezTo>
                  <a:cubicBezTo>
                    <a:pt x="17542" y="79198"/>
                    <a:pt x="13" y="61481"/>
                    <a:pt x="13" y="39626"/>
                  </a:cubicBezTo>
                  <a:cubicBezTo>
                    <a:pt x="13" y="17770"/>
                    <a:pt x="17542" y="53"/>
                    <a:pt x="39165" y="53"/>
                  </a:cubicBezTo>
                  <a:cubicBezTo>
                    <a:pt x="60788" y="53"/>
                    <a:pt x="78316" y="17770"/>
                    <a:pt x="78316" y="39626"/>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0" name="任意形状 129"/>
            <p:cNvSpPr/>
            <p:nvPr/>
          </p:nvSpPr>
          <p:spPr>
            <a:xfrm rot="-5400000">
              <a:off x="9003005" y="3500422"/>
              <a:ext cx="5220" cy="162590"/>
            </a:xfrm>
            <a:custGeom>
              <a:avLst/>
              <a:gdLst>
                <a:gd name="connsiteX0" fmla="*/ 13 w 5220"/>
                <a:gd name="connsiteY0" fmla="*/ 53 h 162590"/>
                <a:gd name="connsiteX1" fmla="*/ 13 w 5220"/>
                <a:gd name="connsiteY1" fmla="*/ 162643 h 162590"/>
              </a:gdLst>
              <a:ahLst/>
              <a:cxnLst>
                <a:cxn ang="0">
                  <a:pos x="connsiteX0" y="connsiteY0"/>
                </a:cxn>
                <a:cxn ang="0">
                  <a:pos x="connsiteX1" y="connsiteY1"/>
                </a:cxn>
              </a:cxnLst>
              <a:rect l="l" t="t" r="r" b="b"/>
              <a:pathLst>
                <a:path w="5220" h="162590">
                  <a:moveTo>
                    <a:pt x="13" y="53"/>
                  </a:moveTo>
                  <a:lnTo>
                    <a:pt x="13" y="162643"/>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1" name="图片 72" descr="icon-18"/>
          <p:cNvGrpSpPr/>
          <p:nvPr/>
        </p:nvGrpSpPr>
        <p:grpSpPr>
          <a:xfrm>
            <a:off x="6086681" y="3064914"/>
            <a:ext cx="1195294" cy="1029662"/>
            <a:chOff x="6086681" y="3064914"/>
            <a:chExt cx="1195294" cy="1029662"/>
          </a:xfrm>
        </p:grpSpPr>
        <p:sp>
          <p:nvSpPr>
            <p:cNvPr id="132" name="任意形状 131"/>
            <p:cNvSpPr/>
            <p:nvPr/>
          </p:nvSpPr>
          <p:spPr>
            <a:xfrm>
              <a:off x="6497547" y="3392195"/>
              <a:ext cx="396737" cy="396737"/>
            </a:xfrm>
            <a:custGeom>
              <a:avLst/>
              <a:gdLst>
                <a:gd name="connsiteX0" fmla="*/ 6 w 396737"/>
                <a:gd name="connsiteY0" fmla="*/ 21 h 396737"/>
                <a:gd name="connsiteX1" fmla="*/ 396743 w 396737"/>
                <a:gd name="connsiteY1" fmla="*/ 21 h 396737"/>
                <a:gd name="connsiteX2" fmla="*/ 396743 w 396737"/>
                <a:gd name="connsiteY2" fmla="*/ 396758 h 396737"/>
                <a:gd name="connsiteX3" fmla="*/ 6 w 396737"/>
                <a:gd name="connsiteY3" fmla="*/ 396758 h 396737"/>
              </a:gdLst>
              <a:ahLst/>
              <a:cxnLst>
                <a:cxn ang="0">
                  <a:pos x="connsiteX0" y="connsiteY0"/>
                </a:cxn>
                <a:cxn ang="0">
                  <a:pos x="connsiteX1" y="connsiteY1"/>
                </a:cxn>
                <a:cxn ang="0">
                  <a:pos x="connsiteX2" y="connsiteY2"/>
                </a:cxn>
                <a:cxn ang="0">
                  <a:pos x="connsiteX3" y="connsiteY3"/>
                </a:cxn>
              </a:cxnLst>
              <a:rect l="l" t="t" r="r" b="b"/>
              <a:pathLst>
                <a:path w="396737" h="396737">
                  <a:moveTo>
                    <a:pt x="6" y="21"/>
                  </a:moveTo>
                  <a:lnTo>
                    <a:pt x="396743" y="21"/>
                  </a:lnTo>
                  <a:lnTo>
                    <a:pt x="396743" y="396758"/>
                  </a:lnTo>
                  <a:lnTo>
                    <a:pt x="6" y="396758"/>
                  </a:lnTo>
                  <a:close/>
                </a:path>
              </a:pathLst>
            </a:custGeom>
            <a:solidFill>
              <a:srgbClr val="FFFFFF">
                <a:alpha val="1000"/>
              </a:srgbClr>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3" name="任意形状 132"/>
            <p:cNvSpPr/>
            <p:nvPr/>
          </p:nvSpPr>
          <p:spPr>
            <a:xfrm>
              <a:off x="6528868" y="3480939"/>
              <a:ext cx="334094" cy="276672"/>
            </a:xfrm>
            <a:custGeom>
              <a:avLst/>
              <a:gdLst>
                <a:gd name="connsiteX0" fmla="*/ 334101 w 334094"/>
                <a:gd name="connsiteY0" fmla="*/ 21 h 276672"/>
                <a:gd name="connsiteX1" fmla="*/ 334101 w 334094"/>
                <a:gd name="connsiteY1" fmla="*/ 226389 h 276672"/>
                <a:gd name="connsiteX2" fmla="*/ 167053 w 334094"/>
                <a:gd name="connsiteY2" fmla="*/ 276693 h 276672"/>
                <a:gd name="connsiteX3" fmla="*/ 6 w 334094"/>
                <a:gd name="connsiteY3" fmla="*/ 226389 h 276672"/>
                <a:gd name="connsiteX4" fmla="*/ 6 w 334094"/>
                <a:gd name="connsiteY4" fmla="*/ 21 h 27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094" h="276672">
                  <a:moveTo>
                    <a:pt x="334101" y="21"/>
                  </a:moveTo>
                  <a:cubicBezTo>
                    <a:pt x="334101" y="21"/>
                    <a:pt x="334101" y="210143"/>
                    <a:pt x="334101" y="226389"/>
                  </a:cubicBezTo>
                  <a:cubicBezTo>
                    <a:pt x="334101" y="254171"/>
                    <a:pt x="259310" y="276693"/>
                    <a:pt x="167053" y="276693"/>
                  </a:cubicBezTo>
                  <a:cubicBezTo>
                    <a:pt x="74795" y="276693"/>
                    <a:pt x="6" y="254171"/>
                    <a:pt x="6" y="226389"/>
                  </a:cubicBezTo>
                  <a:cubicBezTo>
                    <a:pt x="6" y="210814"/>
                    <a:pt x="6" y="21"/>
                    <a:pt x="6" y="21"/>
                  </a:cubicBezTo>
                </a:path>
              </a:pathLst>
            </a:custGeom>
            <a:solidFill>
              <a:schemeClr val="accent1">
                <a:lumMod val="40000"/>
                <a:lumOff val="60000"/>
              </a:schemeClr>
            </a:solid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4" name="任意形状 133"/>
            <p:cNvSpPr/>
            <p:nvPr/>
          </p:nvSpPr>
          <p:spPr>
            <a:xfrm>
              <a:off x="6528868" y="3642766"/>
              <a:ext cx="334094" cy="114845"/>
            </a:xfrm>
            <a:custGeom>
              <a:avLst/>
              <a:gdLst>
                <a:gd name="connsiteX0" fmla="*/ 334101 w 334094"/>
                <a:gd name="connsiteY0" fmla="*/ 21 h 114845"/>
                <a:gd name="connsiteX1" fmla="*/ 334101 w 334094"/>
                <a:gd name="connsiteY1" fmla="*/ 66144 h 114845"/>
                <a:gd name="connsiteX2" fmla="*/ 167053 w 334094"/>
                <a:gd name="connsiteY2" fmla="*/ 114866 h 114845"/>
                <a:gd name="connsiteX3" fmla="*/ 6 w 334094"/>
                <a:gd name="connsiteY3" fmla="*/ 66144 h 114845"/>
                <a:gd name="connsiteX4" fmla="*/ 6 w 334094"/>
                <a:gd name="connsiteY4" fmla="*/ 21 h 114845"/>
                <a:gd name="connsiteX5" fmla="*/ 167053 w 334094"/>
                <a:gd name="connsiteY5" fmla="*/ 38303 h 114845"/>
                <a:gd name="connsiteX6" fmla="*/ 334101 w 334094"/>
                <a:gd name="connsiteY6" fmla="*/ 21 h 1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094" h="114845">
                  <a:moveTo>
                    <a:pt x="334101" y="21"/>
                  </a:moveTo>
                  <a:cubicBezTo>
                    <a:pt x="334101" y="21"/>
                    <a:pt x="334101" y="50409"/>
                    <a:pt x="334101" y="66144"/>
                  </a:cubicBezTo>
                  <a:cubicBezTo>
                    <a:pt x="334101" y="93052"/>
                    <a:pt x="259310" y="114866"/>
                    <a:pt x="167053" y="114866"/>
                  </a:cubicBezTo>
                  <a:cubicBezTo>
                    <a:pt x="74795" y="114866"/>
                    <a:pt x="6" y="93052"/>
                    <a:pt x="6" y="66144"/>
                  </a:cubicBezTo>
                  <a:cubicBezTo>
                    <a:pt x="6" y="51059"/>
                    <a:pt x="6" y="21"/>
                    <a:pt x="6" y="21"/>
                  </a:cubicBezTo>
                  <a:cubicBezTo>
                    <a:pt x="36277" y="25542"/>
                    <a:pt x="91960" y="38303"/>
                    <a:pt x="167053" y="38303"/>
                  </a:cubicBezTo>
                  <a:cubicBezTo>
                    <a:pt x="241398" y="38303"/>
                    <a:pt x="297081" y="25542"/>
                    <a:pt x="334101" y="21"/>
                  </a:cubicBezTo>
                  <a:close/>
                </a:path>
              </a:pathLst>
            </a:custGeom>
            <a:solidFill>
              <a:schemeClr val="bg1"/>
            </a:solid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6" name="任意形状 205"/>
            <p:cNvSpPr/>
            <p:nvPr/>
          </p:nvSpPr>
          <p:spPr>
            <a:xfrm>
              <a:off x="6528868" y="3491380"/>
              <a:ext cx="334094" cy="114845"/>
            </a:xfrm>
            <a:custGeom>
              <a:avLst/>
              <a:gdLst>
                <a:gd name="connsiteX0" fmla="*/ 334101 w 334094"/>
                <a:gd name="connsiteY0" fmla="*/ 21 h 114845"/>
                <a:gd name="connsiteX1" fmla="*/ 334101 w 334094"/>
                <a:gd name="connsiteY1" fmla="*/ 66144 h 114845"/>
                <a:gd name="connsiteX2" fmla="*/ 167053 w 334094"/>
                <a:gd name="connsiteY2" fmla="*/ 114866 h 114845"/>
                <a:gd name="connsiteX3" fmla="*/ 6 w 334094"/>
                <a:gd name="connsiteY3" fmla="*/ 66144 h 114845"/>
                <a:gd name="connsiteX4" fmla="*/ 6 w 334094"/>
                <a:gd name="connsiteY4" fmla="*/ 21 h 114845"/>
                <a:gd name="connsiteX5" fmla="*/ 167053 w 334094"/>
                <a:gd name="connsiteY5" fmla="*/ 38303 h 114845"/>
                <a:gd name="connsiteX6" fmla="*/ 334101 w 334094"/>
                <a:gd name="connsiteY6" fmla="*/ 21 h 1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094" h="114845">
                  <a:moveTo>
                    <a:pt x="334101" y="21"/>
                  </a:moveTo>
                  <a:cubicBezTo>
                    <a:pt x="334101" y="21"/>
                    <a:pt x="334101" y="50409"/>
                    <a:pt x="334101" y="66144"/>
                  </a:cubicBezTo>
                  <a:cubicBezTo>
                    <a:pt x="334101" y="93052"/>
                    <a:pt x="259310" y="114866"/>
                    <a:pt x="167053" y="114866"/>
                  </a:cubicBezTo>
                  <a:cubicBezTo>
                    <a:pt x="74795" y="114866"/>
                    <a:pt x="6" y="93052"/>
                    <a:pt x="6" y="66144"/>
                  </a:cubicBezTo>
                  <a:cubicBezTo>
                    <a:pt x="6" y="51059"/>
                    <a:pt x="6" y="21"/>
                    <a:pt x="6" y="21"/>
                  </a:cubicBezTo>
                  <a:cubicBezTo>
                    <a:pt x="36277" y="25542"/>
                    <a:pt x="91960" y="38303"/>
                    <a:pt x="167053" y="38303"/>
                  </a:cubicBezTo>
                  <a:cubicBezTo>
                    <a:pt x="241398" y="38303"/>
                    <a:pt x="297081" y="25542"/>
                    <a:pt x="334101" y="21"/>
                  </a:cubicBezTo>
                  <a:close/>
                </a:path>
              </a:pathLst>
            </a:custGeom>
            <a:solidFill>
              <a:schemeClr val="bg1"/>
            </a:solid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7" name="任意形状 206"/>
            <p:cNvSpPr/>
            <p:nvPr/>
          </p:nvSpPr>
          <p:spPr>
            <a:xfrm>
              <a:off x="6528868" y="3428737"/>
              <a:ext cx="334094" cy="99184"/>
            </a:xfrm>
            <a:custGeom>
              <a:avLst/>
              <a:gdLst>
                <a:gd name="connsiteX0" fmla="*/ 334101 w 334094"/>
                <a:gd name="connsiteY0" fmla="*/ 49613 h 99184"/>
                <a:gd name="connsiteX1" fmla="*/ 167053 w 334094"/>
                <a:gd name="connsiteY1" fmla="*/ 99205 h 99184"/>
                <a:gd name="connsiteX2" fmla="*/ 6 w 334094"/>
                <a:gd name="connsiteY2" fmla="*/ 49613 h 99184"/>
                <a:gd name="connsiteX3" fmla="*/ 167053 w 334094"/>
                <a:gd name="connsiteY3" fmla="*/ 21 h 99184"/>
                <a:gd name="connsiteX4" fmla="*/ 334101 w 334094"/>
                <a:gd name="connsiteY4" fmla="*/ 49613 h 9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094" h="99184">
                  <a:moveTo>
                    <a:pt x="334101" y="49613"/>
                  </a:moveTo>
                  <a:cubicBezTo>
                    <a:pt x="334101" y="77002"/>
                    <a:pt x="259311" y="99205"/>
                    <a:pt x="167053" y="99205"/>
                  </a:cubicBezTo>
                  <a:cubicBezTo>
                    <a:pt x="74796" y="99205"/>
                    <a:pt x="6" y="77002"/>
                    <a:pt x="6" y="49613"/>
                  </a:cubicBezTo>
                  <a:cubicBezTo>
                    <a:pt x="6" y="22224"/>
                    <a:pt x="74796" y="21"/>
                    <a:pt x="167053" y="21"/>
                  </a:cubicBezTo>
                  <a:cubicBezTo>
                    <a:pt x="259311" y="21"/>
                    <a:pt x="334101" y="22224"/>
                    <a:pt x="334101" y="49613"/>
                  </a:cubicBezTo>
                  <a:close/>
                </a:path>
              </a:pathLst>
            </a:custGeom>
            <a:solidFill>
              <a:schemeClr val="bg1"/>
            </a:solid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8" name="任意形状 207"/>
            <p:cNvSpPr/>
            <p:nvPr/>
          </p:nvSpPr>
          <p:spPr>
            <a:xfrm>
              <a:off x="6788747" y="3542191"/>
              <a:ext cx="20930" cy="20930"/>
            </a:xfrm>
            <a:custGeom>
              <a:avLst/>
              <a:gdLst>
                <a:gd name="connsiteX0" fmla="*/ 20936 w 20930"/>
                <a:gd name="connsiteY0" fmla="*/ 10486 h 20930"/>
                <a:gd name="connsiteX1" fmla="*/ 10471 w 20930"/>
                <a:gd name="connsiteY1" fmla="*/ 20951 h 20930"/>
                <a:gd name="connsiteX2" fmla="*/ 6 w 20930"/>
                <a:gd name="connsiteY2" fmla="*/ 10486 h 20930"/>
                <a:gd name="connsiteX3" fmla="*/ 10471 w 20930"/>
                <a:gd name="connsiteY3" fmla="*/ 21 h 20930"/>
                <a:gd name="connsiteX4" fmla="*/ 20936 w 20930"/>
                <a:gd name="connsiteY4" fmla="*/ 10486 h 20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0" h="20930">
                  <a:moveTo>
                    <a:pt x="20936" y="10486"/>
                  </a:moveTo>
                  <a:cubicBezTo>
                    <a:pt x="20936" y="16266"/>
                    <a:pt x="16251" y="20951"/>
                    <a:pt x="10471" y="20951"/>
                  </a:cubicBezTo>
                  <a:cubicBezTo>
                    <a:pt x="4691" y="20951"/>
                    <a:pt x="6" y="16266"/>
                    <a:pt x="6" y="10486"/>
                  </a:cubicBezTo>
                  <a:cubicBezTo>
                    <a:pt x="6" y="4706"/>
                    <a:pt x="4691" y="21"/>
                    <a:pt x="10471" y="21"/>
                  </a:cubicBezTo>
                  <a:cubicBezTo>
                    <a:pt x="16251" y="21"/>
                    <a:pt x="20936" y="4706"/>
                    <a:pt x="20936" y="10486"/>
                  </a:cubicBezTo>
                  <a:close/>
                </a:path>
              </a:pathLst>
            </a:custGeom>
            <a:solidFill>
              <a:schemeClr val="tx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9" name="任意形状 208"/>
            <p:cNvSpPr/>
            <p:nvPr/>
          </p:nvSpPr>
          <p:spPr>
            <a:xfrm>
              <a:off x="6741654" y="3552656"/>
              <a:ext cx="20930" cy="20930"/>
            </a:xfrm>
            <a:custGeom>
              <a:avLst/>
              <a:gdLst>
                <a:gd name="connsiteX0" fmla="*/ 20936 w 20930"/>
                <a:gd name="connsiteY0" fmla="*/ 10486 h 20930"/>
                <a:gd name="connsiteX1" fmla="*/ 10471 w 20930"/>
                <a:gd name="connsiteY1" fmla="*/ 20951 h 20930"/>
                <a:gd name="connsiteX2" fmla="*/ 6 w 20930"/>
                <a:gd name="connsiteY2" fmla="*/ 10486 h 20930"/>
                <a:gd name="connsiteX3" fmla="*/ 10471 w 20930"/>
                <a:gd name="connsiteY3" fmla="*/ 21 h 20930"/>
                <a:gd name="connsiteX4" fmla="*/ 20936 w 20930"/>
                <a:gd name="connsiteY4" fmla="*/ 10486 h 20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0" h="20930">
                  <a:moveTo>
                    <a:pt x="20936" y="10486"/>
                  </a:moveTo>
                  <a:cubicBezTo>
                    <a:pt x="20936" y="16266"/>
                    <a:pt x="16251" y="20951"/>
                    <a:pt x="10471" y="20951"/>
                  </a:cubicBezTo>
                  <a:cubicBezTo>
                    <a:pt x="4691" y="20951"/>
                    <a:pt x="6" y="16266"/>
                    <a:pt x="6" y="10486"/>
                  </a:cubicBezTo>
                  <a:cubicBezTo>
                    <a:pt x="6" y="4706"/>
                    <a:pt x="4691" y="21"/>
                    <a:pt x="10471" y="21"/>
                  </a:cubicBezTo>
                  <a:cubicBezTo>
                    <a:pt x="16251" y="21"/>
                    <a:pt x="20936" y="4706"/>
                    <a:pt x="20936" y="10486"/>
                  </a:cubicBezTo>
                  <a:close/>
                </a:path>
              </a:pathLst>
            </a:custGeom>
            <a:solidFill>
              <a:schemeClr val="tx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0" name="任意形状 209"/>
            <p:cNvSpPr/>
            <p:nvPr/>
          </p:nvSpPr>
          <p:spPr>
            <a:xfrm rot="2280000">
              <a:off x="6411102" y="3167109"/>
              <a:ext cx="330765" cy="580848"/>
            </a:xfrm>
            <a:custGeom>
              <a:avLst/>
              <a:gdLst>
                <a:gd name="connsiteX0" fmla="*/ 330772 w 330765"/>
                <a:gd name="connsiteY0" fmla="*/ 21 h 580848"/>
                <a:gd name="connsiteX1" fmla="*/ 6 w 330765"/>
                <a:gd name="connsiteY1" fmla="*/ 327557 h 580848"/>
                <a:gd name="connsiteX2" fmla="*/ 120989 w 330765"/>
                <a:gd name="connsiteY2" fmla="*/ 580870 h 580848"/>
              </a:gdLst>
              <a:ahLst/>
              <a:cxnLst>
                <a:cxn ang="0">
                  <a:pos x="connsiteX0" y="connsiteY0"/>
                </a:cxn>
                <a:cxn ang="0">
                  <a:pos x="connsiteX1" y="connsiteY1"/>
                </a:cxn>
                <a:cxn ang="0">
                  <a:pos x="connsiteX2" y="connsiteY2"/>
                </a:cxn>
              </a:cxnLst>
              <a:rect l="l" t="t" r="r" b="b"/>
              <a:pathLst>
                <a:path w="330765" h="580848">
                  <a:moveTo>
                    <a:pt x="330772" y="21"/>
                  </a:moveTo>
                  <a:cubicBezTo>
                    <a:pt x="147915" y="-158"/>
                    <a:pt x="-172" y="146483"/>
                    <a:pt x="6" y="327557"/>
                  </a:cubicBezTo>
                  <a:cubicBezTo>
                    <a:pt x="111" y="429522"/>
                    <a:pt x="47207" y="520663"/>
                    <a:pt x="120989" y="580870"/>
                  </a:cubicBezTo>
                </a:path>
              </a:pathLst>
            </a:custGeom>
            <a:noFill/>
            <a:ln w="10398" cap="rnd">
              <a:gradFill>
                <a:gsLst>
                  <a:gs pos="0">
                    <a:schemeClr val="tx2"/>
                  </a:gs>
                  <a:gs pos="50000">
                    <a:schemeClr val="tx2">
                      <a:alpha val="50000"/>
                    </a:schemeClr>
                  </a:gs>
                  <a:gs pos="100000">
                    <a:schemeClr val="tx2">
                      <a:alpha val="0"/>
                    </a:schemeClr>
                  </a:gs>
                </a:gsLst>
                <a:lin ang="16752579"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1" name="任意形状 210"/>
            <p:cNvSpPr/>
            <p:nvPr/>
          </p:nvSpPr>
          <p:spPr>
            <a:xfrm rot="2280000">
              <a:off x="6633754" y="3417164"/>
              <a:ext cx="330761" cy="602588"/>
            </a:xfrm>
            <a:custGeom>
              <a:avLst/>
              <a:gdLst>
                <a:gd name="connsiteX0" fmla="*/ 6 w 330761"/>
                <a:gd name="connsiteY0" fmla="*/ 602609 h 602588"/>
                <a:gd name="connsiteX1" fmla="*/ 330767 w 330761"/>
                <a:gd name="connsiteY1" fmla="*/ 270544 h 602588"/>
                <a:gd name="connsiteX2" fmla="*/ 192022 w 330761"/>
                <a:gd name="connsiteY2" fmla="*/ 21 h 602588"/>
              </a:gdLst>
              <a:ahLst/>
              <a:cxnLst>
                <a:cxn ang="0">
                  <a:pos x="connsiteX0" y="connsiteY0"/>
                </a:cxn>
                <a:cxn ang="0">
                  <a:pos x="connsiteX1" y="connsiteY1"/>
                </a:cxn>
                <a:cxn ang="0">
                  <a:pos x="connsiteX2" y="connsiteY2"/>
                </a:cxn>
              </a:cxnLst>
              <a:rect l="l" t="t" r="r" b="b"/>
              <a:pathLst>
                <a:path w="330761" h="602588">
                  <a:moveTo>
                    <a:pt x="6" y="602609"/>
                  </a:moveTo>
                  <a:cubicBezTo>
                    <a:pt x="182862" y="602789"/>
                    <a:pt x="330947" y="454119"/>
                    <a:pt x="330767" y="270544"/>
                  </a:cubicBezTo>
                  <a:cubicBezTo>
                    <a:pt x="330652" y="159100"/>
                    <a:pt x="275924" y="60411"/>
                    <a:pt x="192022" y="21"/>
                  </a:cubicBezTo>
                </a:path>
              </a:pathLst>
            </a:custGeom>
            <a:noFill/>
            <a:ln w="10398" cap="rnd">
              <a:gradFill>
                <a:gsLst>
                  <a:gs pos="0">
                    <a:schemeClr val="tx2"/>
                  </a:gs>
                  <a:gs pos="50000">
                    <a:schemeClr val="tx2">
                      <a:alpha val="50000"/>
                    </a:schemeClr>
                  </a:gs>
                  <a:gs pos="100000">
                    <a:schemeClr val="tx2">
                      <a:alpha val="0"/>
                    </a:schemeClr>
                  </a:gs>
                </a:gsLst>
                <a:lin ang="6876853"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2" name="任意形状 211"/>
            <p:cNvSpPr/>
            <p:nvPr/>
          </p:nvSpPr>
          <p:spPr>
            <a:xfrm rot="-1740000">
              <a:off x="6245998" y="3266317"/>
              <a:ext cx="437753" cy="770446"/>
            </a:xfrm>
            <a:custGeom>
              <a:avLst/>
              <a:gdLst>
                <a:gd name="connsiteX0" fmla="*/ 437759 w 437753"/>
                <a:gd name="connsiteY0" fmla="*/ 21 h 770446"/>
                <a:gd name="connsiteX1" fmla="*/ 6 w 437753"/>
                <a:gd name="connsiteY1" fmla="*/ 434749 h 770446"/>
                <a:gd name="connsiteX2" fmla="*/ 159627 w 437753"/>
                <a:gd name="connsiteY2" fmla="*/ 770467 h 770446"/>
              </a:gdLst>
              <a:ahLst/>
              <a:cxnLst>
                <a:cxn ang="0">
                  <a:pos x="connsiteX0" y="connsiteY0"/>
                </a:cxn>
                <a:cxn ang="0">
                  <a:pos x="connsiteX1" y="connsiteY1"/>
                </a:cxn>
                <a:cxn ang="0">
                  <a:pos x="connsiteX2" y="connsiteY2"/>
                </a:cxn>
              </a:cxnLst>
              <a:rect l="l" t="t" r="r" b="b"/>
              <a:pathLst>
                <a:path w="437753" h="770446">
                  <a:moveTo>
                    <a:pt x="437759" y="21"/>
                  </a:moveTo>
                  <a:cubicBezTo>
                    <a:pt x="195995" y="21"/>
                    <a:pt x="6" y="194655"/>
                    <a:pt x="6" y="434749"/>
                  </a:cubicBezTo>
                  <a:cubicBezTo>
                    <a:pt x="6" y="569949"/>
                    <a:pt x="62154" y="690734"/>
                    <a:pt x="159627" y="770467"/>
                  </a:cubicBezTo>
                </a:path>
              </a:pathLst>
            </a:custGeom>
            <a:noFill/>
            <a:ln w="10398" cap="rnd">
              <a:gradFill>
                <a:gsLst>
                  <a:gs pos="0">
                    <a:schemeClr val="tx2"/>
                  </a:gs>
                  <a:gs pos="50000">
                    <a:schemeClr val="tx2">
                      <a:alpha val="50000"/>
                    </a:schemeClr>
                  </a:gs>
                  <a:gs pos="100000">
                    <a:schemeClr val="tx2">
                      <a:alpha val="0"/>
                    </a:schemeClr>
                  </a:gs>
                </a:gsLst>
                <a:lin ang="597231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3" name="任意形状 212"/>
            <p:cNvSpPr/>
            <p:nvPr/>
          </p:nvSpPr>
          <p:spPr>
            <a:xfrm rot="-1740000">
              <a:off x="6679246" y="3121265"/>
              <a:ext cx="437753" cy="793792"/>
            </a:xfrm>
            <a:custGeom>
              <a:avLst/>
              <a:gdLst>
                <a:gd name="connsiteX0" fmla="*/ 6 w 437753"/>
                <a:gd name="connsiteY0" fmla="*/ 793814 h 793792"/>
                <a:gd name="connsiteX1" fmla="*/ 437759 w 437753"/>
                <a:gd name="connsiteY1" fmla="*/ 356088 h 793792"/>
                <a:gd name="connsiteX2" fmla="*/ 254679 w 437753"/>
                <a:gd name="connsiteY2" fmla="*/ 21 h 793792"/>
              </a:gdLst>
              <a:ahLst/>
              <a:cxnLst>
                <a:cxn ang="0">
                  <a:pos x="connsiteX0" y="connsiteY0"/>
                </a:cxn>
                <a:cxn ang="0">
                  <a:pos x="connsiteX1" y="connsiteY1"/>
                </a:cxn>
                <a:cxn ang="0">
                  <a:pos x="connsiteX2" y="connsiteY2"/>
                </a:cxn>
              </a:cxnLst>
              <a:rect l="l" t="t" r="r" b="b"/>
              <a:pathLst>
                <a:path w="437753" h="793792">
                  <a:moveTo>
                    <a:pt x="6" y="793814"/>
                  </a:moveTo>
                  <a:cubicBezTo>
                    <a:pt x="241771" y="793814"/>
                    <a:pt x="437759" y="597837"/>
                    <a:pt x="437759" y="356088"/>
                  </a:cubicBezTo>
                  <a:cubicBezTo>
                    <a:pt x="437759" y="209328"/>
                    <a:pt x="365530" y="79438"/>
                    <a:pt x="254679" y="21"/>
                  </a:cubicBezTo>
                </a:path>
              </a:pathLst>
            </a:custGeom>
            <a:noFill/>
            <a:ln w="10398" cap="rnd">
              <a:gradFill>
                <a:gsLst>
                  <a:gs pos="0">
                    <a:schemeClr val="tx2"/>
                  </a:gs>
                  <a:gs pos="50000">
                    <a:schemeClr val="tx2">
                      <a:alpha val="50000"/>
                    </a:schemeClr>
                  </a:gs>
                  <a:gs pos="100000">
                    <a:schemeClr val="tx2">
                      <a:alpha val="0"/>
                    </a:schemeClr>
                  </a:gs>
                </a:gsLst>
                <a:lin ang="16718769"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4" name="任意形状 213"/>
            <p:cNvSpPr/>
            <p:nvPr/>
          </p:nvSpPr>
          <p:spPr>
            <a:xfrm>
              <a:off x="6328283" y="3615446"/>
              <a:ext cx="88953" cy="88953"/>
            </a:xfrm>
            <a:custGeom>
              <a:avLst/>
              <a:gdLst>
                <a:gd name="connsiteX0" fmla="*/ 88959 w 88953"/>
                <a:gd name="connsiteY0" fmla="*/ 44498 h 88953"/>
                <a:gd name="connsiteX1" fmla="*/ 44483 w 88953"/>
                <a:gd name="connsiteY1" fmla="*/ 88974 h 88953"/>
                <a:gd name="connsiteX2" fmla="*/ 6 w 88953"/>
                <a:gd name="connsiteY2" fmla="*/ 44498 h 88953"/>
                <a:gd name="connsiteX3" fmla="*/ 44483 w 88953"/>
                <a:gd name="connsiteY3" fmla="*/ 21 h 88953"/>
                <a:gd name="connsiteX4" fmla="*/ 88959 w 88953"/>
                <a:gd name="connsiteY4" fmla="*/ 44498 h 88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53" h="88953">
                  <a:moveTo>
                    <a:pt x="88959" y="44498"/>
                  </a:moveTo>
                  <a:cubicBezTo>
                    <a:pt x="88959" y="69061"/>
                    <a:pt x="69046" y="88974"/>
                    <a:pt x="44483" y="88974"/>
                  </a:cubicBezTo>
                  <a:cubicBezTo>
                    <a:pt x="19919" y="88974"/>
                    <a:pt x="6" y="69061"/>
                    <a:pt x="6" y="44498"/>
                  </a:cubicBezTo>
                  <a:cubicBezTo>
                    <a:pt x="6" y="19934"/>
                    <a:pt x="19919" y="21"/>
                    <a:pt x="44483" y="21"/>
                  </a:cubicBezTo>
                  <a:cubicBezTo>
                    <a:pt x="69046" y="21"/>
                    <a:pt x="88959" y="19934"/>
                    <a:pt x="88959" y="44498"/>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5" name="任意形状 214"/>
            <p:cNvSpPr/>
            <p:nvPr/>
          </p:nvSpPr>
          <p:spPr>
            <a:xfrm>
              <a:off x="6956188" y="3442772"/>
              <a:ext cx="88953" cy="88953"/>
            </a:xfrm>
            <a:custGeom>
              <a:avLst/>
              <a:gdLst>
                <a:gd name="connsiteX0" fmla="*/ 88959 w 88953"/>
                <a:gd name="connsiteY0" fmla="*/ 44498 h 88953"/>
                <a:gd name="connsiteX1" fmla="*/ 44483 w 88953"/>
                <a:gd name="connsiteY1" fmla="*/ 88974 h 88953"/>
                <a:gd name="connsiteX2" fmla="*/ 6 w 88953"/>
                <a:gd name="connsiteY2" fmla="*/ 44498 h 88953"/>
                <a:gd name="connsiteX3" fmla="*/ 44483 w 88953"/>
                <a:gd name="connsiteY3" fmla="*/ 21 h 88953"/>
                <a:gd name="connsiteX4" fmla="*/ 88959 w 88953"/>
                <a:gd name="connsiteY4" fmla="*/ 44498 h 88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53" h="88953">
                  <a:moveTo>
                    <a:pt x="88959" y="44498"/>
                  </a:moveTo>
                  <a:cubicBezTo>
                    <a:pt x="88959" y="69061"/>
                    <a:pt x="69046" y="88974"/>
                    <a:pt x="44483" y="88974"/>
                  </a:cubicBezTo>
                  <a:cubicBezTo>
                    <a:pt x="19919" y="88974"/>
                    <a:pt x="6" y="69061"/>
                    <a:pt x="6" y="44498"/>
                  </a:cubicBezTo>
                  <a:cubicBezTo>
                    <a:pt x="6" y="19934"/>
                    <a:pt x="19919" y="21"/>
                    <a:pt x="44483" y="21"/>
                  </a:cubicBezTo>
                  <a:cubicBezTo>
                    <a:pt x="69046" y="21"/>
                    <a:pt x="88959" y="19934"/>
                    <a:pt x="88959" y="44498"/>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6" name="任意形状 215"/>
            <p:cNvSpPr/>
            <p:nvPr/>
          </p:nvSpPr>
          <p:spPr>
            <a:xfrm rot="-1740000">
              <a:off x="6468420" y="3159212"/>
              <a:ext cx="77110" cy="77110"/>
            </a:xfrm>
            <a:custGeom>
              <a:avLst/>
              <a:gdLst>
                <a:gd name="connsiteX0" fmla="*/ 77116 w 77110"/>
                <a:gd name="connsiteY0" fmla="*/ 38576 h 77110"/>
                <a:gd name="connsiteX1" fmla="*/ 38561 w 77110"/>
                <a:gd name="connsiteY1" fmla="*/ 77131 h 77110"/>
                <a:gd name="connsiteX2" fmla="*/ 6 w 77110"/>
                <a:gd name="connsiteY2" fmla="*/ 38576 h 77110"/>
                <a:gd name="connsiteX3" fmla="*/ 38561 w 77110"/>
                <a:gd name="connsiteY3" fmla="*/ 21 h 77110"/>
                <a:gd name="connsiteX4" fmla="*/ 77116 w 77110"/>
                <a:gd name="connsiteY4" fmla="*/ 38576 h 77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0" h="77110">
                  <a:moveTo>
                    <a:pt x="77116" y="38576"/>
                  </a:moveTo>
                  <a:cubicBezTo>
                    <a:pt x="77116" y="59870"/>
                    <a:pt x="59855" y="77131"/>
                    <a:pt x="38561" y="77131"/>
                  </a:cubicBezTo>
                  <a:cubicBezTo>
                    <a:pt x="17268" y="77131"/>
                    <a:pt x="6" y="59870"/>
                    <a:pt x="6" y="38576"/>
                  </a:cubicBezTo>
                  <a:cubicBezTo>
                    <a:pt x="6" y="17283"/>
                    <a:pt x="17268" y="21"/>
                    <a:pt x="38561" y="21"/>
                  </a:cubicBezTo>
                  <a:cubicBezTo>
                    <a:pt x="59855" y="21"/>
                    <a:pt x="77116" y="17283"/>
                    <a:pt x="77116" y="38576"/>
                  </a:cubicBezTo>
                  <a:close/>
                </a:path>
              </a:pathLst>
            </a:custGeom>
            <a:solidFill>
              <a:schemeClr val="bg2"/>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7" name="任意形状 216"/>
            <p:cNvSpPr/>
            <p:nvPr/>
          </p:nvSpPr>
          <p:spPr>
            <a:xfrm rot="-1740000">
              <a:off x="6846375" y="3937375"/>
              <a:ext cx="77110" cy="77110"/>
            </a:xfrm>
            <a:custGeom>
              <a:avLst/>
              <a:gdLst>
                <a:gd name="connsiteX0" fmla="*/ 77116 w 77110"/>
                <a:gd name="connsiteY0" fmla="*/ 38576 h 77110"/>
                <a:gd name="connsiteX1" fmla="*/ 38561 w 77110"/>
                <a:gd name="connsiteY1" fmla="*/ 77131 h 77110"/>
                <a:gd name="connsiteX2" fmla="*/ 6 w 77110"/>
                <a:gd name="connsiteY2" fmla="*/ 38576 h 77110"/>
                <a:gd name="connsiteX3" fmla="*/ 38561 w 77110"/>
                <a:gd name="connsiteY3" fmla="*/ 21 h 77110"/>
                <a:gd name="connsiteX4" fmla="*/ 77116 w 77110"/>
                <a:gd name="connsiteY4" fmla="*/ 38576 h 77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0" h="77110">
                  <a:moveTo>
                    <a:pt x="77116" y="38576"/>
                  </a:moveTo>
                  <a:cubicBezTo>
                    <a:pt x="77116" y="59869"/>
                    <a:pt x="59855" y="77131"/>
                    <a:pt x="38561" y="77131"/>
                  </a:cubicBezTo>
                  <a:cubicBezTo>
                    <a:pt x="17268" y="77131"/>
                    <a:pt x="6" y="59869"/>
                    <a:pt x="6" y="38576"/>
                  </a:cubicBezTo>
                  <a:cubicBezTo>
                    <a:pt x="6" y="17283"/>
                    <a:pt x="17268" y="21"/>
                    <a:pt x="38561" y="21"/>
                  </a:cubicBezTo>
                  <a:cubicBezTo>
                    <a:pt x="59855" y="21"/>
                    <a:pt x="77116" y="17283"/>
                    <a:pt x="77116" y="38576"/>
                  </a:cubicBezTo>
                  <a:close/>
                </a:path>
              </a:pathLst>
            </a:custGeom>
            <a:solidFill>
              <a:schemeClr val="bg2"/>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45" name="图片 41" descr="icon-7"/>
          <p:cNvGrpSpPr/>
          <p:nvPr/>
        </p:nvGrpSpPr>
        <p:grpSpPr>
          <a:xfrm>
            <a:off x="2923478" y="3158878"/>
            <a:ext cx="951430" cy="840456"/>
            <a:chOff x="2923478" y="3158878"/>
            <a:chExt cx="951430" cy="840456"/>
          </a:xfrm>
        </p:grpSpPr>
        <p:sp>
          <p:nvSpPr>
            <p:cNvPr id="246" name="任意形状 245"/>
            <p:cNvSpPr/>
            <p:nvPr/>
          </p:nvSpPr>
          <p:spPr>
            <a:xfrm rot="5400000">
              <a:off x="3007002" y="3372908"/>
              <a:ext cx="840456" cy="412398"/>
            </a:xfrm>
            <a:custGeom>
              <a:avLst/>
              <a:gdLst>
                <a:gd name="connsiteX0" fmla="*/ 735984 w 840456"/>
                <a:gd name="connsiteY0" fmla="*/ 342320 h 412398"/>
                <a:gd name="connsiteX1" fmla="*/ 840486 w 840456"/>
                <a:gd name="connsiteY1" fmla="*/ 206238 h 412398"/>
                <a:gd name="connsiteX2" fmla="*/ 420257 w 840456"/>
                <a:gd name="connsiteY2" fmla="*/ 39 h 412398"/>
                <a:gd name="connsiteX3" fmla="*/ 29 w 840456"/>
                <a:gd name="connsiteY3" fmla="*/ 206238 h 412398"/>
                <a:gd name="connsiteX4" fmla="*/ 420257 w 840456"/>
                <a:gd name="connsiteY4" fmla="*/ 412437 h 412398"/>
                <a:gd name="connsiteX5" fmla="*/ 647511 w 840456"/>
                <a:gd name="connsiteY5" fmla="*/ 379714 h 41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456" h="412398">
                  <a:moveTo>
                    <a:pt x="735984" y="342320"/>
                  </a:moveTo>
                  <a:cubicBezTo>
                    <a:pt x="801037" y="306010"/>
                    <a:pt x="840486" y="258384"/>
                    <a:pt x="840486" y="206238"/>
                  </a:cubicBezTo>
                  <a:cubicBezTo>
                    <a:pt x="840486" y="92357"/>
                    <a:pt x="652343" y="39"/>
                    <a:pt x="420257" y="39"/>
                  </a:cubicBezTo>
                  <a:cubicBezTo>
                    <a:pt x="188172" y="39"/>
                    <a:pt x="29" y="92357"/>
                    <a:pt x="29" y="206238"/>
                  </a:cubicBezTo>
                  <a:cubicBezTo>
                    <a:pt x="29" y="320119"/>
                    <a:pt x="188172" y="412437"/>
                    <a:pt x="420257" y="412437"/>
                  </a:cubicBezTo>
                  <a:cubicBezTo>
                    <a:pt x="503985" y="412437"/>
                    <a:pt x="581993" y="400422"/>
                    <a:pt x="647511" y="379714"/>
                  </a:cubicBezTo>
                </a:path>
              </a:pathLst>
            </a:custGeom>
            <a:solidFill>
              <a:srgbClr val="FFFFFF"/>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7" name="任意形状 246"/>
            <p:cNvSpPr/>
            <p:nvPr/>
          </p:nvSpPr>
          <p:spPr>
            <a:xfrm>
              <a:off x="3048764" y="3305045"/>
              <a:ext cx="756933" cy="548124"/>
            </a:xfrm>
            <a:custGeom>
              <a:avLst/>
              <a:gdLst>
                <a:gd name="connsiteX0" fmla="*/ 586834 w 756933"/>
                <a:gd name="connsiteY0" fmla="*/ 57 h 548124"/>
                <a:gd name="connsiteX1" fmla="*/ 742672 w 756933"/>
                <a:gd name="connsiteY1" fmla="*/ 64843 h 548124"/>
                <a:gd name="connsiteX2" fmla="*/ 481156 w 756933"/>
                <a:gd name="connsiteY2" fmla="*/ 451070 h 548124"/>
                <a:gd name="connsiteX3" fmla="*/ 14319 w 756933"/>
                <a:gd name="connsiteY3" fmla="*/ 483359 h 548124"/>
                <a:gd name="connsiteX4" fmla="*/ 275835 w 756933"/>
                <a:gd name="connsiteY4" fmla="*/ 97132 h 548124"/>
                <a:gd name="connsiteX5" fmla="*/ 490510 w 756933"/>
                <a:gd name="connsiteY5" fmla="*/ 11735 h 54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933" h="548124">
                  <a:moveTo>
                    <a:pt x="586834" y="57"/>
                  </a:moveTo>
                  <a:cubicBezTo>
                    <a:pt x="660095" y="-666"/>
                    <a:pt x="716998" y="20586"/>
                    <a:pt x="742672" y="64843"/>
                  </a:cubicBezTo>
                  <a:cubicBezTo>
                    <a:pt x="799370" y="162580"/>
                    <a:pt x="682286" y="335500"/>
                    <a:pt x="481156" y="451070"/>
                  </a:cubicBezTo>
                  <a:cubicBezTo>
                    <a:pt x="280027" y="566640"/>
                    <a:pt x="71017" y="581096"/>
                    <a:pt x="14319" y="483359"/>
                  </a:cubicBezTo>
                  <a:cubicBezTo>
                    <a:pt x="-42379" y="385622"/>
                    <a:pt x="74706" y="212702"/>
                    <a:pt x="275835" y="97132"/>
                  </a:cubicBezTo>
                  <a:cubicBezTo>
                    <a:pt x="348914" y="55140"/>
                    <a:pt x="423034" y="26498"/>
                    <a:pt x="490510" y="11735"/>
                  </a:cubicBezTo>
                </a:path>
              </a:pathLst>
            </a:custGeom>
            <a:no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8" name="任意形状 247"/>
            <p:cNvSpPr/>
            <p:nvPr/>
          </p:nvSpPr>
          <p:spPr>
            <a:xfrm>
              <a:off x="3048764" y="3305045"/>
              <a:ext cx="756933" cy="548124"/>
            </a:xfrm>
            <a:custGeom>
              <a:avLst/>
              <a:gdLst>
                <a:gd name="connsiteX0" fmla="*/ 98826 w 756933"/>
                <a:gd name="connsiteY0" fmla="*/ 313735 h 548124"/>
                <a:gd name="connsiteX1" fmla="*/ 275835 w 756933"/>
                <a:gd name="connsiteY1" fmla="*/ 451070 h 548124"/>
                <a:gd name="connsiteX2" fmla="*/ 742672 w 756933"/>
                <a:gd name="connsiteY2" fmla="*/ 483359 h 548124"/>
                <a:gd name="connsiteX3" fmla="*/ 481157 w 756933"/>
                <a:gd name="connsiteY3" fmla="*/ 97132 h 548124"/>
                <a:gd name="connsiteX4" fmla="*/ 14319 w 756933"/>
                <a:gd name="connsiteY4" fmla="*/ 64843 h 548124"/>
                <a:gd name="connsiteX5" fmla="*/ 33319 w 756933"/>
                <a:gd name="connsiteY5" fmla="*/ 227198 h 54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933" h="548124">
                  <a:moveTo>
                    <a:pt x="98826" y="313735"/>
                  </a:moveTo>
                  <a:cubicBezTo>
                    <a:pt x="144854" y="362761"/>
                    <a:pt x="205155" y="410457"/>
                    <a:pt x="275835" y="451070"/>
                  </a:cubicBezTo>
                  <a:cubicBezTo>
                    <a:pt x="476964" y="566640"/>
                    <a:pt x="685974" y="581096"/>
                    <a:pt x="742672" y="483359"/>
                  </a:cubicBezTo>
                  <a:cubicBezTo>
                    <a:pt x="799370" y="385622"/>
                    <a:pt x="682286" y="212702"/>
                    <a:pt x="481157" y="97132"/>
                  </a:cubicBezTo>
                  <a:cubicBezTo>
                    <a:pt x="280027" y="-18438"/>
                    <a:pt x="71017" y="-32894"/>
                    <a:pt x="14319" y="64843"/>
                  </a:cubicBezTo>
                  <a:cubicBezTo>
                    <a:pt x="-10760" y="108075"/>
                    <a:pt x="-1838" y="166016"/>
                    <a:pt x="33319" y="227198"/>
                  </a:cubicBezTo>
                </a:path>
              </a:pathLst>
            </a:custGeom>
            <a:noFill/>
            <a:ln w="10398"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9" name="任意形状 248"/>
            <p:cNvSpPr/>
            <p:nvPr/>
          </p:nvSpPr>
          <p:spPr>
            <a:xfrm>
              <a:off x="3221027" y="3351943"/>
              <a:ext cx="410245" cy="455754"/>
            </a:xfrm>
            <a:custGeom>
              <a:avLst/>
              <a:gdLst>
                <a:gd name="connsiteX0" fmla="*/ 207567 w 410245"/>
                <a:gd name="connsiteY0" fmla="*/ 39 h 455754"/>
                <a:gd name="connsiteX1" fmla="*/ 310991 w 410245"/>
                <a:gd name="connsiteY1" fmla="*/ 50392 h 455754"/>
                <a:gd name="connsiteX2" fmla="*/ 402077 w 410245"/>
                <a:gd name="connsiteY2" fmla="*/ 110441 h 455754"/>
                <a:gd name="connsiteX3" fmla="*/ 410275 w 410245"/>
                <a:gd name="connsiteY3" fmla="*/ 227916 h 455754"/>
                <a:gd name="connsiteX4" fmla="*/ 402077 w 410245"/>
                <a:gd name="connsiteY4" fmla="*/ 345397 h 455754"/>
                <a:gd name="connsiteX5" fmla="*/ 310991 w 410245"/>
                <a:gd name="connsiteY5" fmla="*/ 405440 h 455754"/>
                <a:gd name="connsiteX6" fmla="*/ 207567 w 410245"/>
                <a:gd name="connsiteY6" fmla="*/ 455794 h 455754"/>
                <a:gd name="connsiteX7" fmla="*/ 104139 w 410245"/>
                <a:gd name="connsiteY7" fmla="*/ 405440 h 455754"/>
                <a:gd name="connsiteX8" fmla="*/ 8584 w 410245"/>
                <a:gd name="connsiteY8" fmla="*/ 341980 h 455754"/>
                <a:gd name="connsiteX9" fmla="*/ 7645 w 410245"/>
                <a:gd name="connsiteY9" fmla="*/ 341256 h 455754"/>
                <a:gd name="connsiteX10" fmla="*/ 29 w 410245"/>
                <a:gd name="connsiteY10" fmla="*/ 227916 h 455754"/>
                <a:gd name="connsiteX11" fmla="*/ 7645 w 410245"/>
                <a:gd name="connsiteY11" fmla="*/ 114577 h 455754"/>
                <a:gd name="connsiteX12" fmla="*/ 8584 w 410245"/>
                <a:gd name="connsiteY12" fmla="*/ 113852 h 455754"/>
                <a:gd name="connsiteX13" fmla="*/ 104139 w 410245"/>
                <a:gd name="connsiteY13" fmla="*/ 50392 h 455754"/>
                <a:gd name="connsiteX14" fmla="*/ 207375 w 410245"/>
                <a:gd name="connsiteY14" fmla="*/ 115 h 45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0245" h="455754">
                  <a:moveTo>
                    <a:pt x="207567" y="39"/>
                  </a:moveTo>
                  <a:cubicBezTo>
                    <a:pt x="241741" y="13845"/>
                    <a:pt x="276481" y="30647"/>
                    <a:pt x="310991" y="50392"/>
                  </a:cubicBezTo>
                  <a:cubicBezTo>
                    <a:pt x="343684" y="69097"/>
                    <a:pt x="374172" y="89300"/>
                    <a:pt x="402077" y="110441"/>
                  </a:cubicBezTo>
                  <a:cubicBezTo>
                    <a:pt x="407413" y="147705"/>
                    <a:pt x="410275" y="187129"/>
                    <a:pt x="410275" y="227916"/>
                  </a:cubicBezTo>
                  <a:cubicBezTo>
                    <a:pt x="410275" y="268703"/>
                    <a:pt x="407413" y="308126"/>
                    <a:pt x="402077" y="345397"/>
                  </a:cubicBezTo>
                  <a:cubicBezTo>
                    <a:pt x="374172" y="366533"/>
                    <a:pt x="343684" y="386735"/>
                    <a:pt x="310991" y="405440"/>
                  </a:cubicBezTo>
                  <a:cubicBezTo>
                    <a:pt x="276481" y="425185"/>
                    <a:pt x="241741" y="441988"/>
                    <a:pt x="207567" y="455794"/>
                  </a:cubicBezTo>
                  <a:cubicBezTo>
                    <a:pt x="173393" y="441990"/>
                    <a:pt x="138651" y="425186"/>
                    <a:pt x="104139" y="405440"/>
                  </a:cubicBezTo>
                  <a:cubicBezTo>
                    <a:pt x="69693" y="385732"/>
                    <a:pt x="37693" y="364361"/>
                    <a:pt x="8584" y="341980"/>
                  </a:cubicBezTo>
                  <a:lnTo>
                    <a:pt x="7645" y="341256"/>
                  </a:lnTo>
                  <a:cubicBezTo>
                    <a:pt x="2683" y="305210"/>
                    <a:pt x="29" y="267195"/>
                    <a:pt x="29" y="227916"/>
                  </a:cubicBezTo>
                  <a:cubicBezTo>
                    <a:pt x="29" y="188637"/>
                    <a:pt x="2683" y="150622"/>
                    <a:pt x="7645" y="114577"/>
                  </a:cubicBezTo>
                  <a:lnTo>
                    <a:pt x="8584" y="113852"/>
                  </a:lnTo>
                  <a:cubicBezTo>
                    <a:pt x="37693" y="91472"/>
                    <a:pt x="69693" y="70101"/>
                    <a:pt x="104139" y="50392"/>
                  </a:cubicBezTo>
                  <a:cubicBezTo>
                    <a:pt x="138586" y="30683"/>
                    <a:pt x="173262" y="13906"/>
                    <a:pt x="207375" y="115"/>
                  </a:cubicBezTo>
                  <a:close/>
                </a:path>
              </a:pathLst>
            </a:custGeom>
            <a:solidFill>
              <a:schemeClr val="accent1">
                <a:lumMod val="40000"/>
                <a:lumOff val="60000"/>
              </a:schemeClr>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0" name="任意形状 249"/>
            <p:cNvSpPr/>
            <p:nvPr/>
          </p:nvSpPr>
          <p:spPr>
            <a:xfrm>
              <a:off x="3356757" y="3508634"/>
              <a:ext cx="135725" cy="135725"/>
            </a:xfrm>
            <a:custGeom>
              <a:avLst/>
              <a:gdLst>
                <a:gd name="connsiteX0" fmla="*/ 135755 w 135725"/>
                <a:gd name="connsiteY0" fmla="*/ 67902 h 135725"/>
                <a:gd name="connsiteX1" fmla="*/ 67892 w 135725"/>
                <a:gd name="connsiteY1" fmla="*/ 135765 h 135725"/>
                <a:gd name="connsiteX2" fmla="*/ 29 w 135725"/>
                <a:gd name="connsiteY2" fmla="*/ 67902 h 135725"/>
                <a:gd name="connsiteX3" fmla="*/ 67892 w 135725"/>
                <a:gd name="connsiteY3" fmla="*/ 39 h 135725"/>
                <a:gd name="connsiteX4" fmla="*/ 135755 w 135725"/>
                <a:gd name="connsiteY4" fmla="*/ 67902 h 13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25" h="135725">
                  <a:moveTo>
                    <a:pt x="135755" y="67902"/>
                  </a:moveTo>
                  <a:cubicBezTo>
                    <a:pt x="135755" y="105382"/>
                    <a:pt x="105372" y="135765"/>
                    <a:pt x="67892" y="135765"/>
                  </a:cubicBezTo>
                  <a:cubicBezTo>
                    <a:pt x="30412" y="135765"/>
                    <a:pt x="29" y="105382"/>
                    <a:pt x="29" y="67902"/>
                  </a:cubicBezTo>
                  <a:cubicBezTo>
                    <a:pt x="29" y="30422"/>
                    <a:pt x="30412" y="39"/>
                    <a:pt x="67892" y="39"/>
                  </a:cubicBezTo>
                  <a:cubicBezTo>
                    <a:pt x="105372" y="39"/>
                    <a:pt x="135755" y="30422"/>
                    <a:pt x="135755" y="67902"/>
                  </a:cubicBez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51" name="图片 41" descr="icon-7"/>
            <p:cNvGrpSpPr/>
            <p:nvPr/>
          </p:nvGrpSpPr>
          <p:grpSpPr>
            <a:xfrm>
              <a:off x="2923478" y="3419890"/>
              <a:ext cx="73083" cy="216425"/>
              <a:chOff x="2923478" y="3419890"/>
              <a:chExt cx="73083" cy="216425"/>
            </a:xfrm>
            <a:solidFill>
              <a:srgbClr val="A2BDFC"/>
            </a:solidFill>
          </p:grpSpPr>
          <p:sp>
            <p:nvSpPr>
              <p:cNvPr id="252" name="任意形状 251"/>
              <p:cNvSpPr/>
              <p:nvPr/>
            </p:nvSpPr>
            <p:spPr>
              <a:xfrm>
                <a:off x="2923478" y="3419890"/>
                <a:ext cx="73083" cy="71494"/>
              </a:xfrm>
              <a:custGeom>
                <a:avLst/>
                <a:gdLst>
                  <a:gd name="connsiteX0" fmla="*/ 73112 w 73083"/>
                  <a:gd name="connsiteY0" fmla="*/ 35836 h 71494"/>
                  <a:gd name="connsiteX1" fmla="*/ 36571 w 73083"/>
                  <a:gd name="connsiteY1" fmla="*/ 71583 h 71494"/>
                  <a:gd name="connsiteX2" fmla="*/ 29 w 73083"/>
                  <a:gd name="connsiteY2" fmla="*/ 35836 h 71494"/>
                  <a:gd name="connsiteX3" fmla="*/ 36571 w 73083"/>
                  <a:gd name="connsiteY3" fmla="*/ 89 h 71494"/>
                  <a:gd name="connsiteX4" fmla="*/ 73112 w 73083"/>
                  <a:gd name="connsiteY4" fmla="*/ 35836 h 71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83" h="71494">
                    <a:moveTo>
                      <a:pt x="73112" y="35836"/>
                    </a:moveTo>
                    <a:cubicBezTo>
                      <a:pt x="73112" y="55579"/>
                      <a:pt x="56752" y="71583"/>
                      <a:pt x="36571" y="71583"/>
                    </a:cubicBezTo>
                    <a:cubicBezTo>
                      <a:pt x="16389" y="71583"/>
                      <a:pt x="29" y="55579"/>
                      <a:pt x="29" y="35836"/>
                    </a:cubicBezTo>
                    <a:cubicBezTo>
                      <a:pt x="29" y="16094"/>
                      <a:pt x="16389" y="89"/>
                      <a:pt x="36571" y="89"/>
                    </a:cubicBezTo>
                    <a:cubicBezTo>
                      <a:pt x="56752" y="89"/>
                      <a:pt x="73112" y="16094"/>
                      <a:pt x="73112" y="35836"/>
                    </a:cubicBezTo>
                    <a:close/>
                  </a:path>
                </a:pathLst>
              </a:custGeom>
              <a:solidFill>
                <a:srgbClr val="A2BDFC"/>
              </a:solidFill>
              <a:ln w="10398"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3" name="任意形状 252"/>
              <p:cNvSpPr/>
              <p:nvPr/>
            </p:nvSpPr>
            <p:spPr>
              <a:xfrm>
                <a:off x="2960020" y="3489443"/>
                <a:ext cx="5220" cy="146872"/>
              </a:xfrm>
              <a:custGeom>
                <a:avLst/>
                <a:gdLst>
                  <a:gd name="connsiteX0" fmla="*/ 29 w 5220"/>
                  <a:gd name="connsiteY0" fmla="*/ 89 h 146872"/>
                  <a:gd name="connsiteX1" fmla="*/ 29 w 5220"/>
                  <a:gd name="connsiteY1" fmla="*/ 146962 h 146872"/>
                </a:gdLst>
                <a:ahLst/>
                <a:cxnLst>
                  <a:cxn ang="0">
                    <a:pos x="connsiteX0" y="connsiteY0"/>
                  </a:cxn>
                  <a:cxn ang="0">
                    <a:pos x="connsiteX1" y="connsiteY1"/>
                  </a:cxn>
                </a:cxnLst>
                <a:rect l="l" t="t" r="r" b="b"/>
                <a:pathLst>
                  <a:path w="5220" h="146872">
                    <a:moveTo>
                      <a:pt x="29" y="89"/>
                    </a:moveTo>
                    <a:lnTo>
                      <a:pt x="29" y="146962"/>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4" name="图片 41" descr="icon-7"/>
            <p:cNvGrpSpPr/>
            <p:nvPr/>
          </p:nvGrpSpPr>
          <p:grpSpPr>
            <a:xfrm>
              <a:off x="3800702" y="3766588"/>
              <a:ext cx="74207" cy="219022"/>
              <a:chOff x="3800702" y="3766588"/>
              <a:chExt cx="74207" cy="219022"/>
            </a:xfrm>
            <a:solidFill>
              <a:srgbClr val="F0F3F8"/>
            </a:solidFill>
          </p:grpSpPr>
          <p:sp>
            <p:nvSpPr>
              <p:cNvPr id="255" name="任意形状 254"/>
              <p:cNvSpPr/>
              <p:nvPr/>
            </p:nvSpPr>
            <p:spPr>
              <a:xfrm flipV="1">
                <a:off x="3800702" y="3913258"/>
                <a:ext cx="74207" cy="72352"/>
              </a:xfrm>
              <a:custGeom>
                <a:avLst/>
                <a:gdLst>
                  <a:gd name="connsiteX0" fmla="*/ 74405 w 74207"/>
                  <a:gd name="connsiteY0" fmla="*/ 36360 h 72352"/>
                  <a:gd name="connsiteX1" fmla="*/ 37301 w 74207"/>
                  <a:gd name="connsiteY1" fmla="*/ 72536 h 72352"/>
                  <a:gd name="connsiteX2" fmla="*/ 197 w 74207"/>
                  <a:gd name="connsiteY2" fmla="*/ 36360 h 72352"/>
                  <a:gd name="connsiteX3" fmla="*/ 37301 w 74207"/>
                  <a:gd name="connsiteY3" fmla="*/ 184 h 72352"/>
                  <a:gd name="connsiteX4" fmla="*/ 74405 w 74207"/>
                  <a:gd name="connsiteY4" fmla="*/ 36360 h 72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07" h="72352">
                    <a:moveTo>
                      <a:pt x="74405" y="36360"/>
                    </a:moveTo>
                    <a:cubicBezTo>
                      <a:pt x="74405" y="56339"/>
                      <a:pt x="57793" y="72536"/>
                      <a:pt x="37301" y="72536"/>
                    </a:cubicBezTo>
                    <a:cubicBezTo>
                      <a:pt x="16809" y="72536"/>
                      <a:pt x="197" y="56339"/>
                      <a:pt x="197" y="36360"/>
                    </a:cubicBezTo>
                    <a:cubicBezTo>
                      <a:pt x="197" y="16380"/>
                      <a:pt x="16809" y="184"/>
                      <a:pt x="37301" y="184"/>
                    </a:cubicBezTo>
                    <a:cubicBezTo>
                      <a:pt x="57793" y="184"/>
                      <a:pt x="74405" y="16380"/>
                      <a:pt x="74405" y="36360"/>
                    </a:cubicBezTo>
                    <a:close/>
                  </a:path>
                </a:pathLst>
              </a:custGeom>
              <a:solidFill>
                <a:schemeClr val="bg2"/>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6" name="任意形状 255"/>
              <p:cNvSpPr/>
              <p:nvPr/>
            </p:nvSpPr>
            <p:spPr>
              <a:xfrm flipV="1">
                <a:off x="3837805" y="3766588"/>
                <a:ext cx="5220" cy="148635"/>
              </a:xfrm>
              <a:custGeom>
                <a:avLst/>
                <a:gdLst>
                  <a:gd name="connsiteX0" fmla="*/ 197 w 5220"/>
                  <a:gd name="connsiteY0" fmla="*/ 142 h 148635"/>
                  <a:gd name="connsiteX1" fmla="*/ 197 w 5220"/>
                  <a:gd name="connsiteY1" fmla="*/ 148777 h 148635"/>
                </a:gdLst>
                <a:ahLst/>
                <a:cxnLst>
                  <a:cxn ang="0">
                    <a:pos x="connsiteX0" y="connsiteY0"/>
                  </a:cxn>
                  <a:cxn ang="0">
                    <a:pos x="connsiteX1" y="connsiteY1"/>
                  </a:cxn>
                </a:cxnLst>
                <a:rect l="l" t="t" r="r" b="b"/>
                <a:pathLst>
                  <a:path w="5220" h="148635">
                    <a:moveTo>
                      <a:pt x="197" y="142"/>
                    </a:moveTo>
                    <a:lnTo>
                      <a:pt x="197" y="148777"/>
                    </a:lnTo>
                  </a:path>
                </a:pathLst>
              </a:custGeom>
              <a:ln w="1039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57" name="图片 26" descr="icon-6"/>
          <p:cNvGrpSpPr/>
          <p:nvPr/>
        </p:nvGrpSpPr>
        <p:grpSpPr>
          <a:xfrm>
            <a:off x="1126343" y="3152737"/>
            <a:ext cx="900863" cy="927785"/>
            <a:chOff x="1126343" y="3152737"/>
            <a:chExt cx="900863" cy="927785"/>
          </a:xfrm>
        </p:grpSpPr>
        <p:sp>
          <p:nvSpPr>
            <p:cNvPr id="258" name="任意形状 257"/>
            <p:cNvSpPr/>
            <p:nvPr/>
          </p:nvSpPr>
          <p:spPr>
            <a:xfrm>
              <a:off x="1468703" y="3240140"/>
              <a:ext cx="448939" cy="448939"/>
            </a:xfrm>
            <a:custGeom>
              <a:avLst/>
              <a:gdLst>
                <a:gd name="connsiteX0" fmla="*/ 448974 w 448939"/>
                <a:gd name="connsiteY0" fmla="*/ 224494 h 448939"/>
                <a:gd name="connsiteX1" fmla="*/ 224504 w 448939"/>
                <a:gd name="connsiteY1" fmla="*/ 448964 h 448939"/>
                <a:gd name="connsiteX2" fmla="*/ 34 w 448939"/>
                <a:gd name="connsiteY2" fmla="*/ 224494 h 448939"/>
                <a:gd name="connsiteX3" fmla="*/ 224504 w 448939"/>
                <a:gd name="connsiteY3" fmla="*/ 24 h 448939"/>
                <a:gd name="connsiteX4" fmla="*/ 448974 w 448939"/>
                <a:gd name="connsiteY4" fmla="*/ 224494 h 448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939" h="448939">
                  <a:moveTo>
                    <a:pt x="448974" y="224494"/>
                  </a:moveTo>
                  <a:cubicBezTo>
                    <a:pt x="448974" y="348465"/>
                    <a:pt x="348475" y="448964"/>
                    <a:pt x="224504" y="448964"/>
                  </a:cubicBezTo>
                  <a:cubicBezTo>
                    <a:pt x="100533" y="448964"/>
                    <a:pt x="34" y="348465"/>
                    <a:pt x="34" y="224494"/>
                  </a:cubicBezTo>
                  <a:cubicBezTo>
                    <a:pt x="34" y="100523"/>
                    <a:pt x="100533" y="24"/>
                    <a:pt x="224504" y="24"/>
                  </a:cubicBezTo>
                  <a:cubicBezTo>
                    <a:pt x="348475" y="24"/>
                    <a:pt x="448974" y="100523"/>
                    <a:pt x="448974" y="224494"/>
                  </a:cubicBezTo>
                  <a:close/>
                </a:path>
              </a:pathLst>
            </a:custGeom>
            <a:solidFill>
              <a:schemeClr val="bg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59" name="图片 26" descr="icon-6"/>
            <p:cNvGrpSpPr/>
            <p:nvPr/>
          </p:nvGrpSpPr>
          <p:grpSpPr>
            <a:xfrm>
              <a:off x="1126343" y="3152737"/>
              <a:ext cx="900863" cy="927785"/>
              <a:chOff x="1126343" y="3152737"/>
              <a:chExt cx="900863" cy="927785"/>
            </a:xfrm>
          </p:grpSpPr>
          <p:sp>
            <p:nvSpPr>
              <p:cNvPr id="260" name="任意形状 259"/>
              <p:cNvSpPr/>
              <p:nvPr/>
            </p:nvSpPr>
            <p:spPr>
              <a:xfrm>
                <a:off x="1231295" y="3877138"/>
                <a:ext cx="683831" cy="203385"/>
              </a:xfrm>
              <a:custGeom>
                <a:avLst/>
                <a:gdLst>
                  <a:gd name="connsiteX0" fmla="*/ 91014 w 683831"/>
                  <a:gd name="connsiteY0" fmla="*/ 24 h 203385"/>
                  <a:gd name="connsiteX1" fmla="*/ 592880 w 683831"/>
                  <a:gd name="connsiteY1" fmla="*/ 24 h 203385"/>
                  <a:gd name="connsiteX2" fmla="*/ 612036 w 683831"/>
                  <a:gd name="connsiteY2" fmla="*/ 12596 h 203385"/>
                  <a:gd name="connsiteX3" fmla="*/ 682136 w 683831"/>
                  <a:gd name="connsiteY3" fmla="*/ 174220 h 203385"/>
                  <a:gd name="connsiteX4" fmla="*/ 671288 w 683831"/>
                  <a:gd name="connsiteY4" fmla="*/ 201685 h 203385"/>
                  <a:gd name="connsiteX5" fmla="*/ 662979 w 683831"/>
                  <a:gd name="connsiteY5" fmla="*/ 203410 h 203385"/>
                  <a:gd name="connsiteX6" fmla="*/ 20915 w 683831"/>
                  <a:gd name="connsiteY6" fmla="*/ 203410 h 203385"/>
                  <a:gd name="connsiteX7" fmla="*/ 34 w 683831"/>
                  <a:gd name="connsiteY7" fmla="*/ 182529 h 203385"/>
                  <a:gd name="connsiteX8" fmla="*/ 1758 w 683831"/>
                  <a:gd name="connsiteY8" fmla="*/ 174220 h 203385"/>
                  <a:gd name="connsiteX9" fmla="*/ 71858 w 683831"/>
                  <a:gd name="connsiteY9" fmla="*/ 12596 h 203385"/>
                  <a:gd name="connsiteX10" fmla="*/ 91014 w 683831"/>
                  <a:gd name="connsiteY10" fmla="*/ 24 h 20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3831" h="203385">
                    <a:moveTo>
                      <a:pt x="91014" y="24"/>
                    </a:moveTo>
                    <a:lnTo>
                      <a:pt x="592880" y="24"/>
                    </a:lnTo>
                    <a:cubicBezTo>
                      <a:pt x="601200" y="24"/>
                      <a:pt x="608726" y="4963"/>
                      <a:pt x="612036" y="12596"/>
                    </a:cubicBezTo>
                    <a:lnTo>
                      <a:pt x="682136" y="174220"/>
                    </a:lnTo>
                    <a:cubicBezTo>
                      <a:pt x="686724" y="184800"/>
                      <a:pt x="681868" y="197097"/>
                      <a:pt x="671288" y="201685"/>
                    </a:cubicBezTo>
                    <a:cubicBezTo>
                      <a:pt x="668665" y="202823"/>
                      <a:pt x="665837" y="203410"/>
                      <a:pt x="662979" y="203410"/>
                    </a:cubicBezTo>
                    <a:lnTo>
                      <a:pt x="20915" y="203410"/>
                    </a:lnTo>
                    <a:cubicBezTo>
                      <a:pt x="9383" y="203410"/>
                      <a:pt x="34" y="194061"/>
                      <a:pt x="34" y="182529"/>
                    </a:cubicBezTo>
                    <a:cubicBezTo>
                      <a:pt x="34" y="179670"/>
                      <a:pt x="621" y="176842"/>
                      <a:pt x="1758" y="174220"/>
                    </a:cubicBezTo>
                    <a:lnTo>
                      <a:pt x="71858" y="12596"/>
                    </a:lnTo>
                    <a:cubicBezTo>
                      <a:pt x="75168" y="4963"/>
                      <a:pt x="82694" y="24"/>
                      <a:pt x="91014" y="24"/>
                    </a:cubicBez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1" name="任意形状 260"/>
              <p:cNvSpPr/>
              <p:nvPr/>
            </p:nvSpPr>
            <p:spPr>
              <a:xfrm>
                <a:off x="1312030" y="3819512"/>
                <a:ext cx="523133" cy="213554"/>
              </a:xfrm>
              <a:custGeom>
                <a:avLst/>
                <a:gdLst>
                  <a:gd name="connsiteX0" fmla="*/ 76797 w 523133"/>
                  <a:gd name="connsiteY0" fmla="*/ 24 h 213554"/>
                  <a:gd name="connsiteX1" fmla="*/ 446398 w 523133"/>
                  <a:gd name="connsiteY1" fmla="*/ 24 h 213554"/>
                  <a:gd name="connsiteX2" fmla="*/ 466255 w 523133"/>
                  <a:gd name="connsiteY2" fmla="*/ 14446 h 213554"/>
                  <a:gd name="connsiteX3" fmla="*/ 522138 w 523133"/>
                  <a:gd name="connsiteY3" fmla="*/ 186239 h 213554"/>
                  <a:gd name="connsiteX4" fmla="*/ 508740 w 523133"/>
                  <a:gd name="connsiteY4" fmla="*/ 212555 h 213554"/>
                  <a:gd name="connsiteX5" fmla="*/ 502281 w 523133"/>
                  <a:gd name="connsiteY5" fmla="*/ 213579 h 213554"/>
                  <a:gd name="connsiteX6" fmla="*/ 20915 w 523133"/>
                  <a:gd name="connsiteY6" fmla="*/ 213579 h 213554"/>
                  <a:gd name="connsiteX7" fmla="*/ 34 w 523133"/>
                  <a:gd name="connsiteY7" fmla="*/ 192698 h 213554"/>
                  <a:gd name="connsiteX8" fmla="*/ 1058 w 523133"/>
                  <a:gd name="connsiteY8" fmla="*/ 186239 h 213554"/>
                  <a:gd name="connsiteX9" fmla="*/ 56941 w 523133"/>
                  <a:gd name="connsiteY9" fmla="*/ 14446 h 213554"/>
                  <a:gd name="connsiteX10" fmla="*/ 76797 w 523133"/>
                  <a:gd name="connsiteY10" fmla="*/ 24 h 2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133" h="213554">
                    <a:moveTo>
                      <a:pt x="76797" y="24"/>
                    </a:moveTo>
                    <a:lnTo>
                      <a:pt x="446398" y="24"/>
                    </a:lnTo>
                    <a:cubicBezTo>
                      <a:pt x="455442" y="24"/>
                      <a:pt x="463458" y="5846"/>
                      <a:pt x="466255" y="14446"/>
                    </a:cubicBezTo>
                    <a:lnTo>
                      <a:pt x="522138" y="186239"/>
                    </a:lnTo>
                    <a:cubicBezTo>
                      <a:pt x="525705" y="197205"/>
                      <a:pt x="519707" y="208987"/>
                      <a:pt x="508740" y="212555"/>
                    </a:cubicBezTo>
                    <a:cubicBezTo>
                      <a:pt x="506654" y="213233"/>
                      <a:pt x="504474" y="213579"/>
                      <a:pt x="502281" y="213579"/>
                    </a:cubicBezTo>
                    <a:lnTo>
                      <a:pt x="20915" y="213579"/>
                    </a:lnTo>
                    <a:cubicBezTo>
                      <a:pt x="9383" y="213579"/>
                      <a:pt x="34" y="204230"/>
                      <a:pt x="34" y="192698"/>
                    </a:cubicBezTo>
                    <a:cubicBezTo>
                      <a:pt x="34" y="190504"/>
                      <a:pt x="380" y="188325"/>
                      <a:pt x="1058" y="186239"/>
                    </a:cubicBezTo>
                    <a:lnTo>
                      <a:pt x="56941" y="14446"/>
                    </a:lnTo>
                    <a:cubicBezTo>
                      <a:pt x="59738" y="5846"/>
                      <a:pt x="67754" y="24"/>
                      <a:pt x="76797" y="24"/>
                    </a:cubicBezTo>
                    <a:close/>
                  </a:path>
                </a:pathLst>
              </a:custGeom>
              <a:solidFill>
                <a:schemeClr val="bg2"/>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2" name="任意形状 261"/>
              <p:cNvSpPr/>
              <p:nvPr/>
            </p:nvSpPr>
            <p:spPr>
              <a:xfrm>
                <a:off x="1302836" y="3822901"/>
                <a:ext cx="544496" cy="155928"/>
              </a:xfrm>
              <a:custGeom>
                <a:avLst/>
                <a:gdLst>
                  <a:gd name="connsiteX0" fmla="*/ 74199 w 544496"/>
                  <a:gd name="connsiteY0" fmla="*/ 24 h 155928"/>
                  <a:gd name="connsiteX1" fmla="*/ 470361 w 544496"/>
                  <a:gd name="connsiteY1" fmla="*/ 24 h 155928"/>
                  <a:gd name="connsiteX2" fmla="*/ 489282 w 544496"/>
                  <a:gd name="connsiteY2" fmla="*/ 12074 h 155928"/>
                  <a:gd name="connsiteX3" fmla="*/ 542566 w 544496"/>
                  <a:gd name="connsiteY3" fmla="*/ 126241 h 155928"/>
                  <a:gd name="connsiteX4" fmla="*/ 532476 w 544496"/>
                  <a:gd name="connsiteY4" fmla="*/ 153994 h 155928"/>
                  <a:gd name="connsiteX5" fmla="*/ 523645 w 544496"/>
                  <a:gd name="connsiteY5" fmla="*/ 155953 h 155928"/>
                  <a:gd name="connsiteX6" fmla="*/ 20915 w 544496"/>
                  <a:gd name="connsiteY6" fmla="*/ 155953 h 155928"/>
                  <a:gd name="connsiteX7" fmla="*/ 34 w 544496"/>
                  <a:gd name="connsiteY7" fmla="*/ 135072 h 155928"/>
                  <a:gd name="connsiteX8" fmla="*/ 1993 w 544496"/>
                  <a:gd name="connsiteY8" fmla="*/ 126241 h 155928"/>
                  <a:gd name="connsiteX9" fmla="*/ 55277 w 544496"/>
                  <a:gd name="connsiteY9" fmla="*/ 12074 h 155928"/>
                  <a:gd name="connsiteX10" fmla="*/ 74199 w 544496"/>
                  <a:gd name="connsiteY10" fmla="*/ 24 h 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496" h="155928">
                    <a:moveTo>
                      <a:pt x="74199" y="24"/>
                    </a:moveTo>
                    <a:lnTo>
                      <a:pt x="470361" y="24"/>
                    </a:lnTo>
                    <a:cubicBezTo>
                      <a:pt x="478473" y="24"/>
                      <a:pt x="485851" y="4723"/>
                      <a:pt x="489282" y="12074"/>
                    </a:cubicBezTo>
                    <a:lnTo>
                      <a:pt x="542566" y="126241"/>
                    </a:lnTo>
                    <a:cubicBezTo>
                      <a:pt x="547443" y="136691"/>
                      <a:pt x="542926" y="149116"/>
                      <a:pt x="532476" y="153994"/>
                    </a:cubicBezTo>
                    <a:cubicBezTo>
                      <a:pt x="529711" y="155284"/>
                      <a:pt x="526696" y="155953"/>
                      <a:pt x="523645" y="155953"/>
                    </a:cubicBezTo>
                    <a:lnTo>
                      <a:pt x="20915" y="155953"/>
                    </a:lnTo>
                    <a:cubicBezTo>
                      <a:pt x="9383" y="155953"/>
                      <a:pt x="34" y="146604"/>
                      <a:pt x="34" y="135072"/>
                    </a:cubicBezTo>
                    <a:cubicBezTo>
                      <a:pt x="34" y="132021"/>
                      <a:pt x="703" y="129006"/>
                      <a:pt x="1993" y="126241"/>
                    </a:cubicBezTo>
                    <a:lnTo>
                      <a:pt x="55277" y="12074"/>
                    </a:lnTo>
                    <a:cubicBezTo>
                      <a:pt x="58708" y="4723"/>
                      <a:pt x="66086" y="24"/>
                      <a:pt x="74199" y="24"/>
                    </a:cubicBezTo>
                    <a:close/>
                  </a:path>
                </a:pathLst>
              </a:custGeom>
              <a:solidFill>
                <a:schemeClr val="bg1"/>
              </a:solidFill>
              <a:ln w="1039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3" name="任意形状 262"/>
              <p:cNvSpPr/>
              <p:nvPr/>
            </p:nvSpPr>
            <p:spPr>
              <a:xfrm rot="1080000">
                <a:off x="1200112" y="3159277"/>
                <a:ext cx="120983" cy="496607"/>
              </a:xfrm>
              <a:custGeom>
                <a:avLst/>
                <a:gdLst>
                  <a:gd name="connsiteX0" fmla="*/ 109061 w 120983"/>
                  <a:gd name="connsiteY0" fmla="*/ 24 h 496607"/>
                  <a:gd name="connsiteX1" fmla="*/ 34 w 120983"/>
                  <a:gd name="connsiteY1" fmla="*/ 243318 h 496607"/>
                  <a:gd name="connsiteX2" fmla="*/ 121018 w 120983"/>
                  <a:gd name="connsiteY2" fmla="*/ 496631 h 496607"/>
                </a:gdLst>
                <a:ahLst/>
                <a:cxnLst>
                  <a:cxn ang="0">
                    <a:pos x="connsiteX0" y="connsiteY0"/>
                  </a:cxn>
                  <a:cxn ang="0">
                    <a:pos x="connsiteX1" y="connsiteY1"/>
                  </a:cxn>
                  <a:cxn ang="0">
                    <a:pos x="connsiteX2" y="connsiteY2"/>
                  </a:cxn>
                </a:cxnLst>
                <a:rect l="l" t="t" r="r" b="b"/>
                <a:pathLst>
                  <a:path w="120983" h="496607">
                    <a:moveTo>
                      <a:pt x="109061" y="24"/>
                    </a:moveTo>
                    <a:cubicBezTo>
                      <a:pt x="42022" y="59959"/>
                      <a:pt x="-61" y="146741"/>
                      <a:pt x="34" y="243318"/>
                    </a:cubicBezTo>
                    <a:cubicBezTo>
                      <a:pt x="139" y="345284"/>
                      <a:pt x="47235" y="436424"/>
                      <a:pt x="121018" y="496631"/>
                    </a:cubicBezTo>
                  </a:path>
                </a:pathLst>
              </a:custGeom>
              <a:noFill/>
              <a:ln w="10398" cap="rnd">
                <a:gradFill>
                  <a:gsLst>
                    <a:gs pos="100000">
                      <a:schemeClr val="tx2">
                        <a:alpha val="0"/>
                      </a:schemeClr>
                    </a:gs>
                    <a:gs pos="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4" name="任意形状 263"/>
              <p:cNvSpPr/>
              <p:nvPr/>
            </p:nvSpPr>
            <p:spPr>
              <a:xfrm rot="780000">
                <a:off x="1837222" y="3302538"/>
                <a:ext cx="138744" cy="471371"/>
              </a:xfrm>
              <a:custGeom>
                <a:avLst/>
                <a:gdLst>
                  <a:gd name="connsiteX0" fmla="*/ 71669 w 138744"/>
                  <a:gd name="connsiteY0" fmla="*/ 471395 h 471371"/>
                  <a:gd name="connsiteX1" fmla="*/ 138779 w 138744"/>
                  <a:gd name="connsiteY1" fmla="*/ 270547 h 471371"/>
                  <a:gd name="connsiteX2" fmla="*/ 34 w 138744"/>
                  <a:gd name="connsiteY2" fmla="*/ 24 h 471371"/>
                </a:gdLst>
                <a:ahLst/>
                <a:cxnLst>
                  <a:cxn ang="0">
                    <a:pos x="connsiteX0" y="connsiteY0"/>
                  </a:cxn>
                  <a:cxn ang="0">
                    <a:pos x="connsiteX1" y="connsiteY1"/>
                  </a:cxn>
                  <a:cxn ang="0">
                    <a:pos x="connsiteX2" y="connsiteY2"/>
                  </a:cxn>
                </a:cxnLst>
                <a:rect l="l" t="t" r="r" b="b"/>
                <a:pathLst>
                  <a:path w="138744" h="471371">
                    <a:moveTo>
                      <a:pt x="71669" y="471395"/>
                    </a:moveTo>
                    <a:cubicBezTo>
                      <a:pt x="113852" y="415632"/>
                      <a:pt x="138853" y="346041"/>
                      <a:pt x="138779" y="270547"/>
                    </a:cubicBezTo>
                    <a:cubicBezTo>
                      <a:pt x="138664" y="159103"/>
                      <a:pt x="83936" y="60414"/>
                      <a:pt x="34" y="24"/>
                    </a:cubicBezTo>
                  </a:path>
                </a:pathLst>
              </a:custGeom>
              <a:noFill/>
              <a:ln w="10398" cap="rnd">
                <a:gradFill>
                  <a:gsLst>
                    <a:gs pos="100000">
                      <a:schemeClr val="tx2">
                        <a:alpha val="0"/>
                      </a:schemeClr>
                    </a:gs>
                    <a:gs pos="0">
                      <a:schemeClr val="tx2"/>
                    </a:gs>
                  </a:gsLst>
                  <a:lin ang="54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5" name="任意形状 264"/>
              <p:cNvSpPr/>
              <p:nvPr/>
            </p:nvSpPr>
            <p:spPr>
              <a:xfrm rot="-1200000">
                <a:off x="1206683" y="3615320"/>
                <a:ext cx="88953" cy="88953"/>
              </a:xfrm>
              <a:custGeom>
                <a:avLst/>
                <a:gdLst>
                  <a:gd name="connsiteX0" fmla="*/ 88987 w 88953"/>
                  <a:gd name="connsiteY0" fmla="*/ 44501 h 88953"/>
                  <a:gd name="connsiteX1" fmla="*/ 44511 w 88953"/>
                  <a:gd name="connsiteY1" fmla="*/ 88977 h 88953"/>
                  <a:gd name="connsiteX2" fmla="*/ 34 w 88953"/>
                  <a:gd name="connsiteY2" fmla="*/ 44501 h 88953"/>
                  <a:gd name="connsiteX3" fmla="*/ 44511 w 88953"/>
                  <a:gd name="connsiteY3" fmla="*/ 24 h 88953"/>
                  <a:gd name="connsiteX4" fmla="*/ 88987 w 88953"/>
                  <a:gd name="connsiteY4" fmla="*/ 44501 h 88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53" h="88953">
                    <a:moveTo>
                      <a:pt x="88987" y="44501"/>
                    </a:moveTo>
                    <a:cubicBezTo>
                      <a:pt x="88987" y="69064"/>
                      <a:pt x="69074" y="88977"/>
                      <a:pt x="44511" y="88977"/>
                    </a:cubicBezTo>
                    <a:cubicBezTo>
                      <a:pt x="19947" y="88977"/>
                      <a:pt x="34" y="69064"/>
                      <a:pt x="34" y="44501"/>
                    </a:cubicBezTo>
                    <a:cubicBezTo>
                      <a:pt x="34" y="19937"/>
                      <a:pt x="19947" y="24"/>
                      <a:pt x="44511" y="24"/>
                    </a:cubicBezTo>
                    <a:cubicBezTo>
                      <a:pt x="69074" y="24"/>
                      <a:pt x="88987" y="19937"/>
                      <a:pt x="88987" y="44501"/>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6" name="任意形状 265"/>
              <p:cNvSpPr/>
              <p:nvPr/>
            </p:nvSpPr>
            <p:spPr>
              <a:xfrm rot="-1500000">
                <a:off x="1847571" y="3260284"/>
                <a:ext cx="88953" cy="88953"/>
              </a:xfrm>
              <a:custGeom>
                <a:avLst/>
                <a:gdLst>
                  <a:gd name="connsiteX0" fmla="*/ 88987 w 88953"/>
                  <a:gd name="connsiteY0" fmla="*/ 44501 h 88953"/>
                  <a:gd name="connsiteX1" fmla="*/ 44511 w 88953"/>
                  <a:gd name="connsiteY1" fmla="*/ 88977 h 88953"/>
                  <a:gd name="connsiteX2" fmla="*/ 34 w 88953"/>
                  <a:gd name="connsiteY2" fmla="*/ 44501 h 88953"/>
                  <a:gd name="connsiteX3" fmla="*/ 44511 w 88953"/>
                  <a:gd name="connsiteY3" fmla="*/ 24 h 88953"/>
                  <a:gd name="connsiteX4" fmla="*/ 88987 w 88953"/>
                  <a:gd name="connsiteY4" fmla="*/ 44501 h 88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53" h="88953">
                    <a:moveTo>
                      <a:pt x="88987" y="44501"/>
                    </a:moveTo>
                    <a:cubicBezTo>
                      <a:pt x="88987" y="69064"/>
                      <a:pt x="69074" y="88977"/>
                      <a:pt x="44511" y="88977"/>
                    </a:cubicBezTo>
                    <a:cubicBezTo>
                      <a:pt x="19947" y="88977"/>
                      <a:pt x="34" y="69064"/>
                      <a:pt x="34" y="44501"/>
                    </a:cubicBezTo>
                    <a:cubicBezTo>
                      <a:pt x="34" y="19937"/>
                      <a:pt x="19947" y="24"/>
                      <a:pt x="44511" y="24"/>
                    </a:cubicBezTo>
                    <a:cubicBezTo>
                      <a:pt x="69074" y="24"/>
                      <a:pt x="88987" y="19937"/>
                      <a:pt x="88987" y="44501"/>
                    </a:cubicBezTo>
                    <a:close/>
                  </a:path>
                </a:pathLst>
              </a:custGeom>
              <a:solidFill>
                <a:schemeClr val="accent1">
                  <a:lumMod val="40000"/>
                  <a:lumOff val="60000"/>
                </a:schemeClr>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67" name="图片 26" descr="icon-6"/>
              <p:cNvGrpSpPr/>
              <p:nvPr/>
            </p:nvGrpSpPr>
            <p:grpSpPr>
              <a:xfrm>
                <a:off x="1288671" y="3320980"/>
                <a:ext cx="584665" cy="584665"/>
                <a:chOff x="1288671" y="3320980"/>
                <a:chExt cx="584665" cy="584665"/>
              </a:xfrm>
            </p:grpSpPr>
            <p:sp>
              <p:nvSpPr>
                <p:cNvPr id="268" name="任意形状 267"/>
                <p:cNvSpPr/>
                <p:nvPr/>
              </p:nvSpPr>
              <p:spPr>
                <a:xfrm>
                  <a:off x="1288671" y="3320980"/>
                  <a:ext cx="584665" cy="584665"/>
                </a:xfrm>
                <a:custGeom>
                  <a:avLst/>
                  <a:gdLst>
                    <a:gd name="connsiteX0" fmla="*/ 65 w 584665"/>
                    <a:gd name="connsiteY0" fmla="*/ 70 h 584665"/>
                    <a:gd name="connsiteX1" fmla="*/ 584731 w 584665"/>
                    <a:gd name="connsiteY1" fmla="*/ 70 h 584665"/>
                    <a:gd name="connsiteX2" fmla="*/ 584731 w 584665"/>
                    <a:gd name="connsiteY2" fmla="*/ 584736 h 584665"/>
                    <a:gd name="connsiteX3" fmla="*/ 65 w 584665"/>
                    <a:gd name="connsiteY3" fmla="*/ 584736 h 584665"/>
                  </a:gdLst>
                  <a:ahLst/>
                  <a:cxnLst>
                    <a:cxn ang="0">
                      <a:pos x="connsiteX0" y="connsiteY0"/>
                    </a:cxn>
                    <a:cxn ang="0">
                      <a:pos x="connsiteX1" y="connsiteY1"/>
                    </a:cxn>
                    <a:cxn ang="0">
                      <a:pos x="connsiteX2" y="connsiteY2"/>
                    </a:cxn>
                    <a:cxn ang="0">
                      <a:pos x="connsiteX3" y="connsiteY3"/>
                    </a:cxn>
                  </a:cxnLst>
                  <a:rect l="l" t="t" r="r" b="b"/>
                  <a:pathLst>
                    <a:path w="584665" h="584665">
                      <a:moveTo>
                        <a:pt x="65" y="70"/>
                      </a:moveTo>
                      <a:lnTo>
                        <a:pt x="584731" y="70"/>
                      </a:lnTo>
                      <a:lnTo>
                        <a:pt x="584731" y="584736"/>
                      </a:lnTo>
                      <a:lnTo>
                        <a:pt x="65" y="584736"/>
                      </a:lnTo>
                      <a:close/>
                    </a:path>
                  </a:pathLst>
                </a:custGeom>
                <a:solidFill>
                  <a:srgbClr val="FFFFFF">
                    <a:alpha val="1000"/>
                  </a:srgbClr>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9" name="任意形状 268"/>
                <p:cNvSpPr/>
                <p:nvPr/>
              </p:nvSpPr>
              <p:spPr>
                <a:xfrm>
                  <a:off x="1387856" y="3367962"/>
                  <a:ext cx="391517" cy="375856"/>
                </a:xfrm>
                <a:custGeom>
                  <a:avLst/>
                  <a:gdLst>
                    <a:gd name="connsiteX0" fmla="*/ 391582 w 391517"/>
                    <a:gd name="connsiteY0" fmla="*/ 194477 h 375856"/>
                    <a:gd name="connsiteX1" fmla="*/ 266242 w 391517"/>
                    <a:gd name="connsiteY1" fmla="*/ 375927 h 375856"/>
                    <a:gd name="connsiteX2" fmla="*/ 195823 w 391517"/>
                    <a:gd name="connsiteY2" fmla="*/ 375927 h 375856"/>
                    <a:gd name="connsiteX3" fmla="*/ 125405 w 391517"/>
                    <a:gd name="connsiteY3" fmla="*/ 375927 h 375856"/>
                    <a:gd name="connsiteX4" fmla="*/ 65 w 391517"/>
                    <a:gd name="connsiteY4" fmla="*/ 194477 h 375856"/>
                    <a:gd name="connsiteX5" fmla="*/ 195823 w 391517"/>
                    <a:gd name="connsiteY5" fmla="*/ 70 h 375856"/>
                    <a:gd name="connsiteX6" fmla="*/ 391582 w 391517"/>
                    <a:gd name="connsiteY6" fmla="*/ 194477 h 3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517" h="375856">
                      <a:moveTo>
                        <a:pt x="391582" y="194477"/>
                      </a:moveTo>
                      <a:cubicBezTo>
                        <a:pt x="391582" y="277193"/>
                        <a:pt x="339564" y="347844"/>
                        <a:pt x="266242" y="375927"/>
                      </a:cubicBezTo>
                      <a:lnTo>
                        <a:pt x="195823" y="375927"/>
                      </a:lnTo>
                      <a:lnTo>
                        <a:pt x="125405" y="375927"/>
                      </a:lnTo>
                      <a:cubicBezTo>
                        <a:pt x="52083" y="347844"/>
                        <a:pt x="65" y="277193"/>
                        <a:pt x="65" y="194477"/>
                      </a:cubicBezTo>
                      <a:cubicBezTo>
                        <a:pt x="65" y="87108"/>
                        <a:pt x="87708" y="70"/>
                        <a:pt x="195823" y="70"/>
                      </a:cubicBezTo>
                      <a:cubicBezTo>
                        <a:pt x="303939" y="70"/>
                        <a:pt x="391582" y="87108"/>
                        <a:pt x="391582" y="194477"/>
                      </a:cubicBezTo>
                      <a:close/>
                    </a:path>
                  </a:pathLst>
                </a:custGeom>
                <a:solidFill>
                  <a:schemeClr val="bg1"/>
                </a:solid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0" name="任意形状 269"/>
                <p:cNvSpPr/>
                <p:nvPr/>
              </p:nvSpPr>
              <p:spPr>
                <a:xfrm>
                  <a:off x="1431358" y="3409724"/>
                  <a:ext cx="304513" cy="292332"/>
                </a:xfrm>
                <a:custGeom>
                  <a:avLst/>
                  <a:gdLst>
                    <a:gd name="connsiteX0" fmla="*/ 304578 w 304513"/>
                    <a:gd name="connsiteY0" fmla="*/ 151275 h 292332"/>
                    <a:gd name="connsiteX1" fmla="*/ 207091 w 304513"/>
                    <a:gd name="connsiteY1" fmla="*/ 292403 h 292332"/>
                    <a:gd name="connsiteX2" fmla="*/ 152322 w 304513"/>
                    <a:gd name="connsiteY2" fmla="*/ 292403 h 292332"/>
                    <a:gd name="connsiteX3" fmla="*/ 97552 w 304513"/>
                    <a:gd name="connsiteY3" fmla="*/ 292403 h 292332"/>
                    <a:gd name="connsiteX4" fmla="*/ 65 w 304513"/>
                    <a:gd name="connsiteY4" fmla="*/ 151275 h 292332"/>
                    <a:gd name="connsiteX5" fmla="*/ 152322 w 304513"/>
                    <a:gd name="connsiteY5" fmla="*/ 70 h 292332"/>
                    <a:gd name="connsiteX6" fmla="*/ 304578 w 304513"/>
                    <a:gd name="connsiteY6" fmla="*/ 151275 h 292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13" h="292332">
                      <a:moveTo>
                        <a:pt x="304578" y="151275"/>
                      </a:moveTo>
                      <a:cubicBezTo>
                        <a:pt x="304578" y="215610"/>
                        <a:pt x="264120" y="270561"/>
                        <a:pt x="207091" y="292403"/>
                      </a:cubicBezTo>
                      <a:lnTo>
                        <a:pt x="152322" y="292403"/>
                      </a:lnTo>
                      <a:lnTo>
                        <a:pt x="97552" y="292403"/>
                      </a:lnTo>
                      <a:cubicBezTo>
                        <a:pt x="40523" y="270561"/>
                        <a:pt x="65" y="215610"/>
                        <a:pt x="65" y="151275"/>
                      </a:cubicBezTo>
                      <a:cubicBezTo>
                        <a:pt x="65" y="67767"/>
                        <a:pt x="68232" y="70"/>
                        <a:pt x="152322" y="70"/>
                      </a:cubicBezTo>
                      <a:cubicBezTo>
                        <a:pt x="236411" y="70"/>
                        <a:pt x="304578" y="67767"/>
                        <a:pt x="304578" y="151275"/>
                      </a:cubicBezTo>
                      <a:close/>
                    </a:path>
                  </a:pathLst>
                </a:custGeom>
                <a:solidFill>
                  <a:schemeClr val="accent1">
                    <a:lumMod val="40000"/>
                    <a:lumOff val="60000"/>
                  </a:schemeClr>
                </a:solidFill>
                <a:ln w="519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1" name="任意形状 270"/>
                <p:cNvSpPr/>
                <p:nvPr/>
              </p:nvSpPr>
              <p:spPr>
                <a:xfrm>
                  <a:off x="1507921" y="3749039"/>
                  <a:ext cx="140946" cy="109624"/>
                </a:xfrm>
                <a:custGeom>
                  <a:avLst/>
                  <a:gdLst>
                    <a:gd name="connsiteX0" fmla="*/ 141011 w 140946"/>
                    <a:gd name="connsiteY0" fmla="*/ 70 h 109624"/>
                    <a:gd name="connsiteX1" fmla="*/ 132696 w 140946"/>
                    <a:gd name="connsiteY1" fmla="*/ 98607 h 109624"/>
                    <a:gd name="connsiteX2" fmla="*/ 120493 w 140946"/>
                    <a:gd name="connsiteY2" fmla="*/ 109695 h 109624"/>
                    <a:gd name="connsiteX3" fmla="*/ 20583 w 140946"/>
                    <a:gd name="connsiteY3" fmla="*/ 109695 h 109624"/>
                    <a:gd name="connsiteX4" fmla="*/ 8381 w 140946"/>
                    <a:gd name="connsiteY4" fmla="*/ 98607 h 109624"/>
                    <a:gd name="connsiteX5" fmla="*/ 65 w 140946"/>
                    <a:gd name="connsiteY5" fmla="*/ 70 h 10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46" h="109624">
                      <a:moveTo>
                        <a:pt x="141011" y="70"/>
                      </a:moveTo>
                      <a:lnTo>
                        <a:pt x="132696" y="98607"/>
                      </a:lnTo>
                      <a:cubicBezTo>
                        <a:pt x="132167" y="104874"/>
                        <a:pt x="126861" y="109695"/>
                        <a:pt x="120493" y="109695"/>
                      </a:cubicBezTo>
                      <a:lnTo>
                        <a:pt x="20583" y="109695"/>
                      </a:lnTo>
                      <a:cubicBezTo>
                        <a:pt x="14214" y="109695"/>
                        <a:pt x="8910" y="104874"/>
                        <a:pt x="8381" y="98607"/>
                      </a:cubicBezTo>
                      <a:lnTo>
                        <a:pt x="65" y="70"/>
                      </a:lnTo>
                    </a:path>
                  </a:pathLst>
                </a:custGeom>
                <a:solidFill>
                  <a:schemeClr val="bg1"/>
                </a:solid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72" name="任意形状 271"/>
              <p:cNvSpPr/>
              <p:nvPr/>
            </p:nvSpPr>
            <p:spPr>
              <a:xfrm>
                <a:off x="1515751" y="3814291"/>
                <a:ext cx="126513" cy="5220"/>
              </a:xfrm>
              <a:custGeom>
                <a:avLst/>
                <a:gdLst>
                  <a:gd name="connsiteX0" fmla="*/ 34 w 126513"/>
                  <a:gd name="connsiteY0" fmla="*/ 24 h 5220"/>
                  <a:gd name="connsiteX1" fmla="*/ 62354 w 126513"/>
                  <a:gd name="connsiteY1" fmla="*/ 24 h 5220"/>
                  <a:gd name="connsiteX2" fmla="*/ 99018 w 126513"/>
                  <a:gd name="connsiteY2" fmla="*/ 24 h 5220"/>
                  <a:gd name="connsiteX3" fmla="*/ 126548 w 126513"/>
                  <a:gd name="connsiteY3" fmla="*/ 24 h 5220"/>
                </a:gdLst>
                <a:ahLst/>
                <a:cxnLst>
                  <a:cxn ang="0">
                    <a:pos x="connsiteX0" y="connsiteY0"/>
                  </a:cxn>
                  <a:cxn ang="0">
                    <a:pos x="connsiteX1" y="connsiteY1"/>
                  </a:cxn>
                  <a:cxn ang="0">
                    <a:pos x="connsiteX2" y="connsiteY2"/>
                  </a:cxn>
                  <a:cxn ang="0">
                    <a:pos x="connsiteX3" y="connsiteY3"/>
                  </a:cxn>
                </a:cxnLst>
                <a:rect l="l" t="t" r="r" b="b"/>
                <a:pathLst>
                  <a:path w="126513" h="5220">
                    <a:moveTo>
                      <a:pt x="34" y="24"/>
                    </a:moveTo>
                    <a:lnTo>
                      <a:pt x="62354" y="24"/>
                    </a:lnTo>
                    <a:moveTo>
                      <a:pt x="99018" y="24"/>
                    </a:moveTo>
                    <a:lnTo>
                      <a:pt x="126548" y="24"/>
                    </a:lnTo>
                  </a:path>
                </a:pathLst>
              </a:custGeom>
              <a:noFill/>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3" name="任意形状 272"/>
              <p:cNvSpPr/>
              <p:nvPr/>
            </p:nvSpPr>
            <p:spPr>
              <a:xfrm>
                <a:off x="1515751" y="3524569"/>
                <a:ext cx="142362" cy="76769"/>
              </a:xfrm>
              <a:custGeom>
                <a:avLst/>
                <a:gdLst>
                  <a:gd name="connsiteX0" fmla="*/ 34 w 142362"/>
                  <a:gd name="connsiteY0" fmla="*/ 24 h 76769"/>
                  <a:gd name="connsiteX1" fmla="*/ 67897 w 142362"/>
                  <a:gd name="connsiteY1" fmla="*/ 76793 h 76769"/>
                  <a:gd name="connsiteX2" fmla="*/ 142396 w 142362"/>
                  <a:gd name="connsiteY2" fmla="*/ 24 h 76769"/>
                </a:gdLst>
                <a:ahLst/>
                <a:cxnLst>
                  <a:cxn ang="0">
                    <a:pos x="connsiteX0" y="connsiteY0"/>
                  </a:cxn>
                  <a:cxn ang="0">
                    <a:pos x="connsiteX1" y="connsiteY1"/>
                  </a:cxn>
                  <a:cxn ang="0">
                    <a:pos x="connsiteX2" y="connsiteY2"/>
                  </a:cxn>
                </a:cxnLst>
                <a:rect l="l" t="t" r="r" b="b"/>
                <a:pathLst>
                  <a:path w="142362" h="76769">
                    <a:moveTo>
                      <a:pt x="34" y="24"/>
                    </a:moveTo>
                    <a:lnTo>
                      <a:pt x="67897" y="76793"/>
                    </a:lnTo>
                    <a:lnTo>
                      <a:pt x="142396" y="24"/>
                    </a:lnTo>
                  </a:path>
                </a:pathLst>
              </a:custGeom>
              <a:noFill/>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4" name="任意形状 273"/>
              <p:cNvSpPr/>
              <p:nvPr/>
            </p:nvSpPr>
            <p:spPr>
              <a:xfrm>
                <a:off x="1583614" y="3602872"/>
                <a:ext cx="2610" cy="138336"/>
              </a:xfrm>
              <a:custGeom>
                <a:avLst/>
                <a:gdLst>
                  <a:gd name="connsiteX0" fmla="*/ 2644 w 2610"/>
                  <a:gd name="connsiteY0" fmla="*/ 24 h 138336"/>
                  <a:gd name="connsiteX1" fmla="*/ 34 w 2610"/>
                  <a:gd name="connsiteY1" fmla="*/ 138360 h 138336"/>
                </a:gdLst>
                <a:ahLst/>
                <a:cxnLst>
                  <a:cxn ang="0">
                    <a:pos x="connsiteX0" y="connsiteY0"/>
                  </a:cxn>
                  <a:cxn ang="0">
                    <a:pos x="connsiteX1" y="connsiteY1"/>
                  </a:cxn>
                </a:cxnLst>
                <a:rect l="l" t="t" r="r" b="b"/>
                <a:pathLst>
                  <a:path w="2610" h="138336">
                    <a:moveTo>
                      <a:pt x="2644" y="24"/>
                    </a:moveTo>
                    <a:lnTo>
                      <a:pt x="34" y="138360"/>
                    </a:lnTo>
                  </a:path>
                </a:pathLst>
              </a:custGeom>
              <a:ln w="1039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5" name="任意形状 274"/>
              <p:cNvSpPr/>
              <p:nvPr/>
            </p:nvSpPr>
            <p:spPr>
              <a:xfrm>
                <a:off x="1583614" y="3281828"/>
                <a:ext cx="5220" cy="41761"/>
              </a:xfrm>
              <a:custGeom>
                <a:avLst/>
                <a:gdLst>
                  <a:gd name="connsiteX0" fmla="*/ 34 w 5220"/>
                  <a:gd name="connsiteY0" fmla="*/ 24 h 41761"/>
                  <a:gd name="connsiteX1" fmla="*/ 34 w 5220"/>
                  <a:gd name="connsiteY1" fmla="*/ 41786 h 41761"/>
                </a:gdLst>
                <a:ahLst/>
                <a:cxnLst>
                  <a:cxn ang="0">
                    <a:pos x="connsiteX0" y="connsiteY0"/>
                  </a:cxn>
                  <a:cxn ang="0">
                    <a:pos x="connsiteX1" y="connsiteY1"/>
                  </a:cxn>
                </a:cxnLst>
                <a:rect l="l" t="t" r="r" b="b"/>
                <a:pathLst>
                  <a:path w="5220" h="41761">
                    <a:moveTo>
                      <a:pt x="34" y="24"/>
                    </a:moveTo>
                    <a:lnTo>
                      <a:pt x="34" y="41786"/>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6" name="任意形状 275"/>
              <p:cNvSpPr/>
              <p:nvPr/>
            </p:nvSpPr>
            <p:spPr>
              <a:xfrm>
                <a:off x="1682799" y="3302709"/>
                <a:ext cx="18270" cy="41761"/>
              </a:xfrm>
              <a:custGeom>
                <a:avLst/>
                <a:gdLst>
                  <a:gd name="connsiteX0" fmla="*/ 18305 w 18270"/>
                  <a:gd name="connsiteY0" fmla="*/ 24 h 41761"/>
                  <a:gd name="connsiteX1" fmla="*/ 34 w 18270"/>
                  <a:gd name="connsiteY1" fmla="*/ 41786 h 41761"/>
                </a:gdLst>
                <a:ahLst/>
                <a:cxnLst>
                  <a:cxn ang="0">
                    <a:pos x="connsiteX0" y="connsiteY0"/>
                  </a:cxn>
                  <a:cxn ang="0">
                    <a:pos x="connsiteX1" y="connsiteY1"/>
                  </a:cxn>
                </a:cxnLst>
                <a:rect l="l" t="t" r="r" b="b"/>
                <a:pathLst>
                  <a:path w="18270" h="41761">
                    <a:moveTo>
                      <a:pt x="18305" y="24"/>
                    </a:moveTo>
                    <a:lnTo>
                      <a:pt x="34" y="41786"/>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7" name="任意形状 276"/>
              <p:cNvSpPr/>
              <p:nvPr/>
            </p:nvSpPr>
            <p:spPr>
              <a:xfrm rot="10800000" flipV="1">
                <a:off x="1458329" y="3302709"/>
                <a:ext cx="18270" cy="41761"/>
              </a:xfrm>
              <a:custGeom>
                <a:avLst/>
                <a:gdLst>
                  <a:gd name="connsiteX0" fmla="*/ 18305 w 18270"/>
                  <a:gd name="connsiteY0" fmla="*/ 24 h 41761"/>
                  <a:gd name="connsiteX1" fmla="*/ 34 w 18270"/>
                  <a:gd name="connsiteY1" fmla="*/ 41786 h 41761"/>
                </a:gdLst>
                <a:ahLst/>
                <a:cxnLst>
                  <a:cxn ang="0">
                    <a:pos x="connsiteX0" y="connsiteY0"/>
                  </a:cxn>
                  <a:cxn ang="0">
                    <a:pos x="connsiteX1" y="connsiteY1"/>
                  </a:cxn>
                </a:cxnLst>
                <a:rect l="l" t="t" r="r" b="b"/>
                <a:pathLst>
                  <a:path w="18270" h="41761">
                    <a:moveTo>
                      <a:pt x="18305" y="24"/>
                    </a:moveTo>
                    <a:lnTo>
                      <a:pt x="34" y="41786"/>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8" name="任意形状 277"/>
              <p:cNvSpPr/>
              <p:nvPr/>
            </p:nvSpPr>
            <p:spPr>
              <a:xfrm rot="10800000" flipV="1">
                <a:off x="1364365" y="3365352"/>
                <a:ext cx="33931" cy="31321"/>
              </a:xfrm>
              <a:custGeom>
                <a:avLst/>
                <a:gdLst>
                  <a:gd name="connsiteX0" fmla="*/ 33965 w 33931"/>
                  <a:gd name="connsiteY0" fmla="*/ 24 h 31321"/>
                  <a:gd name="connsiteX1" fmla="*/ 34 w 33931"/>
                  <a:gd name="connsiteY1" fmla="*/ 31345 h 31321"/>
                </a:gdLst>
                <a:ahLst/>
                <a:cxnLst>
                  <a:cxn ang="0">
                    <a:pos x="connsiteX0" y="connsiteY0"/>
                  </a:cxn>
                  <a:cxn ang="0">
                    <a:pos x="connsiteX1" y="connsiteY1"/>
                  </a:cxn>
                </a:cxnLst>
                <a:rect l="l" t="t" r="r" b="b"/>
                <a:pathLst>
                  <a:path w="33931" h="31321">
                    <a:moveTo>
                      <a:pt x="33965" y="24"/>
                    </a:moveTo>
                    <a:lnTo>
                      <a:pt x="34" y="31345"/>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9" name="任意形状 278"/>
              <p:cNvSpPr/>
              <p:nvPr/>
            </p:nvSpPr>
            <p:spPr>
              <a:xfrm>
                <a:off x="1761102" y="3365352"/>
                <a:ext cx="33931" cy="31321"/>
              </a:xfrm>
              <a:custGeom>
                <a:avLst/>
                <a:gdLst>
                  <a:gd name="connsiteX0" fmla="*/ 33965 w 33931"/>
                  <a:gd name="connsiteY0" fmla="*/ 24 h 31321"/>
                  <a:gd name="connsiteX1" fmla="*/ 34 w 33931"/>
                  <a:gd name="connsiteY1" fmla="*/ 31345 h 31321"/>
                </a:gdLst>
                <a:ahLst/>
                <a:cxnLst>
                  <a:cxn ang="0">
                    <a:pos x="connsiteX0" y="connsiteY0"/>
                  </a:cxn>
                  <a:cxn ang="0">
                    <a:pos x="connsiteX1" y="connsiteY1"/>
                  </a:cxn>
                </a:cxnLst>
                <a:rect l="l" t="t" r="r" b="b"/>
                <a:pathLst>
                  <a:path w="33931" h="31321">
                    <a:moveTo>
                      <a:pt x="33965" y="24"/>
                    </a:moveTo>
                    <a:lnTo>
                      <a:pt x="34" y="31345"/>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80" name="任意形状 279"/>
            <p:cNvSpPr/>
            <p:nvPr/>
          </p:nvSpPr>
          <p:spPr>
            <a:xfrm>
              <a:off x="1312162" y="3469756"/>
              <a:ext cx="46982" cy="5220"/>
            </a:xfrm>
            <a:custGeom>
              <a:avLst/>
              <a:gdLst>
                <a:gd name="connsiteX0" fmla="*/ 34 w 46982"/>
                <a:gd name="connsiteY0" fmla="*/ 24 h 5220"/>
                <a:gd name="connsiteX1" fmla="*/ 47016 w 46982"/>
                <a:gd name="connsiteY1" fmla="*/ 24 h 5220"/>
              </a:gdLst>
              <a:ahLst/>
              <a:cxnLst>
                <a:cxn ang="0">
                  <a:pos x="connsiteX0" y="connsiteY0"/>
                </a:cxn>
                <a:cxn ang="0">
                  <a:pos x="connsiteX1" y="connsiteY1"/>
                </a:cxn>
              </a:cxnLst>
              <a:rect l="l" t="t" r="r" b="b"/>
              <a:pathLst>
                <a:path w="46982" h="5220">
                  <a:moveTo>
                    <a:pt x="34" y="24"/>
                  </a:moveTo>
                  <a:lnTo>
                    <a:pt x="47016" y="24"/>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1" name="任意形状 280"/>
            <p:cNvSpPr/>
            <p:nvPr/>
          </p:nvSpPr>
          <p:spPr>
            <a:xfrm>
              <a:off x="1797644" y="3469756"/>
              <a:ext cx="46982" cy="5220"/>
            </a:xfrm>
            <a:custGeom>
              <a:avLst/>
              <a:gdLst>
                <a:gd name="connsiteX0" fmla="*/ 34 w 46982"/>
                <a:gd name="connsiteY0" fmla="*/ 24 h 5220"/>
                <a:gd name="connsiteX1" fmla="*/ 47016 w 46982"/>
                <a:gd name="connsiteY1" fmla="*/ 24 h 5220"/>
              </a:gdLst>
              <a:ahLst/>
              <a:cxnLst>
                <a:cxn ang="0">
                  <a:pos x="connsiteX0" y="connsiteY0"/>
                </a:cxn>
                <a:cxn ang="0">
                  <a:pos x="connsiteX1" y="connsiteY1"/>
                </a:cxn>
              </a:cxnLst>
              <a:rect l="l" t="t" r="r" b="b"/>
              <a:pathLst>
                <a:path w="46982" h="5220">
                  <a:moveTo>
                    <a:pt x="34" y="24"/>
                  </a:moveTo>
                  <a:lnTo>
                    <a:pt x="47016" y="24"/>
                  </a:lnTo>
                </a:path>
              </a:pathLst>
            </a:custGeom>
            <a:ln w="1039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82" name="图片 66" descr="icon-12"/>
          <p:cNvGrpSpPr/>
          <p:nvPr/>
        </p:nvGrpSpPr>
        <p:grpSpPr>
          <a:xfrm>
            <a:off x="1031890" y="4789138"/>
            <a:ext cx="1089685" cy="782383"/>
            <a:chOff x="1031890" y="4789138"/>
            <a:chExt cx="1089685" cy="782383"/>
          </a:xfrm>
        </p:grpSpPr>
        <p:sp>
          <p:nvSpPr>
            <p:cNvPr id="283" name="任意形状 282"/>
            <p:cNvSpPr/>
            <p:nvPr/>
          </p:nvSpPr>
          <p:spPr>
            <a:xfrm>
              <a:off x="1565814" y="4873720"/>
              <a:ext cx="438769" cy="475773"/>
            </a:xfrm>
            <a:custGeom>
              <a:avLst/>
              <a:gdLst>
                <a:gd name="connsiteX0" fmla="*/ 417641 w 438769"/>
                <a:gd name="connsiteY0" fmla="*/ 46 h 475773"/>
                <a:gd name="connsiteX1" fmla="*/ 438786 w 438769"/>
                <a:gd name="connsiteY1" fmla="*/ 46 h 475773"/>
                <a:gd name="connsiteX2" fmla="*/ 438786 w 438769"/>
                <a:gd name="connsiteY2" fmla="*/ 475820 h 475773"/>
                <a:gd name="connsiteX3" fmla="*/ 417641 w 438769"/>
                <a:gd name="connsiteY3" fmla="*/ 475820 h 475773"/>
                <a:gd name="connsiteX4" fmla="*/ 21163 w 438769"/>
                <a:gd name="connsiteY4" fmla="*/ 475820 h 475773"/>
                <a:gd name="connsiteX5" fmla="*/ 17 w 438769"/>
                <a:gd name="connsiteY5" fmla="*/ 475820 h 475773"/>
                <a:gd name="connsiteX6" fmla="*/ 17 w 438769"/>
                <a:gd name="connsiteY6" fmla="*/ 46 h 475773"/>
                <a:gd name="connsiteX7" fmla="*/ 21163 w 438769"/>
                <a:gd name="connsiteY7" fmla="*/ 46 h 475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69" h="475773">
                  <a:moveTo>
                    <a:pt x="417641" y="46"/>
                  </a:moveTo>
                  <a:cubicBezTo>
                    <a:pt x="429319" y="46"/>
                    <a:pt x="438786" y="46"/>
                    <a:pt x="438786" y="46"/>
                  </a:cubicBezTo>
                  <a:lnTo>
                    <a:pt x="438786" y="475820"/>
                  </a:lnTo>
                  <a:cubicBezTo>
                    <a:pt x="438786" y="475820"/>
                    <a:pt x="429319" y="475820"/>
                    <a:pt x="417641" y="475820"/>
                  </a:cubicBezTo>
                  <a:lnTo>
                    <a:pt x="21163" y="475820"/>
                  </a:lnTo>
                  <a:cubicBezTo>
                    <a:pt x="9484" y="475820"/>
                    <a:pt x="17" y="475820"/>
                    <a:pt x="17" y="475820"/>
                  </a:cubicBezTo>
                  <a:lnTo>
                    <a:pt x="17" y="46"/>
                  </a:lnTo>
                  <a:cubicBezTo>
                    <a:pt x="17" y="46"/>
                    <a:pt x="9484" y="46"/>
                    <a:pt x="21163" y="46"/>
                  </a:cubicBezTo>
                  <a:close/>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4" name="任意形状 283"/>
            <p:cNvSpPr/>
            <p:nvPr/>
          </p:nvSpPr>
          <p:spPr>
            <a:xfrm>
              <a:off x="1142904" y="4873720"/>
              <a:ext cx="438769" cy="475773"/>
            </a:xfrm>
            <a:custGeom>
              <a:avLst/>
              <a:gdLst>
                <a:gd name="connsiteX0" fmla="*/ 417641 w 438769"/>
                <a:gd name="connsiteY0" fmla="*/ 46 h 475773"/>
                <a:gd name="connsiteX1" fmla="*/ 438786 w 438769"/>
                <a:gd name="connsiteY1" fmla="*/ 46 h 475773"/>
                <a:gd name="connsiteX2" fmla="*/ 438786 w 438769"/>
                <a:gd name="connsiteY2" fmla="*/ 475820 h 475773"/>
                <a:gd name="connsiteX3" fmla="*/ 417641 w 438769"/>
                <a:gd name="connsiteY3" fmla="*/ 475820 h 475773"/>
                <a:gd name="connsiteX4" fmla="*/ 21163 w 438769"/>
                <a:gd name="connsiteY4" fmla="*/ 475820 h 475773"/>
                <a:gd name="connsiteX5" fmla="*/ 17 w 438769"/>
                <a:gd name="connsiteY5" fmla="*/ 475820 h 475773"/>
                <a:gd name="connsiteX6" fmla="*/ 17 w 438769"/>
                <a:gd name="connsiteY6" fmla="*/ 46 h 475773"/>
                <a:gd name="connsiteX7" fmla="*/ 21163 w 438769"/>
                <a:gd name="connsiteY7" fmla="*/ 46 h 475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69" h="475773">
                  <a:moveTo>
                    <a:pt x="417641" y="46"/>
                  </a:moveTo>
                  <a:cubicBezTo>
                    <a:pt x="429319" y="46"/>
                    <a:pt x="438786" y="46"/>
                    <a:pt x="438786" y="46"/>
                  </a:cubicBezTo>
                  <a:lnTo>
                    <a:pt x="438786" y="475820"/>
                  </a:lnTo>
                  <a:cubicBezTo>
                    <a:pt x="438786" y="475820"/>
                    <a:pt x="429319" y="475820"/>
                    <a:pt x="417641" y="475820"/>
                  </a:cubicBezTo>
                  <a:lnTo>
                    <a:pt x="21163" y="475820"/>
                  </a:lnTo>
                  <a:cubicBezTo>
                    <a:pt x="9484" y="475820"/>
                    <a:pt x="17" y="475820"/>
                    <a:pt x="17" y="475820"/>
                  </a:cubicBezTo>
                  <a:lnTo>
                    <a:pt x="17" y="46"/>
                  </a:lnTo>
                  <a:cubicBezTo>
                    <a:pt x="17" y="46"/>
                    <a:pt x="9484" y="46"/>
                    <a:pt x="21163" y="46"/>
                  </a:cubicBezTo>
                  <a:close/>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5" name="任意形状 284"/>
            <p:cNvSpPr/>
            <p:nvPr/>
          </p:nvSpPr>
          <p:spPr>
            <a:xfrm>
              <a:off x="1259204" y="4794424"/>
              <a:ext cx="623792" cy="676656"/>
            </a:xfrm>
            <a:custGeom>
              <a:avLst/>
              <a:gdLst>
                <a:gd name="connsiteX0" fmla="*/ 602664 w 623792"/>
                <a:gd name="connsiteY0" fmla="*/ 46 h 676656"/>
                <a:gd name="connsiteX1" fmla="*/ 623809 w 623792"/>
                <a:gd name="connsiteY1" fmla="*/ 46 h 676656"/>
                <a:gd name="connsiteX2" fmla="*/ 623809 w 623792"/>
                <a:gd name="connsiteY2" fmla="*/ 676702 h 676656"/>
                <a:gd name="connsiteX3" fmla="*/ 602664 w 623792"/>
                <a:gd name="connsiteY3" fmla="*/ 676702 h 676656"/>
                <a:gd name="connsiteX4" fmla="*/ 21163 w 623792"/>
                <a:gd name="connsiteY4" fmla="*/ 676702 h 676656"/>
                <a:gd name="connsiteX5" fmla="*/ 17 w 623792"/>
                <a:gd name="connsiteY5" fmla="*/ 676702 h 676656"/>
                <a:gd name="connsiteX6" fmla="*/ 17 w 623792"/>
                <a:gd name="connsiteY6" fmla="*/ 46 h 676656"/>
                <a:gd name="connsiteX7" fmla="*/ 21163 w 623792"/>
                <a:gd name="connsiteY7" fmla="*/ 46 h 676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3792" h="676656">
                  <a:moveTo>
                    <a:pt x="602664" y="46"/>
                  </a:moveTo>
                  <a:cubicBezTo>
                    <a:pt x="614342" y="46"/>
                    <a:pt x="623809" y="46"/>
                    <a:pt x="623809" y="46"/>
                  </a:cubicBezTo>
                  <a:lnTo>
                    <a:pt x="623809" y="676702"/>
                  </a:lnTo>
                  <a:cubicBezTo>
                    <a:pt x="623809" y="676702"/>
                    <a:pt x="614342" y="676702"/>
                    <a:pt x="602664" y="676702"/>
                  </a:cubicBezTo>
                  <a:lnTo>
                    <a:pt x="21163" y="676702"/>
                  </a:lnTo>
                  <a:cubicBezTo>
                    <a:pt x="9484" y="676702"/>
                    <a:pt x="17" y="676702"/>
                    <a:pt x="17" y="676702"/>
                  </a:cubicBezTo>
                  <a:lnTo>
                    <a:pt x="17" y="46"/>
                  </a:lnTo>
                  <a:cubicBezTo>
                    <a:pt x="17" y="46"/>
                    <a:pt x="9484" y="46"/>
                    <a:pt x="21163" y="46"/>
                  </a:cubicBezTo>
                  <a:close/>
                </a:path>
              </a:pathLst>
            </a:custGeom>
            <a:solidFill>
              <a:schemeClr val="bg1"/>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6" name="任意形状 285"/>
            <p:cNvSpPr/>
            <p:nvPr/>
          </p:nvSpPr>
          <p:spPr>
            <a:xfrm>
              <a:off x="1317354" y="4852574"/>
              <a:ext cx="502205" cy="544496"/>
            </a:xfrm>
            <a:custGeom>
              <a:avLst/>
              <a:gdLst>
                <a:gd name="connsiteX0" fmla="*/ 17 w 502205"/>
                <a:gd name="connsiteY0" fmla="*/ 46 h 544496"/>
                <a:gd name="connsiteX1" fmla="*/ 502223 w 502205"/>
                <a:gd name="connsiteY1" fmla="*/ 46 h 544496"/>
                <a:gd name="connsiteX2" fmla="*/ 502223 w 502205"/>
                <a:gd name="connsiteY2" fmla="*/ 544543 h 544496"/>
                <a:gd name="connsiteX3" fmla="*/ 17 w 502205"/>
                <a:gd name="connsiteY3" fmla="*/ 544543 h 544496"/>
              </a:gdLst>
              <a:ahLst/>
              <a:cxnLst>
                <a:cxn ang="0">
                  <a:pos x="connsiteX0" y="connsiteY0"/>
                </a:cxn>
                <a:cxn ang="0">
                  <a:pos x="connsiteX1" y="connsiteY1"/>
                </a:cxn>
                <a:cxn ang="0">
                  <a:pos x="connsiteX2" y="connsiteY2"/>
                </a:cxn>
                <a:cxn ang="0">
                  <a:pos x="connsiteX3" y="connsiteY3"/>
                </a:cxn>
              </a:cxnLst>
              <a:rect l="l" t="t" r="r" b="b"/>
              <a:pathLst>
                <a:path w="502205" h="544496">
                  <a:moveTo>
                    <a:pt x="17" y="46"/>
                  </a:moveTo>
                  <a:lnTo>
                    <a:pt x="502223" y="46"/>
                  </a:lnTo>
                  <a:lnTo>
                    <a:pt x="502223" y="544543"/>
                  </a:lnTo>
                  <a:lnTo>
                    <a:pt x="17" y="544543"/>
                  </a:lnTo>
                  <a:close/>
                </a:path>
              </a:pathLst>
            </a:custGeom>
            <a:solidFill>
              <a:schemeClr val="bg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7" name="任意形状 286"/>
            <p:cNvSpPr/>
            <p:nvPr/>
          </p:nvSpPr>
          <p:spPr>
            <a:xfrm>
              <a:off x="1420743" y="4987377"/>
              <a:ext cx="300713" cy="5286"/>
            </a:xfrm>
            <a:custGeom>
              <a:avLst/>
              <a:gdLst>
                <a:gd name="connsiteX0" fmla="*/ 17 w 300713"/>
                <a:gd name="connsiteY0" fmla="*/ 46 h 5286"/>
                <a:gd name="connsiteX1" fmla="*/ 300730 w 300713"/>
                <a:gd name="connsiteY1" fmla="*/ 46 h 5286"/>
              </a:gdLst>
              <a:ahLst/>
              <a:cxnLst>
                <a:cxn ang="0">
                  <a:pos x="connsiteX0" y="connsiteY0"/>
                </a:cxn>
                <a:cxn ang="0">
                  <a:pos x="connsiteX1" y="connsiteY1"/>
                </a:cxn>
              </a:cxnLst>
              <a:rect l="l" t="t" r="r" b="b"/>
              <a:pathLst>
                <a:path w="300713" h="5286">
                  <a:moveTo>
                    <a:pt x="17" y="46"/>
                  </a:moveTo>
                  <a:lnTo>
                    <a:pt x="300730" y="46"/>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8" name="任意形状 287"/>
            <p:cNvSpPr/>
            <p:nvPr/>
          </p:nvSpPr>
          <p:spPr>
            <a:xfrm>
              <a:off x="1423082" y="5079888"/>
              <a:ext cx="301323" cy="5286"/>
            </a:xfrm>
            <a:custGeom>
              <a:avLst/>
              <a:gdLst>
                <a:gd name="connsiteX0" fmla="*/ 17 w 301323"/>
                <a:gd name="connsiteY0" fmla="*/ 46 h 5286"/>
                <a:gd name="connsiteX1" fmla="*/ 114801 w 301323"/>
                <a:gd name="connsiteY1" fmla="*/ 46 h 5286"/>
                <a:gd name="connsiteX2" fmla="*/ 203522 w 301323"/>
                <a:gd name="connsiteY2" fmla="*/ 46 h 5286"/>
                <a:gd name="connsiteX3" fmla="*/ 301340 w 301323"/>
                <a:gd name="connsiteY3" fmla="*/ 46 h 5286"/>
              </a:gdLst>
              <a:ahLst/>
              <a:cxnLst>
                <a:cxn ang="0">
                  <a:pos x="connsiteX0" y="connsiteY0"/>
                </a:cxn>
                <a:cxn ang="0">
                  <a:pos x="connsiteX1" y="connsiteY1"/>
                </a:cxn>
                <a:cxn ang="0">
                  <a:pos x="connsiteX2" y="connsiteY2"/>
                </a:cxn>
                <a:cxn ang="0">
                  <a:pos x="connsiteX3" y="connsiteY3"/>
                </a:cxn>
              </a:cxnLst>
              <a:rect l="l" t="t" r="r" b="b"/>
              <a:pathLst>
                <a:path w="301323" h="5286">
                  <a:moveTo>
                    <a:pt x="17" y="46"/>
                  </a:moveTo>
                  <a:lnTo>
                    <a:pt x="114801" y="46"/>
                  </a:lnTo>
                  <a:moveTo>
                    <a:pt x="203522" y="46"/>
                  </a:moveTo>
                  <a:lnTo>
                    <a:pt x="301340" y="46"/>
                  </a:ln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9" name="任意形状 288"/>
            <p:cNvSpPr/>
            <p:nvPr/>
          </p:nvSpPr>
          <p:spPr>
            <a:xfrm>
              <a:off x="1111186" y="5069316"/>
              <a:ext cx="68722" cy="68722"/>
            </a:xfrm>
            <a:custGeom>
              <a:avLst/>
              <a:gdLst>
                <a:gd name="connsiteX0" fmla="*/ 68740 w 68722"/>
                <a:gd name="connsiteY0" fmla="*/ 34407 h 68722"/>
                <a:gd name="connsiteX1" fmla="*/ 34378 w 68722"/>
                <a:gd name="connsiteY1" fmla="*/ 68769 h 68722"/>
                <a:gd name="connsiteX2" fmla="*/ 17 w 68722"/>
                <a:gd name="connsiteY2" fmla="*/ 34407 h 68722"/>
                <a:gd name="connsiteX3" fmla="*/ 34378 w 68722"/>
                <a:gd name="connsiteY3" fmla="*/ 46 h 68722"/>
                <a:gd name="connsiteX4" fmla="*/ 68740 w 68722"/>
                <a:gd name="connsiteY4" fmla="*/ 34407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40" y="34407"/>
                  </a:moveTo>
                  <a:cubicBezTo>
                    <a:pt x="68740" y="53385"/>
                    <a:pt x="53356" y="68769"/>
                    <a:pt x="34378" y="68769"/>
                  </a:cubicBezTo>
                  <a:cubicBezTo>
                    <a:pt x="15401" y="68769"/>
                    <a:pt x="17" y="53385"/>
                    <a:pt x="17" y="34407"/>
                  </a:cubicBezTo>
                  <a:cubicBezTo>
                    <a:pt x="17" y="15430"/>
                    <a:pt x="15401" y="46"/>
                    <a:pt x="34378" y="46"/>
                  </a:cubicBezTo>
                  <a:cubicBezTo>
                    <a:pt x="53356" y="46"/>
                    <a:pt x="68740" y="15430"/>
                    <a:pt x="68740" y="34407"/>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0" name="任意形状 289"/>
            <p:cNvSpPr/>
            <p:nvPr/>
          </p:nvSpPr>
          <p:spPr>
            <a:xfrm>
              <a:off x="1972865" y="5069316"/>
              <a:ext cx="68722" cy="68722"/>
            </a:xfrm>
            <a:custGeom>
              <a:avLst/>
              <a:gdLst>
                <a:gd name="connsiteX0" fmla="*/ 68740 w 68722"/>
                <a:gd name="connsiteY0" fmla="*/ 34407 h 68722"/>
                <a:gd name="connsiteX1" fmla="*/ 34378 w 68722"/>
                <a:gd name="connsiteY1" fmla="*/ 68769 h 68722"/>
                <a:gd name="connsiteX2" fmla="*/ 17 w 68722"/>
                <a:gd name="connsiteY2" fmla="*/ 34407 h 68722"/>
                <a:gd name="connsiteX3" fmla="*/ 34378 w 68722"/>
                <a:gd name="connsiteY3" fmla="*/ 46 h 68722"/>
                <a:gd name="connsiteX4" fmla="*/ 68740 w 68722"/>
                <a:gd name="connsiteY4" fmla="*/ 34407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40" y="34407"/>
                  </a:moveTo>
                  <a:cubicBezTo>
                    <a:pt x="68740" y="53385"/>
                    <a:pt x="53356" y="68769"/>
                    <a:pt x="34378" y="68769"/>
                  </a:cubicBezTo>
                  <a:cubicBezTo>
                    <a:pt x="15401" y="68769"/>
                    <a:pt x="17" y="53385"/>
                    <a:pt x="17" y="34407"/>
                  </a:cubicBezTo>
                  <a:cubicBezTo>
                    <a:pt x="17" y="15430"/>
                    <a:pt x="15401" y="46"/>
                    <a:pt x="34378" y="46"/>
                  </a:cubicBezTo>
                  <a:cubicBezTo>
                    <a:pt x="53356" y="46"/>
                    <a:pt x="68740" y="15430"/>
                    <a:pt x="68740" y="34407"/>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1" name="任意形状 290"/>
            <p:cNvSpPr/>
            <p:nvPr/>
          </p:nvSpPr>
          <p:spPr>
            <a:xfrm>
              <a:off x="1491805" y="5412930"/>
              <a:ext cx="190309" cy="158591"/>
            </a:xfrm>
            <a:custGeom>
              <a:avLst/>
              <a:gdLst>
                <a:gd name="connsiteX0" fmla="*/ 17 w 190309"/>
                <a:gd name="connsiteY0" fmla="*/ 1180 h 158591"/>
                <a:gd name="connsiteX1" fmla="*/ 17 w 190309"/>
                <a:gd name="connsiteY1" fmla="*/ 158637 h 158591"/>
                <a:gd name="connsiteX2" fmla="*/ 95706 w 190309"/>
                <a:gd name="connsiteY2" fmla="*/ 91572 h 158591"/>
                <a:gd name="connsiteX3" fmla="*/ 190327 w 190309"/>
                <a:gd name="connsiteY3" fmla="*/ 158637 h 158591"/>
                <a:gd name="connsiteX4" fmla="*/ 190327 w 190309"/>
                <a:gd name="connsiteY4" fmla="*/ 46 h 158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309" h="158591">
                  <a:moveTo>
                    <a:pt x="17" y="1180"/>
                  </a:moveTo>
                  <a:lnTo>
                    <a:pt x="17" y="158637"/>
                  </a:lnTo>
                  <a:lnTo>
                    <a:pt x="95706" y="91572"/>
                  </a:lnTo>
                  <a:lnTo>
                    <a:pt x="190327" y="158637"/>
                  </a:lnTo>
                  <a:lnTo>
                    <a:pt x="190327" y="46"/>
                  </a:lnTo>
                  <a:close/>
                </a:path>
              </a:pathLst>
            </a:custGeom>
            <a:solidFill>
              <a:schemeClr val="bg1"/>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2" name="任意形状 291"/>
            <p:cNvSpPr/>
            <p:nvPr/>
          </p:nvSpPr>
          <p:spPr>
            <a:xfrm>
              <a:off x="1454800" y="5196189"/>
              <a:ext cx="253746" cy="253746"/>
            </a:xfrm>
            <a:custGeom>
              <a:avLst/>
              <a:gdLst>
                <a:gd name="connsiteX0" fmla="*/ 253763 w 253746"/>
                <a:gd name="connsiteY0" fmla="*/ 126919 h 253746"/>
                <a:gd name="connsiteX1" fmla="*/ 126890 w 253746"/>
                <a:gd name="connsiteY1" fmla="*/ 253792 h 253746"/>
                <a:gd name="connsiteX2" fmla="*/ 17 w 253746"/>
                <a:gd name="connsiteY2" fmla="*/ 126919 h 253746"/>
                <a:gd name="connsiteX3" fmla="*/ 126890 w 253746"/>
                <a:gd name="connsiteY3" fmla="*/ 46 h 253746"/>
                <a:gd name="connsiteX4" fmla="*/ 253763 w 253746"/>
                <a:gd name="connsiteY4" fmla="*/ 126919 h 253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746" h="253746">
                  <a:moveTo>
                    <a:pt x="253763" y="126919"/>
                  </a:moveTo>
                  <a:cubicBezTo>
                    <a:pt x="253763" y="196989"/>
                    <a:pt x="196960" y="253792"/>
                    <a:pt x="126890" y="253792"/>
                  </a:cubicBezTo>
                  <a:cubicBezTo>
                    <a:pt x="56820" y="253792"/>
                    <a:pt x="17" y="196989"/>
                    <a:pt x="17" y="126919"/>
                  </a:cubicBezTo>
                  <a:cubicBezTo>
                    <a:pt x="17" y="56849"/>
                    <a:pt x="56820" y="46"/>
                    <a:pt x="126890" y="46"/>
                  </a:cubicBezTo>
                  <a:cubicBezTo>
                    <a:pt x="196960" y="46"/>
                    <a:pt x="253763" y="56849"/>
                    <a:pt x="253763" y="126919"/>
                  </a:cubicBezTo>
                  <a:close/>
                </a:path>
              </a:pathLst>
            </a:custGeom>
            <a:solidFill>
              <a:schemeClr val="accent1">
                <a:lumMod val="40000"/>
                <a:lumOff val="60000"/>
              </a:schemeClr>
            </a:solidFill>
            <a:ln w="10557"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3" name="任意形状 292"/>
            <p:cNvSpPr/>
            <p:nvPr/>
          </p:nvSpPr>
          <p:spPr>
            <a:xfrm>
              <a:off x="1539382" y="5286057"/>
              <a:ext cx="95154" cy="68722"/>
            </a:xfrm>
            <a:custGeom>
              <a:avLst/>
              <a:gdLst>
                <a:gd name="connsiteX0" fmla="*/ 17 w 95154"/>
                <a:gd name="connsiteY0" fmla="*/ 35524 h 68722"/>
                <a:gd name="connsiteX1" fmla="*/ 37081 w 95154"/>
                <a:gd name="connsiteY1" fmla="*/ 68769 h 68722"/>
                <a:gd name="connsiteX2" fmla="*/ 95172 w 95154"/>
                <a:gd name="connsiteY2" fmla="*/ 46 h 68722"/>
              </a:gdLst>
              <a:ahLst/>
              <a:cxnLst>
                <a:cxn ang="0">
                  <a:pos x="connsiteX0" y="connsiteY0"/>
                </a:cxn>
                <a:cxn ang="0">
                  <a:pos x="connsiteX1" y="connsiteY1"/>
                </a:cxn>
                <a:cxn ang="0">
                  <a:pos x="connsiteX2" y="connsiteY2"/>
                </a:cxn>
              </a:cxnLst>
              <a:rect l="l" t="t" r="r" b="b"/>
              <a:pathLst>
                <a:path w="95154" h="68722">
                  <a:moveTo>
                    <a:pt x="17" y="35524"/>
                  </a:moveTo>
                  <a:lnTo>
                    <a:pt x="37081" y="68769"/>
                  </a:lnTo>
                  <a:lnTo>
                    <a:pt x="95172" y="46"/>
                  </a:ln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4" name="任意形状 293"/>
            <p:cNvSpPr/>
            <p:nvPr/>
          </p:nvSpPr>
          <p:spPr>
            <a:xfrm>
              <a:off x="1031890" y="4789138"/>
              <a:ext cx="71624" cy="74821"/>
            </a:xfrm>
            <a:custGeom>
              <a:avLst/>
              <a:gdLst>
                <a:gd name="connsiteX0" fmla="*/ 71641 w 71624"/>
                <a:gd name="connsiteY0" fmla="*/ 37457 h 74821"/>
                <a:gd name="connsiteX1" fmla="*/ 35829 w 71624"/>
                <a:gd name="connsiteY1" fmla="*/ 74868 h 74821"/>
                <a:gd name="connsiteX2" fmla="*/ 17 w 71624"/>
                <a:gd name="connsiteY2" fmla="*/ 37457 h 74821"/>
                <a:gd name="connsiteX3" fmla="*/ 35829 w 71624"/>
                <a:gd name="connsiteY3" fmla="*/ 46 h 74821"/>
                <a:gd name="connsiteX4" fmla="*/ 71641 w 71624"/>
                <a:gd name="connsiteY4" fmla="*/ 37457 h 74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24" h="74821">
                  <a:moveTo>
                    <a:pt x="71641" y="37457"/>
                  </a:moveTo>
                  <a:cubicBezTo>
                    <a:pt x="71641" y="58118"/>
                    <a:pt x="55608" y="74868"/>
                    <a:pt x="35829" y="74868"/>
                  </a:cubicBezTo>
                  <a:cubicBezTo>
                    <a:pt x="16051" y="74868"/>
                    <a:pt x="17" y="58118"/>
                    <a:pt x="17" y="37457"/>
                  </a:cubicBezTo>
                  <a:cubicBezTo>
                    <a:pt x="17" y="16795"/>
                    <a:pt x="16051" y="46"/>
                    <a:pt x="35829" y="46"/>
                  </a:cubicBezTo>
                  <a:cubicBezTo>
                    <a:pt x="55608" y="46"/>
                    <a:pt x="71641" y="16795"/>
                    <a:pt x="71641" y="37457"/>
                  </a:cubicBez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5" name="任意形状 294"/>
            <p:cNvSpPr/>
            <p:nvPr/>
          </p:nvSpPr>
          <p:spPr>
            <a:xfrm>
              <a:off x="1070260" y="4861683"/>
              <a:ext cx="5286" cy="159540"/>
            </a:xfrm>
            <a:custGeom>
              <a:avLst/>
              <a:gdLst>
                <a:gd name="connsiteX0" fmla="*/ 17 w 5286"/>
                <a:gd name="connsiteY0" fmla="*/ 46 h 159540"/>
                <a:gd name="connsiteX1" fmla="*/ 17 w 5286"/>
                <a:gd name="connsiteY1" fmla="*/ 159587 h 159540"/>
              </a:gdLst>
              <a:ahLst/>
              <a:cxnLst>
                <a:cxn ang="0">
                  <a:pos x="connsiteX0" y="connsiteY0"/>
                </a:cxn>
                <a:cxn ang="0">
                  <a:pos x="connsiteX1" y="connsiteY1"/>
                </a:cxn>
              </a:cxnLst>
              <a:rect l="l" t="t" r="r" b="b"/>
              <a:pathLst>
                <a:path w="5286" h="159540">
                  <a:moveTo>
                    <a:pt x="17" y="46"/>
                  </a:moveTo>
                  <a:lnTo>
                    <a:pt x="17" y="159587"/>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6" name="任意形状 295"/>
            <p:cNvSpPr/>
            <p:nvPr/>
          </p:nvSpPr>
          <p:spPr>
            <a:xfrm flipV="1">
              <a:off x="2049951" y="5381765"/>
              <a:ext cx="71624" cy="74821"/>
            </a:xfrm>
            <a:custGeom>
              <a:avLst/>
              <a:gdLst>
                <a:gd name="connsiteX0" fmla="*/ 71641 w 71624"/>
                <a:gd name="connsiteY0" fmla="*/ 37457 h 74821"/>
                <a:gd name="connsiteX1" fmla="*/ 35829 w 71624"/>
                <a:gd name="connsiteY1" fmla="*/ 74868 h 74821"/>
                <a:gd name="connsiteX2" fmla="*/ 17 w 71624"/>
                <a:gd name="connsiteY2" fmla="*/ 37457 h 74821"/>
                <a:gd name="connsiteX3" fmla="*/ 35829 w 71624"/>
                <a:gd name="connsiteY3" fmla="*/ 46 h 74821"/>
                <a:gd name="connsiteX4" fmla="*/ 71641 w 71624"/>
                <a:gd name="connsiteY4" fmla="*/ 37457 h 74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24" h="74821">
                  <a:moveTo>
                    <a:pt x="71641" y="37457"/>
                  </a:moveTo>
                  <a:cubicBezTo>
                    <a:pt x="71641" y="58118"/>
                    <a:pt x="55608" y="74868"/>
                    <a:pt x="35829" y="74868"/>
                  </a:cubicBezTo>
                  <a:cubicBezTo>
                    <a:pt x="16051" y="74868"/>
                    <a:pt x="17" y="58118"/>
                    <a:pt x="17" y="37457"/>
                  </a:cubicBezTo>
                  <a:cubicBezTo>
                    <a:pt x="17" y="16795"/>
                    <a:pt x="16051" y="46"/>
                    <a:pt x="35829" y="46"/>
                  </a:cubicBezTo>
                  <a:cubicBezTo>
                    <a:pt x="55608" y="46"/>
                    <a:pt x="71641" y="16795"/>
                    <a:pt x="71641" y="37457"/>
                  </a:cubicBez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7" name="任意形状 296"/>
            <p:cNvSpPr/>
            <p:nvPr/>
          </p:nvSpPr>
          <p:spPr>
            <a:xfrm flipV="1">
              <a:off x="2083205" y="5219157"/>
              <a:ext cx="5286" cy="159540"/>
            </a:xfrm>
            <a:custGeom>
              <a:avLst/>
              <a:gdLst>
                <a:gd name="connsiteX0" fmla="*/ 17 w 5286"/>
                <a:gd name="connsiteY0" fmla="*/ 46 h 159540"/>
                <a:gd name="connsiteX1" fmla="*/ 17 w 5286"/>
                <a:gd name="connsiteY1" fmla="*/ 159587 h 159540"/>
              </a:gdLst>
              <a:ahLst/>
              <a:cxnLst>
                <a:cxn ang="0">
                  <a:pos x="connsiteX0" y="connsiteY0"/>
                </a:cxn>
                <a:cxn ang="0">
                  <a:pos x="connsiteX1" y="connsiteY1"/>
                </a:cxn>
              </a:cxnLst>
              <a:rect l="l" t="t" r="r" b="b"/>
              <a:pathLst>
                <a:path w="5286" h="159540">
                  <a:moveTo>
                    <a:pt x="17" y="46"/>
                  </a:moveTo>
                  <a:lnTo>
                    <a:pt x="17" y="159587"/>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98" name="图片 68" descr="icon-14"/>
          <p:cNvGrpSpPr/>
          <p:nvPr/>
        </p:nvGrpSpPr>
        <p:grpSpPr>
          <a:xfrm>
            <a:off x="2893662" y="4715128"/>
            <a:ext cx="935688" cy="935688"/>
            <a:chOff x="2893662" y="4715128"/>
            <a:chExt cx="935688" cy="935688"/>
          </a:xfrm>
        </p:grpSpPr>
        <p:grpSp>
          <p:nvGrpSpPr>
            <p:cNvPr id="299" name="图片 68" descr="icon-14"/>
            <p:cNvGrpSpPr/>
            <p:nvPr/>
          </p:nvGrpSpPr>
          <p:grpSpPr>
            <a:xfrm>
              <a:off x="2893662" y="4715128"/>
              <a:ext cx="935688" cy="935688"/>
              <a:chOff x="2893662" y="4715128"/>
              <a:chExt cx="935688" cy="935688"/>
            </a:xfrm>
          </p:grpSpPr>
          <p:grpSp>
            <p:nvGrpSpPr>
              <p:cNvPr id="300" name="图片 68" descr="icon-14"/>
              <p:cNvGrpSpPr/>
              <p:nvPr/>
            </p:nvGrpSpPr>
            <p:grpSpPr>
              <a:xfrm>
                <a:off x="2893662" y="4715128"/>
                <a:ext cx="935688" cy="935688"/>
                <a:chOff x="2893662" y="4715128"/>
                <a:chExt cx="935688" cy="935688"/>
              </a:xfrm>
            </p:grpSpPr>
            <p:sp>
              <p:nvSpPr>
                <p:cNvPr id="301" name="任意形状 300"/>
                <p:cNvSpPr/>
                <p:nvPr/>
              </p:nvSpPr>
              <p:spPr>
                <a:xfrm>
                  <a:off x="2917638" y="4739104"/>
                  <a:ext cx="887737" cy="887737"/>
                </a:xfrm>
                <a:custGeom>
                  <a:avLst/>
                  <a:gdLst>
                    <a:gd name="connsiteX0" fmla="*/ 443895 w 887737"/>
                    <a:gd name="connsiteY0" fmla="*/ 32 h 887737"/>
                    <a:gd name="connsiteX1" fmla="*/ 26 w 887737"/>
                    <a:gd name="connsiteY1" fmla="*/ 443901 h 887737"/>
                    <a:gd name="connsiteX2" fmla="*/ 161877 w 887737"/>
                    <a:gd name="connsiteY2" fmla="*/ 786678 h 887737"/>
                    <a:gd name="connsiteX3" fmla="*/ 443895 w 887737"/>
                    <a:gd name="connsiteY3" fmla="*/ 887769 h 887737"/>
                    <a:gd name="connsiteX4" fmla="*/ 887763 w 887737"/>
                    <a:gd name="connsiteY4" fmla="*/ 443901 h 887737"/>
                    <a:gd name="connsiteX5" fmla="*/ 702125 w 887737"/>
                    <a:gd name="connsiteY5" fmla="*/ 82837 h 88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7737" h="887737">
                      <a:moveTo>
                        <a:pt x="443895" y="32"/>
                      </a:moveTo>
                      <a:cubicBezTo>
                        <a:pt x="198753" y="32"/>
                        <a:pt x="26" y="198759"/>
                        <a:pt x="26" y="443901"/>
                      </a:cubicBezTo>
                      <a:cubicBezTo>
                        <a:pt x="26" y="581944"/>
                        <a:pt x="63042" y="705269"/>
                        <a:pt x="161877" y="786678"/>
                      </a:cubicBezTo>
                      <a:moveTo>
                        <a:pt x="443895" y="887769"/>
                      </a:moveTo>
                      <a:cubicBezTo>
                        <a:pt x="689036" y="887769"/>
                        <a:pt x="887763" y="689042"/>
                        <a:pt x="887763" y="443901"/>
                      </a:cubicBezTo>
                      <a:cubicBezTo>
                        <a:pt x="887763" y="295082"/>
                        <a:pt x="814525" y="163368"/>
                        <a:pt x="702125" y="82837"/>
                      </a:cubicBez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2" name="任意形状 301"/>
                <p:cNvSpPr/>
                <p:nvPr/>
              </p:nvSpPr>
              <p:spPr>
                <a:xfrm rot="-2400000">
                  <a:off x="3029427" y="4850893"/>
                  <a:ext cx="664158" cy="664158"/>
                </a:xfrm>
                <a:custGeom>
                  <a:avLst/>
                  <a:gdLst>
                    <a:gd name="connsiteX0" fmla="*/ 335393 w 664158"/>
                    <a:gd name="connsiteY0" fmla="*/ 32 h 664158"/>
                    <a:gd name="connsiteX1" fmla="*/ 26 w 664158"/>
                    <a:gd name="connsiteY1" fmla="*/ 330261 h 664158"/>
                    <a:gd name="connsiteX2" fmla="*/ 122313 w 664158"/>
                    <a:gd name="connsiteY2" fmla="*/ 585281 h 664158"/>
                    <a:gd name="connsiteX3" fmla="*/ 328818 w 664158"/>
                    <a:gd name="connsiteY3" fmla="*/ 664191 h 664158"/>
                    <a:gd name="connsiteX4" fmla="*/ 664185 w 664158"/>
                    <a:gd name="connsiteY4" fmla="*/ 330585 h 664158"/>
                    <a:gd name="connsiteX5" fmla="*/ 523925 w 664158"/>
                    <a:gd name="connsiteY5" fmla="*/ 59214 h 66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158" h="664158">
                      <a:moveTo>
                        <a:pt x="335393" y="32"/>
                      </a:moveTo>
                      <a:cubicBezTo>
                        <a:pt x="150175" y="32"/>
                        <a:pt x="26" y="147881"/>
                        <a:pt x="26" y="330261"/>
                      </a:cubicBezTo>
                      <a:cubicBezTo>
                        <a:pt x="26" y="432963"/>
                        <a:pt x="47638" y="524714"/>
                        <a:pt x="122313" y="585281"/>
                      </a:cubicBezTo>
                      <a:moveTo>
                        <a:pt x="328818" y="664191"/>
                      </a:moveTo>
                      <a:cubicBezTo>
                        <a:pt x="514036" y="664191"/>
                        <a:pt x="664185" y="514830"/>
                        <a:pt x="664185" y="330585"/>
                      </a:cubicBezTo>
                      <a:cubicBezTo>
                        <a:pt x="664185" y="218735"/>
                        <a:pt x="608849" y="119741"/>
                        <a:pt x="523925" y="59214"/>
                      </a:cubicBez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3" name="任意形状 302"/>
                <p:cNvSpPr/>
                <p:nvPr/>
              </p:nvSpPr>
              <p:spPr>
                <a:xfrm>
                  <a:off x="3595791" y="4808779"/>
                  <a:ext cx="227513" cy="214221"/>
                </a:xfrm>
                <a:custGeom>
                  <a:avLst/>
                  <a:gdLst>
                    <a:gd name="connsiteX0" fmla="*/ 26 w 227513"/>
                    <a:gd name="connsiteY0" fmla="*/ 194737 h 214221"/>
                    <a:gd name="connsiteX1" fmla="*/ 26 w 227513"/>
                    <a:gd name="connsiteY1" fmla="*/ 129040 h 214221"/>
                    <a:gd name="connsiteX2" fmla="*/ 159841 w 227513"/>
                    <a:gd name="connsiteY2" fmla="*/ 32 h 214221"/>
                    <a:gd name="connsiteX3" fmla="*/ 166417 w 227513"/>
                    <a:gd name="connsiteY3" fmla="*/ 67810 h 214221"/>
                    <a:gd name="connsiteX4" fmla="*/ 227540 w 227513"/>
                    <a:gd name="connsiteY4" fmla="*/ 87538 h 214221"/>
                    <a:gd name="connsiteX5" fmla="*/ 59168 w 227513"/>
                    <a:gd name="connsiteY5" fmla="*/ 214253 h 21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513" h="214221">
                      <a:moveTo>
                        <a:pt x="26" y="194737"/>
                      </a:moveTo>
                      <a:lnTo>
                        <a:pt x="26" y="129040"/>
                      </a:lnTo>
                      <a:lnTo>
                        <a:pt x="159841" y="32"/>
                      </a:lnTo>
                      <a:lnTo>
                        <a:pt x="166417" y="67810"/>
                      </a:lnTo>
                      <a:lnTo>
                        <a:pt x="227540" y="87538"/>
                      </a:lnTo>
                      <a:lnTo>
                        <a:pt x="59168" y="214253"/>
                      </a:ln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4" name="任意形状 303"/>
                <p:cNvSpPr/>
                <p:nvPr/>
              </p:nvSpPr>
              <p:spPr>
                <a:xfrm rot="2280000">
                  <a:off x="3167390" y="4986143"/>
                  <a:ext cx="392460" cy="398696"/>
                </a:xfrm>
                <a:custGeom>
                  <a:avLst/>
                  <a:gdLst>
                    <a:gd name="connsiteX0" fmla="*/ 197301 w 392460"/>
                    <a:gd name="connsiteY0" fmla="*/ 32 h 398696"/>
                    <a:gd name="connsiteX1" fmla="*/ 26 w 392460"/>
                    <a:gd name="connsiteY1" fmla="*/ 196685 h 398696"/>
                    <a:gd name="connsiteX2" fmla="*/ 71960 w 392460"/>
                    <a:gd name="connsiteY2" fmla="*/ 348551 h 398696"/>
                    <a:gd name="connsiteX3" fmla="*/ 195211 w 392460"/>
                    <a:gd name="connsiteY3" fmla="*/ 398729 h 398696"/>
                    <a:gd name="connsiteX4" fmla="*/ 392486 w 392460"/>
                    <a:gd name="connsiteY4" fmla="*/ 199291 h 398696"/>
                    <a:gd name="connsiteX5" fmla="*/ 309980 w 392460"/>
                    <a:gd name="connsiteY5" fmla="*/ 37058 h 39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460" h="398696">
                      <a:moveTo>
                        <a:pt x="197301" y="32"/>
                      </a:moveTo>
                      <a:cubicBezTo>
                        <a:pt x="88349" y="32"/>
                        <a:pt x="26" y="88077"/>
                        <a:pt x="26" y="196685"/>
                      </a:cubicBezTo>
                      <a:cubicBezTo>
                        <a:pt x="26" y="257845"/>
                        <a:pt x="28033" y="312483"/>
                        <a:pt x="71960" y="348551"/>
                      </a:cubicBezTo>
                      <a:moveTo>
                        <a:pt x="195211" y="398729"/>
                      </a:moveTo>
                      <a:cubicBezTo>
                        <a:pt x="304163" y="398729"/>
                        <a:pt x="392486" y="309437"/>
                        <a:pt x="392486" y="199291"/>
                      </a:cubicBezTo>
                      <a:cubicBezTo>
                        <a:pt x="392486" y="132423"/>
                        <a:pt x="359936" y="73242"/>
                        <a:pt x="309980" y="37058"/>
                      </a:cubicBez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5" name="任意形状 304"/>
                <p:cNvSpPr/>
                <p:nvPr/>
              </p:nvSpPr>
              <p:spPr>
                <a:xfrm>
                  <a:off x="3262004" y="5083470"/>
                  <a:ext cx="218732" cy="218732"/>
                </a:xfrm>
                <a:custGeom>
                  <a:avLst/>
                  <a:gdLst>
                    <a:gd name="connsiteX0" fmla="*/ 218758 w 218732"/>
                    <a:gd name="connsiteY0" fmla="*/ 109398 h 218732"/>
                    <a:gd name="connsiteX1" fmla="*/ 109392 w 218732"/>
                    <a:gd name="connsiteY1" fmla="*/ 218764 h 218732"/>
                    <a:gd name="connsiteX2" fmla="*/ 26 w 218732"/>
                    <a:gd name="connsiteY2" fmla="*/ 109398 h 218732"/>
                    <a:gd name="connsiteX3" fmla="*/ 109392 w 218732"/>
                    <a:gd name="connsiteY3" fmla="*/ 32 h 218732"/>
                    <a:gd name="connsiteX4" fmla="*/ 218758 w 218732"/>
                    <a:gd name="connsiteY4" fmla="*/ 109398 h 21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732" h="218732">
                      <a:moveTo>
                        <a:pt x="218758" y="109398"/>
                      </a:moveTo>
                      <a:cubicBezTo>
                        <a:pt x="218758" y="169799"/>
                        <a:pt x="169793" y="218764"/>
                        <a:pt x="109392" y="218764"/>
                      </a:cubicBezTo>
                      <a:cubicBezTo>
                        <a:pt x="48991" y="218764"/>
                        <a:pt x="26" y="169799"/>
                        <a:pt x="26" y="109398"/>
                      </a:cubicBezTo>
                      <a:cubicBezTo>
                        <a:pt x="26" y="48997"/>
                        <a:pt x="48991" y="32"/>
                        <a:pt x="109392" y="32"/>
                      </a:cubicBezTo>
                      <a:cubicBezTo>
                        <a:pt x="169793" y="32"/>
                        <a:pt x="218758" y="48997"/>
                        <a:pt x="218758" y="109398"/>
                      </a:cubicBez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6" name="任意形状 305"/>
                <p:cNvSpPr/>
                <p:nvPr/>
              </p:nvSpPr>
              <p:spPr>
                <a:xfrm>
                  <a:off x="3340991" y="5162457"/>
                  <a:ext cx="60758" cy="60758"/>
                </a:xfrm>
                <a:custGeom>
                  <a:avLst/>
                  <a:gdLst>
                    <a:gd name="connsiteX0" fmla="*/ 60785 w 60758"/>
                    <a:gd name="connsiteY0" fmla="*/ 30412 h 60758"/>
                    <a:gd name="connsiteX1" fmla="*/ 30406 w 60758"/>
                    <a:gd name="connsiteY1" fmla="*/ 60791 h 60758"/>
                    <a:gd name="connsiteX2" fmla="*/ 26 w 60758"/>
                    <a:gd name="connsiteY2" fmla="*/ 30412 h 60758"/>
                    <a:gd name="connsiteX3" fmla="*/ 30406 w 60758"/>
                    <a:gd name="connsiteY3" fmla="*/ 32 h 60758"/>
                    <a:gd name="connsiteX4" fmla="*/ 60785 w 60758"/>
                    <a:gd name="connsiteY4" fmla="*/ 30412 h 60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58" h="60758">
                      <a:moveTo>
                        <a:pt x="60785" y="30412"/>
                      </a:moveTo>
                      <a:cubicBezTo>
                        <a:pt x="60785" y="47190"/>
                        <a:pt x="47184" y="60791"/>
                        <a:pt x="30406" y="60791"/>
                      </a:cubicBezTo>
                      <a:cubicBezTo>
                        <a:pt x="13627" y="60791"/>
                        <a:pt x="26" y="47190"/>
                        <a:pt x="26" y="30412"/>
                      </a:cubicBezTo>
                      <a:cubicBezTo>
                        <a:pt x="26" y="13633"/>
                        <a:pt x="13627" y="32"/>
                        <a:pt x="30406" y="32"/>
                      </a:cubicBezTo>
                      <a:cubicBezTo>
                        <a:pt x="47184" y="32"/>
                        <a:pt x="60785" y="13633"/>
                        <a:pt x="60785" y="30412"/>
                      </a:cubicBezTo>
                      <a:close/>
                    </a:path>
                  </a:pathLst>
                </a:custGeom>
                <a:solidFill>
                  <a:srgbClr val="191A24"/>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7" name="任意形状 306"/>
                <p:cNvSpPr/>
                <p:nvPr/>
              </p:nvSpPr>
              <p:spPr>
                <a:xfrm>
                  <a:off x="3363620" y="5007531"/>
                  <a:ext cx="231808" cy="191439"/>
                </a:xfrm>
                <a:custGeom>
                  <a:avLst/>
                  <a:gdLst>
                    <a:gd name="connsiteX0" fmla="*/ 26 w 231808"/>
                    <a:gd name="connsiteY0" fmla="*/ 191471 h 191439"/>
                    <a:gd name="connsiteX1" fmla="*/ 231835 w 231808"/>
                    <a:gd name="connsiteY1" fmla="*/ 32 h 191439"/>
                  </a:gdLst>
                  <a:ahLst/>
                  <a:cxnLst>
                    <a:cxn ang="0">
                      <a:pos x="connsiteX0" y="connsiteY0"/>
                    </a:cxn>
                    <a:cxn ang="0">
                      <a:pos x="connsiteX1" y="connsiteY1"/>
                    </a:cxn>
                  </a:cxnLst>
                  <a:rect l="l" t="t" r="r" b="b"/>
                  <a:pathLst>
                    <a:path w="231808" h="191439">
                      <a:moveTo>
                        <a:pt x="26" y="191471"/>
                      </a:moveTo>
                      <a:lnTo>
                        <a:pt x="231835" y="32"/>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08" name="任意形状 307"/>
              <p:cNvSpPr/>
              <p:nvPr/>
            </p:nvSpPr>
            <p:spPr>
              <a:xfrm>
                <a:off x="3071747" y="5521879"/>
                <a:ext cx="45884" cy="45884"/>
              </a:xfrm>
              <a:custGeom>
                <a:avLst/>
                <a:gdLst>
                  <a:gd name="connsiteX0" fmla="*/ 45910 w 45884"/>
                  <a:gd name="connsiteY0" fmla="*/ 22974 h 45884"/>
                  <a:gd name="connsiteX1" fmla="*/ 22968 w 45884"/>
                  <a:gd name="connsiteY1" fmla="*/ 45916 h 45884"/>
                  <a:gd name="connsiteX2" fmla="*/ 26 w 45884"/>
                  <a:gd name="connsiteY2" fmla="*/ 22974 h 45884"/>
                  <a:gd name="connsiteX3" fmla="*/ 22968 w 45884"/>
                  <a:gd name="connsiteY3" fmla="*/ 32 h 45884"/>
                  <a:gd name="connsiteX4" fmla="*/ 45910 w 45884"/>
                  <a:gd name="connsiteY4" fmla="*/ 22974 h 45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84" h="45884">
                    <a:moveTo>
                      <a:pt x="45910" y="22974"/>
                    </a:moveTo>
                    <a:cubicBezTo>
                      <a:pt x="45910" y="35645"/>
                      <a:pt x="35639" y="45916"/>
                      <a:pt x="22968" y="45916"/>
                    </a:cubicBezTo>
                    <a:cubicBezTo>
                      <a:pt x="10298" y="45916"/>
                      <a:pt x="26" y="35645"/>
                      <a:pt x="26" y="22974"/>
                    </a:cubicBezTo>
                    <a:cubicBezTo>
                      <a:pt x="26" y="10303"/>
                      <a:pt x="10298" y="32"/>
                      <a:pt x="22968" y="32"/>
                    </a:cubicBezTo>
                    <a:cubicBezTo>
                      <a:pt x="35639" y="32"/>
                      <a:pt x="45910" y="10303"/>
                      <a:pt x="45910" y="22974"/>
                    </a:cubicBezTo>
                    <a:close/>
                  </a:path>
                </a:pathLst>
              </a:custGeom>
              <a:solidFill>
                <a:srgbClr val="D8D8D8"/>
              </a:solidFill>
              <a:ln w="5278" cap="flat">
                <a:solidFill>
                  <a:srgbClr val="979797"/>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9" name="任意形状 308"/>
              <p:cNvSpPr/>
              <p:nvPr/>
            </p:nvSpPr>
            <p:spPr>
              <a:xfrm>
                <a:off x="3527614" y="5429491"/>
                <a:ext cx="40597" cy="40597"/>
              </a:xfrm>
              <a:custGeom>
                <a:avLst/>
                <a:gdLst>
                  <a:gd name="connsiteX0" fmla="*/ 40624 w 40597"/>
                  <a:gd name="connsiteY0" fmla="*/ 20331 h 40597"/>
                  <a:gd name="connsiteX1" fmla="*/ 20325 w 40597"/>
                  <a:gd name="connsiteY1" fmla="*/ 40630 h 40597"/>
                  <a:gd name="connsiteX2" fmla="*/ 26 w 40597"/>
                  <a:gd name="connsiteY2" fmla="*/ 20331 h 40597"/>
                  <a:gd name="connsiteX3" fmla="*/ 20325 w 40597"/>
                  <a:gd name="connsiteY3" fmla="*/ 32 h 40597"/>
                  <a:gd name="connsiteX4" fmla="*/ 40624 w 40597"/>
                  <a:gd name="connsiteY4" fmla="*/ 20331 h 40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97" h="40597">
                    <a:moveTo>
                      <a:pt x="40624" y="20331"/>
                    </a:moveTo>
                    <a:cubicBezTo>
                      <a:pt x="40624" y="31542"/>
                      <a:pt x="31536" y="40630"/>
                      <a:pt x="20325" y="40630"/>
                    </a:cubicBezTo>
                    <a:cubicBezTo>
                      <a:pt x="9114" y="40630"/>
                      <a:pt x="26" y="31542"/>
                      <a:pt x="26" y="20331"/>
                    </a:cubicBezTo>
                    <a:cubicBezTo>
                      <a:pt x="26" y="9120"/>
                      <a:pt x="9114" y="32"/>
                      <a:pt x="20325" y="32"/>
                    </a:cubicBezTo>
                    <a:cubicBezTo>
                      <a:pt x="31536" y="32"/>
                      <a:pt x="40624" y="9120"/>
                      <a:pt x="40624" y="20331"/>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0" name="任意形状 309"/>
              <p:cNvSpPr/>
              <p:nvPr/>
            </p:nvSpPr>
            <p:spPr>
              <a:xfrm>
                <a:off x="3074390" y="5524522"/>
                <a:ext cx="40597" cy="40597"/>
              </a:xfrm>
              <a:custGeom>
                <a:avLst/>
                <a:gdLst>
                  <a:gd name="connsiteX0" fmla="*/ 40624 w 40597"/>
                  <a:gd name="connsiteY0" fmla="*/ 20331 h 40597"/>
                  <a:gd name="connsiteX1" fmla="*/ 20325 w 40597"/>
                  <a:gd name="connsiteY1" fmla="*/ 40630 h 40597"/>
                  <a:gd name="connsiteX2" fmla="*/ 26 w 40597"/>
                  <a:gd name="connsiteY2" fmla="*/ 20331 h 40597"/>
                  <a:gd name="connsiteX3" fmla="*/ 20325 w 40597"/>
                  <a:gd name="connsiteY3" fmla="*/ 32 h 40597"/>
                  <a:gd name="connsiteX4" fmla="*/ 40624 w 40597"/>
                  <a:gd name="connsiteY4" fmla="*/ 20331 h 40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97" h="40597">
                    <a:moveTo>
                      <a:pt x="40624" y="20331"/>
                    </a:moveTo>
                    <a:cubicBezTo>
                      <a:pt x="40624" y="31542"/>
                      <a:pt x="31536" y="40630"/>
                      <a:pt x="20325" y="40630"/>
                    </a:cubicBezTo>
                    <a:cubicBezTo>
                      <a:pt x="9114" y="40630"/>
                      <a:pt x="26" y="31542"/>
                      <a:pt x="26" y="20331"/>
                    </a:cubicBezTo>
                    <a:cubicBezTo>
                      <a:pt x="26" y="9120"/>
                      <a:pt x="9114" y="32"/>
                      <a:pt x="20325" y="32"/>
                    </a:cubicBezTo>
                    <a:cubicBezTo>
                      <a:pt x="31536" y="32"/>
                      <a:pt x="40624" y="9120"/>
                      <a:pt x="40624" y="20331"/>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1" name="任意形状 310"/>
              <p:cNvSpPr/>
              <p:nvPr/>
            </p:nvSpPr>
            <p:spPr>
              <a:xfrm>
                <a:off x="3140181" y="4895856"/>
                <a:ext cx="40597" cy="40597"/>
              </a:xfrm>
              <a:custGeom>
                <a:avLst/>
                <a:gdLst>
                  <a:gd name="connsiteX0" fmla="*/ 40624 w 40597"/>
                  <a:gd name="connsiteY0" fmla="*/ 20331 h 40597"/>
                  <a:gd name="connsiteX1" fmla="*/ 20325 w 40597"/>
                  <a:gd name="connsiteY1" fmla="*/ 40630 h 40597"/>
                  <a:gd name="connsiteX2" fmla="*/ 26 w 40597"/>
                  <a:gd name="connsiteY2" fmla="*/ 20331 h 40597"/>
                  <a:gd name="connsiteX3" fmla="*/ 20325 w 40597"/>
                  <a:gd name="connsiteY3" fmla="*/ 32 h 40597"/>
                  <a:gd name="connsiteX4" fmla="*/ 40624 w 40597"/>
                  <a:gd name="connsiteY4" fmla="*/ 20331 h 40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97" h="40597">
                    <a:moveTo>
                      <a:pt x="40624" y="20331"/>
                    </a:moveTo>
                    <a:cubicBezTo>
                      <a:pt x="40624" y="31542"/>
                      <a:pt x="31536" y="40630"/>
                      <a:pt x="20325" y="40630"/>
                    </a:cubicBezTo>
                    <a:cubicBezTo>
                      <a:pt x="9114" y="40630"/>
                      <a:pt x="26" y="31542"/>
                      <a:pt x="26" y="20331"/>
                    </a:cubicBezTo>
                    <a:cubicBezTo>
                      <a:pt x="26" y="9120"/>
                      <a:pt x="9114" y="32"/>
                      <a:pt x="20325" y="32"/>
                    </a:cubicBezTo>
                    <a:cubicBezTo>
                      <a:pt x="31536" y="32"/>
                      <a:pt x="40624" y="9120"/>
                      <a:pt x="40624" y="20331"/>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2" name="任意形状 311"/>
              <p:cNvSpPr/>
              <p:nvPr/>
            </p:nvSpPr>
            <p:spPr>
              <a:xfrm>
                <a:off x="3198661" y="5305220"/>
                <a:ext cx="40597" cy="40597"/>
              </a:xfrm>
              <a:custGeom>
                <a:avLst/>
                <a:gdLst>
                  <a:gd name="connsiteX0" fmla="*/ 40624 w 40597"/>
                  <a:gd name="connsiteY0" fmla="*/ 20331 h 40597"/>
                  <a:gd name="connsiteX1" fmla="*/ 20325 w 40597"/>
                  <a:gd name="connsiteY1" fmla="*/ 40630 h 40597"/>
                  <a:gd name="connsiteX2" fmla="*/ 26 w 40597"/>
                  <a:gd name="connsiteY2" fmla="*/ 20331 h 40597"/>
                  <a:gd name="connsiteX3" fmla="*/ 20325 w 40597"/>
                  <a:gd name="connsiteY3" fmla="*/ 32 h 40597"/>
                  <a:gd name="connsiteX4" fmla="*/ 40624 w 40597"/>
                  <a:gd name="connsiteY4" fmla="*/ 20331 h 40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97" h="40597">
                    <a:moveTo>
                      <a:pt x="40624" y="20331"/>
                    </a:moveTo>
                    <a:cubicBezTo>
                      <a:pt x="40624" y="31542"/>
                      <a:pt x="31536" y="40630"/>
                      <a:pt x="20325" y="40630"/>
                    </a:cubicBezTo>
                    <a:cubicBezTo>
                      <a:pt x="9114" y="40630"/>
                      <a:pt x="26" y="31542"/>
                      <a:pt x="26" y="20331"/>
                    </a:cubicBezTo>
                    <a:cubicBezTo>
                      <a:pt x="26" y="9120"/>
                      <a:pt x="9114" y="32"/>
                      <a:pt x="20325" y="32"/>
                    </a:cubicBezTo>
                    <a:cubicBezTo>
                      <a:pt x="31536" y="32"/>
                      <a:pt x="40624" y="9120"/>
                      <a:pt x="40624" y="20331"/>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13" name="任意形状 312"/>
            <p:cNvSpPr/>
            <p:nvPr/>
          </p:nvSpPr>
          <p:spPr>
            <a:xfrm>
              <a:off x="3638567" y="4894874"/>
              <a:ext cx="102075" cy="77974"/>
            </a:xfrm>
            <a:custGeom>
              <a:avLst/>
              <a:gdLst>
                <a:gd name="connsiteX0" fmla="*/ 26 w 102075"/>
                <a:gd name="connsiteY0" fmla="*/ 78006 h 77974"/>
                <a:gd name="connsiteX1" fmla="*/ 102101 w 102075"/>
                <a:gd name="connsiteY1" fmla="*/ 32 h 77974"/>
              </a:gdLst>
              <a:ahLst/>
              <a:cxnLst>
                <a:cxn ang="0">
                  <a:pos x="connsiteX0" y="connsiteY0"/>
                </a:cxn>
                <a:cxn ang="0">
                  <a:pos x="connsiteX1" y="connsiteY1"/>
                </a:cxn>
              </a:cxnLst>
              <a:rect l="l" t="t" r="r" b="b"/>
              <a:pathLst>
                <a:path w="102075" h="77974">
                  <a:moveTo>
                    <a:pt x="26" y="78006"/>
                  </a:moveTo>
                  <a:lnTo>
                    <a:pt x="102101" y="32"/>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14" name="图片 52" descr="icon-9"/>
          <p:cNvGrpSpPr/>
          <p:nvPr/>
        </p:nvGrpSpPr>
        <p:grpSpPr>
          <a:xfrm>
            <a:off x="4521215" y="4810283"/>
            <a:ext cx="1083706" cy="737449"/>
            <a:chOff x="4521215" y="4810283"/>
            <a:chExt cx="1083706" cy="737449"/>
          </a:xfrm>
        </p:grpSpPr>
        <p:sp>
          <p:nvSpPr>
            <p:cNvPr id="315" name="任意形状 314"/>
            <p:cNvSpPr/>
            <p:nvPr/>
          </p:nvSpPr>
          <p:spPr>
            <a:xfrm>
              <a:off x="4663947" y="4810283"/>
              <a:ext cx="803529" cy="629078"/>
            </a:xfrm>
            <a:custGeom>
              <a:avLst/>
              <a:gdLst>
                <a:gd name="connsiteX0" fmla="*/ 16 w 803529"/>
                <a:gd name="connsiteY0" fmla="*/ 141474 h 629078"/>
                <a:gd name="connsiteX1" fmla="*/ 16 w 803529"/>
                <a:gd name="connsiteY1" fmla="*/ 35658 h 629078"/>
                <a:gd name="connsiteX2" fmla="*/ 35466 w 803529"/>
                <a:gd name="connsiteY2" fmla="*/ 50 h 629078"/>
                <a:gd name="connsiteX3" fmla="*/ 768095 w 803529"/>
                <a:gd name="connsiteY3" fmla="*/ 50 h 629078"/>
                <a:gd name="connsiteX4" fmla="*/ 803545 w 803529"/>
                <a:gd name="connsiteY4" fmla="*/ 35658 h 629078"/>
                <a:gd name="connsiteX5" fmla="*/ 803545 w 803529"/>
                <a:gd name="connsiteY5" fmla="*/ 148096 h 629078"/>
                <a:gd name="connsiteX6" fmla="*/ 803545 w 803529"/>
                <a:gd name="connsiteY6" fmla="*/ 434530 h 629078"/>
                <a:gd name="connsiteX7" fmla="*/ 803545 w 803529"/>
                <a:gd name="connsiteY7" fmla="*/ 593520 h 629078"/>
                <a:gd name="connsiteX8" fmla="*/ 768095 w 803529"/>
                <a:gd name="connsiteY8" fmla="*/ 629129 h 629078"/>
                <a:gd name="connsiteX9" fmla="*/ 35466 w 803529"/>
                <a:gd name="connsiteY9" fmla="*/ 629129 h 629078"/>
                <a:gd name="connsiteX10" fmla="*/ 16 w 803529"/>
                <a:gd name="connsiteY10" fmla="*/ 593520 h 629078"/>
                <a:gd name="connsiteX11" fmla="*/ 16 w 803529"/>
                <a:gd name="connsiteY11" fmla="*/ 426140 h 62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529" h="629078">
                  <a:moveTo>
                    <a:pt x="16" y="141474"/>
                  </a:moveTo>
                  <a:lnTo>
                    <a:pt x="16" y="35658"/>
                  </a:lnTo>
                  <a:cubicBezTo>
                    <a:pt x="16" y="15992"/>
                    <a:pt x="15887" y="50"/>
                    <a:pt x="35466" y="50"/>
                  </a:cubicBezTo>
                  <a:lnTo>
                    <a:pt x="768095" y="50"/>
                  </a:lnTo>
                  <a:cubicBezTo>
                    <a:pt x="787674" y="50"/>
                    <a:pt x="803545" y="15992"/>
                    <a:pt x="803545" y="35658"/>
                  </a:cubicBezTo>
                  <a:lnTo>
                    <a:pt x="803545" y="148096"/>
                  </a:lnTo>
                  <a:moveTo>
                    <a:pt x="803545" y="434530"/>
                  </a:moveTo>
                  <a:lnTo>
                    <a:pt x="803545" y="593520"/>
                  </a:lnTo>
                  <a:cubicBezTo>
                    <a:pt x="803545" y="613186"/>
                    <a:pt x="787674" y="629129"/>
                    <a:pt x="768095" y="629129"/>
                  </a:cubicBezTo>
                  <a:lnTo>
                    <a:pt x="35466" y="629129"/>
                  </a:lnTo>
                  <a:cubicBezTo>
                    <a:pt x="15887" y="629129"/>
                    <a:pt x="16" y="613186"/>
                    <a:pt x="16" y="593520"/>
                  </a:cubicBezTo>
                  <a:lnTo>
                    <a:pt x="16" y="426140"/>
                  </a:lnTo>
                </a:path>
              </a:pathLst>
            </a:custGeom>
            <a:solidFill>
              <a:schemeClr val="bg1"/>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6" name="任意形状 315"/>
            <p:cNvSpPr/>
            <p:nvPr/>
          </p:nvSpPr>
          <p:spPr>
            <a:xfrm>
              <a:off x="4716811" y="4873720"/>
              <a:ext cx="697801" cy="422910"/>
            </a:xfrm>
            <a:custGeom>
              <a:avLst/>
              <a:gdLst>
                <a:gd name="connsiteX0" fmla="*/ 16 w 697801"/>
                <a:gd name="connsiteY0" fmla="*/ 50 h 422910"/>
                <a:gd name="connsiteX1" fmla="*/ 697818 w 697801"/>
                <a:gd name="connsiteY1" fmla="*/ 50 h 422910"/>
                <a:gd name="connsiteX2" fmla="*/ 697818 w 697801"/>
                <a:gd name="connsiteY2" fmla="*/ 422960 h 422910"/>
                <a:gd name="connsiteX3" fmla="*/ 16 w 697801"/>
                <a:gd name="connsiteY3" fmla="*/ 422960 h 422910"/>
              </a:gdLst>
              <a:ahLst/>
              <a:cxnLst>
                <a:cxn ang="0">
                  <a:pos x="connsiteX0" y="connsiteY0"/>
                </a:cxn>
                <a:cxn ang="0">
                  <a:pos x="connsiteX1" y="connsiteY1"/>
                </a:cxn>
                <a:cxn ang="0">
                  <a:pos x="connsiteX2" y="connsiteY2"/>
                </a:cxn>
                <a:cxn ang="0">
                  <a:pos x="connsiteX3" y="connsiteY3"/>
                </a:cxn>
              </a:cxnLst>
              <a:rect l="l" t="t" r="r" b="b"/>
              <a:pathLst>
                <a:path w="697801" h="422910">
                  <a:moveTo>
                    <a:pt x="16" y="50"/>
                  </a:moveTo>
                  <a:lnTo>
                    <a:pt x="697818" y="50"/>
                  </a:lnTo>
                  <a:lnTo>
                    <a:pt x="697818" y="422960"/>
                  </a:lnTo>
                  <a:lnTo>
                    <a:pt x="16" y="422960"/>
                  </a:lnTo>
                  <a:close/>
                </a:path>
              </a:pathLst>
            </a:custGeom>
            <a:solidFill>
              <a:srgbClr val="F0F3F8"/>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7" name="任意形状 316"/>
            <p:cNvSpPr/>
            <p:nvPr/>
          </p:nvSpPr>
          <p:spPr>
            <a:xfrm>
              <a:off x="4970557" y="5439362"/>
              <a:ext cx="190309" cy="105727"/>
            </a:xfrm>
            <a:custGeom>
              <a:avLst/>
              <a:gdLst>
                <a:gd name="connsiteX0" fmla="*/ 34411 w 190309"/>
                <a:gd name="connsiteY0" fmla="*/ 50 h 105727"/>
                <a:gd name="connsiteX1" fmla="*/ 16 w 190309"/>
                <a:gd name="connsiteY1" fmla="*/ 105778 h 105727"/>
                <a:gd name="connsiteX2" fmla="*/ 190326 w 190309"/>
                <a:gd name="connsiteY2" fmla="*/ 105778 h 105727"/>
                <a:gd name="connsiteX3" fmla="*/ 152358 w 190309"/>
                <a:gd name="connsiteY3" fmla="*/ 50 h 105727"/>
              </a:gdLst>
              <a:ahLst/>
              <a:cxnLst>
                <a:cxn ang="0">
                  <a:pos x="connsiteX0" y="connsiteY0"/>
                </a:cxn>
                <a:cxn ang="0">
                  <a:pos x="connsiteX1" y="connsiteY1"/>
                </a:cxn>
                <a:cxn ang="0">
                  <a:pos x="connsiteX2" y="connsiteY2"/>
                </a:cxn>
                <a:cxn ang="0">
                  <a:pos x="connsiteX3" y="connsiteY3"/>
                </a:cxn>
              </a:cxnLst>
              <a:rect l="l" t="t" r="r" b="b"/>
              <a:pathLst>
                <a:path w="190309" h="105727">
                  <a:moveTo>
                    <a:pt x="34411" y="50"/>
                  </a:moveTo>
                  <a:lnTo>
                    <a:pt x="16" y="105778"/>
                  </a:lnTo>
                  <a:lnTo>
                    <a:pt x="190326" y="105778"/>
                  </a:lnTo>
                  <a:lnTo>
                    <a:pt x="152358" y="50"/>
                  </a:lnTo>
                  <a:close/>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8" name="任意形状 317"/>
            <p:cNvSpPr/>
            <p:nvPr/>
          </p:nvSpPr>
          <p:spPr>
            <a:xfrm>
              <a:off x="4891261" y="5547733"/>
              <a:ext cx="348900" cy="5286"/>
            </a:xfrm>
            <a:custGeom>
              <a:avLst/>
              <a:gdLst>
                <a:gd name="connsiteX0" fmla="*/ 16 w 348900"/>
                <a:gd name="connsiteY0" fmla="*/ 50 h 5286"/>
                <a:gd name="connsiteX1" fmla="*/ 348917 w 348900"/>
                <a:gd name="connsiteY1" fmla="*/ 50 h 5286"/>
              </a:gdLst>
              <a:ahLst/>
              <a:cxnLst>
                <a:cxn ang="0">
                  <a:pos x="connsiteX0" y="connsiteY0"/>
                </a:cxn>
                <a:cxn ang="0">
                  <a:pos x="connsiteX1" y="connsiteY1"/>
                </a:cxn>
              </a:cxnLst>
              <a:rect l="l" t="t" r="r" b="b"/>
              <a:pathLst>
                <a:path w="348900" h="5286">
                  <a:moveTo>
                    <a:pt x="16" y="50"/>
                  </a:moveTo>
                  <a:lnTo>
                    <a:pt x="348917" y="50"/>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9" name="任意形状 318"/>
            <p:cNvSpPr/>
            <p:nvPr/>
          </p:nvSpPr>
          <p:spPr>
            <a:xfrm>
              <a:off x="5049852" y="5333634"/>
              <a:ext cx="47577" cy="47577"/>
            </a:xfrm>
            <a:custGeom>
              <a:avLst/>
              <a:gdLst>
                <a:gd name="connsiteX0" fmla="*/ 47593 w 47577"/>
                <a:gd name="connsiteY0" fmla="*/ 23839 h 47577"/>
                <a:gd name="connsiteX1" fmla="*/ 23805 w 47577"/>
                <a:gd name="connsiteY1" fmla="*/ 47627 h 47577"/>
                <a:gd name="connsiteX2" fmla="*/ 16 w 47577"/>
                <a:gd name="connsiteY2" fmla="*/ 23839 h 47577"/>
                <a:gd name="connsiteX3" fmla="*/ 23805 w 47577"/>
                <a:gd name="connsiteY3" fmla="*/ 50 h 47577"/>
                <a:gd name="connsiteX4" fmla="*/ 47593 w 47577"/>
                <a:gd name="connsiteY4" fmla="*/ 23839 h 47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7" h="47577">
                  <a:moveTo>
                    <a:pt x="47593" y="23839"/>
                  </a:moveTo>
                  <a:cubicBezTo>
                    <a:pt x="47593" y="36977"/>
                    <a:pt x="36943" y="47627"/>
                    <a:pt x="23805" y="47627"/>
                  </a:cubicBezTo>
                  <a:cubicBezTo>
                    <a:pt x="10667" y="47627"/>
                    <a:pt x="16" y="36977"/>
                    <a:pt x="16" y="23839"/>
                  </a:cubicBezTo>
                  <a:cubicBezTo>
                    <a:pt x="16" y="10701"/>
                    <a:pt x="10667" y="50"/>
                    <a:pt x="23805" y="50"/>
                  </a:cubicBezTo>
                  <a:cubicBezTo>
                    <a:pt x="36943" y="50"/>
                    <a:pt x="47593" y="10701"/>
                    <a:pt x="47593" y="23839"/>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20" name="图片 52" descr="icon-9"/>
            <p:cNvGrpSpPr/>
            <p:nvPr/>
          </p:nvGrpSpPr>
          <p:grpSpPr>
            <a:xfrm>
              <a:off x="4521215" y="4900152"/>
              <a:ext cx="341815" cy="385905"/>
              <a:chOff x="4521215" y="4900152"/>
              <a:chExt cx="341815" cy="385905"/>
            </a:xfrm>
          </p:grpSpPr>
          <p:sp>
            <p:nvSpPr>
              <p:cNvPr id="321" name="任意形状 320"/>
              <p:cNvSpPr/>
              <p:nvPr/>
            </p:nvSpPr>
            <p:spPr>
              <a:xfrm>
                <a:off x="4586891" y="5054640"/>
                <a:ext cx="29567" cy="29587"/>
              </a:xfrm>
              <a:custGeom>
                <a:avLst/>
                <a:gdLst>
                  <a:gd name="connsiteX0" fmla="*/ 29584 w 29567"/>
                  <a:gd name="connsiteY0" fmla="*/ 14860 h 29587"/>
                  <a:gd name="connsiteX1" fmla="*/ 14800 w 29567"/>
                  <a:gd name="connsiteY1" fmla="*/ 29654 h 29587"/>
                  <a:gd name="connsiteX2" fmla="*/ 16 w 29567"/>
                  <a:gd name="connsiteY2" fmla="*/ 14860 h 29587"/>
                  <a:gd name="connsiteX3" fmla="*/ 14800 w 29567"/>
                  <a:gd name="connsiteY3" fmla="*/ 66 h 29587"/>
                  <a:gd name="connsiteX4" fmla="*/ 29584 w 29567"/>
                  <a:gd name="connsiteY4" fmla="*/ 14860 h 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67" h="29587">
                    <a:moveTo>
                      <a:pt x="29584" y="14860"/>
                    </a:moveTo>
                    <a:cubicBezTo>
                      <a:pt x="29584" y="23030"/>
                      <a:pt x="22965" y="29654"/>
                      <a:pt x="14800" y="29654"/>
                    </a:cubicBezTo>
                    <a:cubicBezTo>
                      <a:pt x="6635" y="29654"/>
                      <a:pt x="16" y="23030"/>
                      <a:pt x="16" y="14860"/>
                    </a:cubicBezTo>
                    <a:cubicBezTo>
                      <a:pt x="16" y="6689"/>
                      <a:pt x="6635" y="66"/>
                      <a:pt x="14800" y="66"/>
                    </a:cubicBezTo>
                    <a:cubicBezTo>
                      <a:pt x="22965" y="66"/>
                      <a:pt x="29584" y="6689"/>
                      <a:pt x="29584" y="1486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2" name="任意形状 321"/>
              <p:cNvSpPr/>
              <p:nvPr/>
            </p:nvSpPr>
            <p:spPr>
              <a:xfrm>
                <a:off x="4586891" y="5107898"/>
                <a:ext cx="29567" cy="29587"/>
              </a:xfrm>
              <a:custGeom>
                <a:avLst/>
                <a:gdLst>
                  <a:gd name="connsiteX0" fmla="*/ 29584 w 29567"/>
                  <a:gd name="connsiteY0" fmla="*/ 14860 h 29587"/>
                  <a:gd name="connsiteX1" fmla="*/ 14800 w 29567"/>
                  <a:gd name="connsiteY1" fmla="*/ 29654 h 29587"/>
                  <a:gd name="connsiteX2" fmla="*/ 16 w 29567"/>
                  <a:gd name="connsiteY2" fmla="*/ 14860 h 29587"/>
                  <a:gd name="connsiteX3" fmla="*/ 14800 w 29567"/>
                  <a:gd name="connsiteY3" fmla="*/ 66 h 29587"/>
                  <a:gd name="connsiteX4" fmla="*/ 29584 w 29567"/>
                  <a:gd name="connsiteY4" fmla="*/ 14860 h 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67" h="29587">
                    <a:moveTo>
                      <a:pt x="29584" y="14860"/>
                    </a:moveTo>
                    <a:cubicBezTo>
                      <a:pt x="29584" y="23030"/>
                      <a:pt x="22965" y="29654"/>
                      <a:pt x="14800" y="29654"/>
                    </a:cubicBezTo>
                    <a:cubicBezTo>
                      <a:pt x="6635" y="29654"/>
                      <a:pt x="16" y="23030"/>
                      <a:pt x="16" y="14860"/>
                    </a:cubicBezTo>
                    <a:cubicBezTo>
                      <a:pt x="16" y="6689"/>
                      <a:pt x="6635" y="66"/>
                      <a:pt x="14800" y="66"/>
                    </a:cubicBezTo>
                    <a:cubicBezTo>
                      <a:pt x="22965" y="66"/>
                      <a:pt x="29584" y="6689"/>
                      <a:pt x="29584" y="1486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3" name="任意形状 322"/>
              <p:cNvSpPr/>
              <p:nvPr/>
            </p:nvSpPr>
            <p:spPr>
              <a:xfrm>
                <a:off x="4567404" y="4949312"/>
                <a:ext cx="295626" cy="65093"/>
              </a:xfrm>
              <a:custGeom>
                <a:avLst/>
                <a:gdLst>
                  <a:gd name="connsiteX0" fmla="*/ 16 w 295626"/>
                  <a:gd name="connsiteY0" fmla="*/ 66 h 65093"/>
                  <a:gd name="connsiteX1" fmla="*/ 65065 w 295626"/>
                  <a:gd name="connsiteY1" fmla="*/ 65159 h 65093"/>
                  <a:gd name="connsiteX2" fmla="*/ 295642 w 295626"/>
                  <a:gd name="connsiteY2" fmla="*/ 65159 h 65093"/>
                </a:gdLst>
                <a:ahLst/>
                <a:cxnLst>
                  <a:cxn ang="0">
                    <a:pos x="connsiteX0" y="connsiteY0"/>
                  </a:cxn>
                  <a:cxn ang="0">
                    <a:pos x="connsiteX1" y="connsiteY1"/>
                  </a:cxn>
                  <a:cxn ang="0">
                    <a:pos x="connsiteX2" y="connsiteY2"/>
                  </a:cxn>
                </a:cxnLst>
                <a:rect l="l" t="t" r="r" b="b"/>
                <a:pathLst>
                  <a:path w="295626" h="65093">
                    <a:moveTo>
                      <a:pt x="16" y="66"/>
                    </a:moveTo>
                    <a:lnTo>
                      <a:pt x="65065" y="65159"/>
                    </a:lnTo>
                    <a:lnTo>
                      <a:pt x="295642" y="65159"/>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4" name="任意形状 323"/>
              <p:cNvSpPr/>
              <p:nvPr/>
            </p:nvSpPr>
            <p:spPr>
              <a:xfrm flipV="1">
                <a:off x="4567404" y="5174180"/>
                <a:ext cx="295626" cy="65093"/>
              </a:xfrm>
              <a:custGeom>
                <a:avLst/>
                <a:gdLst>
                  <a:gd name="connsiteX0" fmla="*/ 16 w 295626"/>
                  <a:gd name="connsiteY0" fmla="*/ 66 h 65093"/>
                  <a:gd name="connsiteX1" fmla="*/ 65065 w 295626"/>
                  <a:gd name="connsiteY1" fmla="*/ 65159 h 65093"/>
                  <a:gd name="connsiteX2" fmla="*/ 295642 w 295626"/>
                  <a:gd name="connsiteY2" fmla="*/ 65159 h 65093"/>
                </a:gdLst>
                <a:ahLst/>
                <a:cxnLst>
                  <a:cxn ang="0">
                    <a:pos x="connsiteX0" y="connsiteY0"/>
                  </a:cxn>
                  <a:cxn ang="0">
                    <a:pos x="connsiteX1" y="connsiteY1"/>
                  </a:cxn>
                  <a:cxn ang="0">
                    <a:pos x="connsiteX2" y="connsiteY2"/>
                  </a:cxn>
                </a:cxnLst>
                <a:rect l="l" t="t" r="r" b="b"/>
                <a:pathLst>
                  <a:path w="295626" h="65093">
                    <a:moveTo>
                      <a:pt x="16" y="66"/>
                    </a:moveTo>
                    <a:lnTo>
                      <a:pt x="65065" y="65159"/>
                    </a:lnTo>
                    <a:lnTo>
                      <a:pt x="295642" y="65159"/>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5" name="任意形状 324"/>
              <p:cNvSpPr/>
              <p:nvPr/>
            </p:nvSpPr>
            <p:spPr>
              <a:xfrm>
                <a:off x="4521215" y="4900152"/>
                <a:ext cx="54476" cy="54520"/>
              </a:xfrm>
              <a:custGeom>
                <a:avLst/>
                <a:gdLst>
                  <a:gd name="connsiteX0" fmla="*/ 54493 w 54476"/>
                  <a:gd name="connsiteY0" fmla="*/ 27326 h 54520"/>
                  <a:gd name="connsiteX1" fmla="*/ 27254 w 54476"/>
                  <a:gd name="connsiteY1" fmla="*/ 54587 h 54520"/>
                  <a:gd name="connsiteX2" fmla="*/ 16 w 54476"/>
                  <a:gd name="connsiteY2" fmla="*/ 27326 h 54520"/>
                  <a:gd name="connsiteX3" fmla="*/ 27254 w 54476"/>
                  <a:gd name="connsiteY3" fmla="*/ 66 h 54520"/>
                  <a:gd name="connsiteX4" fmla="*/ 54493 w 54476"/>
                  <a:gd name="connsiteY4" fmla="*/ 27326 h 5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6" h="54520">
                    <a:moveTo>
                      <a:pt x="54493" y="27326"/>
                    </a:moveTo>
                    <a:cubicBezTo>
                      <a:pt x="54493" y="42382"/>
                      <a:pt x="42298" y="54587"/>
                      <a:pt x="27254" y="54587"/>
                    </a:cubicBezTo>
                    <a:cubicBezTo>
                      <a:pt x="12211" y="54587"/>
                      <a:pt x="16" y="42382"/>
                      <a:pt x="16" y="27326"/>
                    </a:cubicBezTo>
                    <a:cubicBezTo>
                      <a:pt x="16" y="12271"/>
                      <a:pt x="12211" y="66"/>
                      <a:pt x="27254" y="66"/>
                    </a:cubicBezTo>
                    <a:cubicBezTo>
                      <a:pt x="42298" y="66"/>
                      <a:pt x="54493" y="12271"/>
                      <a:pt x="54493" y="2732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6" name="任意形状 325"/>
              <p:cNvSpPr/>
              <p:nvPr/>
            </p:nvSpPr>
            <p:spPr>
              <a:xfrm>
                <a:off x="4521215" y="5231536"/>
                <a:ext cx="54476" cy="54520"/>
              </a:xfrm>
              <a:custGeom>
                <a:avLst/>
                <a:gdLst>
                  <a:gd name="connsiteX0" fmla="*/ 54493 w 54476"/>
                  <a:gd name="connsiteY0" fmla="*/ 27326 h 54520"/>
                  <a:gd name="connsiteX1" fmla="*/ 27254 w 54476"/>
                  <a:gd name="connsiteY1" fmla="*/ 54587 h 54520"/>
                  <a:gd name="connsiteX2" fmla="*/ 16 w 54476"/>
                  <a:gd name="connsiteY2" fmla="*/ 27326 h 54520"/>
                  <a:gd name="connsiteX3" fmla="*/ 27254 w 54476"/>
                  <a:gd name="connsiteY3" fmla="*/ 66 h 54520"/>
                  <a:gd name="connsiteX4" fmla="*/ 54493 w 54476"/>
                  <a:gd name="connsiteY4" fmla="*/ 27326 h 5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6" h="54520">
                    <a:moveTo>
                      <a:pt x="54493" y="27326"/>
                    </a:moveTo>
                    <a:cubicBezTo>
                      <a:pt x="54493" y="42382"/>
                      <a:pt x="42298" y="54587"/>
                      <a:pt x="27254" y="54587"/>
                    </a:cubicBezTo>
                    <a:cubicBezTo>
                      <a:pt x="12211" y="54587"/>
                      <a:pt x="16" y="42382"/>
                      <a:pt x="16" y="27326"/>
                    </a:cubicBezTo>
                    <a:cubicBezTo>
                      <a:pt x="16" y="12271"/>
                      <a:pt x="12211" y="66"/>
                      <a:pt x="27254" y="66"/>
                    </a:cubicBezTo>
                    <a:cubicBezTo>
                      <a:pt x="42298" y="66"/>
                      <a:pt x="54493" y="12271"/>
                      <a:pt x="54493" y="2732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7" name="任意形状 326"/>
              <p:cNvSpPr/>
              <p:nvPr/>
            </p:nvSpPr>
            <p:spPr>
              <a:xfrm>
                <a:off x="4643070" y="5075352"/>
                <a:ext cx="218802" cy="5286"/>
              </a:xfrm>
              <a:custGeom>
                <a:avLst/>
                <a:gdLst>
                  <a:gd name="connsiteX0" fmla="*/ 16 w 218802"/>
                  <a:gd name="connsiteY0" fmla="*/ 66 h 5286"/>
                  <a:gd name="connsiteX1" fmla="*/ 218818 w 218802"/>
                  <a:gd name="connsiteY1" fmla="*/ 66 h 5286"/>
                </a:gdLst>
                <a:ahLst/>
                <a:cxnLst>
                  <a:cxn ang="0">
                    <a:pos x="connsiteX0" y="connsiteY0"/>
                  </a:cxn>
                  <a:cxn ang="0">
                    <a:pos x="connsiteX1" y="connsiteY1"/>
                  </a:cxn>
                </a:cxnLst>
                <a:rect l="l" t="t" r="r" b="b"/>
                <a:pathLst>
                  <a:path w="218802" h="5286">
                    <a:moveTo>
                      <a:pt x="16" y="66"/>
                    </a:moveTo>
                    <a:lnTo>
                      <a:pt x="218818" y="66"/>
                    </a:lnTo>
                  </a:path>
                </a:pathLst>
              </a:custGeom>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8" name="任意形状 327"/>
              <p:cNvSpPr/>
              <p:nvPr/>
            </p:nvSpPr>
            <p:spPr>
              <a:xfrm>
                <a:off x="4643070" y="5122692"/>
                <a:ext cx="218802" cy="5286"/>
              </a:xfrm>
              <a:custGeom>
                <a:avLst/>
                <a:gdLst>
                  <a:gd name="connsiteX0" fmla="*/ 16 w 218802"/>
                  <a:gd name="connsiteY0" fmla="*/ 66 h 5286"/>
                  <a:gd name="connsiteX1" fmla="*/ 218818 w 218802"/>
                  <a:gd name="connsiteY1" fmla="*/ 66 h 5286"/>
                </a:gdLst>
                <a:ahLst/>
                <a:cxnLst>
                  <a:cxn ang="0">
                    <a:pos x="connsiteX0" y="connsiteY0"/>
                  </a:cxn>
                  <a:cxn ang="0">
                    <a:pos x="connsiteX1" y="connsiteY1"/>
                  </a:cxn>
                </a:cxnLst>
                <a:rect l="l" t="t" r="r" b="b"/>
                <a:pathLst>
                  <a:path w="218802" h="5286">
                    <a:moveTo>
                      <a:pt x="16" y="66"/>
                    </a:moveTo>
                    <a:lnTo>
                      <a:pt x="218818" y="66"/>
                    </a:lnTo>
                  </a:path>
                </a:pathLst>
              </a:custGeom>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29" name="图片 52" descr="icon-9"/>
            <p:cNvGrpSpPr/>
            <p:nvPr/>
          </p:nvGrpSpPr>
          <p:grpSpPr>
            <a:xfrm>
              <a:off x="5263107" y="4900152"/>
              <a:ext cx="341815" cy="385905"/>
              <a:chOff x="5263107" y="4900152"/>
              <a:chExt cx="341815" cy="385905"/>
            </a:xfrm>
          </p:grpSpPr>
          <p:sp>
            <p:nvSpPr>
              <p:cNvPr id="330" name="任意形状 329"/>
              <p:cNvSpPr/>
              <p:nvPr/>
            </p:nvSpPr>
            <p:spPr>
              <a:xfrm rot="10800000" flipV="1">
                <a:off x="5509677" y="5054640"/>
                <a:ext cx="29567" cy="29587"/>
              </a:xfrm>
              <a:custGeom>
                <a:avLst/>
                <a:gdLst>
                  <a:gd name="connsiteX0" fmla="*/ 29758 w 29567"/>
                  <a:gd name="connsiteY0" fmla="*/ 14860 h 29587"/>
                  <a:gd name="connsiteX1" fmla="*/ 14974 w 29567"/>
                  <a:gd name="connsiteY1" fmla="*/ 29654 h 29587"/>
                  <a:gd name="connsiteX2" fmla="*/ 191 w 29567"/>
                  <a:gd name="connsiteY2" fmla="*/ 14860 h 29587"/>
                  <a:gd name="connsiteX3" fmla="*/ 14974 w 29567"/>
                  <a:gd name="connsiteY3" fmla="*/ 66 h 29587"/>
                  <a:gd name="connsiteX4" fmla="*/ 29758 w 29567"/>
                  <a:gd name="connsiteY4" fmla="*/ 14860 h 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67" h="29587">
                    <a:moveTo>
                      <a:pt x="29758" y="14860"/>
                    </a:moveTo>
                    <a:cubicBezTo>
                      <a:pt x="29758" y="23030"/>
                      <a:pt x="23139" y="29654"/>
                      <a:pt x="14974" y="29654"/>
                    </a:cubicBezTo>
                    <a:cubicBezTo>
                      <a:pt x="6810" y="29654"/>
                      <a:pt x="191" y="23030"/>
                      <a:pt x="191" y="14860"/>
                    </a:cubicBezTo>
                    <a:cubicBezTo>
                      <a:pt x="191" y="6689"/>
                      <a:pt x="6810" y="66"/>
                      <a:pt x="14974" y="66"/>
                    </a:cubicBezTo>
                    <a:cubicBezTo>
                      <a:pt x="23139" y="66"/>
                      <a:pt x="29758" y="6689"/>
                      <a:pt x="29758" y="1486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1" name="任意形状 330"/>
              <p:cNvSpPr/>
              <p:nvPr/>
            </p:nvSpPr>
            <p:spPr>
              <a:xfrm rot="10800000" flipV="1">
                <a:off x="5509677" y="5107898"/>
                <a:ext cx="29567" cy="29587"/>
              </a:xfrm>
              <a:custGeom>
                <a:avLst/>
                <a:gdLst>
                  <a:gd name="connsiteX0" fmla="*/ 29758 w 29567"/>
                  <a:gd name="connsiteY0" fmla="*/ 14860 h 29587"/>
                  <a:gd name="connsiteX1" fmla="*/ 14974 w 29567"/>
                  <a:gd name="connsiteY1" fmla="*/ 29654 h 29587"/>
                  <a:gd name="connsiteX2" fmla="*/ 191 w 29567"/>
                  <a:gd name="connsiteY2" fmla="*/ 14860 h 29587"/>
                  <a:gd name="connsiteX3" fmla="*/ 14974 w 29567"/>
                  <a:gd name="connsiteY3" fmla="*/ 66 h 29587"/>
                  <a:gd name="connsiteX4" fmla="*/ 29758 w 29567"/>
                  <a:gd name="connsiteY4" fmla="*/ 14860 h 29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67" h="29587">
                    <a:moveTo>
                      <a:pt x="29758" y="14860"/>
                    </a:moveTo>
                    <a:cubicBezTo>
                      <a:pt x="29758" y="23030"/>
                      <a:pt x="23139" y="29654"/>
                      <a:pt x="14974" y="29654"/>
                    </a:cubicBezTo>
                    <a:cubicBezTo>
                      <a:pt x="6810" y="29654"/>
                      <a:pt x="191" y="23030"/>
                      <a:pt x="191" y="14860"/>
                    </a:cubicBezTo>
                    <a:cubicBezTo>
                      <a:pt x="191" y="6689"/>
                      <a:pt x="6810" y="66"/>
                      <a:pt x="14974" y="66"/>
                    </a:cubicBezTo>
                    <a:cubicBezTo>
                      <a:pt x="23139" y="66"/>
                      <a:pt x="29758" y="6689"/>
                      <a:pt x="29758" y="1486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2" name="任意形状 331"/>
              <p:cNvSpPr/>
              <p:nvPr/>
            </p:nvSpPr>
            <p:spPr>
              <a:xfrm rot="10800000" flipV="1">
                <a:off x="5263107" y="4949312"/>
                <a:ext cx="295626" cy="65093"/>
              </a:xfrm>
              <a:custGeom>
                <a:avLst/>
                <a:gdLst>
                  <a:gd name="connsiteX0" fmla="*/ 148 w 295626"/>
                  <a:gd name="connsiteY0" fmla="*/ 66 h 65093"/>
                  <a:gd name="connsiteX1" fmla="*/ 65197 w 295626"/>
                  <a:gd name="connsiteY1" fmla="*/ 65159 h 65093"/>
                  <a:gd name="connsiteX2" fmla="*/ 295774 w 295626"/>
                  <a:gd name="connsiteY2" fmla="*/ 65159 h 65093"/>
                </a:gdLst>
                <a:ahLst/>
                <a:cxnLst>
                  <a:cxn ang="0">
                    <a:pos x="connsiteX0" y="connsiteY0"/>
                  </a:cxn>
                  <a:cxn ang="0">
                    <a:pos x="connsiteX1" y="connsiteY1"/>
                  </a:cxn>
                  <a:cxn ang="0">
                    <a:pos x="connsiteX2" y="connsiteY2"/>
                  </a:cxn>
                </a:cxnLst>
                <a:rect l="l" t="t" r="r" b="b"/>
                <a:pathLst>
                  <a:path w="295626" h="65093">
                    <a:moveTo>
                      <a:pt x="148" y="66"/>
                    </a:moveTo>
                    <a:lnTo>
                      <a:pt x="65197" y="65159"/>
                    </a:lnTo>
                    <a:lnTo>
                      <a:pt x="295774" y="65159"/>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3" name="任意形状 332"/>
              <p:cNvSpPr/>
              <p:nvPr/>
            </p:nvSpPr>
            <p:spPr>
              <a:xfrm rot="10800000">
                <a:off x="5263107" y="5174180"/>
                <a:ext cx="295626" cy="65093"/>
              </a:xfrm>
              <a:custGeom>
                <a:avLst/>
                <a:gdLst>
                  <a:gd name="connsiteX0" fmla="*/ 148 w 295626"/>
                  <a:gd name="connsiteY0" fmla="*/ 66 h 65093"/>
                  <a:gd name="connsiteX1" fmla="*/ 65197 w 295626"/>
                  <a:gd name="connsiteY1" fmla="*/ 65159 h 65093"/>
                  <a:gd name="connsiteX2" fmla="*/ 295774 w 295626"/>
                  <a:gd name="connsiteY2" fmla="*/ 65159 h 65093"/>
                </a:gdLst>
                <a:ahLst/>
                <a:cxnLst>
                  <a:cxn ang="0">
                    <a:pos x="connsiteX0" y="connsiteY0"/>
                  </a:cxn>
                  <a:cxn ang="0">
                    <a:pos x="connsiteX1" y="connsiteY1"/>
                  </a:cxn>
                  <a:cxn ang="0">
                    <a:pos x="connsiteX2" y="connsiteY2"/>
                  </a:cxn>
                </a:cxnLst>
                <a:rect l="l" t="t" r="r" b="b"/>
                <a:pathLst>
                  <a:path w="295626" h="65093">
                    <a:moveTo>
                      <a:pt x="148" y="66"/>
                    </a:moveTo>
                    <a:lnTo>
                      <a:pt x="65197" y="65159"/>
                    </a:lnTo>
                    <a:lnTo>
                      <a:pt x="295774" y="65159"/>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4" name="任意形状 333"/>
              <p:cNvSpPr/>
              <p:nvPr/>
            </p:nvSpPr>
            <p:spPr>
              <a:xfrm rot="10800000" flipV="1">
                <a:off x="5550445" y="4900152"/>
                <a:ext cx="54476" cy="54520"/>
              </a:xfrm>
              <a:custGeom>
                <a:avLst/>
                <a:gdLst>
                  <a:gd name="connsiteX0" fmla="*/ 54687 w 54476"/>
                  <a:gd name="connsiteY0" fmla="*/ 27326 h 54520"/>
                  <a:gd name="connsiteX1" fmla="*/ 27449 w 54476"/>
                  <a:gd name="connsiteY1" fmla="*/ 54587 h 54520"/>
                  <a:gd name="connsiteX2" fmla="*/ 211 w 54476"/>
                  <a:gd name="connsiteY2" fmla="*/ 27326 h 54520"/>
                  <a:gd name="connsiteX3" fmla="*/ 27449 w 54476"/>
                  <a:gd name="connsiteY3" fmla="*/ 66 h 54520"/>
                  <a:gd name="connsiteX4" fmla="*/ 54687 w 54476"/>
                  <a:gd name="connsiteY4" fmla="*/ 27326 h 5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6" h="54520">
                    <a:moveTo>
                      <a:pt x="54687" y="27326"/>
                    </a:moveTo>
                    <a:cubicBezTo>
                      <a:pt x="54687" y="42382"/>
                      <a:pt x="42492" y="54587"/>
                      <a:pt x="27449" y="54587"/>
                    </a:cubicBezTo>
                    <a:cubicBezTo>
                      <a:pt x="12406" y="54587"/>
                      <a:pt x="211" y="42382"/>
                      <a:pt x="211" y="27326"/>
                    </a:cubicBezTo>
                    <a:cubicBezTo>
                      <a:pt x="211" y="12271"/>
                      <a:pt x="12406" y="66"/>
                      <a:pt x="27449" y="66"/>
                    </a:cubicBezTo>
                    <a:cubicBezTo>
                      <a:pt x="42492" y="66"/>
                      <a:pt x="54687" y="12271"/>
                      <a:pt x="54687" y="2732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5" name="任意形状 334"/>
              <p:cNvSpPr/>
              <p:nvPr/>
            </p:nvSpPr>
            <p:spPr>
              <a:xfrm rot="10800000" flipV="1">
                <a:off x="5550445" y="5231536"/>
                <a:ext cx="54476" cy="54520"/>
              </a:xfrm>
              <a:custGeom>
                <a:avLst/>
                <a:gdLst>
                  <a:gd name="connsiteX0" fmla="*/ 54687 w 54476"/>
                  <a:gd name="connsiteY0" fmla="*/ 27326 h 54520"/>
                  <a:gd name="connsiteX1" fmla="*/ 27449 w 54476"/>
                  <a:gd name="connsiteY1" fmla="*/ 54587 h 54520"/>
                  <a:gd name="connsiteX2" fmla="*/ 211 w 54476"/>
                  <a:gd name="connsiteY2" fmla="*/ 27326 h 54520"/>
                  <a:gd name="connsiteX3" fmla="*/ 27449 w 54476"/>
                  <a:gd name="connsiteY3" fmla="*/ 66 h 54520"/>
                  <a:gd name="connsiteX4" fmla="*/ 54687 w 54476"/>
                  <a:gd name="connsiteY4" fmla="*/ 27326 h 5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6" h="54520">
                    <a:moveTo>
                      <a:pt x="54687" y="27326"/>
                    </a:moveTo>
                    <a:cubicBezTo>
                      <a:pt x="54687" y="42382"/>
                      <a:pt x="42492" y="54587"/>
                      <a:pt x="27449" y="54587"/>
                    </a:cubicBezTo>
                    <a:cubicBezTo>
                      <a:pt x="12406" y="54587"/>
                      <a:pt x="211" y="42382"/>
                      <a:pt x="211" y="27326"/>
                    </a:cubicBezTo>
                    <a:cubicBezTo>
                      <a:pt x="211" y="12271"/>
                      <a:pt x="12406" y="66"/>
                      <a:pt x="27449" y="66"/>
                    </a:cubicBezTo>
                    <a:cubicBezTo>
                      <a:pt x="42492" y="66"/>
                      <a:pt x="54687" y="12271"/>
                      <a:pt x="54687" y="2732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6" name="任意形状 335"/>
              <p:cNvSpPr/>
              <p:nvPr/>
            </p:nvSpPr>
            <p:spPr>
              <a:xfrm rot="10800000" flipV="1">
                <a:off x="5264264" y="5075352"/>
                <a:ext cx="218802" cy="5286"/>
              </a:xfrm>
              <a:custGeom>
                <a:avLst/>
                <a:gdLst>
                  <a:gd name="connsiteX0" fmla="*/ 134 w 218802"/>
                  <a:gd name="connsiteY0" fmla="*/ 66 h 5286"/>
                  <a:gd name="connsiteX1" fmla="*/ 218936 w 218802"/>
                  <a:gd name="connsiteY1" fmla="*/ 66 h 5286"/>
                </a:gdLst>
                <a:ahLst/>
                <a:cxnLst>
                  <a:cxn ang="0">
                    <a:pos x="connsiteX0" y="connsiteY0"/>
                  </a:cxn>
                  <a:cxn ang="0">
                    <a:pos x="connsiteX1" y="connsiteY1"/>
                  </a:cxn>
                </a:cxnLst>
                <a:rect l="l" t="t" r="r" b="b"/>
                <a:pathLst>
                  <a:path w="218802" h="5286">
                    <a:moveTo>
                      <a:pt x="134" y="66"/>
                    </a:moveTo>
                    <a:lnTo>
                      <a:pt x="218936" y="66"/>
                    </a:lnTo>
                  </a:path>
                </a:pathLst>
              </a:custGeom>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7" name="任意形状 336"/>
              <p:cNvSpPr/>
              <p:nvPr/>
            </p:nvSpPr>
            <p:spPr>
              <a:xfrm rot="10800000" flipV="1">
                <a:off x="5264264" y="5122692"/>
                <a:ext cx="218802" cy="5286"/>
              </a:xfrm>
              <a:custGeom>
                <a:avLst/>
                <a:gdLst>
                  <a:gd name="connsiteX0" fmla="*/ 134 w 218802"/>
                  <a:gd name="connsiteY0" fmla="*/ 66 h 5286"/>
                  <a:gd name="connsiteX1" fmla="*/ 218936 w 218802"/>
                  <a:gd name="connsiteY1" fmla="*/ 66 h 5286"/>
                </a:gdLst>
                <a:ahLst/>
                <a:cxnLst>
                  <a:cxn ang="0">
                    <a:pos x="connsiteX0" y="connsiteY0"/>
                  </a:cxn>
                  <a:cxn ang="0">
                    <a:pos x="connsiteX1" y="connsiteY1"/>
                  </a:cxn>
                </a:cxnLst>
                <a:rect l="l" t="t" r="r" b="b"/>
                <a:pathLst>
                  <a:path w="218802" h="5286">
                    <a:moveTo>
                      <a:pt x="134" y="66"/>
                    </a:moveTo>
                    <a:lnTo>
                      <a:pt x="218936" y="66"/>
                    </a:lnTo>
                  </a:path>
                </a:pathLst>
              </a:custGeom>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38" name="任意形状 337"/>
            <p:cNvSpPr/>
            <p:nvPr/>
          </p:nvSpPr>
          <p:spPr>
            <a:xfrm>
              <a:off x="4948999" y="5086975"/>
              <a:ext cx="248203" cy="117775"/>
            </a:xfrm>
            <a:custGeom>
              <a:avLst/>
              <a:gdLst>
                <a:gd name="connsiteX0" fmla="*/ 113033 w 248203"/>
                <a:gd name="connsiteY0" fmla="*/ 1693 h 117775"/>
                <a:gd name="connsiteX1" fmla="*/ 6505 w 248203"/>
                <a:gd name="connsiteY1" fmla="*/ 46340 h 117775"/>
                <a:gd name="connsiteX2" fmla="*/ 840 w 248203"/>
                <a:gd name="connsiteY2" fmla="*/ 60177 h 117775"/>
                <a:gd name="connsiteX3" fmla="*/ 6091 w 248203"/>
                <a:gd name="connsiteY3" fmla="*/ 65658 h 117775"/>
                <a:gd name="connsiteX4" fmla="*/ 112701 w 248203"/>
                <a:gd name="connsiteY4" fmla="*/ 115814 h 117775"/>
                <a:gd name="connsiteX5" fmla="*/ 129952 w 248203"/>
                <a:gd name="connsiteY5" fmla="*/ 116150 h 117775"/>
                <a:gd name="connsiteX6" fmla="*/ 241769 w 248203"/>
                <a:gd name="connsiteY6" fmla="*/ 68778 h 117775"/>
                <a:gd name="connsiteX7" fmla="*/ 247379 w 248203"/>
                <a:gd name="connsiteY7" fmla="*/ 54918 h 117775"/>
                <a:gd name="connsiteX8" fmla="*/ 241769 w 248203"/>
                <a:gd name="connsiteY8" fmla="*/ 49308 h 117775"/>
                <a:gd name="connsiteX9" fmla="*/ 129455 w 248203"/>
                <a:gd name="connsiteY9" fmla="*/ 1725 h 117775"/>
                <a:gd name="connsiteX10" fmla="*/ 113033 w 248203"/>
                <a:gd name="connsiteY10" fmla="*/ 1693 h 11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203" h="117775">
                  <a:moveTo>
                    <a:pt x="113033" y="1693"/>
                  </a:moveTo>
                  <a:lnTo>
                    <a:pt x="6505" y="46340"/>
                  </a:lnTo>
                  <a:cubicBezTo>
                    <a:pt x="1120" y="48597"/>
                    <a:pt x="-1417" y="54792"/>
                    <a:pt x="840" y="60177"/>
                  </a:cubicBezTo>
                  <a:cubicBezTo>
                    <a:pt x="1852" y="62591"/>
                    <a:pt x="3723" y="64544"/>
                    <a:pt x="6091" y="65658"/>
                  </a:cubicBezTo>
                  <a:lnTo>
                    <a:pt x="112701" y="115814"/>
                  </a:lnTo>
                  <a:cubicBezTo>
                    <a:pt x="118142" y="118373"/>
                    <a:pt x="124415" y="118496"/>
                    <a:pt x="129952" y="116150"/>
                  </a:cubicBezTo>
                  <a:lnTo>
                    <a:pt x="241769" y="68778"/>
                  </a:lnTo>
                  <a:cubicBezTo>
                    <a:pt x="247145" y="66500"/>
                    <a:pt x="249657" y="60295"/>
                    <a:pt x="247379" y="54918"/>
                  </a:cubicBezTo>
                  <a:cubicBezTo>
                    <a:pt x="246309" y="52391"/>
                    <a:pt x="244296" y="50379"/>
                    <a:pt x="241769" y="49308"/>
                  </a:cubicBezTo>
                  <a:lnTo>
                    <a:pt x="129455" y="1725"/>
                  </a:lnTo>
                  <a:cubicBezTo>
                    <a:pt x="124209" y="-497"/>
                    <a:pt x="118288" y="-509"/>
                    <a:pt x="113033" y="1693"/>
                  </a:cubicBezTo>
                  <a:close/>
                </a:path>
              </a:pathLst>
            </a:custGeom>
            <a:solidFill>
              <a:schemeClr val="accent1">
                <a:lumMod val="40000"/>
                <a:lumOff val="60000"/>
              </a:schemeClr>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9" name="任意形状 338"/>
            <p:cNvSpPr/>
            <p:nvPr/>
          </p:nvSpPr>
          <p:spPr>
            <a:xfrm>
              <a:off x="4944125" y="5021738"/>
              <a:ext cx="243173" cy="116300"/>
            </a:xfrm>
            <a:custGeom>
              <a:avLst/>
              <a:gdLst>
                <a:gd name="connsiteX0" fmla="*/ 179832 w 243173"/>
                <a:gd name="connsiteY0" fmla="*/ 92788 h 116300"/>
                <a:gd name="connsiteX1" fmla="*/ 236048 w 243173"/>
                <a:gd name="connsiteY1" fmla="*/ 68969 h 116300"/>
                <a:gd name="connsiteX2" fmla="*/ 242216 w 243173"/>
                <a:gd name="connsiteY2" fmla="*/ 53718 h 116300"/>
                <a:gd name="connsiteX3" fmla="*/ 236048 w 243173"/>
                <a:gd name="connsiteY3" fmla="*/ 47671 h 116300"/>
                <a:gd name="connsiteX4" fmla="*/ 128149 w 243173"/>
                <a:gd name="connsiteY4" fmla="*/ 1953 h 116300"/>
                <a:gd name="connsiteX5" fmla="*/ 109462 w 243173"/>
                <a:gd name="connsiteY5" fmla="*/ 1917 h 116300"/>
                <a:gd name="connsiteX6" fmla="*/ 7200 w 243173"/>
                <a:gd name="connsiteY6" fmla="*/ 44780 h 116300"/>
                <a:gd name="connsiteX7" fmla="*/ 971 w 243173"/>
                <a:gd name="connsiteY7" fmla="*/ 60007 h 116300"/>
                <a:gd name="connsiteX8" fmla="*/ 6732 w 243173"/>
                <a:gd name="connsiteY8" fmla="*/ 65906 h 116300"/>
                <a:gd name="connsiteX9" fmla="*/ 109090 w 243173"/>
                <a:gd name="connsiteY9" fmla="*/ 114067 h 116300"/>
                <a:gd name="connsiteX10" fmla="*/ 128713 w 243173"/>
                <a:gd name="connsiteY10" fmla="*/ 114447 h 116300"/>
                <a:gd name="connsiteX11" fmla="*/ 147749 w 243173"/>
                <a:gd name="connsiteY11" fmla="*/ 106381 h 116300"/>
                <a:gd name="connsiteX12" fmla="*/ 147749 w 243173"/>
                <a:gd name="connsiteY12" fmla="*/ 106381 h 1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173" h="116300">
                  <a:moveTo>
                    <a:pt x="179832" y="92788"/>
                  </a:moveTo>
                  <a:lnTo>
                    <a:pt x="236048" y="68969"/>
                  </a:lnTo>
                  <a:cubicBezTo>
                    <a:pt x="242046" y="66427"/>
                    <a:pt x="244808" y="59599"/>
                    <a:pt x="242216" y="53718"/>
                  </a:cubicBezTo>
                  <a:cubicBezTo>
                    <a:pt x="241020" y="51006"/>
                    <a:pt x="238814" y="48843"/>
                    <a:pt x="236048" y="47671"/>
                  </a:cubicBezTo>
                  <a:lnTo>
                    <a:pt x="128149" y="1953"/>
                  </a:lnTo>
                  <a:cubicBezTo>
                    <a:pt x="122189" y="-572"/>
                    <a:pt x="115432" y="-585"/>
                    <a:pt x="109462" y="1917"/>
                  </a:cubicBezTo>
                  <a:lnTo>
                    <a:pt x="7200" y="44780"/>
                  </a:lnTo>
                  <a:cubicBezTo>
                    <a:pt x="1192" y="47298"/>
                    <a:pt x="-1597" y="54116"/>
                    <a:pt x="971" y="60007"/>
                  </a:cubicBezTo>
                  <a:cubicBezTo>
                    <a:pt x="2099" y="62593"/>
                    <a:pt x="4146" y="64689"/>
                    <a:pt x="6732" y="65906"/>
                  </a:cubicBezTo>
                  <a:lnTo>
                    <a:pt x="109090" y="114067"/>
                  </a:lnTo>
                  <a:cubicBezTo>
                    <a:pt x="115266" y="116973"/>
                    <a:pt x="122424" y="117111"/>
                    <a:pt x="128713" y="114447"/>
                  </a:cubicBezTo>
                  <a:lnTo>
                    <a:pt x="147749" y="106381"/>
                  </a:lnTo>
                  <a:lnTo>
                    <a:pt x="147749" y="106381"/>
                  </a:lnTo>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0" name="任意形状 339"/>
            <p:cNvSpPr/>
            <p:nvPr/>
          </p:nvSpPr>
          <p:spPr>
            <a:xfrm>
              <a:off x="4944125" y="4953015"/>
              <a:ext cx="243173" cy="116300"/>
            </a:xfrm>
            <a:custGeom>
              <a:avLst/>
              <a:gdLst>
                <a:gd name="connsiteX0" fmla="*/ 180842 w 243173"/>
                <a:gd name="connsiteY0" fmla="*/ 92360 h 116300"/>
                <a:gd name="connsiteX1" fmla="*/ 186075 w 243173"/>
                <a:gd name="connsiteY1" fmla="*/ 90143 h 116300"/>
                <a:gd name="connsiteX2" fmla="*/ 198361 w 243173"/>
                <a:gd name="connsiteY2" fmla="*/ 84937 h 116300"/>
                <a:gd name="connsiteX3" fmla="*/ 236048 w 243173"/>
                <a:gd name="connsiteY3" fmla="*/ 68969 h 116300"/>
                <a:gd name="connsiteX4" fmla="*/ 242216 w 243173"/>
                <a:gd name="connsiteY4" fmla="*/ 53718 h 116300"/>
                <a:gd name="connsiteX5" fmla="*/ 236048 w 243173"/>
                <a:gd name="connsiteY5" fmla="*/ 47671 h 116300"/>
                <a:gd name="connsiteX6" fmla="*/ 128149 w 243173"/>
                <a:gd name="connsiteY6" fmla="*/ 1953 h 116300"/>
                <a:gd name="connsiteX7" fmla="*/ 109462 w 243173"/>
                <a:gd name="connsiteY7" fmla="*/ 1917 h 116300"/>
                <a:gd name="connsiteX8" fmla="*/ 7200 w 243173"/>
                <a:gd name="connsiteY8" fmla="*/ 44780 h 116300"/>
                <a:gd name="connsiteX9" fmla="*/ 971 w 243173"/>
                <a:gd name="connsiteY9" fmla="*/ 60007 h 116300"/>
                <a:gd name="connsiteX10" fmla="*/ 6732 w 243173"/>
                <a:gd name="connsiteY10" fmla="*/ 65906 h 116300"/>
                <a:gd name="connsiteX11" fmla="*/ 109090 w 243173"/>
                <a:gd name="connsiteY11" fmla="*/ 114067 h 116300"/>
                <a:gd name="connsiteX12" fmla="*/ 128713 w 243173"/>
                <a:gd name="connsiteY12" fmla="*/ 114447 h 116300"/>
                <a:gd name="connsiteX13" fmla="*/ 158527 w 243173"/>
                <a:gd name="connsiteY13" fmla="*/ 101815 h 116300"/>
                <a:gd name="connsiteX14" fmla="*/ 158527 w 243173"/>
                <a:gd name="connsiteY14" fmla="*/ 101815 h 1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73" h="116300">
                  <a:moveTo>
                    <a:pt x="180842" y="92360"/>
                  </a:moveTo>
                  <a:lnTo>
                    <a:pt x="186075" y="90143"/>
                  </a:lnTo>
                  <a:lnTo>
                    <a:pt x="198361" y="84937"/>
                  </a:lnTo>
                  <a:lnTo>
                    <a:pt x="236048" y="68969"/>
                  </a:lnTo>
                  <a:cubicBezTo>
                    <a:pt x="242046" y="66427"/>
                    <a:pt x="244808" y="59599"/>
                    <a:pt x="242216" y="53718"/>
                  </a:cubicBezTo>
                  <a:cubicBezTo>
                    <a:pt x="241020" y="51006"/>
                    <a:pt x="238814" y="48843"/>
                    <a:pt x="236048" y="47671"/>
                  </a:cubicBezTo>
                  <a:lnTo>
                    <a:pt x="128149" y="1953"/>
                  </a:lnTo>
                  <a:cubicBezTo>
                    <a:pt x="122189" y="-572"/>
                    <a:pt x="115432" y="-585"/>
                    <a:pt x="109462" y="1917"/>
                  </a:cubicBezTo>
                  <a:lnTo>
                    <a:pt x="7200" y="44780"/>
                  </a:lnTo>
                  <a:cubicBezTo>
                    <a:pt x="1192" y="47298"/>
                    <a:pt x="-1597" y="54116"/>
                    <a:pt x="971" y="60007"/>
                  </a:cubicBezTo>
                  <a:cubicBezTo>
                    <a:pt x="2099" y="62593"/>
                    <a:pt x="4146" y="64689"/>
                    <a:pt x="6732" y="65906"/>
                  </a:cubicBezTo>
                  <a:lnTo>
                    <a:pt x="109090" y="114067"/>
                  </a:lnTo>
                  <a:cubicBezTo>
                    <a:pt x="115266" y="116973"/>
                    <a:pt x="122424" y="117111"/>
                    <a:pt x="128713" y="114447"/>
                  </a:cubicBezTo>
                  <a:lnTo>
                    <a:pt x="158527" y="101815"/>
                  </a:lnTo>
                  <a:lnTo>
                    <a:pt x="158527" y="101815"/>
                  </a:lnTo>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41" name="图片 70" descr="icon-16"/>
          <p:cNvGrpSpPr/>
          <p:nvPr/>
        </p:nvGrpSpPr>
        <p:grpSpPr>
          <a:xfrm>
            <a:off x="6243017" y="4820856"/>
            <a:ext cx="875248" cy="718947"/>
            <a:chOff x="6243017" y="4820856"/>
            <a:chExt cx="875248" cy="718947"/>
          </a:xfrm>
        </p:grpSpPr>
        <p:sp>
          <p:nvSpPr>
            <p:cNvPr id="342" name="任意形状 341"/>
            <p:cNvSpPr/>
            <p:nvPr/>
          </p:nvSpPr>
          <p:spPr>
            <a:xfrm>
              <a:off x="6364160" y="4888620"/>
              <a:ext cx="543770" cy="626417"/>
            </a:xfrm>
            <a:custGeom>
              <a:avLst/>
              <a:gdLst>
                <a:gd name="connsiteX0" fmla="*/ 362602 w 543770"/>
                <a:gd name="connsiteY0" fmla="*/ 626469 h 626417"/>
                <a:gd name="connsiteX1" fmla="*/ 362602 w 543770"/>
                <a:gd name="connsiteY1" fmla="*/ 626469 h 626417"/>
                <a:gd name="connsiteX2" fmla="*/ 41076 w 543770"/>
                <a:gd name="connsiteY2" fmla="*/ 626469 h 626417"/>
                <a:gd name="connsiteX3" fmla="*/ 37 w 543770"/>
                <a:gd name="connsiteY3" fmla="*/ 585393 h 626417"/>
                <a:gd name="connsiteX4" fmla="*/ 37 w 543770"/>
                <a:gd name="connsiteY4" fmla="*/ 41129 h 626417"/>
                <a:gd name="connsiteX5" fmla="*/ 41076 w 543770"/>
                <a:gd name="connsiteY5" fmla="*/ 52 h 626417"/>
                <a:gd name="connsiteX6" fmla="*/ 502769 w 543770"/>
                <a:gd name="connsiteY6" fmla="*/ 52 h 626417"/>
                <a:gd name="connsiteX7" fmla="*/ 543808 w 543770"/>
                <a:gd name="connsiteY7" fmla="*/ 41129 h 626417"/>
                <a:gd name="connsiteX8" fmla="*/ 543808 w 543770"/>
                <a:gd name="connsiteY8" fmla="*/ 327048 h 626417"/>
                <a:gd name="connsiteX9" fmla="*/ 543808 w 543770"/>
                <a:gd name="connsiteY9" fmla="*/ 327048 h 62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3770" h="626417">
                  <a:moveTo>
                    <a:pt x="362602" y="626469"/>
                  </a:moveTo>
                  <a:lnTo>
                    <a:pt x="362602" y="626469"/>
                  </a:lnTo>
                  <a:lnTo>
                    <a:pt x="41076" y="626469"/>
                  </a:lnTo>
                  <a:cubicBezTo>
                    <a:pt x="18411" y="626469"/>
                    <a:pt x="37" y="608079"/>
                    <a:pt x="37" y="585393"/>
                  </a:cubicBezTo>
                  <a:lnTo>
                    <a:pt x="37" y="41129"/>
                  </a:lnTo>
                  <a:cubicBezTo>
                    <a:pt x="37" y="18443"/>
                    <a:pt x="18411" y="52"/>
                    <a:pt x="41076" y="52"/>
                  </a:cubicBezTo>
                  <a:lnTo>
                    <a:pt x="502769" y="52"/>
                  </a:lnTo>
                  <a:cubicBezTo>
                    <a:pt x="525434" y="52"/>
                    <a:pt x="543808" y="18443"/>
                    <a:pt x="543808" y="41129"/>
                  </a:cubicBezTo>
                  <a:lnTo>
                    <a:pt x="543808" y="327048"/>
                  </a:lnTo>
                  <a:lnTo>
                    <a:pt x="543808" y="327048"/>
                  </a:lnTo>
                </a:path>
              </a:pathLst>
            </a:custGeom>
            <a:solidFill>
              <a:schemeClr val="bg1"/>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3" name="任意形状 342"/>
            <p:cNvSpPr/>
            <p:nvPr/>
          </p:nvSpPr>
          <p:spPr>
            <a:xfrm>
              <a:off x="6406551" y="4951395"/>
              <a:ext cx="450401" cy="492792"/>
            </a:xfrm>
            <a:custGeom>
              <a:avLst/>
              <a:gdLst>
                <a:gd name="connsiteX0" fmla="*/ 37 w 450401"/>
                <a:gd name="connsiteY0" fmla="*/ 52 h 492792"/>
                <a:gd name="connsiteX1" fmla="*/ 450439 w 450401"/>
                <a:gd name="connsiteY1" fmla="*/ 52 h 492792"/>
                <a:gd name="connsiteX2" fmla="*/ 450439 w 450401"/>
                <a:gd name="connsiteY2" fmla="*/ 492844 h 492792"/>
                <a:gd name="connsiteX3" fmla="*/ 37 w 450401"/>
                <a:gd name="connsiteY3" fmla="*/ 492844 h 492792"/>
              </a:gdLst>
              <a:ahLst/>
              <a:cxnLst>
                <a:cxn ang="0">
                  <a:pos x="connsiteX0" y="connsiteY0"/>
                </a:cxn>
                <a:cxn ang="0">
                  <a:pos x="connsiteX1" y="connsiteY1"/>
                </a:cxn>
                <a:cxn ang="0">
                  <a:pos x="connsiteX2" y="connsiteY2"/>
                </a:cxn>
                <a:cxn ang="0">
                  <a:pos x="connsiteX3" y="connsiteY3"/>
                </a:cxn>
              </a:cxnLst>
              <a:rect l="l" t="t" r="r" b="b"/>
              <a:pathLst>
                <a:path w="450401" h="492792">
                  <a:moveTo>
                    <a:pt x="37" y="52"/>
                  </a:moveTo>
                  <a:lnTo>
                    <a:pt x="450439" y="52"/>
                  </a:lnTo>
                  <a:lnTo>
                    <a:pt x="450439" y="492844"/>
                  </a:lnTo>
                  <a:lnTo>
                    <a:pt x="37" y="492844"/>
                  </a:lnTo>
                  <a:close/>
                </a:path>
              </a:pathLst>
            </a:custGeom>
            <a:solidFill>
              <a:schemeClr val="bg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4" name="任意形状 343"/>
            <p:cNvSpPr/>
            <p:nvPr/>
          </p:nvSpPr>
          <p:spPr>
            <a:xfrm>
              <a:off x="6422630" y="4824222"/>
              <a:ext cx="543770" cy="409805"/>
            </a:xfrm>
            <a:custGeom>
              <a:avLst/>
              <a:gdLst>
                <a:gd name="connsiteX0" fmla="*/ 37 w 543770"/>
                <a:gd name="connsiteY0" fmla="*/ 41239 h 409805"/>
                <a:gd name="connsiteX1" fmla="*/ 41076 w 543770"/>
                <a:gd name="connsiteY1" fmla="*/ 52 h 409805"/>
                <a:gd name="connsiteX2" fmla="*/ 502769 w 543770"/>
                <a:gd name="connsiteY2" fmla="*/ 52 h 409805"/>
                <a:gd name="connsiteX3" fmla="*/ 543808 w 543770"/>
                <a:gd name="connsiteY3" fmla="*/ 41239 h 409805"/>
                <a:gd name="connsiteX4" fmla="*/ 543808 w 543770"/>
                <a:gd name="connsiteY4" fmla="*/ 409858 h 409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770" h="409805">
                  <a:moveTo>
                    <a:pt x="37" y="41239"/>
                  </a:moveTo>
                  <a:cubicBezTo>
                    <a:pt x="37" y="18492"/>
                    <a:pt x="18411" y="52"/>
                    <a:pt x="41076" y="52"/>
                  </a:cubicBezTo>
                  <a:lnTo>
                    <a:pt x="502769" y="52"/>
                  </a:lnTo>
                  <a:cubicBezTo>
                    <a:pt x="525434" y="52"/>
                    <a:pt x="543808" y="18492"/>
                    <a:pt x="543808" y="41239"/>
                  </a:cubicBezTo>
                  <a:lnTo>
                    <a:pt x="543808" y="409858"/>
                  </a:ln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5" name="任意形状 344"/>
            <p:cNvSpPr/>
            <p:nvPr/>
          </p:nvSpPr>
          <p:spPr>
            <a:xfrm>
              <a:off x="6785225" y="5233193"/>
              <a:ext cx="301323" cy="306609"/>
            </a:xfrm>
            <a:custGeom>
              <a:avLst/>
              <a:gdLst>
                <a:gd name="connsiteX0" fmla="*/ 37 w 301323"/>
                <a:gd name="connsiteY0" fmla="*/ 52 h 306609"/>
                <a:gd name="connsiteX1" fmla="*/ 301360 w 301323"/>
                <a:gd name="connsiteY1" fmla="*/ 52 h 306609"/>
                <a:gd name="connsiteX2" fmla="*/ 301360 w 301323"/>
                <a:gd name="connsiteY2" fmla="*/ 306662 h 306609"/>
                <a:gd name="connsiteX3" fmla="*/ 37 w 301323"/>
                <a:gd name="connsiteY3" fmla="*/ 306662 h 306609"/>
              </a:gdLst>
              <a:ahLst/>
              <a:cxnLst>
                <a:cxn ang="0">
                  <a:pos x="connsiteX0" y="connsiteY0"/>
                </a:cxn>
                <a:cxn ang="0">
                  <a:pos x="connsiteX1" y="connsiteY1"/>
                </a:cxn>
                <a:cxn ang="0">
                  <a:pos x="connsiteX2" y="connsiteY2"/>
                </a:cxn>
                <a:cxn ang="0">
                  <a:pos x="connsiteX3" y="connsiteY3"/>
                </a:cxn>
              </a:cxnLst>
              <a:rect l="l" t="t" r="r" b="b"/>
              <a:pathLst>
                <a:path w="301323" h="306609">
                  <a:moveTo>
                    <a:pt x="37" y="52"/>
                  </a:moveTo>
                  <a:lnTo>
                    <a:pt x="301360" y="52"/>
                  </a:lnTo>
                  <a:lnTo>
                    <a:pt x="301360" y="306662"/>
                  </a:lnTo>
                  <a:lnTo>
                    <a:pt x="37" y="306662"/>
                  </a:lnTo>
                  <a:close/>
                </a:path>
              </a:pathLst>
            </a:custGeom>
            <a:solidFill>
              <a:srgbClr val="FFFFFF">
                <a:alpha val="1000"/>
              </a:srgbClr>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6" name="任意形状 345"/>
            <p:cNvSpPr/>
            <p:nvPr/>
          </p:nvSpPr>
          <p:spPr>
            <a:xfrm>
              <a:off x="6816943" y="5455221"/>
              <a:ext cx="237886" cy="63436"/>
            </a:xfrm>
            <a:custGeom>
              <a:avLst/>
              <a:gdLst>
                <a:gd name="connsiteX0" fmla="*/ 37 w 237886"/>
                <a:gd name="connsiteY0" fmla="*/ 14149 h 63436"/>
                <a:gd name="connsiteX1" fmla="*/ 12557 w 237886"/>
                <a:gd name="connsiteY1" fmla="*/ 52 h 63436"/>
                <a:gd name="connsiteX2" fmla="*/ 225404 w 237886"/>
                <a:gd name="connsiteY2" fmla="*/ 52 h 63436"/>
                <a:gd name="connsiteX3" fmla="*/ 237924 w 237886"/>
                <a:gd name="connsiteY3" fmla="*/ 14149 h 63436"/>
                <a:gd name="connsiteX4" fmla="*/ 237924 w 237886"/>
                <a:gd name="connsiteY4" fmla="*/ 49391 h 63436"/>
                <a:gd name="connsiteX5" fmla="*/ 225404 w 237886"/>
                <a:gd name="connsiteY5" fmla="*/ 63489 h 63436"/>
                <a:gd name="connsiteX6" fmla="*/ 12557 w 237886"/>
                <a:gd name="connsiteY6" fmla="*/ 63489 h 63436"/>
                <a:gd name="connsiteX7" fmla="*/ 37 w 237886"/>
                <a:gd name="connsiteY7" fmla="*/ 49391 h 63436"/>
                <a:gd name="connsiteX8" fmla="*/ 37 w 237886"/>
                <a:gd name="connsiteY8" fmla="*/ 14149 h 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86" h="63436">
                  <a:moveTo>
                    <a:pt x="37" y="14149"/>
                  </a:moveTo>
                  <a:cubicBezTo>
                    <a:pt x="37" y="6363"/>
                    <a:pt x="5643" y="52"/>
                    <a:pt x="12557" y="52"/>
                  </a:cubicBezTo>
                  <a:lnTo>
                    <a:pt x="225404" y="52"/>
                  </a:lnTo>
                  <a:cubicBezTo>
                    <a:pt x="232319" y="52"/>
                    <a:pt x="237924" y="6363"/>
                    <a:pt x="237924" y="14149"/>
                  </a:cubicBezTo>
                  <a:lnTo>
                    <a:pt x="237924" y="49391"/>
                  </a:lnTo>
                  <a:cubicBezTo>
                    <a:pt x="237924" y="57177"/>
                    <a:pt x="232319" y="63489"/>
                    <a:pt x="225404" y="63489"/>
                  </a:cubicBezTo>
                  <a:lnTo>
                    <a:pt x="12557" y="63489"/>
                  </a:lnTo>
                  <a:cubicBezTo>
                    <a:pt x="5643" y="63489"/>
                    <a:pt x="37" y="57177"/>
                    <a:pt x="37" y="49391"/>
                  </a:cubicBezTo>
                  <a:lnTo>
                    <a:pt x="37" y="14149"/>
                  </a:ln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7" name="任意形状 346"/>
            <p:cNvSpPr/>
            <p:nvPr/>
          </p:nvSpPr>
          <p:spPr>
            <a:xfrm>
              <a:off x="6816943" y="5418216"/>
              <a:ext cx="237886" cy="63436"/>
            </a:xfrm>
            <a:custGeom>
              <a:avLst/>
              <a:gdLst>
                <a:gd name="connsiteX0" fmla="*/ 37 w 237886"/>
                <a:gd name="connsiteY0" fmla="*/ 8510 h 63436"/>
                <a:gd name="connsiteX1" fmla="*/ 12557 w 237886"/>
                <a:gd name="connsiteY1" fmla="*/ 52 h 63436"/>
                <a:gd name="connsiteX2" fmla="*/ 225404 w 237886"/>
                <a:gd name="connsiteY2" fmla="*/ 52 h 63436"/>
                <a:gd name="connsiteX3" fmla="*/ 237924 w 237886"/>
                <a:gd name="connsiteY3" fmla="*/ 8510 h 63436"/>
                <a:gd name="connsiteX4" fmla="*/ 237924 w 237886"/>
                <a:gd name="connsiteY4" fmla="*/ 55030 h 63436"/>
                <a:gd name="connsiteX5" fmla="*/ 225404 w 237886"/>
                <a:gd name="connsiteY5" fmla="*/ 63489 h 63436"/>
                <a:gd name="connsiteX6" fmla="*/ 12557 w 237886"/>
                <a:gd name="connsiteY6" fmla="*/ 63489 h 63436"/>
                <a:gd name="connsiteX7" fmla="*/ 37 w 237886"/>
                <a:gd name="connsiteY7" fmla="*/ 55030 h 63436"/>
                <a:gd name="connsiteX8" fmla="*/ 37 w 237886"/>
                <a:gd name="connsiteY8" fmla="*/ 8510 h 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86" h="63436">
                  <a:moveTo>
                    <a:pt x="37" y="8510"/>
                  </a:moveTo>
                  <a:cubicBezTo>
                    <a:pt x="37" y="3839"/>
                    <a:pt x="5643" y="52"/>
                    <a:pt x="12557" y="52"/>
                  </a:cubicBezTo>
                  <a:lnTo>
                    <a:pt x="225404" y="52"/>
                  </a:lnTo>
                  <a:cubicBezTo>
                    <a:pt x="232319" y="52"/>
                    <a:pt x="237924" y="3839"/>
                    <a:pt x="237924" y="8510"/>
                  </a:cubicBezTo>
                  <a:lnTo>
                    <a:pt x="237924" y="55030"/>
                  </a:lnTo>
                  <a:cubicBezTo>
                    <a:pt x="237924" y="59702"/>
                    <a:pt x="232319" y="63489"/>
                    <a:pt x="225404" y="63489"/>
                  </a:cubicBezTo>
                  <a:lnTo>
                    <a:pt x="12557" y="63489"/>
                  </a:lnTo>
                  <a:cubicBezTo>
                    <a:pt x="5643" y="63489"/>
                    <a:pt x="37" y="59702"/>
                    <a:pt x="37" y="55030"/>
                  </a:cubicBezTo>
                  <a:lnTo>
                    <a:pt x="37" y="8510"/>
                  </a:ln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8" name="任意形状 347"/>
            <p:cNvSpPr/>
            <p:nvPr/>
          </p:nvSpPr>
          <p:spPr>
            <a:xfrm>
              <a:off x="6875093" y="5328348"/>
              <a:ext cx="126872" cy="89868"/>
            </a:xfrm>
            <a:custGeom>
              <a:avLst/>
              <a:gdLst>
                <a:gd name="connsiteX0" fmla="*/ 30252 w 126872"/>
                <a:gd name="connsiteY0" fmla="*/ 4312 h 89868"/>
                <a:gd name="connsiteX1" fmla="*/ 36226 w 126872"/>
                <a:gd name="connsiteY1" fmla="*/ 52 h 89868"/>
                <a:gd name="connsiteX2" fmla="*/ 90721 w 126872"/>
                <a:gd name="connsiteY2" fmla="*/ 52 h 89868"/>
                <a:gd name="connsiteX3" fmla="*/ 96695 w 126872"/>
                <a:gd name="connsiteY3" fmla="*/ 4312 h 89868"/>
                <a:gd name="connsiteX4" fmla="*/ 126910 w 126872"/>
                <a:gd name="connsiteY4" fmla="*/ 89920 h 89868"/>
                <a:gd name="connsiteX5" fmla="*/ 37 w 126872"/>
                <a:gd name="connsiteY5" fmla="*/ 89920 h 89868"/>
                <a:gd name="connsiteX6" fmla="*/ 30252 w 126872"/>
                <a:gd name="connsiteY6" fmla="*/ 4312 h 8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872" h="89868">
                  <a:moveTo>
                    <a:pt x="30252" y="4312"/>
                  </a:moveTo>
                  <a:cubicBezTo>
                    <a:pt x="31153" y="1758"/>
                    <a:pt x="33545" y="52"/>
                    <a:pt x="36226" y="52"/>
                  </a:cubicBezTo>
                  <a:lnTo>
                    <a:pt x="90721" y="52"/>
                  </a:lnTo>
                  <a:cubicBezTo>
                    <a:pt x="93402" y="52"/>
                    <a:pt x="95794" y="1758"/>
                    <a:pt x="96695" y="4312"/>
                  </a:cubicBezTo>
                  <a:lnTo>
                    <a:pt x="126910" y="89920"/>
                  </a:lnTo>
                  <a:lnTo>
                    <a:pt x="37" y="89920"/>
                  </a:lnTo>
                  <a:lnTo>
                    <a:pt x="30252" y="4312"/>
                  </a:lnTo>
                  <a:close/>
                </a:path>
              </a:pathLst>
            </a:custGeom>
            <a:solidFill>
              <a:schemeClr val="bg1"/>
            </a:solid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9" name="任意形状 348"/>
            <p:cNvSpPr/>
            <p:nvPr/>
          </p:nvSpPr>
          <p:spPr>
            <a:xfrm>
              <a:off x="6880379" y="5264912"/>
              <a:ext cx="111013" cy="63436"/>
            </a:xfrm>
            <a:custGeom>
              <a:avLst/>
              <a:gdLst>
                <a:gd name="connsiteX0" fmla="*/ 82504 w 111013"/>
                <a:gd name="connsiteY0" fmla="*/ 52 h 63436"/>
                <a:gd name="connsiteX1" fmla="*/ 111051 w 111013"/>
                <a:gd name="connsiteY1" fmla="*/ 52 h 63436"/>
                <a:gd name="connsiteX2" fmla="*/ 111051 w 111013"/>
                <a:gd name="connsiteY2" fmla="*/ 63489 h 63436"/>
                <a:gd name="connsiteX3" fmla="*/ 82504 w 111013"/>
                <a:gd name="connsiteY3" fmla="*/ 63489 h 63436"/>
                <a:gd name="connsiteX4" fmla="*/ 28583 w 111013"/>
                <a:gd name="connsiteY4" fmla="*/ 63489 h 63436"/>
                <a:gd name="connsiteX5" fmla="*/ 37 w 111013"/>
                <a:gd name="connsiteY5" fmla="*/ 63489 h 63436"/>
                <a:gd name="connsiteX6" fmla="*/ 37 w 111013"/>
                <a:gd name="connsiteY6" fmla="*/ 52 h 63436"/>
                <a:gd name="connsiteX7" fmla="*/ 28583 w 111013"/>
                <a:gd name="connsiteY7" fmla="*/ 52 h 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13" h="63436">
                  <a:moveTo>
                    <a:pt x="82504" y="52"/>
                  </a:moveTo>
                  <a:cubicBezTo>
                    <a:pt x="98270" y="52"/>
                    <a:pt x="111051" y="52"/>
                    <a:pt x="111051" y="52"/>
                  </a:cubicBezTo>
                  <a:lnTo>
                    <a:pt x="111051" y="63489"/>
                  </a:lnTo>
                  <a:cubicBezTo>
                    <a:pt x="111051" y="63489"/>
                    <a:pt x="98270" y="63489"/>
                    <a:pt x="82504" y="63489"/>
                  </a:cubicBezTo>
                  <a:lnTo>
                    <a:pt x="28583" y="63489"/>
                  </a:lnTo>
                  <a:cubicBezTo>
                    <a:pt x="12818" y="63489"/>
                    <a:pt x="37" y="63489"/>
                    <a:pt x="37" y="63489"/>
                  </a:cubicBezTo>
                  <a:lnTo>
                    <a:pt x="37" y="52"/>
                  </a:lnTo>
                  <a:cubicBezTo>
                    <a:pt x="37" y="52"/>
                    <a:pt x="12818" y="52"/>
                    <a:pt x="28583" y="52"/>
                  </a:cubicBez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0" name="任意形状 349"/>
            <p:cNvSpPr/>
            <p:nvPr/>
          </p:nvSpPr>
          <p:spPr>
            <a:xfrm>
              <a:off x="6499280" y="5070619"/>
              <a:ext cx="270240" cy="5286"/>
            </a:xfrm>
            <a:custGeom>
              <a:avLst/>
              <a:gdLst>
                <a:gd name="connsiteX0" fmla="*/ 37 w 270240"/>
                <a:gd name="connsiteY0" fmla="*/ 52 h 5286"/>
                <a:gd name="connsiteX1" fmla="*/ 270278 w 270240"/>
                <a:gd name="connsiteY1" fmla="*/ 52 h 5286"/>
              </a:gdLst>
              <a:ahLst/>
              <a:cxnLst>
                <a:cxn ang="0">
                  <a:pos x="connsiteX0" y="connsiteY0"/>
                </a:cxn>
                <a:cxn ang="0">
                  <a:pos x="connsiteX1" y="connsiteY1"/>
                </a:cxn>
              </a:cxnLst>
              <a:rect l="l" t="t" r="r" b="b"/>
              <a:pathLst>
                <a:path w="270240" h="5286">
                  <a:moveTo>
                    <a:pt x="37" y="52"/>
                  </a:moveTo>
                  <a:lnTo>
                    <a:pt x="270278" y="52"/>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1" name="任意形状 350"/>
            <p:cNvSpPr/>
            <p:nvPr/>
          </p:nvSpPr>
          <p:spPr>
            <a:xfrm>
              <a:off x="6499760" y="5156541"/>
              <a:ext cx="269605" cy="5286"/>
            </a:xfrm>
            <a:custGeom>
              <a:avLst/>
              <a:gdLst>
                <a:gd name="connsiteX0" fmla="*/ 37 w 269605"/>
                <a:gd name="connsiteY0" fmla="*/ 52 h 5286"/>
                <a:gd name="connsiteX1" fmla="*/ 100478 w 269605"/>
                <a:gd name="connsiteY1" fmla="*/ 52 h 5286"/>
                <a:gd name="connsiteX2" fmla="*/ 179774 w 269605"/>
                <a:gd name="connsiteY2" fmla="*/ 52 h 5286"/>
                <a:gd name="connsiteX3" fmla="*/ 269642 w 269605"/>
                <a:gd name="connsiteY3" fmla="*/ 52 h 5286"/>
              </a:gdLst>
              <a:ahLst/>
              <a:cxnLst>
                <a:cxn ang="0">
                  <a:pos x="connsiteX0" y="connsiteY0"/>
                </a:cxn>
                <a:cxn ang="0">
                  <a:pos x="connsiteX1" y="connsiteY1"/>
                </a:cxn>
                <a:cxn ang="0">
                  <a:pos x="connsiteX2" y="connsiteY2"/>
                </a:cxn>
                <a:cxn ang="0">
                  <a:pos x="connsiteX3" y="connsiteY3"/>
                </a:cxn>
              </a:cxnLst>
              <a:rect l="l" t="t" r="r" b="b"/>
              <a:pathLst>
                <a:path w="269605" h="5286">
                  <a:moveTo>
                    <a:pt x="37" y="52"/>
                  </a:moveTo>
                  <a:lnTo>
                    <a:pt x="100478" y="52"/>
                  </a:lnTo>
                  <a:moveTo>
                    <a:pt x="179774" y="52"/>
                  </a:moveTo>
                  <a:lnTo>
                    <a:pt x="269642" y="52"/>
                  </a:ln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2" name="任意形状 351"/>
            <p:cNvSpPr/>
            <p:nvPr/>
          </p:nvSpPr>
          <p:spPr>
            <a:xfrm>
              <a:off x="6499760" y="5315132"/>
              <a:ext cx="269605" cy="5286"/>
            </a:xfrm>
            <a:custGeom>
              <a:avLst/>
              <a:gdLst>
                <a:gd name="connsiteX0" fmla="*/ 37 w 269605"/>
                <a:gd name="connsiteY0" fmla="*/ 52 h 5286"/>
                <a:gd name="connsiteX1" fmla="*/ 100478 w 269605"/>
                <a:gd name="connsiteY1" fmla="*/ 52 h 5286"/>
                <a:gd name="connsiteX2" fmla="*/ 179774 w 269605"/>
                <a:gd name="connsiteY2" fmla="*/ 52 h 5286"/>
                <a:gd name="connsiteX3" fmla="*/ 269642 w 269605"/>
                <a:gd name="connsiteY3" fmla="*/ 52 h 5286"/>
              </a:gdLst>
              <a:ahLst/>
              <a:cxnLst>
                <a:cxn ang="0">
                  <a:pos x="connsiteX0" y="connsiteY0"/>
                </a:cxn>
                <a:cxn ang="0">
                  <a:pos x="connsiteX1" y="connsiteY1"/>
                </a:cxn>
                <a:cxn ang="0">
                  <a:pos x="connsiteX2" y="connsiteY2"/>
                </a:cxn>
                <a:cxn ang="0">
                  <a:pos x="connsiteX3" y="connsiteY3"/>
                </a:cxn>
              </a:cxnLst>
              <a:rect l="l" t="t" r="r" b="b"/>
              <a:pathLst>
                <a:path w="269605" h="5286">
                  <a:moveTo>
                    <a:pt x="37" y="52"/>
                  </a:moveTo>
                  <a:lnTo>
                    <a:pt x="100478" y="52"/>
                  </a:lnTo>
                  <a:moveTo>
                    <a:pt x="179774" y="52"/>
                  </a:moveTo>
                  <a:lnTo>
                    <a:pt x="269642" y="52"/>
                  </a:lnTo>
                </a:path>
              </a:pathLst>
            </a:custGeom>
            <a:no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3" name="任意形状 352"/>
            <p:cNvSpPr/>
            <p:nvPr/>
          </p:nvSpPr>
          <p:spPr>
            <a:xfrm>
              <a:off x="6499280" y="5229584"/>
              <a:ext cx="270240" cy="5286"/>
            </a:xfrm>
            <a:custGeom>
              <a:avLst/>
              <a:gdLst>
                <a:gd name="connsiteX0" fmla="*/ 37 w 270240"/>
                <a:gd name="connsiteY0" fmla="*/ 52 h 5286"/>
                <a:gd name="connsiteX1" fmla="*/ 270278 w 270240"/>
                <a:gd name="connsiteY1" fmla="*/ 52 h 5286"/>
              </a:gdLst>
              <a:ahLst/>
              <a:cxnLst>
                <a:cxn ang="0">
                  <a:pos x="connsiteX0" y="connsiteY0"/>
                </a:cxn>
                <a:cxn ang="0">
                  <a:pos x="connsiteX1" y="connsiteY1"/>
                </a:cxn>
              </a:cxnLst>
              <a:rect l="l" t="t" r="r" b="b"/>
              <a:pathLst>
                <a:path w="270240" h="5286">
                  <a:moveTo>
                    <a:pt x="37" y="52"/>
                  </a:moveTo>
                  <a:lnTo>
                    <a:pt x="270278" y="52"/>
                  </a:lnTo>
                </a:path>
              </a:pathLst>
            </a:custGeom>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4" name="任意形状 353"/>
            <p:cNvSpPr/>
            <p:nvPr/>
          </p:nvSpPr>
          <p:spPr>
            <a:xfrm>
              <a:off x="6243017" y="5147836"/>
              <a:ext cx="274808" cy="275155"/>
            </a:xfrm>
            <a:custGeom>
              <a:avLst/>
              <a:gdLst>
                <a:gd name="connsiteX0" fmla="*/ 274846 w 274808"/>
                <a:gd name="connsiteY0" fmla="*/ 137630 h 275155"/>
                <a:gd name="connsiteX1" fmla="*/ 137441 w 274808"/>
                <a:gd name="connsiteY1" fmla="*/ 275207 h 275155"/>
                <a:gd name="connsiteX2" fmla="*/ 37 w 274808"/>
                <a:gd name="connsiteY2" fmla="*/ 137630 h 275155"/>
                <a:gd name="connsiteX3" fmla="*/ 137441 w 274808"/>
                <a:gd name="connsiteY3" fmla="*/ 52 h 275155"/>
                <a:gd name="connsiteX4" fmla="*/ 274846 w 274808"/>
                <a:gd name="connsiteY4" fmla="*/ 137630 h 275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808" h="275155">
                  <a:moveTo>
                    <a:pt x="274846" y="137630"/>
                  </a:moveTo>
                  <a:cubicBezTo>
                    <a:pt x="274846" y="213612"/>
                    <a:pt x="213328" y="275207"/>
                    <a:pt x="137441" y="275207"/>
                  </a:cubicBezTo>
                  <a:cubicBezTo>
                    <a:pt x="61555" y="275207"/>
                    <a:pt x="37" y="213612"/>
                    <a:pt x="37" y="137630"/>
                  </a:cubicBezTo>
                  <a:cubicBezTo>
                    <a:pt x="37" y="61648"/>
                    <a:pt x="61555" y="52"/>
                    <a:pt x="137441" y="52"/>
                  </a:cubicBezTo>
                  <a:cubicBezTo>
                    <a:pt x="213328" y="52"/>
                    <a:pt x="274846" y="61648"/>
                    <a:pt x="274846" y="137630"/>
                  </a:cubicBezTo>
                  <a:close/>
                </a:path>
              </a:pathLst>
            </a:custGeom>
            <a:solidFill>
              <a:schemeClr val="bg1"/>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5" name="任意形状 354"/>
            <p:cNvSpPr/>
            <p:nvPr/>
          </p:nvSpPr>
          <p:spPr>
            <a:xfrm>
              <a:off x="6330596" y="5201475"/>
              <a:ext cx="100441" cy="163877"/>
            </a:xfrm>
            <a:custGeom>
              <a:avLst/>
              <a:gdLst>
                <a:gd name="connsiteX0" fmla="*/ 89905 w 100441"/>
                <a:gd name="connsiteY0" fmla="*/ 52 h 163877"/>
                <a:gd name="connsiteX1" fmla="*/ 61485 w 100441"/>
                <a:gd name="connsiteY1" fmla="*/ 58197 h 163877"/>
                <a:gd name="connsiteX2" fmla="*/ 100478 w 100441"/>
                <a:gd name="connsiteY2" fmla="*/ 58202 h 163877"/>
                <a:gd name="connsiteX3" fmla="*/ 10610 w 100441"/>
                <a:gd name="connsiteY3" fmla="*/ 163930 h 163877"/>
                <a:gd name="connsiteX4" fmla="*/ 30084 w 100441"/>
                <a:gd name="connsiteY4" fmla="*/ 95202 h 163877"/>
                <a:gd name="connsiteX5" fmla="*/ 37 w 100441"/>
                <a:gd name="connsiteY5" fmla="*/ 95207 h 163877"/>
                <a:gd name="connsiteX6" fmla="*/ 36300 w 100441"/>
                <a:gd name="connsiteY6" fmla="*/ 52 h 163877"/>
                <a:gd name="connsiteX7" fmla="*/ 89905 w 100441"/>
                <a:gd name="connsiteY7" fmla="*/ 52 h 16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441" h="163877">
                  <a:moveTo>
                    <a:pt x="89905" y="52"/>
                  </a:moveTo>
                  <a:lnTo>
                    <a:pt x="61485" y="58197"/>
                  </a:lnTo>
                  <a:lnTo>
                    <a:pt x="100478" y="58202"/>
                  </a:lnTo>
                  <a:lnTo>
                    <a:pt x="10610" y="163930"/>
                  </a:lnTo>
                  <a:lnTo>
                    <a:pt x="30084" y="95202"/>
                  </a:lnTo>
                  <a:lnTo>
                    <a:pt x="37" y="95207"/>
                  </a:lnTo>
                  <a:lnTo>
                    <a:pt x="36300" y="52"/>
                  </a:lnTo>
                  <a:lnTo>
                    <a:pt x="89905" y="52"/>
                  </a:lnTo>
                  <a:close/>
                </a:path>
              </a:pathLst>
            </a:custGeom>
            <a:solidFill>
              <a:schemeClr val="accent1">
                <a:lumMod val="40000"/>
                <a:lumOff val="60000"/>
              </a:schemeClr>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6" name="任意形状 355"/>
            <p:cNvSpPr/>
            <p:nvPr/>
          </p:nvSpPr>
          <p:spPr>
            <a:xfrm>
              <a:off x="6267160" y="4820856"/>
              <a:ext cx="68722" cy="68722"/>
            </a:xfrm>
            <a:custGeom>
              <a:avLst/>
              <a:gdLst>
                <a:gd name="connsiteX0" fmla="*/ 68760 w 68722"/>
                <a:gd name="connsiteY0" fmla="*/ 34413 h 68722"/>
                <a:gd name="connsiteX1" fmla="*/ 34398 w 68722"/>
                <a:gd name="connsiteY1" fmla="*/ 68775 h 68722"/>
                <a:gd name="connsiteX2" fmla="*/ 37 w 68722"/>
                <a:gd name="connsiteY2" fmla="*/ 34413 h 68722"/>
                <a:gd name="connsiteX3" fmla="*/ 34398 w 68722"/>
                <a:gd name="connsiteY3" fmla="*/ 52 h 68722"/>
                <a:gd name="connsiteX4" fmla="*/ 68760 w 68722"/>
                <a:gd name="connsiteY4" fmla="*/ 34413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60" y="34413"/>
                  </a:moveTo>
                  <a:cubicBezTo>
                    <a:pt x="68760" y="53391"/>
                    <a:pt x="53376" y="68775"/>
                    <a:pt x="34398" y="68775"/>
                  </a:cubicBezTo>
                  <a:cubicBezTo>
                    <a:pt x="15421" y="68775"/>
                    <a:pt x="37" y="53391"/>
                    <a:pt x="37" y="34413"/>
                  </a:cubicBezTo>
                  <a:cubicBezTo>
                    <a:pt x="37" y="15436"/>
                    <a:pt x="15421" y="52"/>
                    <a:pt x="34398" y="52"/>
                  </a:cubicBezTo>
                  <a:cubicBezTo>
                    <a:pt x="53376" y="52"/>
                    <a:pt x="68760" y="15436"/>
                    <a:pt x="68760" y="34413"/>
                  </a:cubicBez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7" name="任意形状 356"/>
            <p:cNvSpPr/>
            <p:nvPr/>
          </p:nvSpPr>
          <p:spPr>
            <a:xfrm>
              <a:off x="6301521" y="4887034"/>
              <a:ext cx="5286" cy="142536"/>
            </a:xfrm>
            <a:custGeom>
              <a:avLst/>
              <a:gdLst>
                <a:gd name="connsiteX0" fmla="*/ 37 w 5286"/>
                <a:gd name="connsiteY0" fmla="*/ 52 h 142536"/>
                <a:gd name="connsiteX1" fmla="*/ 37 w 5286"/>
                <a:gd name="connsiteY1" fmla="*/ 142588 h 142536"/>
              </a:gdLst>
              <a:ahLst/>
              <a:cxnLst>
                <a:cxn ang="0">
                  <a:pos x="connsiteX0" y="connsiteY0"/>
                </a:cxn>
                <a:cxn ang="0">
                  <a:pos x="connsiteX1" y="connsiteY1"/>
                </a:cxn>
              </a:cxnLst>
              <a:rect l="l" t="t" r="r" b="b"/>
              <a:pathLst>
                <a:path w="5286" h="142536">
                  <a:moveTo>
                    <a:pt x="37" y="52"/>
                  </a:moveTo>
                  <a:lnTo>
                    <a:pt x="37" y="142588"/>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8" name="任意形状 357"/>
            <p:cNvSpPr/>
            <p:nvPr/>
          </p:nvSpPr>
          <p:spPr>
            <a:xfrm flipV="1">
              <a:off x="7049543" y="5222621"/>
              <a:ext cx="68722" cy="68722"/>
            </a:xfrm>
            <a:custGeom>
              <a:avLst/>
              <a:gdLst>
                <a:gd name="connsiteX0" fmla="*/ 68760 w 68722"/>
                <a:gd name="connsiteY0" fmla="*/ 34413 h 68722"/>
                <a:gd name="connsiteX1" fmla="*/ 34398 w 68722"/>
                <a:gd name="connsiteY1" fmla="*/ 68775 h 68722"/>
                <a:gd name="connsiteX2" fmla="*/ 37 w 68722"/>
                <a:gd name="connsiteY2" fmla="*/ 34413 h 68722"/>
                <a:gd name="connsiteX3" fmla="*/ 34398 w 68722"/>
                <a:gd name="connsiteY3" fmla="*/ 52 h 68722"/>
                <a:gd name="connsiteX4" fmla="*/ 68760 w 68722"/>
                <a:gd name="connsiteY4" fmla="*/ 34413 h 68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22" h="68722">
                  <a:moveTo>
                    <a:pt x="68760" y="34413"/>
                  </a:moveTo>
                  <a:cubicBezTo>
                    <a:pt x="68760" y="53391"/>
                    <a:pt x="53376" y="68775"/>
                    <a:pt x="34398" y="68775"/>
                  </a:cubicBezTo>
                  <a:cubicBezTo>
                    <a:pt x="15421" y="68775"/>
                    <a:pt x="37" y="53391"/>
                    <a:pt x="37" y="34413"/>
                  </a:cubicBezTo>
                  <a:cubicBezTo>
                    <a:pt x="37" y="15436"/>
                    <a:pt x="15421" y="52"/>
                    <a:pt x="34398" y="52"/>
                  </a:cubicBezTo>
                  <a:cubicBezTo>
                    <a:pt x="53376" y="52"/>
                    <a:pt x="68760" y="15436"/>
                    <a:pt x="68760" y="34413"/>
                  </a:cubicBezTo>
                  <a:close/>
                </a:path>
              </a:pathLst>
            </a:custGeom>
            <a:solidFill>
              <a:schemeClr val="bg2"/>
            </a:solidFill>
            <a:ln w="10557"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9" name="任意形状 358"/>
            <p:cNvSpPr/>
            <p:nvPr/>
          </p:nvSpPr>
          <p:spPr>
            <a:xfrm flipV="1">
              <a:off x="7083905" y="5082629"/>
              <a:ext cx="5286" cy="142536"/>
            </a:xfrm>
            <a:custGeom>
              <a:avLst/>
              <a:gdLst>
                <a:gd name="connsiteX0" fmla="*/ 37 w 5286"/>
                <a:gd name="connsiteY0" fmla="*/ 52 h 142536"/>
                <a:gd name="connsiteX1" fmla="*/ 37 w 5286"/>
                <a:gd name="connsiteY1" fmla="*/ 142588 h 142536"/>
              </a:gdLst>
              <a:ahLst/>
              <a:cxnLst>
                <a:cxn ang="0">
                  <a:pos x="connsiteX0" y="connsiteY0"/>
                </a:cxn>
                <a:cxn ang="0">
                  <a:pos x="connsiteX1" y="connsiteY1"/>
                </a:cxn>
              </a:cxnLst>
              <a:rect l="l" t="t" r="r" b="b"/>
              <a:pathLst>
                <a:path w="5286" h="142536">
                  <a:moveTo>
                    <a:pt x="37" y="52"/>
                  </a:moveTo>
                  <a:lnTo>
                    <a:pt x="37" y="142588"/>
                  </a:lnTo>
                </a:path>
              </a:pathLst>
            </a:custGeom>
            <a:ln w="10557"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60" name="图片 65" descr="icon-11"/>
          <p:cNvGrpSpPr/>
          <p:nvPr/>
        </p:nvGrpSpPr>
        <p:grpSpPr>
          <a:xfrm>
            <a:off x="8120099" y="4731805"/>
            <a:ext cx="829441" cy="903152"/>
            <a:chOff x="8120099" y="4731805"/>
            <a:chExt cx="829441" cy="903152"/>
          </a:xfrm>
        </p:grpSpPr>
        <p:grpSp>
          <p:nvGrpSpPr>
            <p:cNvPr id="361" name="图片 65" descr="icon-11"/>
            <p:cNvGrpSpPr/>
            <p:nvPr/>
          </p:nvGrpSpPr>
          <p:grpSpPr>
            <a:xfrm>
              <a:off x="8120099" y="4731805"/>
              <a:ext cx="829441" cy="903152"/>
              <a:chOff x="8120099" y="4731805"/>
              <a:chExt cx="829441" cy="903152"/>
            </a:xfrm>
          </p:grpSpPr>
          <p:grpSp>
            <p:nvGrpSpPr>
              <p:cNvPr id="362" name="图片 65" descr="icon-11"/>
              <p:cNvGrpSpPr/>
              <p:nvPr/>
            </p:nvGrpSpPr>
            <p:grpSpPr>
              <a:xfrm>
                <a:off x="8120099" y="4731805"/>
                <a:ext cx="829441" cy="903152"/>
                <a:chOff x="8120099" y="4731805"/>
                <a:chExt cx="829441" cy="903152"/>
              </a:xfrm>
            </p:grpSpPr>
            <p:grpSp>
              <p:nvGrpSpPr>
                <p:cNvPr id="363" name="图片 65" descr="icon-11"/>
                <p:cNvGrpSpPr/>
                <p:nvPr/>
              </p:nvGrpSpPr>
              <p:grpSpPr>
                <a:xfrm>
                  <a:off x="8120099" y="4731805"/>
                  <a:ext cx="829441" cy="903152"/>
                  <a:chOff x="8120099" y="4731805"/>
                  <a:chExt cx="829441" cy="903152"/>
                </a:xfrm>
              </p:grpSpPr>
              <p:sp>
                <p:nvSpPr>
                  <p:cNvPr id="364" name="任意形状 363"/>
                  <p:cNvSpPr/>
                  <p:nvPr/>
                </p:nvSpPr>
                <p:spPr>
                  <a:xfrm>
                    <a:off x="8120099" y="5317775"/>
                    <a:ext cx="829441" cy="317182"/>
                  </a:xfrm>
                  <a:custGeom>
                    <a:avLst/>
                    <a:gdLst>
                      <a:gd name="connsiteX0" fmla="*/ 112816 w 829441"/>
                      <a:gd name="connsiteY0" fmla="*/ 34 h 317182"/>
                      <a:gd name="connsiteX1" fmla="*/ 716700 w 829441"/>
                      <a:gd name="connsiteY1" fmla="*/ 34 h 317182"/>
                      <a:gd name="connsiteX2" fmla="*/ 736760 w 829441"/>
                      <a:gd name="connsiteY2" fmla="*/ 14493 h 317182"/>
                      <a:gd name="connsiteX3" fmla="*/ 828390 w 829441"/>
                      <a:gd name="connsiteY3" fmla="*/ 289384 h 317182"/>
                      <a:gd name="connsiteX4" fmla="*/ 815017 w 829441"/>
                      <a:gd name="connsiteY4" fmla="*/ 316131 h 317182"/>
                      <a:gd name="connsiteX5" fmla="*/ 808330 w 829441"/>
                      <a:gd name="connsiteY5" fmla="*/ 317217 h 317182"/>
                      <a:gd name="connsiteX6" fmla="*/ 21186 w 829441"/>
                      <a:gd name="connsiteY6" fmla="*/ 317217 h 317182"/>
                      <a:gd name="connsiteX7" fmla="*/ 40 w 829441"/>
                      <a:gd name="connsiteY7" fmla="*/ 296071 h 317182"/>
                      <a:gd name="connsiteX8" fmla="*/ 1125 w 829441"/>
                      <a:gd name="connsiteY8" fmla="*/ 289384 h 317182"/>
                      <a:gd name="connsiteX9" fmla="*/ 92756 w 829441"/>
                      <a:gd name="connsiteY9" fmla="*/ 14493 h 317182"/>
                      <a:gd name="connsiteX10" fmla="*/ 112816 w 829441"/>
                      <a:gd name="connsiteY10" fmla="*/ 34 h 31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441" h="317182">
                        <a:moveTo>
                          <a:pt x="112816" y="34"/>
                        </a:moveTo>
                        <a:lnTo>
                          <a:pt x="716700" y="34"/>
                        </a:lnTo>
                        <a:cubicBezTo>
                          <a:pt x="725801" y="34"/>
                          <a:pt x="733882" y="5858"/>
                          <a:pt x="736760" y="14493"/>
                        </a:cubicBezTo>
                        <a:lnTo>
                          <a:pt x="828390" y="289384"/>
                        </a:lnTo>
                        <a:cubicBezTo>
                          <a:pt x="832083" y="300463"/>
                          <a:pt x="826096" y="312438"/>
                          <a:pt x="815017" y="316131"/>
                        </a:cubicBezTo>
                        <a:cubicBezTo>
                          <a:pt x="812861" y="316850"/>
                          <a:pt x="810603" y="317217"/>
                          <a:pt x="808330" y="317217"/>
                        </a:cubicBezTo>
                        <a:lnTo>
                          <a:pt x="21186" y="317217"/>
                        </a:lnTo>
                        <a:cubicBezTo>
                          <a:pt x="9507" y="317217"/>
                          <a:pt x="40" y="307749"/>
                          <a:pt x="40" y="296071"/>
                        </a:cubicBezTo>
                        <a:cubicBezTo>
                          <a:pt x="40" y="293798"/>
                          <a:pt x="407" y="291540"/>
                          <a:pt x="1125" y="289384"/>
                        </a:cubicBezTo>
                        <a:lnTo>
                          <a:pt x="92756" y="14493"/>
                        </a:lnTo>
                        <a:cubicBezTo>
                          <a:pt x="95634" y="5858"/>
                          <a:pt x="103714" y="34"/>
                          <a:pt x="112816" y="34"/>
                        </a:cubicBez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5" name="任意形状 364"/>
                  <p:cNvSpPr/>
                  <p:nvPr/>
                </p:nvSpPr>
                <p:spPr>
                  <a:xfrm>
                    <a:off x="8218285" y="5227907"/>
                    <a:ext cx="633993" cy="333041"/>
                  </a:xfrm>
                  <a:custGeom>
                    <a:avLst/>
                    <a:gdLst>
                      <a:gd name="connsiteX0" fmla="*/ 93873 w 633993"/>
                      <a:gd name="connsiteY0" fmla="*/ 34 h 333041"/>
                      <a:gd name="connsiteX1" fmla="*/ 540196 w 633993"/>
                      <a:gd name="connsiteY1" fmla="*/ 34 h 333041"/>
                      <a:gd name="connsiteX2" fmla="*/ 560710 w 633993"/>
                      <a:gd name="connsiteY2" fmla="*/ 16051 h 333041"/>
                      <a:gd name="connsiteX3" fmla="*/ 633397 w 633993"/>
                      <a:gd name="connsiteY3" fmla="*/ 306802 h 333041"/>
                      <a:gd name="connsiteX4" fmla="*/ 618012 w 633993"/>
                      <a:gd name="connsiteY4" fmla="*/ 332444 h 333041"/>
                      <a:gd name="connsiteX5" fmla="*/ 612883 w 633993"/>
                      <a:gd name="connsiteY5" fmla="*/ 333076 h 333041"/>
                      <a:gd name="connsiteX6" fmla="*/ 21186 w 633993"/>
                      <a:gd name="connsiteY6" fmla="*/ 333076 h 333041"/>
                      <a:gd name="connsiteX7" fmla="*/ 40 w 633993"/>
                      <a:gd name="connsiteY7" fmla="*/ 311930 h 333041"/>
                      <a:gd name="connsiteX8" fmla="*/ 671 w 633993"/>
                      <a:gd name="connsiteY8" fmla="*/ 306802 h 333041"/>
                      <a:gd name="connsiteX9" fmla="*/ 73359 w 633993"/>
                      <a:gd name="connsiteY9" fmla="*/ 16051 h 333041"/>
                      <a:gd name="connsiteX10" fmla="*/ 93873 w 633993"/>
                      <a:gd name="connsiteY10" fmla="*/ 34 h 333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993" h="333041">
                        <a:moveTo>
                          <a:pt x="93873" y="34"/>
                        </a:moveTo>
                        <a:lnTo>
                          <a:pt x="540196" y="34"/>
                        </a:lnTo>
                        <a:cubicBezTo>
                          <a:pt x="549899" y="34"/>
                          <a:pt x="558356" y="6638"/>
                          <a:pt x="560710" y="16051"/>
                        </a:cubicBezTo>
                        <a:lnTo>
                          <a:pt x="633397" y="306802"/>
                        </a:lnTo>
                        <a:cubicBezTo>
                          <a:pt x="636230" y="318131"/>
                          <a:pt x="629341" y="329612"/>
                          <a:pt x="618012" y="332444"/>
                        </a:cubicBezTo>
                        <a:cubicBezTo>
                          <a:pt x="616334" y="332864"/>
                          <a:pt x="614612" y="333076"/>
                          <a:pt x="612883" y="333076"/>
                        </a:cubicBezTo>
                        <a:lnTo>
                          <a:pt x="21186" y="333076"/>
                        </a:lnTo>
                        <a:cubicBezTo>
                          <a:pt x="9507" y="333076"/>
                          <a:pt x="40" y="323608"/>
                          <a:pt x="40" y="311930"/>
                        </a:cubicBezTo>
                        <a:cubicBezTo>
                          <a:pt x="40" y="310201"/>
                          <a:pt x="252" y="308479"/>
                          <a:pt x="671" y="306802"/>
                        </a:cubicBezTo>
                        <a:lnTo>
                          <a:pt x="73359" y="16051"/>
                        </a:lnTo>
                        <a:cubicBezTo>
                          <a:pt x="75712" y="6638"/>
                          <a:pt x="84170" y="34"/>
                          <a:pt x="93873" y="34"/>
                        </a:cubicBezTo>
                        <a:close/>
                      </a:path>
                    </a:pathLst>
                  </a:custGeom>
                  <a:solidFill>
                    <a:schemeClr val="bg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6" name="任意形状 365"/>
                  <p:cNvSpPr/>
                  <p:nvPr/>
                </p:nvSpPr>
                <p:spPr>
                  <a:xfrm>
                    <a:off x="8205393" y="5233193"/>
                    <a:ext cx="663347" cy="243173"/>
                  </a:xfrm>
                  <a:custGeom>
                    <a:avLst/>
                    <a:gdLst>
                      <a:gd name="connsiteX0" fmla="*/ 93241 w 663347"/>
                      <a:gd name="connsiteY0" fmla="*/ 34 h 243173"/>
                      <a:gd name="connsiteX1" fmla="*/ 570181 w 663347"/>
                      <a:gd name="connsiteY1" fmla="*/ 34 h 243173"/>
                      <a:gd name="connsiteX2" fmla="*/ 590084 w 663347"/>
                      <a:gd name="connsiteY2" fmla="*/ 14040 h 243173"/>
                      <a:gd name="connsiteX3" fmla="*/ 662140 w 663347"/>
                      <a:gd name="connsiteY3" fmla="*/ 214922 h 243173"/>
                      <a:gd name="connsiteX4" fmla="*/ 649376 w 663347"/>
                      <a:gd name="connsiteY4" fmla="*/ 241966 h 243173"/>
                      <a:gd name="connsiteX5" fmla="*/ 642236 w 663347"/>
                      <a:gd name="connsiteY5" fmla="*/ 243207 h 243173"/>
                      <a:gd name="connsiteX6" fmla="*/ 21186 w 663347"/>
                      <a:gd name="connsiteY6" fmla="*/ 243207 h 243173"/>
                      <a:gd name="connsiteX7" fmla="*/ 40 w 663347"/>
                      <a:gd name="connsiteY7" fmla="*/ 222062 h 243173"/>
                      <a:gd name="connsiteX8" fmla="*/ 1282 w 663347"/>
                      <a:gd name="connsiteY8" fmla="*/ 214922 h 243173"/>
                      <a:gd name="connsiteX9" fmla="*/ 73337 w 663347"/>
                      <a:gd name="connsiteY9" fmla="*/ 14040 h 243173"/>
                      <a:gd name="connsiteX10" fmla="*/ 93241 w 663347"/>
                      <a:gd name="connsiteY10" fmla="*/ 34 h 24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347" h="243173">
                        <a:moveTo>
                          <a:pt x="93241" y="34"/>
                        </a:moveTo>
                        <a:lnTo>
                          <a:pt x="570181" y="34"/>
                        </a:lnTo>
                        <a:cubicBezTo>
                          <a:pt x="579106" y="34"/>
                          <a:pt x="587071" y="5639"/>
                          <a:pt x="590084" y="14040"/>
                        </a:cubicBezTo>
                        <a:lnTo>
                          <a:pt x="662140" y="214922"/>
                        </a:lnTo>
                        <a:cubicBezTo>
                          <a:pt x="666083" y="225915"/>
                          <a:pt x="660368" y="238023"/>
                          <a:pt x="649376" y="241966"/>
                        </a:cubicBezTo>
                        <a:cubicBezTo>
                          <a:pt x="647085" y="242787"/>
                          <a:pt x="644670" y="243207"/>
                          <a:pt x="642236" y="243207"/>
                        </a:cubicBezTo>
                        <a:lnTo>
                          <a:pt x="21186" y="243207"/>
                        </a:lnTo>
                        <a:cubicBezTo>
                          <a:pt x="9507" y="243207"/>
                          <a:pt x="40" y="233740"/>
                          <a:pt x="40" y="222062"/>
                        </a:cubicBezTo>
                        <a:cubicBezTo>
                          <a:pt x="40" y="219628"/>
                          <a:pt x="460" y="217213"/>
                          <a:pt x="1282" y="214922"/>
                        </a:cubicBezTo>
                        <a:lnTo>
                          <a:pt x="73337" y="14040"/>
                        </a:lnTo>
                        <a:cubicBezTo>
                          <a:pt x="76351" y="5639"/>
                          <a:pt x="84316" y="34"/>
                          <a:pt x="93241" y="34"/>
                        </a:cubicBez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67" name="图片 65" descr="icon-11"/>
                  <p:cNvGrpSpPr/>
                  <p:nvPr/>
                </p:nvGrpSpPr>
                <p:grpSpPr>
                  <a:xfrm>
                    <a:off x="8297074" y="4932740"/>
                    <a:ext cx="207216" cy="406180"/>
                    <a:chOff x="8297074" y="4932740"/>
                    <a:chExt cx="207216" cy="406180"/>
                  </a:xfrm>
                  <a:noFill/>
                </p:grpSpPr>
                <p:sp>
                  <p:nvSpPr>
                    <p:cNvPr id="368" name="任意形状 367"/>
                    <p:cNvSpPr/>
                    <p:nvPr/>
                  </p:nvSpPr>
                  <p:spPr>
                    <a:xfrm>
                      <a:off x="8297074" y="4990891"/>
                      <a:ext cx="90916" cy="348030"/>
                    </a:xfrm>
                    <a:custGeom>
                      <a:avLst/>
                      <a:gdLst>
                        <a:gd name="connsiteX0" fmla="*/ 75 w 90916"/>
                        <a:gd name="connsiteY0" fmla="*/ 73 h 348030"/>
                        <a:gd name="connsiteX1" fmla="*/ 90992 w 90916"/>
                        <a:gd name="connsiteY1" fmla="*/ 90990 h 348030"/>
                        <a:gd name="connsiteX2" fmla="*/ 90992 w 90916"/>
                        <a:gd name="connsiteY2" fmla="*/ 348103 h 348030"/>
                      </a:gdLst>
                      <a:ahLst/>
                      <a:cxnLst>
                        <a:cxn ang="0">
                          <a:pos x="connsiteX0" y="connsiteY0"/>
                        </a:cxn>
                        <a:cxn ang="0">
                          <a:pos x="connsiteX1" y="connsiteY1"/>
                        </a:cxn>
                        <a:cxn ang="0">
                          <a:pos x="connsiteX2" y="connsiteY2"/>
                        </a:cxn>
                      </a:cxnLst>
                      <a:rect l="l" t="t" r="r" b="b"/>
                      <a:pathLst>
                        <a:path w="90916" h="348030">
                          <a:moveTo>
                            <a:pt x="75" y="73"/>
                          </a:moveTo>
                          <a:lnTo>
                            <a:pt x="90992" y="90990"/>
                          </a:lnTo>
                          <a:lnTo>
                            <a:pt x="90992" y="348103"/>
                          </a:lnTo>
                        </a:path>
                      </a:pathLst>
                    </a:custGeom>
                    <a:no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9" name="任意形状 368"/>
                    <p:cNvSpPr/>
                    <p:nvPr/>
                  </p:nvSpPr>
                  <p:spPr>
                    <a:xfrm>
                      <a:off x="8413374" y="4932740"/>
                      <a:ext cx="90916" cy="406180"/>
                    </a:xfrm>
                    <a:custGeom>
                      <a:avLst/>
                      <a:gdLst>
                        <a:gd name="connsiteX0" fmla="*/ 75 w 90916"/>
                        <a:gd name="connsiteY0" fmla="*/ 73 h 406180"/>
                        <a:gd name="connsiteX1" fmla="*/ 90992 w 90916"/>
                        <a:gd name="connsiteY1" fmla="*/ 90990 h 406180"/>
                        <a:gd name="connsiteX2" fmla="*/ 90992 w 90916"/>
                        <a:gd name="connsiteY2" fmla="*/ 406254 h 406180"/>
                      </a:gdLst>
                      <a:ahLst/>
                      <a:cxnLst>
                        <a:cxn ang="0">
                          <a:pos x="connsiteX0" y="connsiteY0"/>
                        </a:cxn>
                        <a:cxn ang="0">
                          <a:pos x="connsiteX1" y="connsiteY1"/>
                        </a:cxn>
                        <a:cxn ang="0">
                          <a:pos x="connsiteX2" y="connsiteY2"/>
                        </a:cxn>
                      </a:cxnLst>
                      <a:rect l="l" t="t" r="r" b="b"/>
                      <a:pathLst>
                        <a:path w="90916" h="406180">
                          <a:moveTo>
                            <a:pt x="75" y="73"/>
                          </a:moveTo>
                          <a:lnTo>
                            <a:pt x="90992" y="90990"/>
                          </a:lnTo>
                          <a:lnTo>
                            <a:pt x="90992" y="406254"/>
                          </a:lnTo>
                        </a:path>
                      </a:pathLst>
                    </a:custGeom>
                    <a:no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0" name="任意形状 369"/>
                    <p:cNvSpPr/>
                    <p:nvPr/>
                  </p:nvSpPr>
                  <p:spPr>
                    <a:xfrm>
                      <a:off x="8310146" y="5108963"/>
                      <a:ext cx="74009" cy="79295"/>
                    </a:xfrm>
                    <a:custGeom>
                      <a:avLst/>
                      <a:gdLst>
                        <a:gd name="connsiteX0" fmla="*/ 75 w 74009"/>
                        <a:gd name="connsiteY0" fmla="*/ 73 h 79295"/>
                        <a:gd name="connsiteX1" fmla="*/ 74084 w 74009"/>
                        <a:gd name="connsiteY1" fmla="*/ 79369 h 79295"/>
                      </a:gdLst>
                      <a:ahLst/>
                      <a:cxnLst>
                        <a:cxn ang="0">
                          <a:pos x="connsiteX0" y="connsiteY0"/>
                        </a:cxn>
                        <a:cxn ang="0">
                          <a:pos x="connsiteX1" y="connsiteY1"/>
                        </a:cxn>
                      </a:cxnLst>
                      <a:rect l="l" t="t" r="r" b="b"/>
                      <a:pathLst>
                        <a:path w="74009" h="79295">
                          <a:moveTo>
                            <a:pt x="75" y="73"/>
                          </a:moveTo>
                          <a:lnTo>
                            <a:pt x="74084" y="79369"/>
                          </a:lnTo>
                        </a:path>
                      </a:pathLst>
                    </a:custGeom>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1" name="任意形状 370"/>
                    <p:cNvSpPr/>
                    <p:nvPr/>
                  </p:nvSpPr>
                  <p:spPr>
                    <a:xfrm>
                      <a:off x="8387991" y="5071959"/>
                      <a:ext cx="54314" cy="66079"/>
                    </a:xfrm>
                    <a:custGeom>
                      <a:avLst/>
                      <a:gdLst>
                        <a:gd name="connsiteX0" fmla="*/ 75 w 54314"/>
                        <a:gd name="connsiteY0" fmla="*/ 66153 h 66079"/>
                        <a:gd name="connsiteX1" fmla="*/ 54390 w 54314"/>
                        <a:gd name="connsiteY1" fmla="*/ 73 h 66079"/>
                      </a:gdLst>
                      <a:ahLst/>
                      <a:cxnLst>
                        <a:cxn ang="0">
                          <a:pos x="connsiteX0" y="connsiteY0"/>
                        </a:cxn>
                        <a:cxn ang="0">
                          <a:pos x="connsiteX1" y="connsiteY1"/>
                        </a:cxn>
                      </a:cxnLst>
                      <a:rect l="l" t="t" r="r" b="b"/>
                      <a:pathLst>
                        <a:path w="54314" h="66079">
                          <a:moveTo>
                            <a:pt x="75" y="66153"/>
                          </a:moveTo>
                          <a:lnTo>
                            <a:pt x="54390" y="73"/>
                          </a:lnTo>
                        </a:path>
                      </a:pathLst>
                    </a:custGeom>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72" name="任意形状 371"/>
                  <p:cNvSpPr/>
                  <p:nvPr/>
                </p:nvSpPr>
                <p:spPr>
                  <a:xfrm rot="10800000" flipV="1">
                    <a:off x="8608970" y="4990891"/>
                    <a:ext cx="90916" cy="348030"/>
                  </a:xfrm>
                  <a:custGeom>
                    <a:avLst/>
                    <a:gdLst>
                      <a:gd name="connsiteX0" fmla="*/ 40 w 90916"/>
                      <a:gd name="connsiteY0" fmla="*/ 34 h 348030"/>
                      <a:gd name="connsiteX1" fmla="*/ 90957 w 90916"/>
                      <a:gd name="connsiteY1" fmla="*/ 90951 h 348030"/>
                      <a:gd name="connsiteX2" fmla="*/ 90957 w 90916"/>
                      <a:gd name="connsiteY2" fmla="*/ 348064 h 348030"/>
                    </a:gdLst>
                    <a:ahLst/>
                    <a:cxnLst>
                      <a:cxn ang="0">
                        <a:pos x="connsiteX0" y="connsiteY0"/>
                      </a:cxn>
                      <a:cxn ang="0">
                        <a:pos x="connsiteX1" y="connsiteY1"/>
                      </a:cxn>
                      <a:cxn ang="0">
                        <a:pos x="connsiteX2" y="connsiteY2"/>
                      </a:cxn>
                    </a:cxnLst>
                    <a:rect l="l" t="t" r="r" b="b"/>
                    <a:pathLst>
                      <a:path w="90916" h="348030">
                        <a:moveTo>
                          <a:pt x="40" y="34"/>
                        </a:moveTo>
                        <a:lnTo>
                          <a:pt x="90957" y="90951"/>
                        </a:lnTo>
                        <a:lnTo>
                          <a:pt x="90957" y="348064"/>
                        </a:lnTo>
                      </a:path>
                    </a:pathLst>
                  </a:custGeom>
                  <a:no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3" name="任意形状 372"/>
                  <p:cNvSpPr/>
                  <p:nvPr/>
                </p:nvSpPr>
                <p:spPr>
                  <a:xfrm rot="10800000" flipV="1">
                    <a:off x="8612805" y="5108963"/>
                    <a:ext cx="74009" cy="79295"/>
                  </a:xfrm>
                  <a:custGeom>
                    <a:avLst/>
                    <a:gdLst>
                      <a:gd name="connsiteX0" fmla="*/ 40 w 74009"/>
                      <a:gd name="connsiteY0" fmla="*/ 34 h 79295"/>
                      <a:gd name="connsiteX1" fmla="*/ 74049 w 74009"/>
                      <a:gd name="connsiteY1" fmla="*/ 79330 h 79295"/>
                    </a:gdLst>
                    <a:ahLst/>
                    <a:cxnLst>
                      <a:cxn ang="0">
                        <a:pos x="connsiteX0" y="connsiteY0"/>
                      </a:cxn>
                      <a:cxn ang="0">
                        <a:pos x="connsiteX1" y="connsiteY1"/>
                      </a:cxn>
                    </a:cxnLst>
                    <a:rect l="l" t="t" r="r" b="b"/>
                    <a:pathLst>
                      <a:path w="74009" h="79295">
                        <a:moveTo>
                          <a:pt x="40" y="34"/>
                        </a:moveTo>
                        <a:lnTo>
                          <a:pt x="74049" y="79330"/>
                        </a:lnTo>
                      </a:path>
                    </a:pathLst>
                  </a:custGeom>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4" name="任意形状 373"/>
                  <p:cNvSpPr/>
                  <p:nvPr/>
                </p:nvSpPr>
                <p:spPr>
                  <a:xfrm>
                    <a:off x="8474024" y="4916881"/>
                    <a:ext cx="55506" cy="65209"/>
                  </a:xfrm>
                  <a:custGeom>
                    <a:avLst/>
                    <a:gdLst>
                      <a:gd name="connsiteX0" fmla="*/ 40 w 55506"/>
                      <a:gd name="connsiteY0" fmla="*/ 65243 h 65209"/>
                      <a:gd name="connsiteX1" fmla="*/ 55547 w 55506"/>
                      <a:gd name="connsiteY1" fmla="*/ 34 h 65209"/>
                    </a:gdLst>
                    <a:ahLst/>
                    <a:cxnLst>
                      <a:cxn ang="0">
                        <a:pos x="connsiteX0" y="connsiteY0"/>
                      </a:cxn>
                      <a:cxn ang="0">
                        <a:pos x="connsiteX1" y="connsiteY1"/>
                      </a:cxn>
                    </a:cxnLst>
                    <a:rect l="l" t="t" r="r" b="b"/>
                    <a:pathLst>
                      <a:path w="55506" h="65209">
                        <a:moveTo>
                          <a:pt x="40" y="65243"/>
                        </a:moveTo>
                        <a:lnTo>
                          <a:pt x="55547" y="34"/>
                        </a:lnTo>
                      </a:path>
                    </a:pathLst>
                  </a:custGeom>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5" name="任意形状 374"/>
                  <p:cNvSpPr/>
                  <p:nvPr/>
                </p:nvSpPr>
                <p:spPr>
                  <a:xfrm rot="10800000" flipV="1">
                    <a:off x="8756989" y="5085175"/>
                    <a:ext cx="64905" cy="248459"/>
                  </a:xfrm>
                  <a:custGeom>
                    <a:avLst/>
                    <a:gdLst>
                      <a:gd name="connsiteX0" fmla="*/ 40 w 64905"/>
                      <a:gd name="connsiteY0" fmla="*/ 34 h 248459"/>
                      <a:gd name="connsiteX1" fmla="*/ 64946 w 64905"/>
                      <a:gd name="connsiteY1" fmla="*/ 64940 h 248459"/>
                      <a:gd name="connsiteX2" fmla="*/ 64946 w 64905"/>
                      <a:gd name="connsiteY2" fmla="*/ 248494 h 248459"/>
                    </a:gdLst>
                    <a:ahLst/>
                    <a:cxnLst>
                      <a:cxn ang="0">
                        <a:pos x="connsiteX0" y="connsiteY0"/>
                      </a:cxn>
                      <a:cxn ang="0">
                        <a:pos x="connsiteX1" y="connsiteY1"/>
                      </a:cxn>
                      <a:cxn ang="0">
                        <a:pos x="connsiteX2" y="connsiteY2"/>
                      </a:cxn>
                    </a:cxnLst>
                    <a:rect l="l" t="t" r="r" b="b"/>
                    <a:pathLst>
                      <a:path w="64905" h="248459">
                        <a:moveTo>
                          <a:pt x="40" y="34"/>
                        </a:moveTo>
                        <a:lnTo>
                          <a:pt x="64946" y="64940"/>
                        </a:lnTo>
                        <a:lnTo>
                          <a:pt x="64946" y="248494"/>
                        </a:lnTo>
                      </a:path>
                    </a:pathLst>
                  </a:custGeom>
                  <a:noFill/>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6" name="任意形状 375"/>
                  <p:cNvSpPr/>
                  <p:nvPr/>
                </p:nvSpPr>
                <p:spPr>
                  <a:xfrm rot="10800000" flipV="1">
                    <a:off x="8756989" y="5071959"/>
                    <a:ext cx="19099" cy="54828"/>
                  </a:xfrm>
                  <a:custGeom>
                    <a:avLst/>
                    <a:gdLst>
                      <a:gd name="connsiteX0" fmla="*/ 40 w 19099"/>
                      <a:gd name="connsiteY0" fmla="*/ 54863 h 54828"/>
                      <a:gd name="connsiteX1" fmla="*/ 19139 w 19099"/>
                      <a:gd name="connsiteY1" fmla="*/ 34 h 54828"/>
                    </a:gdLst>
                    <a:ahLst/>
                    <a:cxnLst>
                      <a:cxn ang="0">
                        <a:pos x="connsiteX0" y="connsiteY0"/>
                      </a:cxn>
                      <a:cxn ang="0">
                        <a:pos x="connsiteX1" y="connsiteY1"/>
                      </a:cxn>
                    </a:cxnLst>
                    <a:rect l="l" t="t" r="r" b="b"/>
                    <a:pathLst>
                      <a:path w="19099" h="54828">
                        <a:moveTo>
                          <a:pt x="40" y="54863"/>
                        </a:moveTo>
                        <a:lnTo>
                          <a:pt x="19139" y="34"/>
                        </a:lnTo>
                      </a:path>
                    </a:pathLst>
                  </a:custGeom>
                  <a:ln w="10557"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7" name="任意形状 376"/>
                  <p:cNvSpPr/>
                  <p:nvPr/>
                </p:nvSpPr>
                <p:spPr>
                  <a:xfrm>
                    <a:off x="8367449" y="4890397"/>
                    <a:ext cx="80989" cy="93519"/>
                  </a:xfrm>
                  <a:custGeom>
                    <a:avLst/>
                    <a:gdLst>
                      <a:gd name="connsiteX0" fmla="*/ 40535 w 80989"/>
                      <a:gd name="connsiteY0" fmla="*/ 34 h 93519"/>
                      <a:gd name="connsiteX1" fmla="*/ 81030 w 80989"/>
                      <a:gd name="connsiteY1" fmla="*/ 23414 h 93519"/>
                      <a:gd name="connsiteX2" fmla="*/ 81030 w 80989"/>
                      <a:gd name="connsiteY2" fmla="*/ 70173 h 93519"/>
                      <a:gd name="connsiteX3" fmla="*/ 40535 w 80989"/>
                      <a:gd name="connsiteY3" fmla="*/ 93553 h 93519"/>
                      <a:gd name="connsiteX4" fmla="*/ 40 w 80989"/>
                      <a:gd name="connsiteY4" fmla="*/ 70173 h 93519"/>
                      <a:gd name="connsiteX5" fmla="*/ 40 w 80989"/>
                      <a:gd name="connsiteY5" fmla="*/ 23414 h 93519"/>
                      <a:gd name="connsiteX6" fmla="*/ 40535 w 80989"/>
                      <a:gd name="connsiteY6" fmla="*/ 34 h 9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89" h="93519">
                        <a:moveTo>
                          <a:pt x="40535" y="34"/>
                        </a:moveTo>
                        <a:lnTo>
                          <a:pt x="81030" y="23414"/>
                        </a:lnTo>
                        <a:lnTo>
                          <a:pt x="81030" y="70173"/>
                        </a:lnTo>
                        <a:lnTo>
                          <a:pt x="40535" y="93553"/>
                        </a:lnTo>
                        <a:lnTo>
                          <a:pt x="40" y="70173"/>
                        </a:lnTo>
                        <a:lnTo>
                          <a:pt x="40" y="23414"/>
                        </a:lnTo>
                        <a:lnTo>
                          <a:pt x="40535" y="34"/>
                        </a:ln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8" name="任意形状 377"/>
                  <p:cNvSpPr/>
                  <p:nvPr/>
                </p:nvSpPr>
                <p:spPr>
                  <a:xfrm>
                    <a:off x="8480967" y="4731805"/>
                    <a:ext cx="181708" cy="209819"/>
                  </a:xfrm>
                  <a:custGeom>
                    <a:avLst/>
                    <a:gdLst>
                      <a:gd name="connsiteX0" fmla="*/ 90895 w 181708"/>
                      <a:gd name="connsiteY0" fmla="*/ 34 h 209819"/>
                      <a:gd name="connsiteX1" fmla="*/ 181749 w 181708"/>
                      <a:gd name="connsiteY1" fmla="*/ 52489 h 209819"/>
                      <a:gd name="connsiteX2" fmla="*/ 181749 w 181708"/>
                      <a:gd name="connsiteY2" fmla="*/ 157399 h 209819"/>
                      <a:gd name="connsiteX3" fmla="*/ 90895 w 181708"/>
                      <a:gd name="connsiteY3" fmla="*/ 209853 h 209819"/>
                      <a:gd name="connsiteX4" fmla="*/ 40 w 181708"/>
                      <a:gd name="connsiteY4" fmla="*/ 157399 h 209819"/>
                      <a:gd name="connsiteX5" fmla="*/ 40 w 181708"/>
                      <a:gd name="connsiteY5" fmla="*/ 52489 h 209819"/>
                      <a:gd name="connsiteX6" fmla="*/ 90895 w 181708"/>
                      <a:gd name="connsiteY6" fmla="*/ 34 h 20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708" h="209819">
                        <a:moveTo>
                          <a:pt x="90895" y="34"/>
                        </a:moveTo>
                        <a:lnTo>
                          <a:pt x="181749" y="52489"/>
                        </a:lnTo>
                        <a:lnTo>
                          <a:pt x="181749" y="157399"/>
                        </a:lnTo>
                        <a:lnTo>
                          <a:pt x="90895" y="209853"/>
                        </a:lnTo>
                        <a:lnTo>
                          <a:pt x="40" y="157399"/>
                        </a:lnTo>
                        <a:lnTo>
                          <a:pt x="40" y="52489"/>
                        </a:lnTo>
                        <a:lnTo>
                          <a:pt x="90895" y="34"/>
                        </a:lnTo>
                        <a:close/>
                      </a:path>
                    </a:pathLst>
                  </a:custGeom>
                  <a:solidFill>
                    <a:schemeClr val="accent1">
                      <a:lumMod val="40000"/>
                      <a:lumOff val="60000"/>
                    </a:schemeClr>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9" name="任意形状 378"/>
                  <p:cNvSpPr/>
                  <p:nvPr/>
                </p:nvSpPr>
                <p:spPr>
                  <a:xfrm>
                    <a:off x="8667381" y="4885110"/>
                    <a:ext cx="131349" cy="151669"/>
                  </a:xfrm>
                  <a:custGeom>
                    <a:avLst/>
                    <a:gdLst>
                      <a:gd name="connsiteX0" fmla="*/ 65715 w 131349"/>
                      <a:gd name="connsiteY0" fmla="*/ 34 h 151669"/>
                      <a:gd name="connsiteX1" fmla="*/ 131390 w 131349"/>
                      <a:gd name="connsiteY1" fmla="*/ 37951 h 151669"/>
                      <a:gd name="connsiteX2" fmla="*/ 131390 w 131349"/>
                      <a:gd name="connsiteY2" fmla="*/ 113786 h 151669"/>
                      <a:gd name="connsiteX3" fmla="*/ 65715 w 131349"/>
                      <a:gd name="connsiteY3" fmla="*/ 151703 h 151669"/>
                      <a:gd name="connsiteX4" fmla="*/ 40 w 131349"/>
                      <a:gd name="connsiteY4" fmla="*/ 113786 h 151669"/>
                      <a:gd name="connsiteX5" fmla="*/ 40 w 131349"/>
                      <a:gd name="connsiteY5" fmla="*/ 37951 h 151669"/>
                      <a:gd name="connsiteX6" fmla="*/ 65715 w 131349"/>
                      <a:gd name="connsiteY6" fmla="*/ 34 h 1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349" h="151669">
                        <a:moveTo>
                          <a:pt x="65715" y="34"/>
                        </a:moveTo>
                        <a:lnTo>
                          <a:pt x="131390" y="37951"/>
                        </a:lnTo>
                        <a:lnTo>
                          <a:pt x="131390" y="113786"/>
                        </a:lnTo>
                        <a:lnTo>
                          <a:pt x="65715" y="151703"/>
                        </a:lnTo>
                        <a:lnTo>
                          <a:pt x="40" y="113786"/>
                        </a:lnTo>
                        <a:lnTo>
                          <a:pt x="40" y="37951"/>
                        </a:lnTo>
                        <a:lnTo>
                          <a:pt x="65715" y="34"/>
                        </a:ln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0" name="任意形状 379"/>
                  <p:cNvSpPr/>
                  <p:nvPr/>
                </p:nvSpPr>
                <p:spPr>
                  <a:xfrm>
                    <a:off x="8162368" y="4832247"/>
                    <a:ext cx="163396" cy="188673"/>
                  </a:xfrm>
                  <a:custGeom>
                    <a:avLst/>
                    <a:gdLst>
                      <a:gd name="connsiteX0" fmla="*/ 81738 w 163396"/>
                      <a:gd name="connsiteY0" fmla="*/ 34 h 188673"/>
                      <a:gd name="connsiteX1" fmla="*/ 163437 w 163396"/>
                      <a:gd name="connsiteY1" fmla="*/ 47202 h 188673"/>
                      <a:gd name="connsiteX2" fmla="*/ 163437 w 163396"/>
                      <a:gd name="connsiteY2" fmla="*/ 141539 h 188673"/>
                      <a:gd name="connsiteX3" fmla="*/ 81738 w 163396"/>
                      <a:gd name="connsiteY3" fmla="*/ 188708 h 188673"/>
                      <a:gd name="connsiteX4" fmla="*/ 40 w 163396"/>
                      <a:gd name="connsiteY4" fmla="*/ 141539 h 188673"/>
                      <a:gd name="connsiteX5" fmla="*/ 40 w 163396"/>
                      <a:gd name="connsiteY5" fmla="*/ 47202 h 188673"/>
                      <a:gd name="connsiteX6" fmla="*/ 81738 w 163396"/>
                      <a:gd name="connsiteY6" fmla="*/ 34 h 18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396" h="188673">
                        <a:moveTo>
                          <a:pt x="81738" y="34"/>
                        </a:moveTo>
                        <a:lnTo>
                          <a:pt x="163437" y="47202"/>
                        </a:lnTo>
                        <a:lnTo>
                          <a:pt x="163437" y="141539"/>
                        </a:lnTo>
                        <a:lnTo>
                          <a:pt x="81738" y="188708"/>
                        </a:lnTo>
                        <a:lnTo>
                          <a:pt x="40" y="141539"/>
                        </a:lnTo>
                        <a:lnTo>
                          <a:pt x="40" y="47202"/>
                        </a:lnTo>
                        <a:lnTo>
                          <a:pt x="81738" y="34"/>
                        </a:lnTo>
                        <a:close/>
                      </a:path>
                    </a:pathLst>
                  </a:custGeom>
                  <a:solidFill>
                    <a:schemeClr val="accent1">
                      <a:lumMod val="40000"/>
                      <a:lumOff val="60000"/>
                    </a:schemeClr>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1" name="任意形状 380"/>
                  <p:cNvSpPr/>
                  <p:nvPr/>
                </p:nvSpPr>
                <p:spPr>
                  <a:xfrm>
                    <a:off x="8450235" y="5027025"/>
                    <a:ext cx="26431" cy="26431"/>
                  </a:xfrm>
                  <a:custGeom>
                    <a:avLst/>
                    <a:gdLst>
                      <a:gd name="connsiteX0" fmla="*/ 26472 w 26431"/>
                      <a:gd name="connsiteY0" fmla="*/ 13250 h 26431"/>
                      <a:gd name="connsiteX1" fmla="*/ 13256 w 26431"/>
                      <a:gd name="connsiteY1" fmla="*/ 26466 h 26431"/>
                      <a:gd name="connsiteX2" fmla="*/ 40 w 26431"/>
                      <a:gd name="connsiteY2" fmla="*/ 13250 h 26431"/>
                      <a:gd name="connsiteX3" fmla="*/ 13256 w 26431"/>
                      <a:gd name="connsiteY3" fmla="*/ 34 h 26431"/>
                      <a:gd name="connsiteX4" fmla="*/ 26472 w 26431"/>
                      <a:gd name="connsiteY4" fmla="*/ 13250 h 26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31" h="26431">
                        <a:moveTo>
                          <a:pt x="26472" y="13250"/>
                        </a:moveTo>
                        <a:cubicBezTo>
                          <a:pt x="26472" y="20549"/>
                          <a:pt x="20555" y="26466"/>
                          <a:pt x="13256" y="26466"/>
                        </a:cubicBezTo>
                        <a:cubicBezTo>
                          <a:pt x="5957" y="26466"/>
                          <a:pt x="40" y="20549"/>
                          <a:pt x="40" y="13250"/>
                        </a:cubicBezTo>
                        <a:cubicBezTo>
                          <a:pt x="40" y="5951"/>
                          <a:pt x="5957" y="34"/>
                          <a:pt x="13256" y="34"/>
                        </a:cubicBezTo>
                        <a:cubicBezTo>
                          <a:pt x="20555" y="34"/>
                          <a:pt x="26472" y="5951"/>
                          <a:pt x="26472" y="1325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2" name="任意形状 381"/>
                  <p:cNvSpPr/>
                  <p:nvPr/>
                </p:nvSpPr>
                <p:spPr>
                  <a:xfrm>
                    <a:off x="8698695" y="5069316"/>
                    <a:ext cx="26431" cy="26431"/>
                  </a:xfrm>
                  <a:custGeom>
                    <a:avLst/>
                    <a:gdLst>
                      <a:gd name="connsiteX0" fmla="*/ 26472 w 26431"/>
                      <a:gd name="connsiteY0" fmla="*/ 13250 h 26431"/>
                      <a:gd name="connsiteX1" fmla="*/ 13256 w 26431"/>
                      <a:gd name="connsiteY1" fmla="*/ 26466 h 26431"/>
                      <a:gd name="connsiteX2" fmla="*/ 40 w 26431"/>
                      <a:gd name="connsiteY2" fmla="*/ 13250 h 26431"/>
                      <a:gd name="connsiteX3" fmla="*/ 13256 w 26431"/>
                      <a:gd name="connsiteY3" fmla="*/ 34 h 26431"/>
                      <a:gd name="connsiteX4" fmla="*/ 26472 w 26431"/>
                      <a:gd name="connsiteY4" fmla="*/ 13250 h 26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31" h="26431">
                        <a:moveTo>
                          <a:pt x="26472" y="13250"/>
                        </a:moveTo>
                        <a:cubicBezTo>
                          <a:pt x="26472" y="20549"/>
                          <a:pt x="20555" y="26466"/>
                          <a:pt x="13256" y="26466"/>
                        </a:cubicBezTo>
                        <a:cubicBezTo>
                          <a:pt x="5957" y="26466"/>
                          <a:pt x="40" y="20549"/>
                          <a:pt x="40" y="13250"/>
                        </a:cubicBezTo>
                        <a:cubicBezTo>
                          <a:pt x="40" y="5951"/>
                          <a:pt x="5957" y="34"/>
                          <a:pt x="13256" y="34"/>
                        </a:cubicBezTo>
                        <a:cubicBezTo>
                          <a:pt x="20555" y="34"/>
                          <a:pt x="26472" y="5951"/>
                          <a:pt x="26472" y="1325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3" name="任意形状 382"/>
                  <p:cNvSpPr/>
                  <p:nvPr/>
                </p:nvSpPr>
                <p:spPr>
                  <a:xfrm>
                    <a:off x="8862572" y="5148611"/>
                    <a:ext cx="26431" cy="26431"/>
                  </a:xfrm>
                  <a:custGeom>
                    <a:avLst/>
                    <a:gdLst>
                      <a:gd name="connsiteX0" fmla="*/ 26472 w 26431"/>
                      <a:gd name="connsiteY0" fmla="*/ 13250 h 26431"/>
                      <a:gd name="connsiteX1" fmla="*/ 13256 w 26431"/>
                      <a:gd name="connsiteY1" fmla="*/ 26466 h 26431"/>
                      <a:gd name="connsiteX2" fmla="*/ 40 w 26431"/>
                      <a:gd name="connsiteY2" fmla="*/ 13250 h 26431"/>
                      <a:gd name="connsiteX3" fmla="*/ 13256 w 26431"/>
                      <a:gd name="connsiteY3" fmla="*/ 34 h 26431"/>
                      <a:gd name="connsiteX4" fmla="*/ 26472 w 26431"/>
                      <a:gd name="connsiteY4" fmla="*/ 13250 h 26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31" h="26431">
                        <a:moveTo>
                          <a:pt x="26472" y="13250"/>
                        </a:moveTo>
                        <a:cubicBezTo>
                          <a:pt x="26472" y="20549"/>
                          <a:pt x="20555" y="26466"/>
                          <a:pt x="13256" y="26466"/>
                        </a:cubicBezTo>
                        <a:cubicBezTo>
                          <a:pt x="5957" y="26466"/>
                          <a:pt x="40" y="20549"/>
                          <a:pt x="40" y="13250"/>
                        </a:cubicBezTo>
                        <a:cubicBezTo>
                          <a:pt x="40" y="5951"/>
                          <a:pt x="5957" y="34"/>
                          <a:pt x="13256" y="34"/>
                        </a:cubicBezTo>
                        <a:cubicBezTo>
                          <a:pt x="20555" y="34"/>
                          <a:pt x="26472" y="5951"/>
                          <a:pt x="26472" y="13250"/>
                        </a:cubicBezTo>
                        <a:close/>
                      </a:path>
                    </a:pathLst>
                  </a:custGeom>
                  <a:solidFill>
                    <a:schemeClr val="tx2"/>
                  </a:solidFill>
                  <a:ln w="5278"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84" name="图片 65" descr="icon-11"/>
                <p:cNvGrpSpPr/>
                <p:nvPr/>
              </p:nvGrpSpPr>
              <p:grpSpPr>
                <a:xfrm>
                  <a:off x="8534817" y="4794424"/>
                  <a:ext cx="74009" cy="79295"/>
                  <a:chOff x="8534817" y="4794424"/>
                  <a:chExt cx="74009" cy="79295"/>
                </a:xfrm>
                <a:solidFill>
                  <a:srgbClr val="FFFFFF"/>
                </a:solidFill>
              </p:grpSpPr>
              <p:sp>
                <p:nvSpPr>
                  <p:cNvPr id="385" name="任意形状 384"/>
                  <p:cNvSpPr/>
                  <p:nvPr/>
                </p:nvSpPr>
                <p:spPr>
                  <a:xfrm>
                    <a:off x="8534817" y="4820856"/>
                    <a:ext cx="74009" cy="26431"/>
                  </a:xfrm>
                  <a:custGeom>
                    <a:avLst/>
                    <a:gdLst>
                      <a:gd name="connsiteX0" fmla="*/ 119 w 74009"/>
                      <a:gd name="connsiteY0" fmla="*/ 46 h 26431"/>
                      <a:gd name="connsiteX1" fmla="*/ 74128 w 74009"/>
                      <a:gd name="connsiteY1" fmla="*/ 46 h 26431"/>
                      <a:gd name="connsiteX2" fmla="*/ 74128 w 74009"/>
                      <a:gd name="connsiteY2" fmla="*/ 26478 h 26431"/>
                      <a:gd name="connsiteX3" fmla="*/ 119 w 74009"/>
                      <a:gd name="connsiteY3" fmla="*/ 26478 h 26431"/>
                    </a:gdLst>
                    <a:ahLst/>
                    <a:cxnLst>
                      <a:cxn ang="0">
                        <a:pos x="connsiteX0" y="connsiteY0"/>
                      </a:cxn>
                      <a:cxn ang="0">
                        <a:pos x="connsiteX1" y="connsiteY1"/>
                      </a:cxn>
                      <a:cxn ang="0">
                        <a:pos x="connsiteX2" y="connsiteY2"/>
                      </a:cxn>
                      <a:cxn ang="0">
                        <a:pos x="connsiteX3" y="connsiteY3"/>
                      </a:cxn>
                    </a:cxnLst>
                    <a:rect l="l" t="t" r="r" b="b"/>
                    <a:pathLst>
                      <a:path w="74009" h="26431">
                        <a:moveTo>
                          <a:pt x="119" y="46"/>
                        </a:moveTo>
                        <a:lnTo>
                          <a:pt x="74128" y="46"/>
                        </a:lnTo>
                        <a:lnTo>
                          <a:pt x="74128" y="26478"/>
                        </a:lnTo>
                        <a:lnTo>
                          <a:pt x="119" y="26478"/>
                        </a:ln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6" name="任意形状 385"/>
                  <p:cNvSpPr/>
                  <p:nvPr/>
                </p:nvSpPr>
                <p:spPr>
                  <a:xfrm>
                    <a:off x="8534817" y="4794424"/>
                    <a:ext cx="74009" cy="26431"/>
                  </a:xfrm>
                  <a:custGeom>
                    <a:avLst/>
                    <a:gdLst>
                      <a:gd name="connsiteX0" fmla="*/ 119 w 74009"/>
                      <a:gd name="connsiteY0" fmla="*/ 46 h 26431"/>
                      <a:gd name="connsiteX1" fmla="*/ 74128 w 74009"/>
                      <a:gd name="connsiteY1" fmla="*/ 46 h 26431"/>
                      <a:gd name="connsiteX2" fmla="*/ 74128 w 74009"/>
                      <a:gd name="connsiteY2" fmla="*/ 26478 h 26431"/>
                      <a:gd name="connsiteX3" fmla="*/ 119 w 74009"/>
                      <a:gd name="connsiteY3" fmla="*/ 26478 h 26431"/>
                    </a:gdLst>
                    <a:ahLst/>
                    <a:cxnLst>
                      <a:cxn ang="0">
                        <a:pos x="connsiteX0" y="connsiteY0"/>
                      </a:cxn>
                      <a:cxn ang="0">
                        <a:pos x="connsiteX1" y="connsiteY1"/>
                      </a:cxn>
                      <a:cxn ang="0">
                        <a:pos x="connsiteX2" y="connsiteY2"/>
                      </a:cxn>
                      <a:cxn ang="0">
                        <a:pos x="connsiteX3" y="connsiteY3"/>
                      </a:cxn>
                    </a:cxnLst>
                    <a:rect l="l" t="t" r="r" b="b"/>
                    <a:pathLst>
                      <a:path w="74009" h="26431">
                        <a:moveTo>
                          <a:pt x="119" y="46"/>
                        </a:moveTo>
                        <a:lnTo>
                          <a:pt x="74128" y="46"/>
                        </a:lnTo>
                        <a:lnTo>
                          <a:pt x="74128" y="26478"/>
                        </a:lnTo>
                        <a:lnTo>
                          <a:pt x="119" y="26478"/>
                        </a:ln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7" name="任意形状 386"/>
                  <p:cNvSpPr/>
                  <p:nvPr/>
                </p:nvSpPr>
                <p:spPr>
                  <a:xfrm>
                    <a:off x="8534817" y="4847288"/>
                    <a:ext cx="74009" cy="26431"/>
                  </a:xfrm>
                  <a:custGeom>
                    <a:avLst/>
                    <a:gdLst>
                      <a:gd name="connsiteX0" fmla="*/ 119 w 74009"/>
                      <a:gd name="connsiteY0" fmla="*/ 46 h 26431"/>
                      <a:gd name="connsiteX1" fmla="*/ 74128 w 74009"/>
                      <a:gd name="connsiteY1" fmla="*/ 46 h 26431"/>
                      <a:gd name="connsiteX2" fmla="*/ 74128 w 74009"/>
                      <a:gd name="connsiteY2" fmla="*/ 26478 h 26431"/>
                      <a:gd name="connsiteX3" fmla="*/ 119 w 74009"/>
                      <a:gd name="connsiteY3" fmla="*/ 26478 h 26431"/>
                    </a:gdLst>
                    <a:ahLst/>
                    <a:cxnLst>
                      <a:cxn ang="0">
                        <a:pos x="connsiteX0" y="connsiteY0"/>
                      </a:cxn>
                      <a:cxn ang="0">
                        <a:pos x="connsiteX1" y="connsiteY1"/>
                      </a:cxn>
                      <a:cxn ang="0">
                        <a:pos x="connsiteX2" y="connsiteY2"/>
                      </a:cxn>
                      <a:cxn ang="0">
                        <a:pos x="connsiteX3" y="connsiteY3"/>
                      </a:cxn>
                    </a:cxnLst>
                    <a:rect l="l" t="t" r="r" b="b"/>
                    <a:pathLst>
                      <a:path w="74009" h="26431">
                        <a:moveTo>
                          <a:pt x="119" y="46"/>
                        </a:moveTo>
                        <a:lnTo>
                          <a:pt x="74128" y="46"/>
                        </a:lnTo>
                        <a:lnTo>
                          <a:pt x="74128" y="26478"/>
                        </a:lnTo>
                        <a:lnTo>
                          <a:pt x="119" y="26478"/>
                        </a:lnTo>
                        <a:close/>
                      </a:path>
                    </a:pathLst>
                  </a:custGeom>
                  <a:solidFill>
                    <a:schemeClr val="bg1"/>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88" name="图片 65" descr="icon-11"/>
              <p:cNvGrpSpPr/>
              <p:nvPr/>
            </p:nvGrpSpPr>
            <p:grpSpPr>
              <a:xfrm>
                <a:off x="8185916" y="4892222"/>
                <a:ext cx="111013" cy="63436"/>
                <a:chOff x="8185916" y="4892222"/>
                <a:chExt cx="111013" cy="63436"/>
              </a:xfrm>
              <a:noFill/>
            </p:grpSpPr>
            <p:sp>
              <p:nvSpPr>
                <p:cNvPr id="389" name="任意形状 388"/>
                <p:cNvSpPr/>
                <p:nvPr/>
              </p:nvSpPr>
              <p:spPr>
                <a:xfrm>
                  <a:off x="8185916" y="4896088"/>
                  <a:ext cx="26431" cy="51641"/>
                </a:xfrm>
                <a:custGeom>
                  <a:avLst/>
                  <a:gdLst>
                    <a:gd name="connsiteX0" fmla="*/ 26486 w 26431"/>
                    <a:gd name="connsiteY0" fmla="*/ 65 h 51641"/>
                    <a:gd name="connsiteX1" fmla="*/ 54 w 26431"/>
                    <a:gd name="connsiteY1" fmla="*/ 26497 h 51641"/>
                    <a:gd name="connsiteX2" fmla="*/ 25263 w 26431"/>
                    <a:gd name="connsiteY2" fmla="*/ 51706 h 51641"/>
                  </a:gdLst>
                  <a:ahLst/>
                  <a:cxnLst>
                    <a:cxn ang="0">
                      <a:pos x="connsiteX0" y="connsiteY0"/>
                    </a:cxn>
                    <a:cxn ang="0">
                      <a:pos x="connsiteX1" y="connsiteY1"/>
                    </a:cxn>
                    <a:cxn ang="0">
                      <a:pos x="connsiteX2" y="connsiteY2"/>
                    </a:cxn>
                  </a:cxnLst>
                  <a:rect l="l" t="t" r="r" b="b"/>
                  <a:pathLst>
                    <a:path w="26431" h="51641">
                      <a:moveTo>
                        <a:pt x="26486" y="65"/>
                      </a:moveTo>
                      <a:lnTo>
                        <a:pt x="54" y="26497"/>
                      </a:lnTo>
                      <a:lnTo>
                        <a:pt x="25263" y="51706"/>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0" name="任意形状 389"/>
                <p:cNvSpPr/>
                <p:nvPr/>
              </p:nvSpPr>
              <p:spPr>
                <a:xfrm rot="10800000" flipV="1">
                  <a:off x="8270498" y="4896088"/>
                  <a:ext cx="26431" cy="51641"/>
                </a:xfrm>
                <a:custGeom>
                  <a:avLst/>
                  <a:gdLst>
                    <a:gd name="connsiteX0" fmla="*/ 26486 w 26431"/>
                    <a:gd name="connsiteY0" fmla="*/ 65 h 51641"/>
                    <a:gd name="connsiteX1" fmla="*/ 54 w 26431"/>
                    <a:gd name="connsiteY1" fmla="*/ 26497 h 51641"/>
                    <a:gd name="connsiteX2" fmla="*/ 25263 w 26431"/>
                    <a:gd name="connsiteY2" fmla="*/ 51706 h 51641"/>
                  </a:gdLst>
                  <a:ahLst/>
                  <a:cxnLst>
                    <a:cxn ang="0">
                      <a:pos x="connsiteX0" y="connsiteY0"/>
                    </a:cxn>
                    <a:cxn ang="0">
                      <a:pos x="connsiteX1" y="connsiteY1"/>
                    </a:cxn>
                    <a:cxn ang="0">
                      <a:pos x="connsiteX2" y="connsiteY2"/>
                    </a:cxn>
                  </a:cxnLst>
                  <a:rect l="l" t="t" r="r" b="b"/>
                  <a:pathLst>
                    <a:path w="26431" h="51641">
                      <a:moveTo>
                        <a:pt x="26486" y="65"/>
                      </a:moveTo>
                      <a:lnTo>
                        <a:pt x="54" y="26497"/>
                      </a:lnTo>
                      <a:lnTo>
                        <a:pt x="25263" y="51706"/>
                      </a:lnTo>
                    </a:path>
                  </a:pathLst>
                </a:custGeom>
                <a:no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1" name="任意形状 390"/>
                <p:cNvSpPr/>
                <p:nvPr/>
              </p:nvSpPr>
              <p:spPr>
                <a:xfrm>
                  <a:off x="8225564" y="4892222"/>
                  <a:ext cx="26431" cy="63436"/>
                </a:xfrm>
                <a:custGeom>
                  <a:avLst/>
                  <a:gdLst>
                    <a:gd name="connsiteX0" fmla="*/ 26486 w 26431"/>
                    <a:gd name="connsiteY0" fmla="*/ 65 h 63436"/>
                    <a:gd name="connsiteX1" fmla="*/ 54 w 26431"/>
                    <a:gd name="connsiteY1" fmla="*/ 63502 h 63436"/>
                  </a:gdLst>
                  <a:ahLst/>
                  <a:cxnLst>
                    <a:cxn ang="0">
                      <a:pos x="connsiteX0" y="connsiteY0"/>
                    </a:cxn>
                    <a:cxn ang="0">
                      <a:pos x="connsiteX1" y="connsiteY1"/>
                    </a:cxn>
                  </a:cxnLst>
                  <a:rect l="l" t="t" r="r" b="b"/>
                  <a:pathLst>
                    <a:path w="26431" h="63436">
                      <a:moveTo>
                        <a:pt x="26486" y="65"/>
                      </a:moveTo>
                      <a:lnTo>
                        <a:pt x="54" y="63502"/>
                      </a:lnTo>
                    </a:path>
                  </a:pathLst>
                </a:custGeom>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392" name="任意形状 391"/>
            <p:cNvSpPr/>
            <p:nvPr/>
          </p:nvSpPr>
          <p:spPr>
            <a:xfrm>
              <a:off x="8265212" y="5058743"/>
              <a:ext cx="52863" cy="52863"/>
            </a:xfrm>
            <a:custGeom>
              <a:avLst/>
              <a:gdLst>
                <a:gd name="connsiteX0" fmla="*/ 52904 w 52863"/>
                <a:gd name="connsiteY0" fmla="*/ 26466 h 52863"/>
                <a:gd name="connsiteX1" fmla="*/ 26472 w 52863"/>
                <a:gd name="connsiteY1" fmla="*/ 52898 h 52863"/>
                <a:gd name="connsiteX2" fmla="*/ 40 w 52863"/>
                <a:gd name="connsiteY2" fmla="*/ 26466 h 52863"/>
                <a:gd name="connsiteX3" fmla="*/ 26472 w 52863"/>
                <a:gd name="connsiteY3" fmla="*/ 34 h 52863"/>
                <a:gd name="connsiteX4" fmla="*/ 52904 w 52863"/>
                <a:gd name="connsiteY4" fmla="*/ 26466 h 52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63" h="52863">
                  <a:moveTo>
                    <a:pt x="52904" y="26466"/>
                  </a:moveTo>
                  <a:cubicBezTo>
                    <a:pt x="52904" y="41064"/>
                    <a:pt x="41070" y="52898"/>
                    <a:pt x="26472" y="52898"/>
                  </a:cubicBezTo>
                  <a:cubicBezTo>
                    <a:pt x="11874" y="52898"/>
                    <a:pt x="40" y="41064"/>
                    <a:pt x="40" y="26466"/>
                  </a:cubicBezTo>
                  <a:cubicBezTo>
                    <a:pt x="40" y="11868"/>
                    <a:pt x="11874" y="34"/>
                    <a:pt x="26472" y="34"/>
                  </a:cubicBezTo>
                  <a:cubicBezTo>
                    <a:pt x="41070" y="34"/>
                    <a:pt x="52904" y="11868"/>
                    <a:pt x="52904" y="2646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3" name="任意形状 392"/>
            <p:cNvSpPr/>
            <p:nvPr/>
          </p:nvSpPr>
          <p:spPr>
            <a:xfrm>
              <a:off x="8814995" y="5042884"/>
              <a:ext cx="52863" cy="52863"/>
            </a:xfrm>
            <a:custGeom>
              <a:avLst/>
              <a:gdLst>
                <a:gd name="connsiteX0" fmla="*/ 52904 w 52863"/>
                <a:gd name="connsiteY0" fmla="*/ 26466 h 52863"/>
                <a:gd name="connsiteX1" fmla="*/ 26472 w 52863"/>
                <a:gd name="connsiteY1" fmla="*/ 52898 h 52863"/>
                <a:gd name="connsiteX2" fmla="*/ 40 w 52863"/>
                <a:gd name="connsiteY2" fmla="*/ 26466 h 52863"/>
                <a:gd name="connsiteX3" fmla="*/ 26472 w 52863"/>
                <a:gd name="connsiteY3" fmla="*/ 34 h 52863"/>
                <a:gd name="connsiteX4" fmla="*/ 52904 w 52863"/>
                <a:gd name="connsiteY4" fmla="*/ 26466 h 52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63" h="52863">
                  <a:moveTo>
                    <a:pt x="52904" y="26466"/>
                  </a:moveTo>
                  <a:cubicBezTo>
                    <a:pt x="52904" y="41064"/>
                    <a:pt x="41070" y="52898"/>
                    <a:pt x="26472" y="52898"/>
                  </a:cubicBezTo>
                  <a:cubicBezTo>
                    <a:pt x="11874" y="52898"/>
                    <a:pt x="40" y="41064"/>
                    <a:pt x="40" y="26466"/>
                  </a:cubicBezTo>
                  <a:cubicBezTo>
                    <a:pt x="40" y="11868"/>
                    <a:pt x="11874" y="34"/>
                    <a:pt x="26472" y="34"/>
                  </a:cubicBezTo>
                  <a:cubicBezTo>
                    <a:pt x="41070" y="34"/>
                    <a:pt x="52904" y="11868"/>
                    <a:pt x="52904" y="26466"/>
                  </a:cubicBezTo>
                  <a:close/>
                </a:path>
              </a:pathLst>
            </a:custGeom>
            <a:solidFill>
              <a:schemeClr val="bg2"/>
            </a:solidFill>
            <a:ln w="10557"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1" name="标题 10"/>
          <p:cNvSpPr/>
          <p:nvPr>
            <p:ph type="title"/>
          </p:nvPr>
        </p:nvSpPr>
        <p:spPr/>
        <p:txBody>
          <a:bodyPr/>
          <a:p>
            <a:r>
              <a:rPr lang="zh-CN" altLang="en-US"/>
              <a:t>插画</a:t>
            </a:r>
            <a:r>
              <a:rPr lang="zh-CN" altLang="en-US"/>
              <a:t>图标</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插画图标</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3" name="图片 27" descr="icon-20"/>
          <p:cNvGrpSpPr/>
          <p:nvPr/>
        </p:nvGrpSpPr>
        <p:grpSpPr>
          <a:xfrm>
            <a:off x="1229550" y="1588430"/>
            <a:ext cx="966692" cy="841238"/>
            <a:chOff x="1229550" y="1588430"/>
            <a:chExt cx="966692" cy="841238"/>
          </a:xfrm>
        </p:grpSpPr>
        <p:sp>
          <p:nvSpPr>
            <p:cNvPr id="4" name="任意形状 3"/>
            <p:cNvSpPr/>
            <p:nvPr/>
          </p:nvSpPr>
          <p:spPr>
            <a:xfrm>
              <a:off x="1229550" y="1919605"/>
              <a:ext cx="514921" cy="63150"/>
            </a:xfrm>
            <a:custGeom>
              <a:avLst/>
              <a:gdLst>
                <a:gd name="connsiteX0" fmla="*/ 514922 w 514921"/>
                <a:gd name="connsiteY0" fmla="*/ 0 h 63150"/>
                <a:gd name="connsiteX1" fmla="*/ 514922 w 514921"/>
                <a:gd name="connsiteY1" fmla="*/ 24289 h 63150"/>
                <a:gd name="connsiteX2" fmla="*/ 476060 w 514921"/>
                <a:gd name="connsiteY2" fmla="*/ 63151 h 63150"/>
                <a:gd name="connsiteX3" fmla="*/ 38862 w 514921"/>
                <a:gd name="connsiteY3" fmla="*/ 63151 h 63150"/>
                <a:gd name="connsiteX4" fmla="*/ 0 w 514921"/>
                <a:gd name="connsiteY4" fmla="*/ 24289 h 63150"/>
                <a:gd name="connsiteX5" fmla="*/ 0 w 514921"/>
                <a:gd name="connsiteY5" fmla="*/ 0 h 63150"/>
                <a:gd name="connsiteX6" fmla="*/ 174879 w 514921"/>
                <a:gd name="connsiteY6" fmla="*/ 1 h 63150"/>
                <a:gd name="connsiteX7" fmla="*/ 174879 w 514921"/>
                <a:gd name="connsiteY7" fmla="*/ 24289 h 63150"/>
                <a:gd name="connsiteX8" fmla="*/ 344900 w 514921"/>
                <a:gd name="connsiteY8" fmla="*/ 24289 h 63150"/>
                <a:gd name="connsiteX9" fmla="*/ 344900 w 514921"/>
                <a:gd name="connsiteY9" fmla="*/ 1 h 63150"/>
                <a:gd name="connsiteX10" fmla="*/ 514922 w 514921"/>
                <a:gd name="connsiteY10" fmla="*/ 0 h 6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921" h="63150">
                  <a:moveTo>
                    <a:pt x="514922" y="0"/>
                  </a:moveTo>
                  <a:lnTo>
                    <a:pt x="514922" y="24289"/>
                  </a:lnTo>
                  <a:cubicBezTo>
                    <a:pt x="514922" y="45752"/>
                    <a:pt x="497522" y="63151"/>
                    <a:pt x="476060" y="63151"/>
                  </a:cubicBezTo>
                  <a:lnTo>
                    <a:pt x="38862" y="63151"/>
                  </a:lnTo>
                  <a:cubicBezTo>
                    <a:pt x="17399" y="63151"/>
                    <a:pt x="0" y="45752"/>
                    <a:pt x="0" y="24289"/>
                  </a:cubicBezTo>
                  <a:lnTo>
                    <a:pt x="0" y="0"/>
                  </a:lnTo>
                  <a:lnTo>
                    <a:pt x="174879" y="1"/>
                  </a:lnTo>
                  <a:lnTo>
                    <a:pt x="174879" y="24289"/>
                  </a:lnTo>
                  <a:lnTo>
                    <a:pt x="344900" y="24289"/>
                  </a:lnTo>
                  <a:lnTo>
                    <a:pt x="344900" y="1"/>
                  </a:lnTo>
                  <a:lnTo>
                    <a:pt x="514922" y="0"/>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 name="任意形状 4"/>
            <p:cNvSpPr/>
            <p:nvPr/>
          </p:nvSpPr>
          <p:spPr>
            <a:xfrm>
              <a:off x="1681321" y="2366518"/>
              <a:ext cx="514921" cy="63150"/>
            </a:xfrm>
            <a:custGeom>
              <a:avLst/>
              <a:gdLst>
                <a:gd name="connsiteX0" fmla="*/ 514922 w 514921"/>
                <a:gd name="connsiteY0" fmla="*/ 0 h 63150"/>
                <a:gd name="connsiteX1" fmla="*/ 514922 w 514921"/>
                <a:gd name="connsiteY1" fmla="*/ 24289 h 63150"/>
                <a:gd name="connsiteX2" fmla="*/ 476060 w 514921"/>
                <a:gd name="connsiteY2" fmla="*/ 63151 h 63150"/>
                <a:gd name="connsiteX3" fmla="*/ 38862 w 514921"/>
                <a:gd name="connsiteY3" fmla="*/ 63151 h 63150"/>
                <a:gd name="connsiteX4" fmla="*/ 0 w 514921"/>
                <a:gd name="connsiteY4" fmla="*/ 24289 h 63150"/>
                <a:gd name="connsiteX5" fmla="*/ 0 w 514921"/>
                <a:gd name="connsiteY5" fmla="*/ 0 h 63150"/>
                <a:gd name="connsiteX6" fmla="*/ 174879 w 514921"/>
                <a:gd name="connsiteY6" fmla="*/ 1 h 63150"/>
                <a:gd name="connsiteX7" fmla="*/ 174879 w 514921"/>
                <a:gd name="connsiteY7" fmla="*/ 24289 h 63150"/>
                <a:gd name="connsiteX8" fmla="*/ 344900 w 514921"/>
                <a:gd name="connsiteY8" fmla="*/ 24289 h 63150"/>
                <a:gd name="connsiteX9" fmla="*/ 344900 w 514921"/>
                <a:gd name="connsiteY9" fmla="*/ 1 h 63150"/>
                <a:gd name="connsiteX10" fmla="*/ 514922 w 514921"/>
                <a:gd name="connsiteY10" fmla="*/ 0 h 6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921" h="63150">
                  <a:moveTo>
                    <a:pt x="514922" y="0"/>
                  </a:moveTo>
                  <a:lnTo>
                    <a:pt x="514922" y="24289"/>
                  </a:lnTo>
                  <a:cubicBezTo>
                    <a:pt x="514922" y="45752"/>
                    <a:pt x="497522" y="63151"/>
                    <a:pt x="476060" y="63151"/>
                  </a:cubicBezTo>
                  <a:lnTo>
                    <a:pt x="38862" y="63151"/>
                  </a:lnTo>
                  <a:cubicBezTo>
                    <a:pt x="17399" y="63151"/>
                    <a:pt x="0" y="45752"/>
                    <a:pt x="0" y="24289"/>
                  </a:cubicBezTo>
                  <a:lnTo>
                    <a:pt x="0" y="0"/>
                  </a:lnTo>
                  <a:lnTo>
                    <a:pt x="174879" y="1"/>
                  </a:lnTo>
                  <a:lnTo>
                    <a:pt x="174879" y="24289"/>
                  </a:lnTo>
                  <a:lnTo>
                    <a:pt x="344900" y="24289"/>
                  </a:lnTo>
                  <a:lnTo>
                    <a:pt x="344900" y="1"/>
                  </a:lnTo>
                  <a:lnTo>
                    <a:pt x="514922" y="0"/>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 name="任意形状 5"/>
            <p:cNvSpPr/>
            <p:nvPr/>
          </p:nvSpPr>
          <p:spPr>
            <a:xfrm>
              <a:off x="1253839" y="1613566"/>
              <a:ext cx="471201" cy="276891"/>
            </a:xfrm>
            <a:custGeom>
              <a:avLst/>
              <a:gdLst>
                <a:gd name="connsiteX0" fmla="*/ 0 w 471201"/>
                <a:gd name="connsiteY0" fmla="*/ 276892 h 276891"/>
                <a:gd name="connsiteX1" fmla="*/ 0 w 471201"/>
                <a:gd name="connsiteY1" fmla="*/ 15172 h 276891"/>
                <a:gd name="connsiteX2" fmla="*/ 14577 w 471201"/>
                <a:gd name="connsiteY2" fmla="*/ 0 h 276891"/>
                <a:gd name="connsiteX3" fmla="*/ 140875 w 471201"/>
                <a:gd name="connsiteY3" fmla="*/ 0 h 276891"/>
                <a:gd name="connsiteX4" fmla="*/ 140875 w 471201"/>
                <a:gd name="connsiteY4" fmla="*/ 0 h 276891"/>
                <a:gd name="connsiteX5" fmla="*/ 335185 w 471201"/>
                <a:gd name="connsiteY5" fmla="*/ 0 h 276891"/>
                <a:gd name="connsiteX6" fmla="*/ 456908 w 471201"/>
                <a:gd name="connsiteY6" fmla="*/ 0 h 276891"/>
                <a:gd name="connsiteX7" fmla="*/ 471202 w 471201"/>
                <a:gd name="connsiteY7" fmla="*/ 15172 h 276891"/>
                <a:gd name="connsiteX8" fmla="*/ 471202 w 471201"/>
                <a:gd name="connsiteY8" fmla="*/ 276892 h 276891"/>
                <a:gd name="connsiteX9" fmla="*/ 471202 w 471201"/>
                <a:gd name="connsiteY9" fmla="*/ 276892 h 27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1201" h="276891">
                  <a:moveTo>
                    <a:pt x="0" y="276892"/>
                  </a:moveTo>
                  <a:lnTo>
                    <a:pt x="0" y="15172"/>
                  </a:lnTo>
                  <a:cubicBezTo>
                    <a:pt x="0" y="6793"/>
                    <a:pt x="6526" y="0"/>
                    <a:pt x="14577" y="0"/>
                  </a:cubicBezTo>
                  <a:lnTo>
                    <a:pt x="140875" y="0"/>
                  </a:lnTo>
                  <a:lnTo>
                    <a:pt x="140875" y="0"/>
                  </a:lnTo>
                  <a:moveTo>
                    <a:pt x="335185" y="0"/>
                  </a:moveTo>
                  <a:lnTo>
                    <a:pt x="456908" y="0"/>
                  </a:lnTo>
                  <a:cubicBezTo>
                    <a:pt x="464802" y="0"/>
                    <a:pt x="471202" y="6793"/>
                    <a:pt x="471202" y="15172"/>
                  </a:cubicBezTo>
                  <a:lnTo>
                    <a:pt x="471202" y="276892"/>
                  </a:lnTo>
                  <a:lnTo>
                    <a:pt x="471202" y="276892"/>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 name="任意形状 6"/>
            <p:cNvSpPr/>
            <p:nvPr/>
          </p:nvSpPr>
          <p:spPr>
            <a:xfrm>
              <a:off x="1700752" y="2060479"/>
              <a:ext cx="471201" cy="276891"/>
            </a:xfrm>
            <a:custGeom>
              <a:avLst/>
              <a:gdLst>
                <a:gd name="connsiteX0" fmla="*/ 0 w 471201"/>
                <a:gd name="connsiteY0" fmla="*/ 276892 h 276891"/>
                <a:gd name="connsiteX1" fmla="*/ 0 w 471201"/>
                <a:gd name="connsiteY1" fmla="*/ 15172 h 276891"/>
                <a:gd name="connsiteX2" fmla="*/ 14577 w 471201"/>
                <a:gd name="connsiteY2" fmla="*/ 0 h 276891"/>
                <a:gd name="connsiteX3" fmla="*/ 140875 w 471201"/>
                <a:gd name="connsiteY3" fmla="*/ 0 h 276891"/>
                <a:gd name="connsiteX4" fmla="*/ 140875 w 471201"/>
                <a:gd name="connsiteY4" fmla="*/ 0 h 276891"/>
                <a:gd name="connsiteX5" fmla="*/ 335185 w 471201"/>
                <a:gd name="connsiteY5" fmla="*/ 0 h 276891"/>
                <a:gd name="connsiteX6" fmla="*/ 456908 w 471201"/>
                <a:gd name="connsiteY6" fmla="*/ 0 h 276891"/>
                <a:gd name="connsiteX7" fmla="*/ 471202 w 471201"/>
                <a:gd name="connsiteY7" fmla="*/ 15172 h 276891"/>
                <a:gd name="connsiteX8" fmla="*/ 471202 w 471201"/>
                <a:gd name="connsiteY8" fmla="*/ 276892 h 276891"/>
                <a:gd name="connsiteX9" fmla="*/ 471202 w 471201"/>
                <a:gd name="connsiteY9" fmla="*/ 276892 h 27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1201" h="276891">
                  <a:moveTo>
                    <a:pt x="0" y="276892"/>
                  </a:moveTo>
                  <a:lnTo>
                    <a:pt x="0" y="15172"/>
                  </a:lnTo>
                  <a:cubicBezTo>
                    <a:pt x="0" y="6793"/>
                    <a:pt x="6526" y="0"/>
                    <a:pt x="14577" y="0"/>
                  </a:cubicBezTo>
                  <a:lnTo>
                    <a:pt x="140875" y="0"/>
                  </a:lnTo>
                  <a:lnTo>
                    <a:pt x="140875" y="0"/>
                  </a:lnTo>
                  <a:moveTo>
                    <a:pt x="335185" y="0"/>
                  </a:moveTo>
                  <a:lnTo>
                    <a:pt x="456908" y="0"/>
                  </a:lnTo>
                  <a:cubicBezTo>
                    <a:pt x="464802" y="0"/>
                    <a:pt x="471202" y="6793"/>
                    <a:pt x="471202" y="15172"/>
                  </a:cubicBezTo>
                  <a:lnTo>
                    <a:pt x="471202" y="276892"/>
                  </a:lnTo>
                  <a:lnTo>
                    <a:pt x="471202" y="276892"/>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 name="任意形状 7"/>
            <p:cNvSpPr/>
            <p:nvPr/>
          </p:nvSpPr>
          <p:spPr>
            <a:xfrm>
              <a:off x="1413165" y="1588430"/>
              <a:ext cx="143699" cy="143699"/>
            </a:xfrm>
            <a:custGeom>
              <a:avLst/>
              <a:gdLst>
                <a:gd name="connsiteX0" fmla="*/ 143699 w 143699"/>
                <a:gd name="connsiteY0" fmla="*/ 71850 h 143699"/>
                <a:gd name="connsiteX1" fmla="*/ 71850 w 143699"/>
                <a:gd name="connsiteY1" fmla="*/ 143699 h 143699"/>
                <a:gd name="connsiteX2" fmla="*/ 0 w 143699"/>
                <a:gd name="connsiteY2" fmla="*/ 71850 h 143699"/>
                <a:gd name="connsiteX3" fmla="*/ 71850 w 143699"/>
                <a:gd name="connsiteY3" fmla="*/ 0 h 143699"/>
                <a:gd name="connsiteX4" fmla="*/ 143699 w 143699"/>
                <a:gd name="connsiteY4" fmla="*/ 71850 h 143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699" h="143699">
                  <a:moveTo>
                    <a:pt x="143699" y="71850"/>
                  </a:moveTo>
                  <a:cubicBezTo>
                    <a:pt x="143699" y="111531"/>
                    <a:pt x="111531" y="143699"/>
                    <a:pt x="71850" y="143699"/>
                  </a:cubicBezTo>
                  <a:cubicBezTo>
                    <a:pt x="32168" y="143699"/>
                    <a:pt x="0" y="111531"/>
                    <a:pt x="0" y="71850"/>
                  </a:cubicBezTo>
                  <a:cubicBezTo>
                    <a:pt x="0" y="32168"/>
                    <a:pt x="32168" y="0"/>
                    <a:pt x="71850" y="0"/>
                  </a:cubicBezTo>
                  <a:cubicBezTo>
                    <a:pt x="111531" y="0"/>
                    <a:pt x="143699" y="32168"/>
                    <a:pt x="143699" y="71850"/>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 name="任意形状 8"/>
            <p:cNvSpPr/>
            <p:nvPr/>
          </p:nvSpPr>
          <p:spPr>
            <a:xfrm>
              <a:off x="1864936" y="2035343"/>
              <a:ext cx="143699" cy="143699"/>
            </a:xfrm>
            <a:custGeom>
              <a:avLst/>
              <a:gdLst>
                <a:gd name="connsiteX0" fmla="*/ 143699 w 143699"/>
                <a:gd name="connsiteY0" fmla="*/ 71849 h 143699"/>
                <a:gd name="connsiteX1" fmla="*/ 71850 w 143699"/>
                <a:gd name="connsiteY1" fmla="*/ 143699 h 143699"/>
                <a:gd name="connsiteX2" fmla="*/ 0 w 143699"/>
                <a:gd name="connsiteY2" fmla="*/ 71849 h 143699"/>
                <a:gd name="connsiteX3" fmla="*/ 71850 w 143699"/>
                <a:gd name="connsiteY3" fmla="*/ 0 h 143699"/>
                <a:gd name="connsiteX4" fmla="*/ 143699 w 143699"/>
                <a:gd name="connsiteY4" fmla="*/ 71849 h 143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699" h="143699">
                  <a:moveTo>
                    <a:pt x="143699" y="71849"/>
                  </a:moveTo>
                  <a:cubicBezTo>
                    <a:pt x="143699" y="111531"/>
                    <a:pt x="111531" y="143699"/>
                    <a:pt x="71850" y="143699"/>
                  </a:cubicBezTo>
                  <a:cubicBezTo>
                    <a:pt x="32168" y="143699"/>
                    <a:pt x="0" y="111531"/>
                    <a:pt x="0" y="71849"/>
                  </a:cubicBezTo>
                  <a:cubicBezTo>
                    <a:pt x="0" y="32168"/>
                    <a:pt x="32168" y="0"/>
                    <a:pt x="71850" y="0"/>
                  </a:cubicBezTo>
                  <a:cubicBezTo>
                    <a:pt x="111531" y="0"/>
                    <a:pt x="143699" y="32168"/>
                    <a:pt x="143699" y="71849"/>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任意形状 9"/>
            <p:cNvSpPr/>
            <p:nvPr/>
          </p:nvSpPr>
          <p:spPr>
            <a:xfrm>
              <a:off x="1341316" y="1760800"/>
              <a:ext cx="287398" cy="55153"/>
            </a:xfrm>
            <a:custGeom>
              <a:avLst/>
              <a:gdLst>
                <a:gd name="connsiteX0" fmla="*/ 0 w 287398"/>
                <a:gd name="connsiteY0" fmla="*/ 55154 h 55153"/>
                <a:gd name="connsiteX1" fmla="*/ 55056 w 287398"/>
                <a:gd name="connsiteY1" fmla="*/ 97 h 55153"/>
                <a:gd name="connsiteX2" fmla="*/ 63169 w 287398"/>
                <a:gd name="connsiteY2" fmla="*/ 698 h 55153"/>
                <a:gd name="connsiteX3" fmla="*/ 142897 w 287398"/>
                <a:gd name="connsiteY3" fmla="*/ 12576 h 55153"/>
                <a:gd name="connsiteX4" fmla="*/ 142897 w 287398"/>
                <a:gd name="connsiteY4" fmla="*/ 12576 h 55153"/>
                <a:gd name="connsiteX5" fmla="*/ 224214 w 287398"/>
                <a:gd name="connsiteY5" fmla="*/ 596 h 55153"/>
                <a:gd name="connsiteX6" fmla="*/ 286809 w 287398"/>
                <a:gd name="connsiteY6" fmla="*/ 47116 h 55153"/>
                <a:gd name="connsiteX7" fmla="*/ 287398 w 287398"/>
                <a:gd name="connsiteY7" fmla="*/ 55154 h 55153"/>
                <a:gd name="connsiteX8" fmla="*/ 287398 w 287398"/>
                <a:gd name="connsiteY8" fmla="*/ 55154 h 55153"/>
                <a:gd name="connsiteX9" fmla="*/ 287398 w 287398"/>
                <a:gd name="connsiteY9" fmla="*/ 55154 h 5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7398" h="55153">
                  <a:moveTo>
                    <a:pt x="0" y="55154"/>
                  </a:moveTo>
                  <a:cubicBezTo>
                    <a:pt x="0" y="24747"/>
                    <a:pt x="24650" y="97"/>
                    <a:pt x="55056" y="97"/>
                  </a:cubicBezTo>
                  <a:cubicBezTo>
                    <a:pt x="57772" y="97"/>
                    <a:pt x="60483" y="298"/>
                    <a:pt x="63169" y="698"/>
                  </a:cubicBezTo>
                  <a:lnTo>
                    <a:pt x="142897" y="12576"/>
                  </a:lnTo>
                  <a:lnTo>
                    <a:pt x="142897" y="12576"/>
                  </a:lnTo>
                  <a:lnTo>
                    <a:pt x="224214" y="596"/>
                  </a:lnTo>
                  <a:cubicBezTo>
                    <a:pt x="254345" y="-3843"/>
                    <a:pt x="282370" y="16985"/>
                    <a:pt x="286809" y="47116"/>
                  </a:cubicBezTo>
                  <a:cubicBezTo>
                    <a:pt x="287201" y="49777"/>
                    <a:pt x="287398" y="52464"/>
                    <a:pt x="287398" y="55154"/>
                  </a:cubicBezTo>
                  <a:lnTo>
                    <a:pt x="287398" y="55154"/>
                  </a:lnTo>
                  <a:lnTo>
                    <a:pt x="287398" y="55154"/>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任意形状 10"/>
            <p:cNvSpPr/>
            <p:nvPr/>
          </p:nvSpPr>
          <p:spPr>
            <a:xfrm>
              <a:off x="1793087" y="2207713"/>
              <a:ext cx="287398" cy="55153"/>
            </a:xfrm>
            <a:custGeom>
              <a:avLst/>
              <a:gdLst>
                <a:gd name="connsiteX0" fmla="*/ 0 w 287398"/>
                <a:gd name="connsiteY0" fmla="*/ 55154 h 55153"/>
                <a:gd name="connsiteX1" fmla="*/ 55056 w 287398"/>
                <a:gd name="connsiteY1" fmla="*/ 97 h 55153"/>
                <a:gd name="connsiteX2" fmla="*/ 63169 w 287398"/>
                <a:gd name="connsiteY2" fmla="*/ 698 h 55153"/>
                <a:gd name="connsiteX3" fmla="*/ 142897 w 287398"/>
                <a:gd name="connsiteY3" fmla="*/ 12576 h 55153"/>
                <a:gd name="connsiteX4" fmla="*/ 142897 w 287398"/>
                <a:gd name="connsiteY4" fmla="*/ 12576 h 55153"/>
                <a:gd name="connsiteX5" fmla="*/ 224214 w 287398"/>
                <a:gd name="connsiteY5" fmla="*/ 596 h 55153"/>
                <a:gd name="connsiteX6" fmla="*/ 286809 w 287398"/>
                <a:gd name="connsiteY6" fmla="*/ 47116 h 55153"/>
                <a:gd name="connsiteX7" fmla="*/ 287398 w 287398"/>
                <a:gd name="connsiteY7" fmla="*/ 55154 h 55153"/>
                <a:gd name="connsiteX8" fmla="*/ 287398 w 287398"/>
                <a:gd name="connsiteY8" fmla="*/ 55154 h 55153"/>
                <a:gd name="connsiteX9" fmla="*/ 287398 w 287398"/>
                <a:gd name="connsiteY9" fmla="*/ 55154 h 5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7398" h="55153">
                  <a:moveTo>
                    <a:pt x="0" y="55154"/>
                  </a:moveTo>
                  <a:cubicBezTo>
                    <a:pt x="0" y="24747"/>
                    <a:pt x="24650" y="97"/>
                    <a:pt x="55056" y="97"/>
                  </a:cubicBezTo>
                  <a:cubicBezTo>
                    <a:pt x="57772" y="97"/>
                    <a:pt x="60483" y="298"/>
                    <a:pt x="63169" y="698"/>
                  </a:cubicBezTo>
                  <a:lnTo>
                    <a:pt x="142897" y="12576"/>
                  </a:lnTo>
                  <a:lnTo>
                    <a:pt x="142897" y="12576"/>
                  </a:lnTo>
                  <a:lnTo>
                    <a:pt x="224214" y="596"/>
                  </a:lnTo>
                  <a:cubicBezTo>
                    <a:pt x="254345" y="-3843"/>
                    <a:pt x="282370" y="16985"/>
                    <a:pt x="286809" y="47116"/>
                  </a:cubicBezTo>
                  <a:cubicBezTo>
                    <a:pt x="287201" y="49777"/>
                    <a:pt x="287398" y="52464"/>
                    <a:pt x="287398" y="55154"/>
                  </a:cubicBezTo>
                  <a:lnTo>
                    <a:pt x="287398" y="55154"/>
                  </a:lnTo>
                  <a:lnTo>
                    <a:pt x="287398" y="55154"/>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2" name="图片 27" descr="icon-20"/>
            <p:cNvGrpSpPr/>
            <p:nvPr/>
          </p:nvGrpSpPr>
          <p:grpSpPr>
            <a:xfrm>
              <a:off x="1269889" y="2078844"/>
              <a:ext cx="317030" cy="243953"/>
              <a:chOff x="1269889" y="2078844"/>
              <a:chExt cx="317030" cy="243953"/>
            </a:xfrm>
          </p:grpSpPr>
          <p:sp>
            <p:nvSpPr>
              <p:cNvPr id="13" name="任意形状 12"/>
              <p:cNvSpPr/>
              <p:nvPr/>
            </p:nvSpPr>
            <p:spPr>
              <a:xfrm>
                <a:off x="1316989" y="2082904"/>
                <a:ext cx="216845" cy="205889"/>
              </a:xfrm>
              <a:custGeom>
                <a:avLst/>
                <a:gdLst>
                  <a:gd name="connsiteX0" fmla="*/ 30 w 216845"/>
                  <a:gd name="connsiteY0" fmla="*/ 133 h 205889"/>
                  <a:gd name="connsiteX1" fmla="*/ 30 w 216845"/>
                  <a:gd name="connsiteY1" fmla="*/ 206022 h 205889"/>
                  <a:gd name="connsiteX2" fmla="*/ 216876 w 216845"/>
                  <a:gd name="connsiteY2" fmla="*/ 206022 h 205889"/>
                </a:gdLst>
                <a:ahLst/>
                <a:cxnLst>
                  <a:cxn ang="0">
                    <a:pos x="connsiteX0" y="connsiteY0"/>
                  </a:cxn>
                  <a:cxn ang="0">
                    <a:pos x="connsiteX1" y="connsiteY1"/>
                  </a:cxn>
                  <a:cxn ang="0">
                    <a:pos x="connsiteX2" y="connsiteY2"/>
                  </a:cxn>
                </a:cxnLst>
                <a:rect l="l" t="t" r="r" b="b"/>
                <a:pathLst>
                  <a:path w="216845" h="205889">
                    <a:moveTo>
                      <a:pt x="30" y="133"/>
                    </a:moveTo>
                    <a:lnTo>
                      <a:pt x="30" y="206022"/>
                    </a:lnTo>
                    <a:lnTo>
                      <a:pt x="216876" y="206022"/>
                    </a:lnTo>
                  </a:path>
                </a:pathLst>
              </a:custGeom>
              <a:noFill/>
              <a:ln w="9684" cap="rnd">
                <a:solidFill>
                  <a:schemeClr val="tx2"/>
                </a:solidFill>
                <a:prstDash val="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 name="任意形状 13"/>
              <p:cNvSpPr/>
              <p:nvPr/>
            </p:nvSpPr>
            <p:spPr>
              <a:xfrm>
                <a:off x="1523769" y="2259647"/>
                <a:ext cx="63150" cy="63150"/>
              </a:xfrm>
              <a:custGeom>
                <a:avLst/>
                <a:gdLst>
                  <a:gd name="connsiteX0" fmla="*/ 63181 w 63150"/>
                  <a:gd name="connsiteY0" fmla="*/ 31708 h 63150"/>
                  <a:gd name="connsiteX1" fmla="*/ 31606 w 63150"/>
                  <a:gd name="connsiteY1" fmla="*/ 63284 h 63150"/>
                  <a:gd name="connsiteX2" fmla="*/ 30 w 63150"/>
                  <a:gd name="connsiteY2" fmla="*/ 31708 h 63150"/>
                  <a:gd name="connsiteX3" fmla="*/ 31606 w 63150"/>
                  <a:gd name="connsiteY3" fmla="*/ 133 h 63150"/>
                  <a:gd name="connsiteX4" fmla="*/ 63181 w 63150"/>
                  <a:gd name="connsiteY4" fmla="*/ 31708 h 6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0" h="63150">
                    <a:moveTo>
                      <a:pt x="63181" y="31708"/>
                    </a:moveTo>
                    <a:cubicBezTo>
                      <a:pt x="63181" y="49147"/>
                      <a:pt x="49044" y="63284"/>
                      <a:pt x="31606" y="63284"/>
                    </a:cubicBezTo>
                    <a:cubicBezTo>
                      <a:pt x="14167" y="63284"/>
                      <a:pt x="30" y="49147"/>
                      <a:pt x="30" y="31708"/>
                    </a:cubicBezTo>
                    <a:cubicBezTo>
                      <a:pt x="30" y="14270"/>
                      <a:pt x="14167" y="133"/>
                      <a:pt x="31606" y="133"/>
                    </a:cubicBezTo>
                    <a:cubicBezTo>
                      <a:pt x="49044" y="133"/>
                      <a:pt x="63181" y="14270"/>
                      <a:pt x="63181" y="31708"/>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 name="任意形状 14"/>
              <p:cNvSpPr/>
              <p:nvPr/>
            </p:nvSpPr>
            <p:spPr>
              <a:xfrm>
                <a:off x="1269889" y="2078844"/>
                <a:ext cx="94201" cy="47100"/>
              </a:xfrm>
              <a:custGeom>
                <a:avLst/>
                <a:gdLst>
                  <a:gd name="connsiteX0" fmla="*/ 30 w 94201"/>
                  <a:gd name="connsiteY0" fmla="*/ 47233 h 47100"/>
                  <a:gd name="connsiteX1" fmla="*/ 47131 w 94201"/>
                  <a:gd name="connsiteY1" fmla="*/ 133 h 47100"/>
                  <a:gd name="connsiteX2" fmla="*/ 94232 w 94201"/>
                  <a:gd name="connsiteY2" fmla="*/ 47233 h 47100"/>
                </a:gdLst>
                <a:ahLst/>
                <a:cxnLst>
                  <a:cxn ang="0">
                    <a:pos x="connsiteX0" y="connsiteY0"/>
                  </a:cxn>
                  <a:cxn ang="0">
                    <a:pos x="connsiteX1" y="connsiteY1"/>
                  </a:cxn>
                  <a:cxn ang="0">
                    <a:pos x="connsiteX2" y="connsiteY2"/>
                  </a:cxn>
                </a:cxnLst>
                <a:rect l="l" t="t" r="r" b="b"/>
                <a:pathLst>
                  <a:path w="94201" h="47100">
                    <a:moveTo>
                      <a:pt x="30" y="47233"/>
                    </a:moveTo>
                    <a:lnTo>
                      <a:pt x="47131" y="133"/>
                    </a:lnTo>
                    <a:lnTo>
                      <a:pt x="94232" y="47233"/>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 name="图片 27" descr="icon-20"/>
            <p:cNvGrpSpPr/>
            <p:nvPr/>
          </p:nvGrpSpPr>
          <p:grpSpPr>
            <a:xfrm>
              <a:off x="1813957" y="1709655"/>
              <a:ext cx="317030" cy="243953"/>
              <a:chOff x="1813957" y="1709655"/>
              <a:chExt cx="317030" cy="243953"/>
            </a:xfrm>
          </p:grpSpPr>
          <p:sp>
            <p:nvSpPr>
              <p:cNvPr id="17" name="任意形状 16"/>
              <p:cNvSpPr/>
              <p:nvPr/>
            </p:nvSpPr>
            <p:spPr>
              <a:xfrm rot="10800000">
                <a:off x="1867041" y="1743659"/>
                <a:ext cx="216845" cy="205889"/>
              </a:xfrm>
              <a:custGeom>
                <a:avLst/>
                <a:gdLst>
                  <a:gd name="connsiteX0" fmla="*/ 144 w 216845"/>
                  <a:gd name="connsiteY0" fmla="*/ 63 h 205889"/>
                  <a:gd name="connsiteX1" fmla="*/ 144 w 216845"/>
                  <a:gd name="connsiteY1" fmla="*/ 205952 h 205889"/>
                  <a:gd name="connsiteX2" fmla="*/ 216989 w 216845"/>
                  <a:gd name="connsiteY2" fmla="*/ 205952 h 205889"/>
                </a:gdLst>
                <a:ahLst/>
                <a:cxnLst>
                  <a:cxn ang="0">
                    <a:pos x="connsiteX0" y="connsiteY0"/>
                  </a:cxn>
                  <a:cxn ang="0">
                    <a:pos x="connsiteX1" y="connsiteY1"/>
                  </a:cxn>
                  <a:cxn ang="0">
                    <a:pos x="connsiteX2" y="connsiteY2"/>
                  </a:cxn>
                </a:cxnLst>
                <a:rect l="l" t="t" r="r" b="b"/>
                <a:pathLst>
                  <a:path w="216845" h="205889">
                    <a:moveTo>
                      <a:pt x="144" y="63"/>
                    </a:moveTo>
                    <a:lnTo>
                      <a:pt x="144" y="205952"/>
                    </a:lnTo>
                    <a:lnTo>
                      <a:pt x="216989" y="205952"/>
                    </a:lnTo>
                  </a:path>
                </a:pathLst>
              </a:custGeom>
              <a:noFill/>
              <a:ln w="9684" cap="rnd">
                <a:solidFill>
                  <a:schemeClr val="tx2"/>
                </a:solidFill>
                <a:prstDash val="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 name="任意形状 17"/>
              <p:cNvSpPr/>
              <p:nvPr/>
            </p:nvSpPr>
            <p:spPr>
              <a:xfrm rot="10800000">
                <a:off x="1813957" y="1709655"/>
                <a:ext cx="63150" cy="63150"/>
              </a:xfrm>
              <a:custGeom>
                <a:avLst/>
                <a:gdLst>
                  <a:gd name="connsiteX0" fmla="*/ 63241 w 63150"/>
                  <a:gd name="connsiteY0" fmla="*/ 31595 h 63150"/>
                  <a:gd name="connsiteX1" fmla="*/ 31665 w 63150"/>
                  <a:gd name="connsiteY1" fmla="*/ 63170 h 63150"/>
                  <a:gd name="connsiteX2" fmla="*/ 90 w 63150"/>
                  <a:gd name="connsiteY2" fmla="*/ 31595 h 63150"/>
                  <a:gd name="connsiteX3" fmla="*/ 31665 w 63150"/>
                  <a:gd name="connsiteY3" fmla="*/ 20 h 63150"/>
                  <a:gd name="connsiteX4" fmla="*/ 63241 w 63150"/>
                  <a:gd name="connsiteY4" fmla="*/ 31595 h 6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0" h="63150">
                    <a:moveTo>
                      <a:pt x="63241" y="31595"/>
                    </a:moveTo>
                    <a:cubicBezTo>
                      <a:pt x="63241" y="49034"/>
                      <a:pt x="49104" y="63170"/>
                      <a:pt x="31665" y="63170"/>
                    </a:cubicBezTo>
                    <a:cubicBezTo>
                      <a:pt x="14227" y="63170"/>
                      <a:pt x="90" y="49034"/>
                      <a:pt x="90" y="31595"/>
                    </a:cubicBezTo>
                    <a:cubicBezTo>
                      <a:pt x="90" y="14156"/>
                      <a:pt x="14227" y="20"/>
                      <a:pt x="31665" y="20"/>
                    </a:cubicBezTo>
                    <a:cubicBezTo>
                      <a:pt x="49104" y="20"/>
                      <a:pt x="63241" y="14156"/>
                      <a:pt x="63241" y="31595"/>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 name="任意形状 18"/>
              <p:cNvSpPr/>
              <p:nvPr/>
            </p:nvSpPr>
            <p:spPr>
              <a:xfrm rot="10800000">
                <a:off x="2036787" y="1906508"/>
                <a:ext cx="94201" cy="47100"/>
              </a:xfrm>
              <a:custGeom>
                <a:avLst/>
                <a:gdLst>
                  <a:gd name="connsiteX0" fmla="*/ 188 w 94201"/>
                  <a:gd name="connsiteY0" fmla="*/ 47198 h 47100"/>
                  <a:gd name="connsiteX1" fmla="*/ 47289 w 94201"/>
                  <a:gd name="connsiteY1" fmla="*/ 97 h 47100"/>
                  <a:gd name="connsiteX2" fmla="*/ 94389 w 94201"/>
                  <a:gd name="connsiteY2" fmla="*/ 47198 h 47100"/>
                </a:gdLst>
                <a:ahLst/>
                <a:cxnLst>
                  <a:cxn ang="0">
                    <a:pos x="connsiteX0" y="connsiteY0"/>
                  </a:cxn>
                  <a:cxn ang="0">
                    <a:pos x="connsiteX1" y="connsiteY1"/>
                  </a:cxn>
                  <a:cxn ang="0">
                    <a:pos x="connsiteX2" y="connsiteY2"/>
                  </a:cxn>
                </a:cxnLst>
                <a:rect l="l" t="t" r="r" b="b"/>
                <a:pathLst>
                  <a:path w="94201" h="47100">
                    <a:moveTo>
                      <a:pt x="188" y="47198"/>
                    </a:moveTo>
                    <a:lnTo>
                      <a:pt x="47289" y="97"/>
                    </a:lnTo>
                    <a:lnTo>
                      <a:pt x="94389" y="47198"/>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69" name="图片 36" descr="icon-21"/>
          <p:cNvGrpSpPr/>
          <p:nvPr/>
        </p:nvGrpSpPr>
        <p:grpSpPr>
          <a:xfrm>
            <a:off x="10057606" y="4724749"/>
            <a:ext cx="961834" cy="801528"/>
            <a:chOff x="10057606" y="4724749"/>
            <a:chExt cx="961834" cy="801528"/>
          </a:xfrm>
        </p:grpSpPr>
        <p:sp>
          <p:nvSpPr>
            <p:cNvPr id="170" name="任意形状 169"/>
            <p:cNvSpPr/>
            <p:nvPr/>
          </p:nvSpPr>
          <p:spPr>
            <a:xfrm>
              <a:off x="10057606" y="4724749"/>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1" name="任意形状 170"/>
            <p:cNvSpPr/>
            <p:nvPr/>
          </p:nvSpPr>
          <p:spPr>
            <a:xfrm>
              <a:off x="10543381" y="5259101"/>
              <a:ext cx="68008" cy="29146"/>
            </a:xfrm>
            <a:custGeom>
              <a:avLst/>
              <a:gdLst>
                <a:gd name="connsiteX0" fmla="*/ 0 w 68008"/>
                <a:gd name="connsiteY0" fmla="*/ 0 h 29146"/>
                <a:gd name="connsiteX1" fmla="*/ 68009 w 68008"/>
                <a:gd name="connsiteY1" fmla="*/ 0 h 29146"/>
                <a:gd name="connsiteX2" fmla="*/ 38862 w 68008"/>
                <a:gd name="connsiteY2" fmla="*/ 29147 h 29146"/>
                <a:gd name="connsiteX3" fmla="*/ 29147 w 68008"/>
                <a:gd name="connsiteY3" fmla="*/ 29147 h 29146"/>
                <a:gd name="connsiteX4" fmla="*/ 0 w 68008"/>
                <a:gd name="connsiteY4" fmla="*/ 0 h 29146"/>
                <a:gd name="connsiteX5" fmla="*/ 0 w 68008"/>
                <a:gd name="connsiteY5" fmla="*/ 0 h 29146"/>
                <a:gd name="connsiteX6" fmla="*/ 0 w 68008"/>
                <a:gd name="connsiteY6" fmla="*/ 0 h 2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008" h="29146">
                  <a:moveTo>
                    <a:pt x="0" y="0"/>
                  </a:moveTo>
                  <a:lnTo>
                    <a:pt x="68009" y="0"/>
                  </a:lnTo>
                  <a:cubicBezTo>
                    <a:pt x="68009" y="16097"/>
                    <a:pt x="54959" y="29147"/>
                    <a:pt x="38862" y="29147"/>
                  </a:cubicBezTo>
                  <a:lnTo>
                    <a:pt x="29147" y="29147"/>
                  </a:lnTo>
                  <a:cubicBezTo>
                    <a:pt x="13049" y="29147"/>
                    <a:pt x="0" y="16097"/>
                    <a:pt x="0" y="0"/>
                  </a:cubicBezTo>
                  <a:lnTo>
                    <a:pt x="0" y="0"/>
                  </a:lnTo>
                  <a:lnTo>
                    <a:pt x="0" y="0"/>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2" name="任意形状 171"/>
            <p:cNvSpPr/>
            <p:nvPr/>
          </p:nvSpPr>
          <p:spPr>
            <a:xfrm>
              <a:off x="10145045" y="5404830"/>
              <a:ext cx="874395" cy="121447"/>
            </a:xfrm>
            <a:custGeom>
              <a:avLst/>
              <a:gdLst>
                <a:gd name="connsiteX0" fmla="*/ 874395 w 874395"/>
                <a:gd name="connsiteY0" fmla="*/ 3 h 121447"/>
                <a:gd name="connsiteX1" fmla="*/ 874395 w 874395"/>
                <a:gd name="connsiteY1" fmla="*/ 82585 h 121447"/>
                <a:gd name="connsiteX2" fmla="*/ 835533 w 874395"/>
                <a:gd name="connsiteY2" fmla="*/ 121447 h 121447"/>
                <a:gd name="connsiteX3" fmla="*/ 38862 w 874395"/>
                <a:gd name="connsiteY3" fmla="*/ 121447 h 121447"/>
                <a:gd name="connsiteX4" fmla="*/ 0 w 874395"/>
                <a:gd name="connsiteY4" fmla="*/ 82585 h 121447"/>
                <a:gd name="connsiteX5" fmla="*/ 0 w 874395"/>
                <a:gd name="connsiteY5" fmla="*/ 3 h 121447"/>
                <a:gd name="connsiteX6" fmla="*/ 296323 w 874395"/>
                <a:gd name="connsiteY6" fmla="*/ 0 h 121447"/>
                <a:gd name="connsiteX7" fmla="*/ 296323 w 874395"/>
                <a:gd name="connsiteY7" fmla="*/ 38865 h 121447"/>
                <a:gd name="connsiteX8" fmla="*/ 582930 w 874395"/>
                <a:gd name="connsiteY8" fmla="*/ 38865 h 121447"/>
                <a:gd name="connsiteX9" fmla="*/ 582930 w 874395"/>
                <a:gd name="connsiteY9" fmla="*/ 0 h 121447"/>
                <a:gd name="connsiteX10" fmla="*/ 874395 w 874395"/>
                <a:gd name="connsiteY10" fmla="*/ 3 h 1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4395" h="121447">
                  <a:moveTo>
                    <a:pt x="874395" y="3"/>
                  </a:moveTo>
                  <a:lnTo>
                    <a:pt x="874395" y="82585"/>
                  </a:lnTo>
                  <a:cubicBezTo>
                    <a:pt x="874395" y="104048"/>
                    <a:pt x="856996" y="121447"/>
                    <a:pt x="835533" y="121447"/>
                  </a:cubicBezTo>
                  <a:lnTo>
                    <a:pt x="38862" y="121447"/>
                  </a:lnTo>
                  <a:cubicBezTo>
                    <a:pt x="17399" y="121447"/>
                    <a:pt x="0" y="104048"/>
                    <a:pt x="0" y="82585"/>
                  </a:cubicBezTo>
                  <a:lnTo>
                    <a:pt x="0" y="3"/>
                  </a:lnTo>
                  <a:lnTo>
                    <a:pt x="296323" y="0"/>
                  </a:lnTo>
                  <a:lnTo>
                    <a:pt x="296323" y="38865"/>
                  </a:lnTo>
                  <a:lnTo>
                    <a:pt x="582930" y="38865"/>
                  </a:lnTo>
                  <a:lnTo>
                    <a:pt x="582930" y="0"/>
                  </a:lnTo>
                  <a:lnTo>
                    <a:pt x="874395" y="3"/>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73" name="图片 36" descr="icon-21"/>
            <p:cNvGrpSpPr/>
            <p:nvPr/>
          </p:nvGrpSpPr>
          <p:grpSpPr>
            <a:xfrm>
              <a:off x="10256774" y="5453411"/>
              <a:ext cx="646080" cy="38862"/>
              <a:chOff x="10256774" y="5453411"/>
              <a:chExt cx="646080" cy="38862"/>
            </a:xfrm>
            <a:solidFill>
              <a:srgbClr val="A2BDFC"/>
            </a:solidFill>
          </p:grpSpPr>
          <p:sp>
            <p:nvSpPr>
              <p:cNvPr id="174" name="任意形状 173"/>
              <p:cNvSpPr/>
              <p:nvPr/>
            </p:nvSpPr>
            <p:spPr>
              <a:xfrm>
                <a:off x="10256774" y="5453411"/>
                <a:ext cx="38862" cy="38862"/>
              </a:xfrm>
              <a:custGeom>
                <a:avLst/>
                <a:gdLst>
                  <a:gd name="connsiteX0" fmla="*/ 38918 w 38862"/>
                  <a:gd name="connsiteY0" fmla="*/ 19608 h 38862"/>
                  <a:gd name="connsiteX1" fmla="*/ 19487 w 38862"/>
                  <a:gd name="connsiteY1" fmla="*/ 39039 h 38862"/>
                  <a:gd name="connsiteX2" fmla="*/ 56 w 38862"/>
                  <a:gd name="connsiteY2" fmla="*/ 19608 h 38862"/>
                  <a:gd name="connsiteX3" fmla="*/ 19487 w 38862"/>
                  <a:gd name="connsiteY3" fmla="*/ 177 h 38862"/>
                  <a:gd name="connsiteX4" fmla="*/ 38918 w 38862"/>
                  <a:gd name="connsiteY4" fmla="*/ 19608 h 38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2" h="38862">
                    <a:moveTo>
                      <a:pt x="38918" y="19608"/>
                    </a:moveTo>
                    <a:cubicBezTo>
                      <a:pt x="38918" y="30339"/>
                      <a:pt x="30218" y="39039"/>
                      <a:pt x="19487" y="39039"/>
                    </a:cubicBezTo>
                    <a:cubicBezTo>
                      <a:pt x="8756" y="39039"/>
                      <a:pt x="56" y="30339"/>
                      <a:pt x="56" y="19608"/>
                    </a:cubicBezTo>
                    <a:cubicBezTo>
                      <a:pt x="56" y="8877"/>
                      <a:pt x="8756" y="177"/>
                      <a:pt x="19487" y="177"/>
                    </a:cubicBezTo>
                    <a:cubicBezTo>
                      <a:pt x="30218" y="177"/>
                      <a:pt x="38918" y="8877"/>
                      <a:pt x="38918" y="1960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5" name="任意形状 174"/>
              <p:cNvSpPr/>
              <p:nvPr/>
            </p:nvSpPr>
            <p:spPr>
              <a:xfrm>
                <a:off x="10863992" y="5453411"/>
                <a:ext cx="38862" cy="38862"/>
              </a:xfrm>
              <a:custGeom>
                <a:avLst/>
                <a:gdLst>
                  <a:gd name="connsiteX0" fmla="*/ 38918 w 38862"/>
                  <a:gd name="connsiteY0" fmla="*/ 19608 h 38862"/>
                  <a:gd name="connsiteX1" fmla="*/ 19487 w 38862"/>
                  <a:gd name="connsiteY1" fmla="*/ 39039 h 38862"/>
                  <a:gd name="connsiteX2" fmla="*/ 56 w 38862"/>
                  <a:gd name="connsiteY2" fmla="*/ 19608 h 38862"/>
                  <a:gd name="connsiteX3" fmla="*/ 19487 w 38862"/>
                  <a:gd name="connsiteY3" fmla="*/ 177 h 38862"/>
                  <a:gd name="connsiteX4" fmla="*/ 38918 w 38862"/>
                  <a:gd name="connsiteY4" fmla="*/ 19608 h 38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2" h="38862">
                    <a:moveTo>
                      <a:pt x="38918" y="19608"/>
                    </a:moveTo>
                    <a:cubicBezTo>
                      <a:pt x="38918" y="30339"/>
                      <a:pt x="30218" y="39039"/>
                      <a:pt x="19487" y="39039"/>
                    </a:cubicBezTo>
                    <a:cubicBezTo>
                      <a:pt x="8756" y="39039"/>
                      <a:pt x="56" y="30339"/>
                      <a:pt x="56" y="19608"/>
                    </a:cubicBezTo>
                    <a:cubicBezTo>
                      <a:pt x="56" y="8877"/>
                      <a:pt x="8756" y="177"/>
                      <a:pt x="19487" y="177"/>
                    </a:cubicBezTo>
                    <a:cubicBezTo>
                      <a:pt x="30218" y="177"/>
                      <a:pt x="38918" y="8877"/>
                      <a:pt x="38918" y="1960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6" name="任意形状 175"/>
              <p:cNvSpPr/>
              <p:nvPr/>
            </p:nvSpPr>
            <p:spPr>
              <a:xfrm>
                <a:off x="10295636" y="5472842"/>
                <a:ext cx="568356" cy="4857"/>
              </a:xfrm>
              <a:custGeom>
                <a:avLst/>
                <a:gdLst>
                  <a:gd name="connsiteX0" fmla="*/ 56 w 568356"/>
                  <a:gd name="connsiteY0" fmla="*/ 177 h 4857"/>
                  <a:gd name="connsiteX1" fmla="*/ 568413 w 568356"/>
                  <a:gd name="connsiteY1" fmla="*/ 177 h 4857"/>
                </a:gdLst>
                <a:ahLst/>
                <a:cxnLst>
                  <a:cxn ang="0">
                    <a:pos x="connsiteX0" y="connsiteY0"/>
                  </a:cxn>
                  <a:cxn ang="0">
                    <a:pos x="connsiteX1" y="connsiteY1"/>
                  </a:cxn>
                </a:cxnLst>
                <a:rect l="l" t="t" r="r" b="b"/>
                <a:pathLst>
                  <a:path w="568356" h="4857">
                    <a:moveTo>
                      <a:pt x="56" y="177"/>
                    </a:moveTo>
                    <a:lnTo>
                      <a:pt x="568413" y="177"/>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77" name="任意形状 176"/>
            <p:cNvSpPr/>
            <p:nvPr/>
          </p:nvSpPr>
          <p:spPr>
            <a:xfrm>
              <a:off x="10183907" y="4977352"/>
              <a:ext cx="791813" cy="393477"/>
            </a:xfrm>
            <a:custGeom>
              <a:avLst/>
              <a:gdLst>
                <a:gd name="connsiteX0" fmla="*/ 0 w 791813"/>
                <a:gd name="connsiteY0" fmla="*/ 393478 h 393477"/>
                <a:gd name="connsiteX1" fmla="*/ 0 w 791813"/>
                <a:gd name="connsiteY1" fmla="*/ 21560 h 393477"/>
                <a:gd name="connsiteX2" fmla="*/ 25132 w 791813"/>
                <a:gd name="connsiteY2" fmla="*/ 0 h 393477"/>
                <a:gd name="connsiteX3" fmla="*/ 194310 w 791813"/>
                <a:gd name="connsiteY3" fmla="*/ 0 h 393477"/>
                <a:gd name="connsiteX4" fmla="*/ 616934 w 791813"/>
                <a:gd name="connsiteY4" fmla="*/ 0 h 393477"/>
                <a:gd name="connsiteX5" fmla="*/ 767821 w 791813"/>
                <a:gd name="connsiteY5" fmla="*/ 0 h 393477"/>
                <a:gd name="connsiteX6" fmla="*/ 791813 w 791813"/>
                <a:gd name="connsiteY6" fmla="*/ 21560 h 393477"/>
                <a:gd name="connsiteX7" fmla="*/ 791813 w 791813"/>
                <a:gd name="connsiteY7" fmla="*/ 393478 h 39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1813" h="393477">
                  <a:moveTo>
                    <a:pt x="0" y="393478"/>
                  </a:moveTo>
                  <a:lnTo>
                    <a:pt x="0" y="21560"/>
                  </a:lnTo>
                  <a:cubicBezTo>
                    <a:pt x="0" y="9653"/>
                    <a:pt x="11252" y="0"/>
                    <a:pt x="25132" y="0"/>
                  </a:cubicBezTo>
                  <a:lnTo>
                    <a:pt x="194310" y="0"/>
                  </a:lnTo>
                  <a:moveTo>
                    <a:pt x="616934" y="0"/>
                  </a:moveTo>
                  <a:lnTo>
                    <a:pt x="767821" y="0"/>
                  </a:lnTo>
                  <a:cubicBezTo>
                    <a:pt x="781071" y="0"/>
                    <a:pt x="791813" y="9653"/>
                    <a:pt x="791813" y="21560"/>
                  </a:cubicBezTo>
                  <a:lnTo>
                    <a:pt x="791813" y="393478"/>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8" name="任意形状 177"/>
            <p:cNvSpPr/>
            <p:nvPr/>
          </p:nvSpPr>
          <p:spPr>
            <a:xfrm>
              <a:off x="10513673" y="5157344"/>
              <a:ext cx="131159" cy="102012"/>
            </a:xfrm>
            <a:custGeom>
              <a:avLst/>
              <a:gdLst>
                <a:gd name="connsiteX0" fmla="*/ 131159 w 131159"/>
                <a:gd name="connsiteY0" fmla="*/ 0 h 102012"/>
                <a:gd name="connsiteX1" fmla="*/ 123422 w 131159"/>
                <a:gd name="connsiteY1" fmla="*/ 91695 h 102012"/>
                <a:gd name="connsiteX2" fmla="*/ 112066 w 131159"/>
                <a:gd name="connsiteY2" fmla="*/ 102013 h 102012"/>
                <a:gd name="connsiteX3" fmla="*/ 19093 w 131159"/>
                <a:gd name="connsiteY3" fmla="*/ 102013 h 102012"/>
                <a:gd name="connsiteX4" fmla="*/ 7739 w 131159"/>
                <a:gd name="connsiteY4" fmla="*/ 91695 h 102012"/>
                <a:gd name="connsiteX5" fmla="*/ 0 w 131159"/>
                <a:gd name="connsiteY5" fmla="*/ 0 h 10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59" h="102012">
                  <a:moveTo>
                    <a:pt x="131159" y="0"/>
                  </a:moveTo>
                  <a:lnTo>
                    <a:pt x="123422" y="91695"/>
                  </a:lnTo>
                  <a:cubicBezTo>
                    <a:pt x="122929" y="97527"/>
                    <a:pt x="117992" y="102013"/>
                    <a:pt x="112066" y="102013"/>
                  </a:cubicBezTo>
                  <a:lnTo>
                    <a:pt x="19093" y="102013"/>
                  </a:lnTo>
                  <a:cubicBezTo>
                    <a:pt x="13167" y="102013"/>
                    <a:pt x="8231" y="97527"/>
                    <a:pt x="7739" y="91695"/>
                  </a:cubicBezTo>
                  <a:lnTo>
                    <a:pt x="0" y="0"/>
                  </a:lnTo>
                </a:path>
              </a:pathLst>
            </a:custGeom>
            <a:solidFill>
              <a:schemeClr val="bg1"/>
            </a:solid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9" name="任意形状 178"/>
            <p:cNvSpPr/>
            <p:nvPr/>
          </p:nvSpPr>
          <p:spPr>
            <a:xfrm>
              <a:off x="10520960" y="5218066"/>
              <a:ext cx="117728" cy="4857"/>
            </a:xfrm>
            <a:custGeom>
              <a:avLst/>
              <a:gdLst>
                <a:gd name="connsiteX0" fmla="*/ 0 w 117728"/>
                <a:gd name="connsiteY0" fmla="*/ 0 h 4857"/>
                <a:gd name="connsiteX1" fmla="*/ 57992 w 117728"/>
                <a:gd name="connsiteY1" fmla="*/ 0 h 4857"/>
                <a:gd name="connsiteX2" fmla="*/ 92111 w 117728"/>
                <a:gd name="connsiteY2" fmla="*/ 0 h 4857"/>
                <a:gd name="connsiteX3" fmla="*/ 117729 w 117728"/>
                <a:gd name="connsiteY3" fmla="*/ 0 h 4857"/>
              </a:gdLst>
              <a:ahLst/>
              <a:cxnLst>
                <a:cxn ang="0">
                  <a:pos x="connsiteX0" y="connsiteY0"/>
                </a:cxn>
                <a:cxn ang="0">
                  <a:pos x="connsiteX1" y="connsiteY1"/>
                </a:cxn>
                <a:cxn ang="0">
                  <a:pos x="connsiteX2" y="connsiteY2"/>
                </a:cxn>
                <a:cxn ang="0">
                  <a:pos x="connsiteX3" y="connsiteY3"/>
                </a:cxn>
              </a:cxnLst>
              <a:rect l="l" t="t" r="r" b="b"/>
              <a:pathLst>
                <a:path w="117728" h="4857">
                  <a:moveTo>
                    <a:pt x="0" y="0"/>
                  </a:moveTo>
                  <a:lnTo>
                    <a:pt x="57992" y="0"/>
                  </a:lnTo>
                  <a:moveTo>
                    <a:pt x="92111" y="0"/>
                  </a:moveTo>
                  <a:lnTo>
                    <a:pt x="117729" y="0"/>
                  </a:lnTo>
                </a:path>
              </a:pathLst>
            </a:custGeom>
            <a:no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0" name="任意形状 179"/>
            <p:cNvSpPr/>
            <p:nvPr/>
          </p:nvSpPr>
          <p:spPr>
            <a:xfrm>
              <a:off x="10401945" y="4802728"/>
              <a:ext cx="364331" cy="349758"/>
            </a:xfrm>
            <a:custGeom>
              <a:avLst/>
              <a:gdLst>
                <a:gd name="connsiteX0" fmla="*/ 364331 w 364331"/>
                <a:gd name="connsiteY0" fmla="*/ 180908 h 349758"/>
                <a:gd name="connsiteX1" fmla="*/ 247694 w 364331"/>
                <a:gd name="connsiteY1" fmla="*/ 349758 h 349758"/>
                <a:gd name="connsiteX2" fmla="*/ 182166 w 364331"/>
                <a:gd name="connsiteY2" fmla="*/ 349758 h 349758"/>
                <a:gd name="connsiteX3" fmla="*/ 116637 w 364331"/>
                <a:gd name="connsiteY3" fmla="*/ 349758 h 349758"/>
                <a:gd name="connsiteX4" fmla="*/ 0 w 364331"/>
                <a:gd name="connsiteY4" fmla="*/ 180908 h 349758"/>
                <a:gd name="connsiteX5" fmla="*/ 182166 w 364331"/>
                <a:gd name="connsiteY5" fmla="*/ 0 h 349758"/>
                <a:gd name="connsiteX6" fmla="*/ 364331 w 364331"/>
                <a:gd name="connsiteY6" fmla="*/ 180908 h 349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4331" h="349758">
                  <a:moveTo>
                    <a:pt x="364331" y="180908"/>
                  </a:moveTo>
                  <a:cubicBezTo>
                    <a:pt x="364331" y="257881"/>
                    <a:pt x="315925" y="323626"/>
                    <a:pt x="247694" y="349758"/>
                  </a:cubicBezTo>
                  <a:lnTo>
                    <a:pt x="182166" y="349758"/>
                  </a:lnTo>
                  <a:lnTo>
                    <a:pt x="116637" y="349758"/>
                  </a:lnTo>
                  <a:cubicBezTo>
                    <a:pt x="48406" y="323626"/>
                    <a:pt x="0" y="257881"/>
                    <a:pt x="0" y="180908"/>
                  </a:cubicBezTo>
                  <a:cubicBezTo>
                    <a:pt x="0" y="80995"/>
                    <a:pt x="81558" y="0"/>
                    <a:pt x="182166" y="0"/>
                  </a:cubicBezTo>
                  <a:cubicBezTo>
                    <a:pt x="282773" y="0"/>
                    <a:pt x="364331" y="80995"/>
                    <a:pt x="364331" y="180908"/>
                  </a:cubicBez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1" name="任意形状 180"/>
            <p:cNvSpPr/>
            <p:nvPr/>
          </p:nvSpPr>
          <p:spPr>
            <a:xfrm>
              <a:off x="10584110" y="5021327"/>
              <a:ext cx="2428" cy="128730"/>
            </a:xfrm>
            <a:custGeom>
              <a:avLst/>
              <a:gdLst>
                <a:gd name="connsiteX0" fmla="*/ 2429 w 2428"/>
                <a:gd name="connsiteY0" fmla="*/ 0 h 128730"/>
                <a:gd name="connsiteX1" fmla="*/ 0 w 2428"/>
                <a:gd name="connsiteY1" fmla="*/ 128730 h 128730"/>
              </a:gdLst>
              <a:ahLst/>
              <a:cxnLst>
                <a:cxn ang="0">
                  <a:pos x="connsiteX0" y="connsiteY0"/>
                </a:cxn>
                <a:cxn ang="0">
                  <a:pos x="connsiteX1" y="connsiteY1"/>
                </a:cxn>
              </a:cxnLst>
              <a:rect l="l" t="t" r="r" b="b"/>
              <a:pathLst>
                <a:path w="2428" h="128730">
                  <a:moveTo>
                    <a:pt x="2429" y="0"/>
                  </a:moveTo>
                  <a:lnTo>
                    <a:pt x="0" y="12873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2" name="任意形状 181"/>
            <p:cNvSpPr/>
            <p:nvPr/>
          </p:nvSpPr>
          <p:spPr>
            <a:xfrm>
              <a:off x="10548239" y="4977352"/>
              <a:ext cx="77724" cy="77724"/>
            </a:xfrm>
            <a:custGeom>
              <a:avLst/>
              <a:gdLst>
                <a:gd name="connsiteX0" fmla="*/ 77724 w 77724"/>
                <a:gd name="connsiteY0" fmla="*/ 38862 h 77724"/>
                <a:gd name="connsiteX1" fmla="*/ 38862 w 77724"/>
                <a:gd name="connsiteY1" fmla="*/ 77724 h 77724"/>
                <a:gd name="connsiteX2" fmla="*/ 0 w 77724"/>
                <a:gd name="connsiteY2" fmla="*/ 38862 h 77724"/>
                <a:gd name="connsiteX3" fmla="*/ 38862 w 77724"/>
                <a:gd name="connsiteY3" fmla="*/ 0 h 77724"/>
                <a:gd name="connsiteX4" fmla="*/ 77724 w 77724"/>
                <a:gd name="connsiteY4" fmla="*/ 38862 h 77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7724">
                  <a:moveTo>
                    <a:pt x="77724" y="38862"/>
                  </a:moveTo>
                  <a:cubicBezTo>
                    <a:pt x="77724" y="60325"/>
                    <a:pt x="60325" y="77724"/>
                    <a:pt x="38862" y="77724"/>
                  </a:cubicBezTo>
                  <a:cubicBezTo>
                    <a:pt x="17399" y="77724"/>
                    <a:pt x="0" y="60325"/>
                    <a:pt x="0" y="38862"/>
                  </a:cubicBezTo>
                  <a:cubicBezTo>
                    <a:pt x="0" y="17399"/>
                    <a:pt x="17399" y="0"/>
                    <a:pt x="38862" y="0"/>
                  </a:cubicBezTo>
                  <a:cubicBezTo>
                    <a:pt x="60325" y="0"/>
                    <a:pt x="77724" y="17399"/>
                    <a:pt x="77724" y="38862"/>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3" name="任意形状 182"/>
            <p:cNvSpPr/>
            <p:nvPr/>
          </p:nvSpPr>
          <p:spPr>
            <a:xfrm rot="10800000" flipV="1">
              <a:off x="10769266" y="4854071"/>
              <a:ext cx="46148" cy="24288"/>
            </a:xfrm>
            <a:custGeom>
              <a:avLst/>
              <a:gdLst>
                <a:gd name="connsiteX0" fmla="*/ 0 w 46148"/>
                <a:gd name="connsiteY0" fmla="*/ 0 h 24288"/>
                <a:gd name="connsiteX1" fmla="*/ 46149 w 46148"/>
                <a:gd name="connsiteY1" fmla="*/ 24289 h 24288"/>
              </a:gdLst>
              <a:ahLst/>
              <a:cxnLst>
                <a:cxn ang="0">
                  <a:pos x="connsiteX0" y="connsiteY0"/>
                </a:cxn>
                <a:cxn ang="0">
                  <a:pos x="connsiteX1" y="connsiteY1"/>
                </a:cxn>
              </a:cxnLst>
              <a:rect l="l" t="t" r="r" b="b"/>
              <a:pathLst>
                <a:path w="46148" h="24288">
                  <a:moveTo>
                    <a:pt x="0" y="0"/>
                  </a:moveTo>
                  <a:lnTo>
                    <a:pt x="46149" y="24289"/>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4" name="任意形状 183"/>
            <p:cNvSpPr/>
            <p:nvPr/>
          </p:nvSpPr>
          <p:spPr>
            <a:xfrm>
              <a:off x="10351500" y="4854071"/>
              <a:ext cx="46148" cy="24288"/>
            </a:xfrm>
            <a:custGeom>
              <a:avLst/>
              <a:gdLst>
                <a:gd name="connsiteX0" fmla="*/ 0 w 46148"/>
                <a:gd name="connsiteY0" fmla="*/ 0 h 24288"/>
                <a:gd name="connsiteX1" fmla="*/ 46149 w 46148"/>
                <a:gd name="connsiteY1" fmla="*/ 24289 h 24288"/>
              </a:gdLst>
              <a:ahLst/>
              <a:cxnLst>
                <a:cxn ang="0">
                  <a:pos x="connsiteX0" y="connsiteY0"/>
                </a:cxn>
                <a:cxn ang="0">
                  <a:pos x="connsiteX1" y="connsiteY1"/>
                </a:cxn>
              </a:cxnLst>
              <a:rect l="l" t="t" r="r" b="b"/>
              <a:pathLst>
                <a:path w="46148" h="24288">
                  <a:moveTo>
                    <a:pt x="0" y="0"/>
                  </a:moveTo>
                  <a:lnTo>
                    <a:pt x="46149" y="24289"/>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5" name="任意形状 184"/>
            <p:cNvSpPr/>
            <p:nvPr/>
          </p:nvSpPr>
          <p:spPr>
            <a:xfrm rot="10800000" flipV="1">
              <a:off x="10710973" y="4766911"/>
              <a:ext cx="21859" cy="33724"/>
            </a:xfrm>
            <a:custGeom>
              <a:avLst/>
              <a:gdLst>
                <a:gd name="connsiteX0" fmla="*/ 0 w 21859"/>
                <a:gd name="connsiteY0" fmla="*/ 0 h 33724"/>
                <a:gd name="connsiteX1" fmla="*/ 21860 w 21859"/>
                <a:gd name="connsiteY1" fmla="*/ 33724 h 33724"/>
              </a:gdLst>
              <a:ahLst/>
              <a:cxnLst>
                <a:cxn ang="0">
                  <a:pos x="connsiteX0" y="connsiteY0"/>
                </a:cxn>
                <a:cxn ang="0">
                  <a:pos x="connsiteX1" y="connsiteY1"/>
                </a:cxn>
              </a:cxnLst>
              <a:rect l="l" t="t" r="r" b="b"/>
              <a:pathLst>
                <a:path w="21859" h="33724">
                  <a:moveTo>
                    <a:pt x="0" y="0"/>
                  </a:moveTo>
                  <a:lnTo>
                    <a:pt x="21860" y="33724"/>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6" name="任意形状 185"/>
            <p:cNvSpPr/>
            <p:nvPr/>
          </p:nvSpPr>
          <p:spPr>
            <a:xfrm>
              <a:off x="10429224" y="4781484"/>
              <a:ext cx="21859" cy="33724"/>
            </a:xfrm>
            <a:custGeom>
              <a:avLst/>
              <a:gdLst>
                <a:gd name="connsiteX0" fmla="*/ 0 w 21859"/>
                <a:gd name="connsiteY0" fmla="*/ 0 h 33724"/>
                <a:gd name="connsiteX1" fmla="*/ 21860 w 21859"/>
                <a:gd name="connsiteY1" fmla="*/ 33724 h 33724"/>
              </a:gdLst>
              <a:ahLst/>
              <a:cxnLst>
                <a:cxn ang="0">
                  <a:pos x="connsiteX0" y="connsiteY0"/>
                </a:cxn>
                <a:cxn ang="0">
                  <a:pos x="connsiteX1" y="connsiteY1"/>
                </a:cxn>
              </a:cxnLst>
              <a:rect l="l" t="t" r="r" b="b"/>
              <a:pathLst>
                <a:path w="21859" h="33724">
                  <a:moveTo>
                    <a:pt x="0" y="0"/>
                  </a:moveTo>
                  <a:lnTo>
                    <a:pt x="21860" y="33724"/>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7" name="任意形状 186"/>
            <p:cNvSpPr/>
            <p:nvPr/>
          </p:nvSpPr>
          <p:spPr>
            <a:xfrm rot="10800000">
              <a:off x="10754693" y="5110940"/>
              <a:ext cx="31575" cy="34595"/>
            </a:xfrm>
            <a:custGeom>
              <a:avLst/>
              <a:gdLst>
                <a:gd name="connsiteX0" fmla="*/ 0 w 31575"/>
                <a:gd name="connsiteY0" fmla="*/ 0 h 34595"/>
                <a:gd name="connsiteX1" fmla="*/ 31575 w 31575"/>
                <a:gd name="connsiteY1" fmla="*/ 34596 h 34595"/>
              </a:gdLst>
              <a:ahLst/>
              <a:cxnLst>
                <a:cxn ang="0">
                  <a:pos x="connsiteX0" y="connsiteY0"/>
                </a:cxn>
                <a:cxn ang="0">
                  <a:pos x="connsiteX1" y="connsiteY1"/>
                </a:cxn>
              </a:cxnLst>
              <a:rect l="l" t="t" r="r" b="b"/>
              <a:pathLst>
                <a:path w="31575" h="34595">
                  <a:moveTo>
                    <a:pt x="0" y="0"/>
                  </a:moveTo>
                  <a:lnTo>
                    <a:pt x="31575" y="34596"/>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8" name="任意形状 187"/>
            <p:cNvSpPr/>
            <p:nvPr/>
          </p:nvSpPr>
          <p:spPr>
            <a:xfrm flipV="1">
              <a:off x="10385504" y="5110940"/>
              <a:ext cx="31575" cy="34595"/>
            </a:xfrm>
            <a:custGeom>
              <a:avLst/>
              <a:gdLst>
                <a:gd name="connsiteX0" fmla="*/ 0 w 31575"/>
                <a:gd name="connsiteY0" fmla="*/ 0 h 34595"/>
                <a:gd name="connsiteX1" fmla="*/ 31575 w 31575"/>
                <a:gd name="connsiteY1" fmla="*/ 34596 h 34595"/>
              </a:gdLst>
              <a:ahLst/>
              <a:cxnLst>
                <a:cxn ang="0">
                  <a:pos x="connsiteX0" y="connsiteY0"/>
                </a:cxn>
                <a:cxn ang="0">
                  <a:pos x="connsiteX1" y="connsiteY1"/>
                </a:cxn>
              </a:cxnLst>
              <a:rect l="l" t="t" r="r" b="b"/>
              <a:pathLst>
                <a:path w="31575" h="34595">
                  <a:moveTo>
                    <a:pt x="0" y="0"/>
                  </a:moveTo>
                  <a:lnTo>
                    <a:pt x="31575" y="34596"/>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9" name="任意形状 188"/>
            <p:cNvSpPr/>
            <p:nvPr/>
          </p:nvSpPr>
          <p:spPr>
            <a:xfrm flipV="1">
              <a:off x="10336926" y="5035511"/>
              <a:ext cx="38862" cy="22585"/>
            </a:xfrm>
            <a:custGeom>
              <a:avLst/>
              <a:gdLst>
                <a:gd name="connsiteX0" fmla="*/ 0 w 38862"/>
                <a:gd name="connsiteY0" fmla="*/ 0 h 22585"/>
                <a:gd name="connsiteX1" fmla="*/ 38862 w 38862"/>
                <a:gd name="connsiteY1" fmla="*/ 22586 h 22585"/>
              </a:gdLst>
              <a:ahLst/>
              <a:cxnLst>
                <a:cxn ang="0">
                  <a:pos x="connsiteX0" y="connsiteY0"/>
                </a:cxn>
                <a:cxn ang="0">
                  <a:pos x="connsiteX1" y="connsiteY1"/>
                </a:cxn>
              </a:cxnLst>
              <a:rect l="l" t="t" r="r" b="b"/>
              <a:pathLst>
                <a:path w="38862" h="22585">
                  <a:moveTo>
                    <a:pt x="0" y="0"/>
                  </a:moveTo>
                  <a:lnTo>
                    <a:pt x="38862" y="22586"/>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0" name="任意形状 189"/>
            <p:cNvSpPr/>
            <p:nvPr/>
          </p:nvSpPr>
          <p:spPr>
            <a:xfrm rot="10800000">
              <a:off x="10793555" y="5045226"/>
              <a:ext cx="38862" cy="22585"/>
            </a:xfrm>
            <a:custGeom>
              <a:avLst/>
              <a:gdLst>
                <a:gd name="connsiteX0" fmla="*/ 0 w 38862"/>
                <a:gd name="connsiteY0" fmla="*/ 0 h 22585"/>
                <a:gd name="connsiteX1" fmla="*/ 38862 w 38862"/>
                <a:gd name="connsiteY1" fmla="*/ 22586 h 22585"/>
              </a:gdLst>
              <a:ahLst/>
              <a:cxnLst>
                <a:cxn ang="0">
                  <a:pos x="connsiteX0" y="connsiteY0"/>
                </a:cxn>
                <a:cxn ang="0">
                  <a:pos x="connsiteX1" y="connsiteY1"/>
                </a:cxn>
              </a:cxnLst>
              <a:rect l="l" t="t" r="r" b="b"/>
              <a:pathLst>
                <a:path w="38862" h="22585">
                  <a:moveTo>
                    <a:pt x="0" y="0"/>
                  </a:moveTo>
                  <a:lnTo>
                    <a:pt x="38862" y="22586"/>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41" name="图片 40" descr="icon-22"/>
          <p:cNvGrpSpPr/>
          <p:nvPr/>
        </p:nvGrpSpPr>
        <p:grpSpPr>
          <a:xfrm>
            <a:off x="8161971" y="4693789"/>
            <a:ext cx="846710" cy="847061"/>
            <a:chOff x="8161971" y="4693789"/>
            <a:chExt cx="846710" cy="847061"/>
          </a:xfrm>
        </p:grpSpPr>
        <p:sp>
          <p:nvSpPr>
            <p:cNvPr id="342" name="任意形状 341"/>
            <p:cNvSpPr/>
            <p:nvPr/>
          </p:nvSpPr>
          <p:spPr>
            <a:xfrm>
              <a:off x="8161971" y="4693789"/>
              <a:ext cx="584899" cy="584899"/>
            </a:xfrm>
            <a:custGeom>
              <a:avLst/>
              <a:gdLst>
                <a:gd name="connsiteX0" fmla="*/ 584899 w 584899"/>
                <a:gd name="connsiteY0" fmla="*/ 292450 h 584899"/>
                <a:gd name="connsiteX1" fmla="*/ 292450 w 584899"/>
                <a:gd name="connsiteY1" fmla="*/ 584899 h 584899"/>
                <a:gd name="connsiteX2" fmla="*/ 0 w 584899"/>
                <a:gd name="connsiteY2" fmla="*/ 292450 h 584899"/>
                <a:gd name="connsiteX3" fmla="*/ 292450 w 584899"/>
                <a:gd name="connsiteY3" fmla="*/ 0 h 584899"/>
                <a:gd name="connsiteX4" fmla="*/ 584899 w 584899"/>
                <a:gd name="connsiteY4" fmla="*/ 292450 h 58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899" h="584899">
                  <a:moveTo>
                    <a:pt x="584899" y="292450"/>
                  </a:moveTo>
                  <a:cubicBezTo>
                    <a:pt x="584899" y="453965"/>
                    <a:pt x="453965" y="584899"/>
                    <a:pt x="292450" y="584899"/>
                  </a:cubicBezTo>
                  <a:cubicBezTo>
                    <a:pt x="130934" y="584899"/>
                    <a:pt x="0" y="453965"/>
                    <a:pt x="0" y="292450"/>
                  </a:cubicBezTo>
                  <a:cubicBezTo>
                    <a:pt x="0" y="130934"/>
                    <a:pt x="130934" y="0"/>
                    <a:pt x="292450" y="0"/>
                  </a:cubicBezTo>
                  <a:cubicBezTo>
                    <a:pt x="453965" y="0"/>
                    <a:pt x="584899" y="130934"/>
                    <a:pt x="584899" y="292450"/>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3" name="任意形状 342"/>
            <p:cNvSpPr/>
            <p:nvPr/>
          </p:nvSpPr>
          <p:spPr>
            <a:xfrm>
              <a:off x="8301712" y="4831861"/>
              <a:ext cx="595850" cy="638628"/>
            </a:xfrm>
            <a:custGeom>
              <a:avLst/>
              <a:gdLst>
                <a:gd name="connsiteX0" fmla="*/ 0 w 595850"/>
                <a:gd name="connsiteY0" fmla="*/ 122109 h 638628"/>
                <a:gd name="connsiteX1" fmla="*/ 149504 w 595850"/>
                <a:gd name="connsiteY1" fmla="*/ 75196 h 638628"/>
                <a:gd name="connsiteX2" fmla="*/ 289163 w 595850"/>
                <a:gd name="connsiteY2" fmla="*/ 0 h 638628"/>
                <a:gd name="connsiteX3" fmla="*/ 445752 w 595850"/>
                <a:gd name="connsiteY3" fmla="*/ 78209 h 638628"/>
                <a:gd name="connsiteX4" fmla="*/ 595851 w 595850"/>
                <a:gd name="connsiteY4" fmla="*/ 122109 h 638628"/>
                <a:gd name="connsiteX5" fmla="*/ 595851 w 595850"/>
                <a:gd name="connsiteY5" fmla="*/ 183072 h 638628"/>
                <a:gd name="connsiteX6" fmla="*/ 317299 w 595850"/>
                <a:gd name="connsiteY6" fmla="*/ 622430 h 638628"/>
                <a:gd name="connsiteX7" fmla="*/ 282956 w 595850"/>
                <a:gd name="connsiteY7" fmla="*/ 638628 h 638628"/>
                <a:gd name="connsiteX8" fmla="*/ 282956 w 595850"/>
                <a:gd name="connsiteY8" fmla="*/ 638628 h 638628"/>
                <a:gd name="connsiteX9" fmla="*/ 261135 w 595850"/>
                <a:gd name="connsiteY9" fmla="*/ 627247 h 638628"/>
                <a:gd name="connsiteX10" fmla="*/ 0 w 595850"/>
                <a:gd name="connsiteY10" fmla="*/ 196533 h 638628"/>
                <a:gd name="connsiteX11" fmla="*/ 0 w 595850"/>
                <a:gd name="connsiteY11" fmla="*/ 122109 h 638628"/>
                <a:gd name="connsiteX12" fmla="*/ 0 w 595850"/>
                <a:gd name="connsiteY12" fmla="*/ 122109 h 63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850" h="638628">
                  <a:moveTo>
                    <a:pt x="0" y="122109"/>
                  </a:moveTo>
                  <a:cubicBezTo>
                    <a:pt x="49315" y="112097"/>
                    <a:pt x="99150" y="96459"/>
                    <a:pt x="149504" y="75196"/>
                  </a:cubicBezTo>
                  <a:cubicBezTo>
                    <a:pt x="199858" y="53932"/>
                    <a:pt x="246411" y="28867"/>
                    <a:pt x="289163" y="0"/>
                  </a:cubicBezTo>
                  <a:cubicBezTo>
                    <a:pt x="341406" y="31376"/>
                    <a:pt x="393603" y="57446"/>
                    <a:pt x="445752" y="78209"/>
                  </a:cubicBezTo>
                  <a:cubicBezTo>
                    <a:pt x="497901" y="98973"/>
                    <a:pt x="547934" y="113606"/>
                    <a:pt x="595851" y="122109"/>
                  </a:cubicBezTo>
                  <a:lnTo>
                    <a:pt x="595851" y="183072"/>
                  </a:lnTo>
                  <a:cubicBezTo>
                    <a:pt x="595851" y="371090"/>
                    <a:pt x="487352" y="542225"/>
                    <a:pt x="317299" y="622430"/>
                  </a:cubicBezTo>
                  <a:lnTo>
                    <a:pt x="282956" y="638628"/>
                  </a:lnTo>
                  <a:lnTo>
                    <a:pt x="282956" y="638628"/>
                  </a:lnTo>
                  <a:lnTo>
                    <a:pt x="261135" y="627247"/>
                  </a:lnTo>
                  <a:cubicBezTo>
                    <a:pt x="100642" y="543541"/>
                    <a:pt x="0" y="377544"/>
                    <a:pt x="0" y="196533"/>
                  </a:cubicBezTo>
                  <a:lnTo>
                    <a:pt x="0" y="122109"/>
                  </a:lnTo>
                  <a:lnTo>
                    <a:pt x="0" y="122109"/>
                  </a:lnTo>
                  <a:close/>
                </a:path>
              </a:pathLst>
            </a:custGeom>
            <a:solidFill>
              <a:schemeClr val="bg1"/>
            </a:solidFill>
            <a:ln w="9684"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4" name="任意形状 343"/>
            <p:cNvSpPr/>
            <p:nvPr/>
          </p:nvSpPr>
          <p:spPr>
            <a:xfrm>
              <a:off x="8575493" y="5275050"/>
              <a:ext cx="255356" cy="201413"/>
            </a:xfrm>
            <a:custGeom>
              <a:avLst/>
              <a:gdLst>
                <a:gd name="connsiteX0" fmla="*/ 0 w 255356"/>
                <a:gd name="connsiteY0" fmla="*/ 201413 h 201413"/>
                <a:gd name="connsiteX1" fmla="*/ 0 w 255356"/>
                <a:gd name="connsiteY1" fmla="*/ 29475 h 201413"/>
                <a:gd name="connsiteX2" fmla="*/ 255356 w 255356"/>
                <a:gd name="connsiteY2" fmla="*/ 0 h 201413"/>
                <a:gd name="connsiteX3" fmla="*/ 234683 w 255356"/>
                <a:gd name="connsiteY3" fmla="*/ 67620 h 201413"/>
                <a:gd name="connsiteX4" fmla="*/ 77483 w 255356"/>
                <a:gd name="connsiteY4" fmla="*/ 201413 h 201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356" h="201413">
                  <a:moveTo>
                    <a:pt x="0" y="201413"/>
                  </a:moveTo>
                  <a:lnTo>
                    <a:pt x="0" y="29475"/>
                  </a:lnTo>
                  <a:lnTo>
                    <a:pt x="255356" y="0"/>
                  </a:lnTo>
                  <a:lnTo>
                    <a:pt x="234683" y="67620"/>
                  </a:lnTo>
                  <a:lnTo>
                    <a:pt x="77483" y="201413"/>
                  </a:lnTo>
                  <a:close/>
                </a:path>
              </a:pathLst>
            </a:custGeom>
            <a:solidFill>
              <a:srgbClr val="FFFFFF"/>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5" name="任意形状 344"/>
            <p:cNvSpPr/>
            <p:nvPr/>
          </p:nvSpPr>
          <p:spPr>
            <a:xfrm>
              <a:off x="8237543" y="4763086"/>
              <a:ext cx="724188" cy="776178"/>
            </a:xfrm>
            <a:custGeom>
              <a:avLst/>
              <a:gdLst>
                <a:gd name="connsiteX0" fmla="*/ 0 w 724188"/>
                <a:gd name="connsiteY0" fmla="*/ 148409 h 776178"/>
                <a:gd name="connsiteX1" fmla="*/ 181705 w 724188"/>
                <a:gd name="connsiteY1" fmla="*/ 91392 h 776178"/>
                <a:gd name="connsiteX2" fmla="*/ 351444 w 724188"/>
                <a:gd name="connsiteY2" fmla="*/ 0 h 776178"/>
                <a:gd name="connsiteX3" fmla="*/ 541760 w 724188"/>
                <a:gd name="connsiteY3" fmla="*/ 95055 h 776178"/>
                <a:gd name="connsiteX4" fmla="*/ 724188 w 724188"/>
                <a:gd name="connsiteY4" fmla="*/ 148409 h 776178"/>
                <a:gd name="connsiteX5" fmla="*/ 724188 w 724188"/>
                <a:gd name="connsiteY5" fmla="*/ 288837 h 776178"/>
                <a:gd name="connsiteX6" fmla="*/ 445637 w 724188"/>
                <a:gd name="connsiteY6" fmla="*/ 728195 h 776178"/>
                <a:gd name="connsiteX7" fmla="*/ 343901 w 724188"/>
                <a:gd name="connsiteY7" fmla="*/ 776179 h 776178"/>
                <a:gd name="connsiteX8" fmla="*/ 343901 w 724188"/>
                <a:gd name="connsiteY8" fmla="*/ 776179 h 776178"/>
                <a:gd name="connsiteX9" fmla="*/ 261135 w 724188"/>
                <a:gd name="connsiteY9" fmla="*/ 733012 h 776178"/>
                <a:gd name="connsiteX10" fmla="*/ 0 w 724188"/>
                <a:gd name="connsiteY10" fmla="*/ 302298 h 776178"/>
                <a:gd name="connsiteX11" fmla="*/ 0 w 724188"/>
                <a:gd name="connsiteY11" fmla="*/ 148409 h 776178"/>
                <a:gd name="connsiteX12" fmla="*/ 0 w 724188"/>
                <a:gd name="connsiteY12" fmla="*/ 148409 h 77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4188" h="776178">
                  <a:moveTo>
                    <a:pt x="0" y="148409"/>
                  </a:moveTo>
                  <a:cubicBezTo>
                    <a:pt x="59937" y="136241"/>
                    <a:pt x="120505" y="117235"/>
                    <a:pt x="181705" y="91392"/>
                  </a:cubicBezTo>
                  <a:cubicBezTo>
                    <a:pt x="242905" y="65548"/>
                    <a:pt x="299485" y="35084"/>
                    <a:pt x="351444" y="0"/>
                  </a:cubicBezTo>
                  <a:cubicBezTo>
                    <a:pt x="414940" y="38134"/>
                    <a:pt x="478379" y="69819"/>
                    <a:pt x="541760" y="95055"/>
                  </a:cubicBezTo>
                  <a:cubicBezTo>
                    <a:pt x="605141" y="120290"/>
                    <a:pt x="665950" y="138075"/>
                    <a:pt x="724188" y="148409"/>
                  </a:cubicBezTo>
                  <a:lnTo>
                    <a:pt x="724188" y="288837"/>
                  </a:lnTo>
                  <a:cubicBezTo>
                    <a:pt x="724188" y="476855"/>
                    <a:pt x="615689" y="647989"/>
                    <a:pt x="445637" y="728195"/>
                  </a:cubicBezTo>
                  <a:lnTo>
                    <a:pt x="343901" y="776179"/>
                  </a:lnTo>
                  <a:lnTo>
                    <a:pt x="343901" y="776179"/>
                  </a:lnTo>
                  <a:lnTo>
                    <a:pt x="261135" y="733012"/>
                  </a:lnTo>
                  <a:cubicBezTo>
                    <a:pt x="100642" y="649306"/>
                    <a:pt x="0" y="483309"/>
                    <a:pt x="0" y="302298"/>
                  </a:cubicBezTo>
                  <a:lnTo>
                    <a:pt x="0" y="148409"/>
                  </a:lnTo>
                  <a:lnTo>
                    <a:pt x="0" y="148409"/>
                  </a:lnTo>
                  <a:close/>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6" name="任意形状 345"/>
            <p:cNvSpPr/>
            <p:nvPr/>
          </p:nvSpPr>
          <p:spPr>
            <a:xfrm>
              <a:off x="8450040" y="5011356"/>
              <a:ext cx="320611" cy="238029"/>
            </a:xfrm>
            <a:custGeom>
              <a:avLst/>
              <a:gdLst>
                <a:gd name="connsiteX0" fmla="*/ 277705 w 320611"/>
                <a:gd name="connsiteY0" fmla="*/ 0 h 238029"/>
                <a:gd name="connsiteX1" fmla="*/ 320612 w 320611"/>
                <a:gd name="connsiteY1" fmla="*/ 40573 h 238029"/>
                <a:gd name="connsiteX2" fmla="*/ 130135 w 320611"/>
                <a:gd name="connsiteY2" fmla="*/ 238030 h 238029"/>
                <a:gd name="connsiteX3" fmla="*/ 0 w 320611"/>
                <a:gd name="connsiteY3" fmla="*/ 90150 h 238029"/>
                <a:gd name="connsiteX4" fmla="*/ 44734 w 320611"/>
                <a:gd name="connsiteY4" fmla="*/ 51561 h 238029"/>
                <a:gd name="connsiteX5" fmla="*/ 132143 w 320611"/>
                <a:gd name="connsiteY5" fmla="*/ 150891 h 23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611" h="238029">
                  <a:moveTo>
                    <a:pt x="277705" y="0"/>
                  </a:moveTo>
                  <a:lnTo>
                    <a:pt x="320612" y="40573"/>
                  </a:lnTo>
                  <a:lnTo>
                    <a:pt x="130135" y="238030"/>
                  </a:lnTo>
                  <a:lnTo>
                    <a:pt x="0" y="90150"/>
                  </a:lnTo>
                  <a:lnTo>
                    <a:pt x="44734" y="51561"/>
                  </a:lnTo>
                  <a:lnTo>
                    <a:pt x="132143" y="150891"/>
                  </a:lnTo>
                  <a:close/>
                </a:path>
              </a:pathLst>
            </a:custGeom>
            <a:solidFill>
              <a:schemeClr val="accent1">
                <a:lumMod val="40000"/>
                <a:lumOff val="60000"/>
              </a:schemeClr>
            </a:solid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7" name="任意形状 346"/>
            <p:cNvSpPr/>
            <p:nvPr/>
          </p:nvSpPr>
          <p:spPr>
            <a:xfrm>
              <a:off x="8801794" y="5221012"/>
              <a:ext cx="58950" cy="58950"/>
            </a:xfrm>
            <a:custGeom>
              <a:avLst/>
              <a:gdLst>
                <a:gd name="connsiteX0" fmla="*/ 58950 w 58950"/>
                <a:gd name="connsiteY0" fmla="*/ 29475 h 58950"/>
                <a:gd name="connsiteX1" fmla="*/ 29475 w 58950"/>
                <a:gd name="connsiteY1" fmla="*/ 58950 h 58950"/>
                <a:gd name="connsiteX2" fmla="*/ 0 w 58950"/>
                <a:gd name="connsiteY2" fmla="*/ 29475 h 58950"/>
                <a:gd name="connsiteX3" fmla="*/ 29475 w 58950"/>
                <a:gd name="connsiteY3" fmla="*/ 0 h 58950"/>
                <a:gd name="connsiteX4" fmla="*/ 58950 w 58950"/>
                <a:gd name="connsiteY4" fmla="*/ 29475 h 58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50" h="58950">
                  <a:moveTo>
                    <a:pt x="58950" y="29475"/>
                  </a:moveTo>
                  <a:cubicBezTo>
                    <a:pt x="58950" y="45754"/>
                    <a:pt x="45754" y="58950"/>
                    <a:pt x="29475" y="58950"/>
                  </a:cubicBezTo>
                  <a:cubicBezTo>
                    <a:pt x="13196" y="58950"/>
                    <a:pt x="0" y="45754"/>
                    <a:pt x="0" y="29475"/>
                  </a:cubicBezTo>
                  <a:cubicBezTo>
                    <a:pt x="0" y="13196"/>
                    <a:pt x="13196" y="0"/>
                    <a:pt x="29475" y="0"/>
                  </a:cubicBezTo>
                  <a:cubicBezTo>
                    <a:pt x="45754" y="0"/>
                    <a:pt x="58950" y="13196"/>
                    <a:pt x="58950" y="29475"/>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8" name="任意形状 347"/>
            <p:cNvSpPr/>
            <p:nvPr/>
          </p:nvSpPr>
          <p:spPr>
            <a:xfrm>
              <a:off x="8654066" y="5336825"/>
              <a:ext cx="354615" cy="204025"/>
            </a:xfrm>
            <a:custGeom>
              <a:avLst/>
              <a:gdLst>
                <a:gd name="connsiteX0" fmla="*/ 77724 w 354615"/>
                <a:gd name="connsiteY0" fmla="*/ 204026 h 204025"/>
                <a:gd name="connsiteX1" fmla="*/ 77723 w 354615"/>
                <a:gd name="connsiteY1" fmla="*/ 203866 h 204025"/>
                <a:gd name="connsiteX2" fmla="*/ 72866 w 354615"/>
                <a:gd name="connsiteY2" fmla="*/ 204026 h 204025"/>
                <a:gd name="connsiteX3" fmla="*/ 0 w 354615"/>
                <a:gd name="connsiteY3" fmla="*/ 131159 h 204025"/>
                <a:gd name="connsiteX4" fmla="*/ 72866 w 354615"/>
                <a:gd name="connsiteY4" fmla="*/ 58293 h 204025"/>
                <a:gd name="connsiteX5" fmla="*/ 88579 w 354615"/>
                <a:gd name="connsiteY5" fmla="*/ 59991 h 204025"/>
                <a:gd name="connsiteX6" fmla="*/ 160306 w 354615"/>
                <a:gd name="connsiteY6" fmla="*/ 0 h 204025"/>
                <a:gd name="connsiteX7" fmla="*/ 216895 w 354615"/>
                <a:gd name="connsiteY7" fmla="*/ 26959 h 204025"/>
                <a:gd name="connsiteX8" fmla="*/ 242888 w 354615"/>
                <a:gd name="connsiteY8" fmla="*/ 19431 h 204025"/>
                <a:gd name="connsiteX9" fmla="*/ 291465 w 354615"/>
                <a:gd name="connsiteY9" fmla="*/ 68009 h 204025"/>
                <a:gd name="connsiteX10" fmla="*/ 291465 w 354615"/>
                <a:gd name="connsiteY10" fmla="*/ 68179 h 204025"/>
                <a:gd name="connsiteX11" fmla="*/ 291465 w 354615"/>
                <a:gd name="connsiteY11" fmla="*/ 68179 h 204025"/>
                <a:gd name="connsiteX12" fmla="*/ 354616 w 354615"/>
                <a:gd name="connsiteY12" fmla="*/ 136017 h 204025"/>
                <a:gd name="connsiteX13" fmla="*/ 286607 w 354615"/>
                <a:gd name="connsiteY13" fmla="*/ 204026 h 204025"/>
                <a:gd name="connsiteX14" fmla="*/ 77724 w 354615"/>
                <a:gd name="connsiteY14" fmla="*/ 204026 h 20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4615" h="204025">
                  <a:moveTo>
                    <a:pt x="77724" y="204026"/>
                  </a:moveTo>
                  <a:lnTo>
                    <a:pt x="77723" y="203866"/>
                  </a:lnTo>
                  <a:cubicBezTo>
                    <a:pt x="76118" y="203972"/>
                    <a:pt x="74498" y="204026"/>
                    <a:pt x="72866" y="204026"/>
                  </a:cubicBezTo>
                  <a:cubicBezTo>
                    <a:pt x="32623" y="204026"/>
                    <a:pt x="0" y="171402"/>
                    <a:pt x="0" y="131159"/>
                  </a:cubicBezTo>
                  <a:cubicBezTo>
                    <a:pt x="0" y="90916"/>
                    <a:pt x="32623" y="58293"/>
                    <a:pt x="72866" y="58293"/>
                  </a:cubicBezTo>
                  <a:cubicBezTo>
                    <a:pt x="78261" y="58293"/>
                    <a:pt x="83518" y="58879"/>
                    <a:pt x="88579" y="59991"/>
                  </a:cubicBezTo>
                  <a:cubicBezTo>
                    <a:pt x="94652" y="25890"/>
                    <a:pt x="124456" y="0"/>
                    <a:pt x="160306" y="0"/>
                  </a:cubicBezTo>
                  <a:cubicBezTo>
                    <a:pt x="183148" y="0"/>
                    <a:pt x="203535" y="10510"/>
                    <a:pt x="216895" y="26959"/>
                  </a:cubicBezTo>
                  <a:cubicBezTo>
                    <a:pt x="224413" y="22192"/>
                    <a:pt x="233328" y="19431"/>
                    <a:pt x="242888" y="19431"/>
                  </a:cubicBezTo>
                  <a:cubicBezTo>
                    <a:pt x="269716" y="19431"/>
                    <a:pt x="291465" y="41180"/>
                    <a:pt x="291465" y="68009"/>
                  </a:cubicBezTo>
                  <a:lnTo>
                    <a:pt x="291465" y="68179"/>
                  </a:lnTo>
                  <a:lnTo>
                    <a:pt x="291465" y="68179"/>
                  </a:lnTo>
                  <a:cubicBezTo>
                    <a:pt x="326756" y="70668"/>
                    <a:pt x="354616" y="100089"/>
                    <a:pt x="354616" y="136017"/>
                  </a:cubicBezTo>
                  <a:cubicBezTo>
                    <a:pt x="354616" y="173577"/>
                    <a:pt x="324167" y="204026"/>
                    <a:pt x="286607" y="204026"/>
                  </a:cubicBezTo>
                  <a:lnTo>
                    <a:pt x="77724" y="204026"/>
                  </a:lnTo>
                  <a:close/>
                </a:path>
              </a:pathLst>
            </a:custGeom>
            <a:solidFill>
              <a:schemeClr val="bg1"/>
            </a:solidFill>
            <a:ln w="9684"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9" name="任意形状 348"/>
            <p:cNvSpPr/>
            <p:nvPr/>
          </p:nvSpPr>
          <p:spPr>
            <a:xfrm>
              <a:off x="8828813" y="5469094"/>
              <a:ext cx="4857" cy="68775"/>
            </a:xfrm>
            <a:custGeom>
              <a:avLst/>
              <a:gdLst>
                <a:gd name="connsiteX0" fmla="*/ 0 w 4857"/>
                <a:gd name="connsiteY0" fmla="*/ 68775 h 68775"/>
                <a:gd name="connsiteX1" fmla="*/ 0 w 4857"/>
                <a:gd name="connsiteY1" fmla="*/ 0 h 68775"/>
              </a:gdLst>
              <a:ahLst/>
              <a:cxnLst>
                <a:cxn ang="0">
                  <a:pos x="connsiteX0" y="connsiteY0"/>
                </a:cxn>
                <a:cxn ang="0">
                  <a:pos x="connsiteX1" y="connsiteY1"/>
                </a:cxn>
              </a:cxnLst>
              <a:rect l="l" t="t" r="r" b="b"/>
              <a:pathLst>
                <a:path w="4857" h="68775">
                  <a:moveTo>
                    <a:pt x="0" y="68775"/>
                  </a:moveTo>
                  <a:lnTo>
                    <a:pt x="0" y="0"/>
                  </a:lnTo>
                </a:path>
              </a:pathLst>
            </a:custGeom>
            <a:ln w="9684" cap="flat">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0" name="任意形状 349"/>
            <p:cNvSpPr/>
            <p:nvPr/>
          </p:nvSpPr>
          <p:spPr>
            <a:xfrm>
              <a:off x="8801794" y="5437163"/>
              <a:ext cx="54037" cy="54037"/>
            </a:xfrm>
            <a:custGeom>
              <a:avLst/>
              <a:gdLst>
                <a:gd name="connsiteX0" fmla="*/ 54038 w 54037"/>
                <a:gd name="connsiteY0" fmla="*/ 27019 h 54037"/>
                <a:gd name="connsiteX1" fmla="*/ 27019 w 54037"/>
                <a:gd name="connsiteY1" fmla="*/ 54038 h 54037"/>
                <a:gd name="connsiteX2" fmla="*/ 0 w 54037"/>
                <a:gd name="connsiteY2" fmla="*/ 27019 h 54037"/>
                <a:gd name="connsiteX3" fmla="*/ 27019 w 54037"/>
                <a:gd name="connsiteY3" fmla="*/ 0 h 54037"/>
                <a:gd name="connsiteX4" fmla="*/ 54038 w 54037"/>
                <a:gd name="connsiteY4" fmla="*/ 27019 h 54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7" h="54037">
                  <a:moveTo>
                    <a:pt x="54038" y="27019"/>
                  </a:moveTo>
                  <a:cubicBezTo>
                    <a:pt x="54038" y="41941"/>
                    <a:pt x="41941" y="54038"/>
                    <a:pt x="27019" y="54038"/>
                  </a:cubicBezTo>
                  <a:cubicBezTo>
                    <a:pt x="12097" y="54038"/>
                    <a:pt x="0" y="41941"/>
                    <a:pt x="0" y="27019"/>
                  </a:cubicBezTo>
                  <a:cubicBezTo>
                    <a:pt x="0" y="12097"/>
                    <a:pt x="12097" y="0"/>
                    <a:pt x="27019" y="0"/>
                  </a:cubicBezTo>
                  <a:cubicBezTo>
                    <a:pt x="41941" y="0"/>
                    <a:pt x="54038" y="12097"/>
                    <a:pt x="54038" y="27019"/>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13" name="图片 42" descr="icon-23"/>
          <p:cNvGrpSpPr/>
          <p:nvPr/>
        </p:nvGrpSpPr>
        <p:grpSpPr>
          <a:xfrm>
            <a:off x="6315519" y="4734464"/>
            <a:ext cx="954547" cy="772382"/>
            <a:chOff x="6315519" y="4734464"/>
            <a:chExt cx="954547" cy="772382"/>
          </a:xfrm>
        </p:grpSpPr>
        <p:sp>
          <p:nvSpPr>
            <p:cNvPr id="314" name="任意形状 313"/>
            <p:cNvSpPr/>
            <p:nvPr/>
          </p:nvSpPr>
          <p:spPr>
            <a:xfrm>
              <a:off x="6315519" y="4734464"/>
              <a:ext cx="505206" cy="505206"/>
            </a:xfrm>
            <a:custGeom>
              <a:avLst/>
              <a:gdLst>
                <a:gd name="connsiteX0" fmla="*/ 505206 w 505206"/>
                <a:gd name="connsiteY0" fmla="*/ 252603 h 505206"/>
                <a:gd name="connsiteX1" fmla="*/ 252603 w 505206"/>
                <a:gd name="connsiteY1" fmla="*/ 505206 h 505206"/>
                <a:gd name="connsiteX2" fmla="*/ 0 w 505206"/>
                <a:gd name="connsiteY2" fmla="*/ 252603 h 505206"/>
                <a:gd name="connsiteX3" fmla="*/ 252603 w 505206"/>
                <a:gd name="connsiteY3" fmla="*/ 0 h 505206"/>
                <a:gd name="connsiteX4" fmla="*/ 505206 w 505206"/>
                <a:gd name="connsiteY4" fmla="*/ 252603 h 505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206" h="505206">
                  <a:moveTo>
                    <a:pt x="505206" y="252603"/>
                  </a:moveTo>
                  <a:cubicBezTo>
                    <a:pt x="505206" y="392112"/>
                    <a:pt x="392112" y="505206"/>
                    <a:pt x="252603" y="505206"/>
                  </a:cubicBezTo>
                  <a:cubicBezTo>
                    <a:pt x="113094" y="505206"/>
                    <a:pt x="0" y="392112"/>
                    <a:pt x="0" y="252603"/>
                  </a:cubicBezTo>
                  <a:cubicBezTo>
                    <a:pt x="0" y="113094"/>
                    <a:pt x="113094" y="0"/>
                    <a:pt x="252603" y="0"/>
                  </a:cubicBezTo>
                  <a:cubicBezTo>
                    <a:pt x="392112" y="0"/>
                    <a:pt x="505206" y="113094"/>
                    <a:pt x="505206" y="252603"/>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5" name="任意形状 314"/>
            <p:cNvSpPr/>
            <p:nvPr/>
          </p:nvSpPr>
          <p:spPr>
            <a:xfrm>
              <a:off x="6456394" y="4860766"/>
              <a:ext cx="437197" cy="636365"/>
            </a:xfrm>
            <a:custGeom>
              <a:avLst/>
              <a:gdLst>
                <a:gd name="connsiteX0" fmla="*/ 0 w 437197"/>
                <a:gd name="connsiteY0" fmla="*/ 636365 h 636365"/>
                <a:gd name="connsiteX1" fmla="*/ 0 w 437197"/>
                <a:gd name="connsiteY1" fmla="*/ 66609 h 636365"/>
                <a:gd name="connsiteX2" fmla="*/ 221916 w 437197"/>
                <a:gd name="connsiteY2" fmla="*/ 0 h 636365"/>
                <a:gd name="connsiteX3" fmla="*/ 437198 w 437197"/>
                <a:gd name="connsiteY3" fmla="*/ 77483 h 636365"/>
                <a:gd name="connsiteX4" fmla="*/ 437198 w 437197"/>
                <a:gd name="connsiteY4" fmla="*/ 636365 h 636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97" h="636365">
                  <a:moveTo>
                    <a:pt x="0" y="636365"/>
                  </a:moveTo>
                  <a:lnTo>
                    <a:pt x="0" y="66609"/>
                  </a:lnTo>
                  <a:lnTo>
                    <a:pt x="221916" y="0"/>
                  </a:lnTo>
                  <a:lnTo>
                    <a:pt x="437198" y="77483"/>
                  </a:lnTo>
                  <a:lnTo>
                    <a:pt x="437198" y="636365"/>
                  </a:lnTo>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6" name="任意形状 315"/>
            <p:cNvSpPr/>
            <p:nvPr/>
          </p:nvSpPr>
          <p:spPr>
            <a:xfrm>
              <a:off x="6356810" y="5504418"/>
              <a:ext cx="913257" cy="4857"/>
            </a:xfrm>
            <a:custGeom>
              <a:avLst/>
              <a:gdLst>
                <a:gd name="connsiteX0" fmla="*/ 0 w 913257"/>
                <a:gd name="connsiteY0" fmla="*/ 0 h 4857"/>
                <a:gd name="connsiteX1" fmla="*/ 913257 w 913257"/>
                <a:gd name="connsiteY1" fmla="*/ 0 h 4857"/>
              </a:gdLst>
              <a:ahLst/>
              <a:cxnLst>
                <a:cxn ang="0">
                  <a:pos x="connsiteX0" y="connsiteY0"/>
                </a:cxn>
                <a:cxn ang="0">
                  <a:pos x="connsiteX1" y="connsiteY1"/>
                </a:cxn>
              </a:cxnLst>
              <a:rect l="l" t="t" r="r" b="b"/>
              <a:pathLst>
                <a:path w="913257" h="4857">
                  <a:moveTo>
                    <a:pt x="0" y="0"/>
                  </a:moveTo>
                  <a:lnTo>
                    <a:pt x="913257"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7" name="任意形状 316"/>
            <p:cNvSpPr/>
            <p:nvPr/>
          </p:nvSpPr>
          <p:spPr>
            <a:xfrm>
              <a:off x="6679850" y="4870481"/>
              <a:ext cx="4857" cy="631507"/>
            </a:xfrm>
            <a:custGeom>
              <a:avLst/>
              <a:gdLst>
                <a:gd name="connsiteX0" fmla="*/ 0 w 4857"/>
                <a:gd name="connsiteY0" fmla="*/ 0 h 631507"/>
                <a:gd name="connsiteX1" fmla="*/ 0 w 4857"/>
                <a:gd name="connsiteY1" fmla="*/ 631508 h 631507"/>
              </a:gdLst>
              <a:ahLst/>
              <a:cxnLst>
                <a:cxn ang="0">
                  <a:pos x="connsiteX0" y="connsiteY0"/>
                </a:cxn>
                <a:cxn ang="0">
                  <a:pos x="connsiteX1" y="connsiteY1"/>
                </a:cxn>
              </a:cxnLst>
              <a:rect l="l" t="t" r="r" b="b"/>
              <a:pathLst>
                <a:path w="4857" h="631507">
                  <a:moveTo>
                    <a:pt x="0" y="0"/>
                  </a:moveTo>
                  <a:lnTo>
                    <a:pt x="0" y="631508"/>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8" name="任意形状 317"/>
            <p:cNvSpPr/>
            <p:nvPr/>
          </p:nvSpPr>
          <p:spPr>
            <a:xfrm>
              <a:off x="6456394" y="4962779"/>
              <a:ext cx="223456" cy="145732"/>
            </a:xfrm>
            <a:custGeom>
              <a:avLst/>
              <a:gdLst>
                <a:gd name="connsiteX0" fmla="*/ 0 w 223456"/>
                <a:gd name="connsiteY0" fmla="*/ 48578 h 145732"/>
                <a:gd name="connsiteX1" fmla="*/ 223457 w 223456"/>
                <a:gd name="connsiteY1" fmla="*/ 0 h 145732"/>
                <a:gd name="connsiteX2" fmla="*/ 223457 w 223456"/>
                <a:gd name="connsiteY2" fmla="*/ 97155 h 145732"/>
                <a:gd name="connsiteX3" fmla="*/ 0 w 223456"/>
                <a:gd name="connsiteY3" fmla="*/ 145733 h 145732"/>
              </a:gdLst>
              <a:ahLst/>
              <a:cxnLst>
                <a:cxn ang="0">
                  <a:pos x="connsiteX0" y="connsiteY0"/>
                </a:cxn>
                <a:cxn ang="0">
                  <a:pos x="connsiteX1" y="connsiteY1"/>
                </a:cxn>
                <a:cxn ang="0">
                  <a:pos x="connsiteX2" y="connsiteY2"/>
                </a:cxn>
                <a:cxn ang="0">
                  <a:pos x="connsiteX3" y="connsiteY3"/>
                </a:cxn>
              </a:cxnLst>
              <a:rect l="l" t="t" r="r" b="b"/>
              <a:pathLst>
                <a:path w="223456" h="145732">
                  <a:moveTo>
                    <a:pt x="0" y="48578"/>
                  </a:moveTo>
                  <a:lnTo>
                    <a:pt x="223457" y="0"/>
                  </a:lnTo>
                  <a:lnTo>
                    <a:pt x="223457" y="97155"/>
                  </a:lnTo>
                  <a:lnTo>
                    <a:pt x="0" y="145733"/>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9" name="任意形状 318"/>
            <p:cNvSpPr/>
            <p:nvPr/>
          </p:nvSpPr>
          <p:spPr>
            <a:xfrm>
              <a:off x="6456394" y="5178948"/>
              <a:ext cx="223456" cy="123872"/>
            </a:xfrm>
            <a:custGeom>
              <a:avLst/>
              <a:gdLst>
                <a:gd name="connsiteX0" fmla="*/ 0 w 223456"/>
                <a:gd name="connsiteY0" fmla="*/ 26718 h 123872"/>
                <a:gd name="connsiteX1" fmla="*/ 223457 w 223456"/>
                <a:gd name="connsiteY1" fmla="*/ 0 h 123872"/>
                <a:gd name="connsiteX2" fmla="*/ 223457 w 223456"/>
                <a:gd name="connsiteY2" fmla="*/ 111728 h 123872"/>
                <a:gd name="connsiteX3" fmla="*/ 0 w 223456"/>
                <a:gd name="connsiteY3" fmla="*/ 123873 h 123872"/>
              </a:gdLst>
              <a:ahLst/>
              <a:cxnLst>
                <a:cxn ang="0">
                  <a:pos x="connsiteX0" y="connsiteY0"/>
                </a:cxn>
                <a:cxn ang="0">
                  <a:pos x="connsiteX1" y="connsiteY1"/>
                </a:cxn>
                <a:cxn ang="0">
                  <a:pos x="connsiteX2" y="connsiteY2"/>
                </a:cxn>
                <a:cxn ang="0">
                  <a:pos x="connsiteX3" y="connsiteY3"/>
                </a:cxn>
              </a:cxnLst>
              <a:rect l="l" t="t" r="r" b="b"/>
              <a:pathLst>
                <a:path w="223456" h="123872">
                  <a:moveTo>
                    <a:pt x="0" y="26718"/>
                  </a:moveTo>
                  <a:lnTo>
                    <a:pt x="223457" y="0"/>
                  </a:lnTo>
                  <a:lnTo>
                    <a:pt x="223457" y="111728"/>
                  </a:lnTo>
                  <a:lnTo>
                    <a:pt x="0" y="123873"/>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0" name="任意形状 319"/>
            <p:cNvSpPr/>
            <p:nvPr/>
          </p:nvSpPr>
          <p:spPr>
            <a:xfrm>
              <a:off x="6456394" y="5404834"/>
              <a:ext cx="223456" cy="97155"/>
            </a:xfrm>
            <a:custGeom>
              <a:avLst/>
              <a:gdLst>
                <a:gd name="connsiteX0" fmla="*/ 0 w 223456"/>
                <a:gd name="connsiteY0" fmla="*/ 0 h 97155"/>
                <a:gd name="connsiteX1" fmla="*/ 223457 w 223456"/>
                <a:gd name="connsiteY1" fmla="*/ 0 h 97155"/>
                <a:gd name="connsiteX2" fmla="*/ 223457 w 223456"/>
                <a:gd name="connsiteY2" fmla="*/ 97155 h 97155"/>
                <a:gd name="connsiteX3" fmla="*/ 0 w 223456"/>
                <a:gd name="connsiteY3" fmla="*/ 97155 h 97155"/>
              </a:gdLst>
              <a:ahLst/>
              <a:cxnLst>
                <a:cxn ang="0">
                  <a:pos x="connsiteX0" y="connsiteY0"/>
                </a:cxn>
                <a:cxn ang="0">
                  <a:pos x="connsiteX1" y="connsiteY1"/>
                </a:cxn>
                <a:cxn ang="0">
                  <a:pos x="connsiteX2" y="connsiteY2"/>
                </a:cxn>
                <a:cxn ang="0">
                  <a:pos x="connsiteX3" y="connsiteY3"/>
                </a:cxn>
              </a:cxnLst>
              <a:rect l="l" t="t" r="r" b="b"/>
              <a:pathLst>
                <a:path w="223456" h="97155">
                  <a:moveTo>
                    <a:pt x="0" y="0"/>
                  </a:moveTo>
                  <a:lnTo>
                    <a:pt x="223457" y="0"/>
                  </a:lnTo>
                  <a:lnTo>
                    <a:pt x="223457" y="97155"/>
                  </a:lnTo>
                  <a:lnTo>
                    <a:pt x="0" y="97155"/>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1" name="任意形状 320"/>
            <p:cNvSpPr/>
            <p:nvPr/>
          </p:nvSpPr>
          <p:spPr>
            <a:xfrm rot="10800000" flipV="1">
              <a:off x="6679850" y="5404834"/>
              <a:ext cx="213741" cy="97155"/>
            </a:xfrm>
            <a:custGeom>
              <a:avLst/>
              <a:gdLst>
                <a:gd name="connsiteX0" fmla="*/ 0 w 213741"/>
                <a:gd name="connsiteY0" fmla="*/ 0 h 97155"/>
                <a:gd name="connsiteX1" fmla="*/ 213741 w 213741"/>
                <a:gd name="connsiteY1" fmla="*/ 0 h 97155"/>
                <a:gd name="connsiteX2" fmla="*/ 213741 w 213741"/>
                <a:gd name="connsiteY2" fmla="*/ 97155 h 97155"/>
                <a:gd name="connsiteX3" fmla="*/ 0 w 213741"/>
                <a:gd name="connsiteY3" fmla="*/ 97155 h 97155"/>
              </a:gdLst>
              <a:ahLst/>
              <a:cxnLst>
                <a:cxn ang="0">
                  <a:pos x="connsiteX0" y="connsiteY0"/>
                </a:cxn>
                <a:cxn ang="0">
                  <a:pos x="connsiteX1" y="connsiteY1"/>
                </a:cxn>
                <a:cxn ang="0">
                  <a:pos x="connsiteX2" y="connsiteY2"/>
                </a:cxn>
                <a:cxn ang="0">
                  <a:pos x="connsiteX3" y="connsiteY3"/>
                </a:cxn>
              </a:cxnLst>
              <a:rect l="l" t="t" r="r" b="b"/>
              <a:pathLst>
                <a:path w="213741" h="97155">
                  <a:moveTo>
                    <a:pt x="0" y="0"/>
                  </a:moveTo>
                  <a:lnTo>
                    <a:pt x="213741" y="0"/>
                  </a:lnTo>
                  <a:lnTo>
                    <a:pt x="213741" y="97155"/>
                  </a:lnTo>
                  <a:lnTo>
                    <a:pt x="0" y="97155"/>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2" name="任意形状 321"/>
            <p:cNvSpPr/>
            <p:nvPr/>
          </p:nvSpPr>
          <p:spPr>
            <a:xfrm rot="10800000" flipV="1">
              <a:off x="6679850" y="5178948"/>
              <a:ext cx="213741" cy="123872"/>
            </a:xfrm>
            <a:custGeom>
              <a:avLst/>
              <a:gdLst>
                <a:gd name="connsiteX0" fmla="*/ 0 w 213741"/>
                <a:gd name="connsiteY0" fmla="*/ 26718 h 123872"/>
                <a:gd name="connsiteX1" fmla="*/ 213741 w 213741"/>
                <a:gd name="connsiteY1" fmla="*/ 0 h 123872"/>
                <a:gd name="connsiteX2" fmla="*/ 213741 w 213741"/>
                <a:gd name="connsiteY2" fmla="*/ 111728 h 123872"/>
                <a:gd name="connsiteX3" fmla="*/ 0 w 213741"/>
                <a:gd name="connsiteY3" fmla="*/ 123873 h 123872"/>
              </a:gdLst>
              <a:ahLst/>
              <a:cxnLst>
                <a:cxn ang="0">
                  <a:pos x="connsiteX0" y="connsiteY0"/>
                </a:cxn>
                <a:cxn ang="0">
                  <a:pos x="connsiteX1" y="connsiteY1"/>
                </a:cxn>
                <a:cxn ang="0">
                  <a:pos x="connsiteX2" y="connsiteY2"/>
                </a:cxn>
                <a:cxn ang="0">
                  <a:pos x="connsiteX3" y="connsiteY3"/>
                </a:cxn>
              </a:cxnLst>
              <a:rect l="l" t="t" r="r" b="b"/>
              <a:pathLst>
                <a:path w="213741" h="123872">
                  <a:moveTo>
                    <a:pt x="0" y="26718"/>
                  </a:moveTo>
                  <a:lnTo>
                    <a:pt x="213741" y="0"/>
                  </a:lnTo>
                  <a:lnTo>
                    <a:pt x="213741" y="111728"/>
                  </a:lnTo>
                  <a:lnTo>
                    <a:pt x="0" y="123873"/>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3" name="任意形状 322"/>
            <p:cNvSpPr/>
            <p:nvPr/>
          </p:nvSpPr>
          <p:spPr>
            <a:xfrm rot="10800000" flipV="1">
              <a:off x="6679850" y="4962779"/>
              <a:ext cx="213741" cy="145732"/>
            </a:xfrm>
            <a:custGeom>
              <a:avLst/>
              <a:gdLst>
                <a:gd name="connsiteX0" fmla="*/ 0 w 213741"/>
                <a:gd name="connsiteY0" fmla="*/ 48578 h 145732"/>
                <a:gd name="connsiteX1" fmla="*/ 213741 w 213741"/>
                <a:gd name="connsiteY1" fmla="*/ 0 h 145732"/>
                <a:gd name="connsiteX2" fmla="*/ 213741 w 213741"/>
                <a:gd name="connsiteY2" fmla="*/ 97155 h 145732"/>
                <a:gd name="connsiteX3" fmla="*/ 0 w 213741"/>
                <a:gd name="connsiteY3" fmla="*/ 145733 h 145732"/>
              </a:gdLst>
              <a:ahLst/>
              <a:cxnLst>
                <a:cxn ang="0">
                  <a:pos x="connsiteX0" y="connsiteY0"/>
                </a:cxn>
                <a:cxn ang="0">
                  <a:pos x="connsiteX1" y="connsiteY1"/>
                </a:cxn>
                <a:cxn ang="0">
                  <a:pos x="connsiteX2" y="connsiteY2"/>
                </a:cxn>
                <a:cxn ang="0">
                  <a:pos x="connsiteX3" y="connsiteY3"/>
                </a:cxn>
              </a:cxnLst>
              <a:rect l="l" t="t" r="r" b="b"/>
              <a:pathLst>
                <a:path w="213741" h="145732">
                  <a:moveTo>
                    <a:pt x="0" y="48578"/>
                  </a:moveTo>
                  <a:lnTo>
                    <a:pt x="213741" y="0"/>
                  </a:lnTo>
                  <a:lnTo>
                    <a:pt x="213741" y="97155"/>
                  </a:lnTo>
                  <a:lnTo>
                    <a:pt x="0" y="145733"/>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4" name="任意形状 323"/>
            <p:cNvSpPr/>
            <p:nvPr/>
          </p:nvSpPr>
          <p:spPr>
            <a:xfrm>
              <a:off x="6789591" y="5055076"/>
              <a:ext cx="308025" cy="448348"/>
            </a:xfrm>
            <a:custGeom>
              <a:avLst/>
              <a:gdLst>
                <a:gd name="connsiteX0" fmla="*/ 0 w 308025"/>
                <a:gd name="connsiteY0" fmla="*/ 448348 h 448348"/>
                <a:gd name="connsiteX1" fmla="*/ 0 w 308025"/>
                <a:gd name="connsiteY1" fmla="*/ 46929 h 448348"/>
                <a:gd name="connsiteX2" fmla="*/ 156350 w 308025"/>
                <a:gd name="connsiteY2" fmla="*/ 0 h 448348"/>
                <a:gd name="connsiteX3" fmla="*/ 308026 w 308025"/>
                <a:gd name="connsiteY3" fmla="*/ 54590 h 448348"/>
                <a:gd name="connsiteX4" fmla="*/ 308026 w 308025"/>
                <a:gd name="connsiteY4" fmla="*/ 448348 h 448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025" h="448348">
                  <a:moveTo>
                    <a:pt x="0" y="448348"/>
                  </a:moveTo>
                  <a:lnTo>
                    <a:pt x="0" y="46929"/>
                  </a:lnTo>
                  <a:lnTo>
                    <a:pt x="156350" y="0"/>
                  </a:lnTo>
                  <a:lnTo>
                    <a:pt x="308026" y="54590"/>
                  </a:lnTo>
                  <a:lnTo>
                    <a:pt x="308026" y="448348"/>
                  </a:lnTo>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5" name="任意形状 324"/>
            <p:cNvSpPr/>
            <p:nvPr/>
          </p:nvSpPr>
          <p:spPr>
            <a:xfrm rot="10800000" flipV="1">
              <a:off x="6947027" y="5438396"/>
              <a:ext cx="150590" cy="68450"/>
            </a:xfrm>
            <a:custGeom>
              <a:avLst/>
              <a:gdLst>
                <a:gd name="connsiteX0" fmla="*/ 0 w 150590"/>
                <a:gd name="connsiteY0" fmla="*/ 0 h 68450"/>
                <a:gd name="connsiteX1" fmla="*/ 150590 w 150590"/>
                <a:gd name="connsiteY1" fmla="*/ 0 h 68450"/>
                <a:gd name="connsiteX2" fmla="*/ 150590 w 150590"/>
                <a:gd name="connsiteY2" fmla="*/ 68450 h 68450"/>
                <a:gd name="connsiteX3" fmla="*/ 0 w 150590"/>
                <a:gd name="connsiteY3" fmla="*/ 68450 h 68450"/>
              </a:gdLst>
              <a:ahLst/>
              <a:cxnLst>
                <a:cxn ang="0">
                  <a:pos x="connsiteX0" y="connsiteY0"/>
                </a:cxn>
                <a:cxn ang="0">
                  <a:pos x="connsiteX1" y="connsiteY1"/>
                </a:cxn>
                <a:cxn ang="0">
                  <a:pos x="connsiteX2" y="connsiteY2"/>
                </a:cxn>
                <a:cxn ang="0">
                  <a:pos x="connsiteX3" y="connsiteY3"/>
                </a:cxn>
              </a:cxnLst>
              <a:rect l="l" t="t" r="r" b="b"/>
              <a:pathLst>
                <a:path w="150590" h="68450">
                  <a:moveTo>
                    <a:pt x="0" y="0"/>
                  </a:moveTo>
                  <a:lnTo>
                    <a:pt x="150590" y="0"/>
                  </a:lnTo>
                  <a:lnTo>
                    <a:pt x="150590" y="68450"/>
                  </a:lnTo>
                  <a:lnTo>
                    <a:pt x="0" y="68450"/>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6" name="任意形状 325"/>
            <p:cNvSpPr/>
            <p:nvPr/>
          </p:nvSpPr>
          <p:spPr>
            <a:xfrm>
              <a:off x="6789591" y="5438396"/>
              <a:ext cx="157435" cy="68450"/>
            </a:xfrm>
            <a:custGeom>
              <a:avLst/>
              <a:gdLst>
                <a:gd name="connsiteX0" fmla="*/ 0 w 157435"/>
                <a:gd name="connsiteY0" fmla="*/ 0 h 68450"/>
                <a:gd name="connsiteX1" fmla="*/ 157435 w 157435"/>
                <a:gd name="connsiteY1" fmla="*/ 0 h 68450"/>
                <a:gd name="connsiteX2" fmla="*/ 157435 w 157435"/>
                <a:gd name="connsiteY2" fmla="*/ 68450 h 68450"/>
                <a:gd name="connsiteX3" fmla="*/ 0 w 157435"/>
                <a:gd name="connsiteY3" fmla="*/ 68450 h 68450"/>
              </a:gdLst>
              <a:ahLst/>
              <a:cxnLst>
                <a:cxn ang="0">
                  <a:pos x="connsiteX0" y="connsiteY0"/>
                </a:cxn>
                <a:cxn ang="0">
                  <a:pos x="connsiteX1" y="connsiteY1"/>
                </a:cxn>
                <a:cxn ang="0">
                  <a:pos x="connsiteX2" y="connsiteY2"/>
                </a:cxn>
                <a:cxn ang="0">
                  <a:pos x="connsiteX3" y="connsiteY3"/>
                </a:cxn>
              </a:cxnLst>
              <a:rect l="l" t="t" r="r" b="b"/>
              <a:pathLst>
                <a:path w="157435" h="68450">
                  <a:moveTo>
                    <a:pt x="0" y="0"/>
                  </a:moveTo>
                  <a:lnTo>
                    <a:pt x="157435" y="0"/>
                  </a:lnTo>
                  <a:lnTo>
                    <a:pt x="157435" y="68450"/>
                  </a:lnTo>
                  <a:lnTo>
                    <a:pt x="0" y="68450"/>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7" name="任意形状 326"/>
            <p:cNvSpPr/>
            <p:nvPr/>
          </p:nvSpPr>
          <p:spPr>
            <a:xfrm>
              <a:off x="6947027" y="5061921"/>
              <a:ext cx="4857" cy="444925"/>
            </a:xfrm>
            <a:custGeom>
              <a:avLst/>
              <a:gdLst>
                <a:gd name="connsiteX0" fmla="*/ 0 w 4857"/>
                <a:gd name="connsiteY0" fmla="*/ 0 h 444925"/>
                <a:gd name="connsiteX1" fmla="*/ 0 w 4857"/>
                <a:gd name="connsiteY1" fmla="*/ 444926 h 444925"/>
              </a:gdLst>
              <a:ahLst/>
              <a:cxnLst>
                <a:cxn ang="0">
                  <a:pos x="connsiteX0" y="connsiteY0"/>
                </a:cxn>
                <a:cxn ang="0">
                  <a:pos x="connsiteX1" y="connsiteY1"/>
                </a:cxn>
              </a:cxnLst>
              <a:rect l="l" t="t" r="r" b="b"/>
              <a:pathLst>
                <a:path w="4857" h="444925">
                  <a:moveTo>
                    <a:pt x="0" y="0"/>
                  </a:moveTo>
                  <a:lnTo>
                    <a:pt x="0" y="444926"/>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8" name="任意形状 327"/>
            <p:cNvSpPr/>
            <p:nvPr/>
          </p:nvSpPr>
          <p:spPr>
            <a:xfrm rot="10800000" flipV="1">
              <a:off x="6947027" y="5126948"/>
              <a:ext cx="150590" cy="102675"/>
            </a:xfrm>
            <a:custGeom>
              <a:avLst/>
              <a:gdLst>
                <a:gd name="connsiteX0" fmla="*/ 0 w 150590"/>
                <a:gd name="connsiteY0" fmla="*/ 34225 h 102675"/>
                <a:gd name="connsiteX1" fmla="*/ 150590 w 150590"/>
                <a:gd name="connsiteY1" fmla="*/ 0 h 102675"/>
                <a:gd name="connsiteX2" fmla="*/ 150590 w 150590"/>
                <a:gd name="connsiteY2" fmla="*/ 68450 h 102675"/>
                <a:gd name="connsiteX3" fmla="*/ 0 w 150590"/>
                <a:gd name="connsiteY3" fmla="*/ 102675 h 102675"/>
              </a:gdLst>
              <a:ahLst/>
              <a:cxnLst>
                <a:cxn ang="0">
                  <a:pos x="connsiteX0" y="connsiteY0"/>
                </a:cxn>
                <a:cxn ang="0">
                  <a:pos x="connsiteX1" y="connsiteY1"/>
                </a:cxn>
                <a:cxn ang="0">
                  <a:pos x="connsiteX2" y="connsiteY2"/>
                </a:cxn>
                <a:cxn ang="0">
                  <a:pos x="connsiteX3" y="connsiteY3"/>
                </a:cxn>
              </a:cxnLst>
              <a:rect l="l" t="t" r="r" b="b"/>
              <a:pathLst>
                <a:path w="150590" h="102675">
                  <a:moveTo>
                    <a:pt x="0" y="34225"/>
                  </a:moveTo>
                  <a:lnTo>
                    <a:pt x="150590" y="0"/>
                  </a:lnTo>
                  <a:lnTo>
                    <a:pt x="150590" y="68450"/>
                  </a:lnTo>
                  <a:lnTo>
                    <a:pt x="0" y="102675"/>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9" name="任意形状 328"/>
            <p:cNvSpPr/>
            <p:nvPr/>
          </p:nvSpPr>
          <p:spPr>
            <a:xfrm rot="10800000" flipV="1">
              <a:off x="6947027" y="5279250"/>
              <a:ext cx="150590" cy="87273"/>
            </a:xfrm>
            <a:custGeom>
              <a:avLst/>
              <a:gdLst>
                <a:gd name="connsiteX0" fmla="*/ 0 w 150590"/>
                <a:gd name="connsiteY0" fmla="*/ 18824 h 87273"/>
                <a:gd name="connsiteX1" fmla="*/ 150590 w 150590"/>
                <a:gd name="connsiteY1" fmla="*/ 0 h 87273"/>
                <a:gd name="connsiteX2" fmla="*/ 150590 w 150590"/>
                <a:gd name="connsiteY2" fmla="*/ 78718 h 87273"/>
                <a:gd name="connsiteX3" fmla="*/ 0 w 150590"/>
                <a:gd name="connsiteY3" fmla="*/ 87274 h 87273"/>
              </a:gdLst>
              <a:ahLst/>
              <a:cxnLst>
                <a:cxn ang="0">
                  <a:pos x="connsiteX0" y="connsiteY0"/>
                </a:cxn>
                <a:cxn ang="0">
                  <a:pos x="connsiteX1" y="connsiteY1"/>
                </a:cxn>
                <a:cxn ang="0">
                  <a:pos x="connsiteX2" y="connsiteY2"/>
                </a:cxn>
                <a:cxn ang="0">
                  <a:pos x="connsiteX3" y="connsiteY3"/>
                </a:cxn>
              </a:cxnLst>
              <a:rect l="l" t="t" r="r" b="b"/>
              <a:pathLst>
                <a:path w="150590" h="87273">
                  <a:moveTo>
                    <a:pt x="0" y="18824"/>
                  </a:moveTo>
                  <a:lnTo>
                    <a:pt x="150590" y="0"/>
                  </a:lnTo>
                  <a:lnTo>
                    <a:pt x="150590" y="78718"/>
                  </a:lnTo>
                  <a:lnTo>
                    <a:pt x="0" y="87274"/>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0" name="任意形状 329"/>
            <p:cNvSpPr/>
            <p:nvPr/>
          </p:nvSpPr>
          <p:spPr>
            <a:xfrm>
              <a:off x="6789591" y="5279250"/>
              <a:ext cx="157435" cy="87273"/>
            </a:xfrm>
            <a:custGeom>
              <a:avLst/>
              <a:gdLst>
                <a:gd name="connsiteX0" fmla="*/ 0 w 157435"/>
                <a:gd name="connsiteY0" fmla="*/ 18824 h 87273"/>
                <a:gd name="connsiteX1" fmla="*/ 157435 w 157435"/>
                <a:gd name="connsiteY1" fmla="*/ 0 h 87273"/>
                <a:gd name="connsiteX2" fmla="*/ 157435 w 157435"/>
                <a:gd name="connsiteY2" fmla="*/ 78718 h 87273"/>
                <a:gd name="connsiteX3" fmla="*/ 0 w 157435"/>
                <a:gd name="connsiteY3" fmla="*/ 87274 h 87273"/>
              </a:gdLst>
              <a:ahLst/>
              <a:cxnLst>
                <a:cxn ang="0">
                  <a:pos x="connsiteX0" y="connsiteY0"/>
                </a:cxn>
                <a:cxn ang="0">
                  <a:pos x="connsiteX1" y="connsiteY1"/>
                </a:cxn>
                <a:cxn ang="0">
                  <a:pos x="connsiteX2" y="connsiteY2"/>
                </a:cxn>
                <a:cxn ang="0">
                  <a:pos x="connsiteX3" y="connsiteY3"/>
                </a:cxn>
              </a:cxnLst>
              <a:rect l="l" t="t" r="r" b="b"/>
              <a:pathLst>
                <a:path w="157435" h="87273">
                  <a:moveTo>
                    <a:pt x="0" y="18824"/>
                  </a:moveTo>
                  <a:lnTo>
                    <a:pt x="157435" y="0"/>
                  </a:lnTo>
                  <a:lnTo>
                    <a:pt x="157435" y="78718"/>
                  </a:lnTo>
                  <a:lnTo>
                    <a:pt x="0" y="87274"/>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1" name="任意形状 330"/>
            <p:cNvSpPr/>
            <p:nvPr/>
          </p:nvSpPr>
          <p:spPr>
            <a:xfrm>
              <a:off x="6789591" y="5126948"/>
              <a:ext cx="157435" cy="102675"/>
            </a:xfrm>
            <a:custGeom>
              <a:avLst/>
              <a:gdLst>
                <a:gd name="connsiteX0" fmla="*/ 0 w 157435"/>
                <a:gd name="connsiteY0" fmla="*/ 34225 h 102675"/>
                <a:gd name="connsiteX1" fmla="*/ 157435 w 157435"/>
                <a:gd name="connsiteY1" fmla="*/ 0 h 102675"/>
                <a:gd name="connsiteX2" fmla="*/ 157435 w 157435"/>
                <a:gd name="connsiteY2" fmla="*/ 68450 h 102675"/>
                <a:gd name="connsiteX3" fmla="*/ 0 w 157435"/>
                <a:gd name="connsiteY3" fmla="*/ 102675 h 102675"/>
              </a:gdLst>
              <a:ahLst/>
              <a:cxnLst>
                <a:cxn ang="0">
                  <a:pos x="connsiteX0" y="connsiteY0"/>
                </a:cxn>
                <a:cxn ang="0">
                  <a:pos x="connsiteX1" y="connsiteY1"/>
                </a:cxn>
                <a:cxn ang="0">
                  <a:pos x="connsiteX2" y="connsiteY2"/>
                </a:cxn>
                <a:cxn ang="0">
                  <a:pos x="connsiteX3" y="connsiteY3"/>
                </a:cxn>
              </a:cxnLst>
              <a:rect l="l" t="t" r="r" b="b"/>
              <a:pathLst>
                <a:path w="157435" h="102675">
                  <a:moveTo>
                    <a:pt x="0" y="34225"/>
                  </a:moveTo>
                  <a:lnTo>
                    <a:pt x="157435" y="0"/>
                  </a:lnTo>
                  <a:lnTo>
                    <a:pt x="157435" y="68450"/>
                  </a:lnTo>
                  <a:lnTo>
                    <a:pt x="0" y="102675"/>
                  </a:lnTo>
                  <a:close/>
                </a:path>
              </a:pathLst>
            </a:custGeom>
            <a:solidFill>
              <a:schemeClr val="bg1"/>
            </a:solidFill>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32" name="图片 42" descr="icon-23"/>
            <p:cNvGrpSpPr/>
            <p:nvPr/>
          </p:nvGrpSpPr>
          <p:grpSpPr>
            <a:xfrm>
              <a:off x="6981031" y="4814549"/>
              <a:ext cx="77724" cy="234924"/>
              <a:chOff x="6981031" y="4814549"/>
              <a:chExt cx="77724" cy="234924"/>
            </a:xfrm>
            <a:solidFill>
              <a:srgbClr val="A2BDFC"/>
            </a:solidFill>
          </p:grpSpPr>
          <p:sp>
            <p:nvSpPr>
              <p:cNvPr id="333" name="任意形状 332"/>
              <p:cNvSpPr/>
              <p:nvPr/>
            </p:nvSpPr>
            <p:spPr>
              <a:xfrm>
                <a:off x="7022669" y="4887981"/>
                <a:ext cx="4857" cy="161491"/>
              </a:xfrm>
              <a:custGeom>
                <a:avLst/>
                <a:gdLst>
                  <a:gd name="connsiteX0" fmla="*/ 155 w 4857"/>
                  <a:gd name="connsiteY0" fmla="*/ 45 h 161491"/>
                  <a:gd name="connsiteX1" fmla="*/ 155 w 4857"/>
                  <a:gd name="connsiteY1" fmla="*/ 161537 h 161491"/>
                </a:gdLst>
                <a:ahLst/>
                <a:cxnLst>
                  <a:cxn ang="0">
                    <a:pos x="connsiteX0" y="connsiteY0"/>
                  </a:cxn>
                  <a:cxn ang="0">
                    <a:pos x="connsiteX1" y="connsiteY1"/>
                  </a:cxn>
                </a:cxnLst>
                <a:rect l="l" t="t" r="r" b="b"/>
                <a:pathLst>
                  <a:path w="4857" h="161491">
                    <a:moveTo>
                      <a:pt x="155" y="45"/>
                    </a:moveTo>
                    <a:lnTo>
                      <a:pt x="155" y="161537"/>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4" name="任意形状 333"/>
              <p:cNvSpPr/>
              <p:nvPr/>
            </p:nvSpPr>
            <p:spPr>
              <a:xfrm>
                <a:off x="6981031" y="4814549"/>
                <a:ext cx="77724" cy="75736"/>
              </a:xfrm>
              <a:custGeom>
                <a:avLst/>
                <a:gdLst>
                  <a:gd name="connsiteX0" fmla="*/ 77879 w 77724"/>
                  <a:gd name="connsiteY0" fmla="*/ 37914 h 75736"/>
                  <a:gd name="connsiteX1" fmla="*/ 39017 w 77724"/>
                  <a:gd name="connsiteY1" fmla="*/ 75782 h 75736"/>
                  <a:gd name="connsiteX2" fmla="*/ 155 w 77724"/>
                  <a:gd name="connsiteY2" fmla="*/ 37914 h 75736"/>
                  <a:gd name="connsiteX3" fmla="*/ 39017 w 77724"/>
                  <a:gd name="connsiteY3" fmla="*/ 45 h 75736"/>
                  <a:gd name="connsiteX4" fmla="*/ 77879 w 77724"/>
                  <a:gd name="connsiteY4" fmla="*/ 37914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879" y="37914"/>
                    </a:moveTo>
                    <a:cubicBezTo>
                      <a:pt x="77879" y="58828"/>
                      <a:pt x="60480" y="75782"/>
                      <a:pt x="39017" y="75782"/>
                    </a:cubicBezTo>
                    <a:cubicBezTo>
                      <a:pt x="17554" y="75782"/>
                      <a:pt x="155" y="58828"/>
                      <a:pt x="155" y="37914"/>
                    </a:cubicBezTo>
                    <a:cubicBezTo>
                      <a:pt x="155" y="17000"/>
                      <a:pt x="17554" y="45"/>
                      <a:pt x="39017" y="45"/>
                    </a:cubicBezTo>
                    <a:cubicBezTo>
                      <a:pt x="60480" y="45"/>
                      <a:pt x="77879" y="17000"/>
                      <a:pt x="77879" y="37914"/>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35" name="图片 42" descr="icon-23"/>
            <p:cNvGrpSpPr/>
            <p:nvPr/>
          </p:nvGrpSpPr>
          <p:grpSpPr>
            <a:xfrm>
              <a:off x="6325235" y="5217742"/>
              <a:ext cx="77724" cy="234924"/>
              <a:chOff x="6325235" y="5217742"/>
              <a:chExt cx="77724" cy="234924"/>
            </a:xfrm>
            <a:solidFill>
              <a:srgbClr val="F0F3F8"/>
            </a:solidFill>
          </p:grpSpPr>
          <p:sp>
            <p:nvSpPr>
              <p:cNvPr id="336" name="任意形状 335"/>
              <p:cNvSpPr/>
              <p:nvPr/>
            </p:nvSpPr>
            <p:spPr>
              <a:xfrm>
                <a:off x="6366872" y="5291174"/>
                <a:ext cx="4857" cy="161491"/>
              </a:xfrm>
              <a:custGeom>
                <a:avLst/>
                <a:gdLst>
                  <a:gd name="connsiteX0" fmla="*/ 20 w 4857"/>
                  <a:gd name="connsiteY0" fmla="*/ 128 h 161491"/>
                  <a:gd name="connsiteX1" fmla="*/ 20 w 4857"/>
                  <a:gd name="connsiteY1" fmla="*/ 161620 h 161491"/>
                </a:gdLst>
                <a:ahLst/>
                <a:cxnLst>
                  <a:cxn ang="0">
                    <a:pos x="connsiteX0" y="connsiteY0"/>
                  </a:cxn>
                  <a:cxn ang="0">
                    <a:pos x="connsiteX1" y="connsiteY1"/>
                  </a:cxn>
                </a:cxnLst>
                <a:rect l="l" t="t" r="r" b="b"/>
                <a:pathLst>
                  <a:path w="4857" h="161491">
                    <a:moveTo>
                      <a:pt x="20" y="128"/>
                    </a:moveTo>
                    <a:lnTo>
                      <a:pt x="20" y="161620"/>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7" name="任意形状 336"/>
              <p:cNvSpPr/>
              <p:nvPr/>
            </p:nvSpPr>
            <p:spPr>
              <a:xfrm>
                <a:off x="6325235" y="5217742"/>
                <a:ext cx="77724" cy="75736"/>
              </a:xfrm>
              <a:custGeom>
                <a:avLst/>
                <a:gdLst>
                  <a:gd name="connsiteX0" fmla="*/ 77744 w 77724"/>
                  <a:gd name="connsiteY0" fmla="*/ 37997 h 75736"/>
                  <a:gd name="connsiteX1" fmla="*/ 38882 w 77724"/>
                  <a:gd name="connsiteY1" fmla="*/ 75865 h 75736"/>
                  <a:gd name="connsiteX2" fmla="*/ 20 w 77724"/>
                  <a:gd name="connsiteY2" fmla="*/ 37997 h 75736"/>
                  <a:gd name="connsiteX3" fmla="*/ 38882 w 77724"/>
                  <a:gd name="connsiteY3" fmla="*/ 128 h 75736"/>
                  <a:gd name="connsiteX4" fmla="*/ 77744 w 77724"/>
                  <a:gd name="connsiteY4" fmla="*/ 37997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744" y="37997"/>
                    </a:moveTo>
                    <a:cubicBezTo>
                      <a:pt x="77744" y="58911"/>
                      <a:pt x="60345" y="75865"/>
                      <a:pt x="38882" y="75865"/>
                    </a:cubicBezTo>
                    <a:cubicBezTo>
                      <a:pt x="17419" y="75865"/>
                      <a:pt x="20" y="58911"/>
                      <a:pt x="20" y="37997"/>
                    </a:cubicBezTo>
                    <a:cubicBezTo>
                      <a:pt x="20" y="17083"/>
                      <a:pt x="17419" y="128"/>
                      <a:pt x="38882" y="128"/>
                    </a:cubicBezTo>
                    <a:cubicBezTo>
                      <a:pt x="60345" y="128"/>
                      <a:pt x="77744" y="17083"/>
                      <a:pt x="77744" y="37997"/>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38" name="图片 42" descr="icon-23"/>
            <p:cNvGrpSpPr/>
            <p:nvPr/>
          </p:nvGrpSpPr>
          <p:grpSpPr>
            <a:xfrm>
              <a:off x="7151052" y="5086583"/>
              <a:ext cx="77724" cy="234924"/>
              <a:chOff x="7151052" y="5086583"/>
              <a:chExt cx="77724" cy="234924"/>
            </a:xfrm>
            <a:solidFill>
              <a:srgbClr val="F0F3F8"/>
            </a:solidFill>
          </p:grpSpPr>
          <p:sp>
            <p:nvSpPr>
              <p:cNvPr id="339" name="任意形状 338"/>
              <p:cNvSpPr/>
              <p:nvPr/>
            </p:nvSpPr>
            <p:spPr>
              <a:xfrm>
                <a:off x="7192690" y="5160015"/>
                <a:ext cx="4857" cy="161491"/>
              </a:xfrm>
              <a:custGeom>
                <a:avLst/>
                <a:gdLst>
                  <a:gd name="connsiteX0" fmla="*/ 190 w 4857"/>
                  <a:gd name="connsiteY0" fmla="*/ 101 h 161491"/>
                  <a:gd name="connsiteX1" fmla="*/ 190 w 4857"/>
                  <a:gd name="connsiteY1" fmla="*/ 161593 h 161491"/>
                </a:gdLst>
                <a:ahLst/>
                <a:cxnLst>
                  <a:cxn ang="0">
                    <a:pos x="connsiteX0" y="connsiteY0"/>
                  </a:cxn>
                  <a:cxn ang="0">
                    <a:pos x="connsiteX1" y="connsiteY1"/>
                  </a:cxn>
                </a:cxnLst>
                <a:rect l="l" t="t" r="r" b="b"/>
                <a:pathLst>
                  <a:path w="4857" h="161491">
                    <a:moveTo>
                      <a:pt x="190" y="101"/>
                    </a:moveTo>
                    <a:lnTo>
                      <a:pt x="190" y="161593"/>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0" name="任意形状 339"/>
              <p:cNvSpPr/>
              <p:nvPr/>
            </p:nvSpPr>
            <p:spPr>
              <a:xfrm>
                <a:off x="7151052" y="5086583"/>
                <a:ext cx="77724" cy="75736"/>
              </a:xfrm>
              <a:custGeom>
                <a:avLst/>
                <a:gdLst>
                  <a:gd name="connsiteX0" fmla="*/ 77914 w 77724"/>
                  <a:gd name="connsiteY0" fmla="*/ 37970 h 75736"/>
                  <a:gd name="connsiteX1" fmla="*/ 39052 w 77724"/>
                  <a:gd name="connsiteY1" fmla="*/ 75838 h 75736"/>
                  <a:gd name="connsiteX2" fmla="*/ 190 w 77724"/>
                  <a:gd name="connsiteY2" fmla="*/ 37970 h 75736"/>
                  <a:gd name="connsiteX3" fmla="*/ 39052 w 77724"/>
                  <a:gd name="connsiteY3" fmla="*/ 101 h 75736"/>
                  <a:gd name="connsiteX4" fmla="*/ 77914 w 77724"/>
                  <a:gd name="connsiteY4" fmla="*/ 37970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914" y="37970"/>
                    </a:moveTo>
                    <a:cubicBezTo>
                      <a:pt x="77914" y="58884"/>
                      <a:pt x="60515" y="75838"/>
                      <a:pt x="39052" y="75838"/>
                    </a:cubicBezTo>
                    <a:cubicBezTo>
                      <a:pt x="17589" y="75838"/>
                      <a:pt x="190" y="58884"/>
                      <a:pt x="190" y="37970"/>
                    </a:cubicBezTo>
                    <a:cubicBezTo>
                      <a:pt x="190" y="17056"/>
                      <a:pt x="17589" y="101"/>
                      <a:pt x="39052" y="101"/>
                    </a:cubicBezTo>
                    <a:cubicBezTo>
                      <a:pt x="60515" y="101"/>
                      <a:pt x="77914" y="17056"/>
                      <a:pt x="77914" y="37970"/>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85" name="图片 43" descr="icon-24"/>
          <p:cNvGrpSpPr/>
          <p:nvPr/>
        </p:nvGrpSpPr>
        <p:grpSpPr>
          <a:xfrm>
            <a:off x="4740735" y="4789913"/>
            <a:ext cx="913257" cy="748509"/>
            <a:chOff x="4740735" y="4789913"/>
            <a:chExt cx="913257" cy="748509"/>
          </a:xfrm>
        </p:grpSpPr>
        <p:sp>
          <p:nvSpPr>
            <p:cNvPr id="286" name="任意形状 285"/>
            <p:cNvSpPr/>
            <p:nvPr/>
          </p:nvSpPr>
          <p:spPr>
            <a:xfrm>
              <a:off x="4801457" y="4962779"/>
              <a:ext cx="631507" cy="573214"/>
            </a:xfrm>
            <a:custGeom>
              <a:avLst/>
              <a:gdLst>
                <a:gd name="connsiteX0" fmla="*/ 276892 w 631507"/>
                <a:gd name="connsiteY0" fmla="*/ 0 h 573214"/>
                <a:gd name="connsiteX1" fmla="*/ 276892 w 631507"/>
                <a:gd name="connsiteY1" fmla="*/ 213741 h 573214"/>
                <a:gd name="connsiteX2" fmla="*/ 631508 w 631507"/>
                <a:gd name="connsiteY2" fmla="*/ 213741 h 573214"/>
                <a:gd name="connsiteX3" fmla="*/ 631508 w 631507"/>
                <a:gd name="connsiteY3" fmla="*/ 573215 h 573214"/>
                <a:gd name="connsiteX4" fmla="*/ 0 w 631507"/>
                <a:gd name="connsiteY4" fmla="*/ 573215 h 573214"/>
                <a:gd name="connsiteX5" fmla="*/ 0 w 631507"/>
                <a:gd name="connsiteY5" fmla="*/ 0 h 573214"/>
                <a:gd name="connsiteX6" fmla="*/ 276892 w 631507"/>
                <a:gd name="connsiteY6" fmla="*/ 0 h 57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507" h="573214">
                  <a:moveTo>
                    <a:pt x="276892" y="0"/>
                  </a:moveTo>
                  <a:lnTo>
                    <a:pt x="276892" y="213741"/>
                  </a:lnTo>
                  <a:lnTo>
                    <a:pt x="631508" y="213741"/>
                  </a:lnTo>
                  <a:lnTo>
                    <a:pt x="631508" y="573215"/>
                  </a:lnTo>
                  <a:lnTo>
                    <a:pt x="0" y="573215"/>
                  </a:lnTo>
                  <a:lnTo>
                    <a:pt x="0" y="0"/>
                  </a:lnTo>
                  <a:lnTo>
                    <a:pt x="276892" y="0"/>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7" name="任意形状 286"/>
            <p:cNvSpPr/>
            <p:nvPr/>
          </p:nvSpPr>
          <p:spPr>
            <a:xfrm>
              <a:off x="5078349" y="4963869"/>
              <a:ext cx="126301" cy="204025"/>
            </a:xfrm>
            <a:custGeom>
              <a:avLst/>
              <a:gdLst>
                <a:gd name="connsiteX0" fmla="*/ 0 w 126301"/>
                <a:gd name="connsiteY0" fmla="*/ 0 h 204025"/>
                <a:gd name="connsiteX1" fmla="*/ 126302 w 126301"/>
                <a:gd name="connsiteY1" fmla="*/ 0 h 204025"/>
                <a:gd name="connsiteX2" fmla="*/ 126302 w 126301"/>
                <a:gd name="connsiteY2" fmla="*/ 204026 h 204025"/>
              </a:gdLst>
              <a:ahLst/>
              <a:cxnLst>
                <a:cxn ang="0">
                  <a:pos x="connsiteX0" y="connsiteY0"/>
                </a:cxn>
                <a:cxn ang="0">
                  <a:pos x="connsiteX1" y="connsiteY1"/>
                </a:cxn>
                <a:cxn ang="0">
                  <a:pos x="connsiteX2" y="connsiteY2"/>
                </a:cxn>
              </a:cxnLst>
              <a:rect l="l" t="t" r="r" b="b"/>
              <a:pathLst>
                <a:path w="126301" h="204025">
                  <a:moveTo>
                    <a:pt x="0" y="0"/>
                  </a:moveTo>
                  <a:lnTo>
                    <a:pt x="126302" y="0"/>
                  </a:lnTo>
                  <a:lnTo>
                    <a:pt x="126302" y="204026"/>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8" name="任意形状 287"/>
            <p:cNvSpPr/>
            <p:nvPr/>
          </p:nvSpPr>
          <p:spPr>
            <a:xfrm>
              <a:off x="5434865" y="5177610"/>
              <a:ext cx="145732" cy="359473"/>
            </a:xfrm>
            <a:custGeom>
              <a:avLst/>
              <a:gdLst>
                <a:gd name="connsiteX0" fmla="*/ 0 w 145732"/>
                <a:gd name="connsiteY0" fmla="*/ 0 h 359473"/>
                <a:gd name="connsiteX1" fmla="*/ 145733 w 145732"/>
                <a:gd name="connsiteY1" fmla="*/ 0 h 359473"/>
                <a:gd name="connsiteX2" fmla="*/ 145733 w 145732"/>
                <a:gd name="connsiteY2" fmla="*/ 359474 h 359473"/>
              </a:gdLst>
              <a:ahLst/>
              <a:cxnLst>
                <a:cxn ang="0">
                  <a:pos x="connsiteX0" y="connsiteY0"/>
                </a:cxn>
                <a:cxn ang="0">
                  <a:pos x="connsiteX1" y="connsiteY1"/>
                </a:cxn>
                <a:cxn ang="0">
                  <a:pos x="connsiteX2" y="connsiteY2"/>
                </a:cxn>
              </a:cxnLst>
              <a:rect l="l" t="t" r="r" b="b"/>
              <a:pathLst>
                <a:path w="145732" h="359473">
                  <a:moveTo>
                    <a:pt x="0" y="0"/>
                  </a:moveTo>
                  <a:lnTo>
                    <a:pt x="145733" y="0"/>
                  </a:lnTo>
                  <a:lnTo>
                    <a:pt x="145733" y="359474"/>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9" name="任意形状 288"/>
            <p:cNvSpPr/>
            <p:nvPr/>
          </p:nvSpPr>
          <p:spPr>
            <a:xfrm>
              <a:off x="5335809" y="4909343"/>
              <a:ext cx="68008" cy="267176"/>
            </a:xfrm>
            <a:custGeom>
              <a:avLst/>
              <a:gdLst>
                <a:gd name="connsiteX0" fmla="*/ 0 w 68008"/>
                <a:gd name="connsiteY0" fmla="*/ 0 h 267176"/>
                <a:gd name="connsiteX1" fmla="*/ 68009 w 68008"/>
                <a:gd name="connsiteY1" fmla="*/ 0 h 267176"/>
                <a:gd name="connsiteX2" fmla="*/ 68009 w 68008"/>
                <a:gd name="connsiteY2" fmla="*/ 267176 h 267176"/>
                <a:gd name="connsiteX3" fmla="*/ 0 w 68008"/>
                <a:gd name="connsiteY3" fmla="*/ 267176 h 267176"/>
              </a:gdLst>
              <a:ahLst/>
              <a:cxnLst>
                <a:cxn ang="0">
                  <a:pos x="connsiteX0" y="connsiteY0"/>
                </a:cxn>
                <a:cxn ang="0">
                  <a:pos x="connsiteX1" y="connsiteY1"/>
                </a:cxn>
                <a:cxn ang="0">
                  <a:pos x="connsiteX2" y="connsiteY2"/>
                </a:cxn>
                <a:cxn ang="0">
                  <a:pos x="connsiteX3" y="connsiteY3"/>
                </a:cxn>
              </a:cxnLst>
              <a:rect l="l" t="t" r="r" b="b"/>
              <a:pathLst>
                <a:path w="68008" h="267176">
                  <a:moveTo>
                    <a:pt x="0" y="0"/>
                  </a:moveTo>
                  <a:lnTo>
                    <a:pt x="68009" y="0"/>
                  </a:lnTo>
                  <a:lnTo>
                    <a:pt x="68009" y="267176"/>
                  </a:lnTo>
                  <a:lnTo>
                    <a:pt x="0" y="267176"/>
                  </a:lnTo>
                  <a:close/>
                </a:path>
              </a:pathLst>
            </a:custGeom>
            <a:solidFill>
              <a:schemeClr val="accent1">
                <a:lumMod val="20000"/>
                <a:lumOff val="8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0" name="任意形状 289"/>
            <p:cNvSpPr/>
            <p:nvPr/>
          </p:nvSpPr>
          <p:spPr>
            <a:xfrm>
              <a:off x="5471826" y="5059934"/>
              <a:ext cx="68008" cy="116586"/>
            </a:xfrm>
            <a:custGeom>
              <a:avLst/>
              <a:gdLst>
                <a:gd name="connsiteX0" fmla="*/ 0 w 68008"/>
                <a:gd name="connsiteY0" fmla="*/ 0 h 116586"/>
                <a:gd name="connsiteX1" fmla="*/ 68009 w 68008"/>
                <a:gd name="connsiteY1" fmla="*/ 0 h 116586"/>
                <a:gd name="connsiteX2" fmla="*/ 68009 w 68008"/>
                <a:gd name="connsiteY2" fmla="*/ 116586 h 116586"/>
                <a:gd name="connsiteX3" fmla="*/ 0 w 68008"/>
                <a:gd name="connsiteY3" fmla="*/ 116586 h 116586"/>
              </a:gdLst>
              <a:ahLst/>
              <a:cxnLst>
                <a:cxn ang="0">
                  <a:pos x="connsiteX0" y="connsiteY0"/>
                </a:cxn>
                <a:cxn ang="0">
                  <a:pos x="connsiteX1" y="connsiteY1"/>
                </a:cxn>
                <a:cxn ang="0">
                  <a:pos x="connsiteX2" y="connsiteY2"/>
                </a:cxn>
                <a:cxn ang="0">
                  <a:pos x="connsiteX3" y="connsiteY3"/>
                </a:cxn>
              </a:cxnLst>
              <a:rect l="l" t="t" r="r" b="b"/>
              <a:pathLst>
                <a:path w="68008" h="116586">
                  <a:moveTo>
                    <a:pt x="0" y="0"/>
                  </a:moveTo>
                  <a:lnTo>
                    <a:pt x="68009" y="0"/>
                  </a:lnTo>
                  <a:lnTo>
                    <a:pt x="68009" y="116586"/>
                  </a:lnTo>
                  <a:lnTo>
                    <a:pt x="0" y="116586"/>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1" name="任意形状 290"/>
            <p:cNvSpPr/>
            <p:nvPr/>
          </p:nvSpPr>
          <p:spPr>
            <a:xfrm>
              <a:off x="4854892" y="4880197"/>
              <a:ext cx="68008" cy="82581"/>
            </a:xfrm>
            <a:custGeom>
              <a:avLst/>
              <a:gdLst>
                <a:gd name="connsiteX0" fmla="*/ 0 w 68008"/>
                <a:gd name="connsiteY0" fmla="*/ 0 h 82581"/>
                <a:gd name="connsiteX1" fmla="*/ 68009 w 68008"/>
                <a:gd name="connsiteY1" fmla="*/ 0 h 82581"/>
                <a:gd name="connsiteX2" fmla="*/ 68009 w 68008"/>
                <a:gd name="connsiteY2" fmla="*/ 82582 h 82581"/>
                <a:gd name="connsiteX3" fmla="*/ 0 w 68008"/>
                <a:gd name="connsiteY3" fmla="*/ 82582 h 82581"/>
              </a:gdLst>
              <a:ahLst/>
              <a:cxnLst>
                <a:cxn ang="0">
                  <a:pos x="connsiteX0" y="connsiteY0"/>
                </a:cxn>
                <a:cxn ang="0">
                  <a:pos x="connsiteX1" y="connsiteY1"/>
                </a:cxn>
                <a:cxn ang="0">
                  <a:pos x="connsiteX2" y="connsiteY2"/>
                </a:cxn>
                <a:cxn ang="0">
                  <a:pos x="connsiteX3" y="connsiteY3"/>
                </a:cxn>
              </a:cxnLst>
              <a:rect l="l" t="t" r="r" b="b"/>
              <a:pathLst>
                <a:path w="68008" h="82581">
                  <a:moveTo>
                    <a:pt x="0" y="0"/>
                  </a:moveTo>
                  <a:lnTo>
                    <a:pt x="68009" y="0"/>
                  </a:lnTo>
                  <a:lnTo>
                    <a:pt x="68009" y="82582"/>
                  </a:lnTo>
                  <a:lnTo>
                    <a:pt x="0" y="82582"/>
                  </a:lnTo>
                  <a:close/>
                </a:path>
              </a:pathLst>
            </a:custGeom>
            <a:solidFill>
              <a:schemeClr val="accent1">
                <a:lumMod val="40000"/>
                <a:lumOff val="6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2" name="任意形状 291"/>
            <p:cNvSpPr/>
            <p:nvPr/>
          </p:nvSpPr>
          <p:spPr>
            <a:xfrm>
              <a:off x="4867036" y="5052647"/>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3" name="任意形状 292"/>
            <p:cNvSpPr/>
            <p:nvPr/>
          </p:nvSpPr>
          <p:spPr>
            <a:xfrm>
              <a:off x="4867036" y="5130371"/>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4" name="任意形状 293"/>
            <p:cNvSpPr/>
            <p:nvPr/>
          </p:nvSpPr>
          <p:spPr>
            <a:xfrm>
              <a:off x="4867036" y="5208095"/>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5" name="任意形状 294"/>
            <p:cNvSpPr/>
            <p:nvPr/>
          </p:nvSpPr>
          <p:spPr>
            <a:xfrm>
              <a:off x="4867036" y="5285819"/>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6" name="任意形状 295"/>
            <p:cNvSpPr/>
            <p:nvPr/>
          </p:nvSpPr>
          <p:spPr>
            <a:xfrm>
              <a:off x="5071062" y="5285819"/>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7" name="任意形状 296"/>
            <p:cNvSpPr/>
            <p:nvPr/>
          </p:nvSpPr>
          <p:spPr>
            <a:xfrm>
              <a:off x="4969049" y="5052647"/>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8" name="任意形状 297"/>
            <p:cNvSpPr/>
            <p:nvPr/>
          </p:nvSpPr>
          <p:spPr>
            <a:xfrm>
              <a:off x="4969049" y="5130371"/>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9" name="任意形状 298"/>
            <p:cNvSpPr/>
            <p:nvPr/>
          </p:nvSpPr>
          <p:spPr>
            <a:xfrm>
              <a:off x="4969049" y="5208095"/>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0" name="任意形状 299"/>
            <p:cNvSpPr/>
            <p:nvPr/>
          </p:nvSpPr>
          <p:spPr>
            <a:xfrm>
              <a:off x="4969049" y="5285819"/>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1" name="任意形状 300"/>
            <p:cNvSpPr/>
            <p:nvPr/>
          </p:nvSpPr>
          <p:spPr>
            <a:xfrm>
              <a:off x="5173075" y="5285819"/>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2" name="任意形状 301"/>
            <p:cNvSpPr/>
            <p:nvPr/>
          </p:nvSpPr>
          <p:spPr>
            <a:xfrm>
              <a:off x="5289661" y="5285819"/>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3" name="任意形状 302"/>
            <p:cNvSpPr/>
            <p:nvPr/>
          </p:nvSpPr>
          <p:spPr>
            <a:xfrm>
              <a:off x="4867036" y="5373258"/>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4" name="任意形状 303"/>
            <p:cNvSpPr/>
            <p:nvPr/>
          </p:nvSpPr>
          <p:spPr>
            <a:xfrm>
              <a:off x="5071062" y="5373258"/>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5" name="任意形状 304"/>
            <p:cNvSpPr/>
            <p:nvPr/>
          </p:nvSpPr>
          <p:spPr>
            <a:xfrm>
              <a:off x="4969049" y="5373258"/>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6" name="任意形状 305"/>
            <p:cNvSpPr/>
            <p:nvPr/>
          </p:nvSpPr>
          <p:spPr>
            <a:xfrm>
              <a:off x="5173075" y="5373258"/>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7" name="任意形状 306"/>
            <p:cNvSpPr/>
            <p:nvPr/>
          </p:nvSpPr>
          <p:spPr>
            <a:xfrm>
              <a:off x="5289661" y="5373258"/>
              <a:ext cx="38862" cy="4857"/>
            </a:xfrm>
            <a:custGeom>
              <a:avLst/>
              <a:gdLst>
                <a:gd name="connsiteX0" fmla="*/ 0 w 38862"/>
                <a:gd name="connsiteY0" fmla="*/ 0 h 4857"/>
                <a:gd name="connsiteX1" fmla="*/ 38862 w 38862"/>
                <a:gd name="connsiteY1" fmla="*/ 0 h 4857"/>
              </a:gdLst>
              <a:ahLst/>
              <a:cxnLst>
                <a:cxn ang="0">
                  <a:pos x="connsiteX0" y="connsiteY0"/>
                </a:cxn>
                <a:cxn ang="0">
                  <a:pos x="connsiteX1" y="connsiteY1"/>
                </a:cxn>
              </a:cxnLst>
              <a:rect l="l" t="t" r="r" b="b"/>
              <a:pathLst>
                <a:path w="38862" h="4857">
                  <a:moveTo>
                    <a:pt x="0" y="0"/>
                  </a:moveTo>
                  <a:lnTo>
                    <a:pt x="3886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08" name="图片 43" descr="icon-24"/>
            <p:cNvGrpSpPr/>
            <p:nvPr/>
          </p:nvGrpSpPr>
          <p:grpSpPr>
            <a:xfrm>
              <a:off x="4916180" y="4789913"/>
              <a:ext cx="661839" cy="72866"/>
              <a:chOff x="4916180" y="4789913"/>
              <a:chExt cx="661839" cy="72866"/>
            </a:xfrm>
          </p:grpSpPr>
          <p:sp>
            <p:nvSpPr>
              <p:cNvPr id="309" name="任意形状 308"/>
              <p:cNvSpPr/>
              <p:nvPr/>
            </p:nvSpPr>
            <p:spPr>
              <a:xfrm rot="-5400000">
                <a:off x="4996926" y="4752887"/>
                <a:ext cx="4857" cy="161491"/>
              </a:xfrm>
              <a:custGeom>
                <a:avLst/>
                <a:gdLst>
                  <a:gd name="connsiteX0" fmla="*/ 73 w 4857"/>
                  <a:gd name="connsiteY0" fmla="*/ 32 h 161491"/>
                  <a:gd name="connsiteX1" fmla="*/ 73 w 4857"/>
                  <a:gd name="connsiteY1" fmla="*/ 161524 h 161491"/>
                </a:gdLst>
                <a:ahLst/>
                <a:cxnLst>
                  <a:cxn ang="0">
                    <a:pos x="connsiteX0" y="connsiteY0"/>
                  </a:cxn>
                  <a:cxn ang="0">
                    <a:pos x="connsiteX1" y="connsiteY1"/>
                  </a:cxn>
                </a:cxnLst>
                <a:rect l="l" t="t" r="r" b="b"/>
                <a:pathLst>
                  <a:path w="4857" h="161491">
                    <a:moveTo>
                      <a:pt x="73" y="32"/>
                    </a:moveTo>
                    <a:lnTo>
                      <a:pt x="73" y="161524"/>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0" name="任意形状 309"/>
              <p:cNvSpPr/>
              <p:nvPr/>
            </p:nvSpPr>
            <p:spPr>
              <a:xfrm rot="-5400000">
                <a:off x="5497274" y="4782033"/>
                <a:ext cx="4857" cy="161491"/>
              </a:xfrm>
              <a:custGeom>
                <a:avLst/>
                <a:gdLst>
                  <a:gd name="connsiteX0" fmla="*/ 182 w 4857"/>
                  <a:gd name="connsiteY0" fmla="*/ -65 h 161491"/>
                  <a:gd name="connsiteX1" fmla="*/ 182 w 4857"/>
                  <a:gd name="connsiteY1" fmla="*/ 161427 h 161491"/>
                </a:gdLst>
                <a:ahLst/>
                <a:cxnLst>
                  <a:cxn ang="0">
                    <a:pos x="connsiteX0" y="connsiteY0"/>
                  </a:cxn>
                  <a:cxn ang="0">
                    <a:pos x="connsiteX1" y="connsiteY1"/>
                  </a:cxn>
                </a:cxnLst>
                <a:rect l="l" t="t" r="r" b="b"/>
                <a:pathLst>
                  <a:path w="4857" h="161491">
                    <a:moveTo>
                      <a:pt x="182" y="-65"/>
                    </a:moveTo>
                    <a:lnTo>
                      <a:pt x="182" y="161427"/>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1" name="任意形状 310"/>
              <p:cNvSpPr/>
              <p:nvPr/>
            </p:nvSpPr>
            <p:spPr>
              <a:xfrm rot="-5400000">
                <a:off x="5079508" y="4709167"/>
                <a:ext cx="4857" cy="161491"/>
              </a:xfrm>
              <a:custGeom>
                <a:avLst/>
                <a:gdLst>
                  <a:gd name="connsiteX0" fmla="*/ 81 w 4857"/>
                  <a:gd name="connsiteY0" fmla="*/ 6 h 161491"/>
                  <a:gd name="connsiteX1" fmla="*/ 81 w 4857"/>
                  <a:gd name="connsiteY1" fmla="*/ 161498 h 161491"/>
                </a:gdLst>
                <a:ahLst/>
                <a:cxnLst>
                  <a:cxn ang="0">
                    <a:pos x="connsiteX0" y="connsiteY0"/>
                  </a:cxn>
                  <a:cxn ang="0">
                    <a:pos x="connsiteX1" y="connsiteY1"/>
                  </a:cxn>
                </a:cxnLst>
                <a:rect l="l" t="t" r="r" b="b"/>
                <a:pathLst>
                  <a:path w="4857" h="161491">
                    <a:moveTo>
                      <a:pt x="81" y="6"/>
                    </a:moveTo>
                    <a:lnTo>
                      <a:pt x="81" y="161498"/>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12" name="任意形状 311"/>
            <p:cNvSpPr/>
            <p:nvPr/>
          </p:nvSpPr>
          <p:spPr>
            <a:xfrm>
              <a:off x="4740735" y="5538422"/>
              <a:ext cx="913257" cy="4857"/>
            </a:xfrm>
            <a:custGeom>
              <a:avLst/>
              <a:gdLst>
                <a:gd name="connsiteX0" fmla="*/ 0 w 913257"/>
                <a:gd name="connsiteY0" fmla="*/ 0 h 4857"/>
                <a:gd name="connsiteX1" fmla="*/ 913257 w 913257"/>
                <a:gd name="connsiteY1" fmla="*/ 0 h 4857"/>
              </a:gdLst>
              <a:ahLst/>
              <a:cxnLst>
                <a:cxn ang="0">
                  <a:pos x="connsiteX0" y="connsiteY0"/>
                </a:cxn>
                <a:cxn ang="0">
                  <a:pos x="connsiteX1" y="connsiteY1"/>
                </a:cxn>
              </a:cxnLst>
              <a:rect l="l" t="t" r="r" b="b"/>
              <a:pathLst>
                <a:path w="913257" h="4857">
                  <a:moveTo>
                    <a:pt x="0" y="0"/>
                  </a:moveTo>
                  <a:lnTo>
                    <a:pt x="913257"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71" name="图片 45" descr="icon-26"/>
          <p:cNvGrpSpPr/>
          <p:nvPr/>
        </p:nvGrpSpPr>
        <p:grpSpPr>
          <a:xfrm>
            <a:off x="1282985" y="4724749"/>
            <a:ext cx="791813" cy="796671"/>
            <a:chOff x="1282985" y="4724749"/>
            <a:chExt cx="791813" cy="796671"/>
          </a:xfrm>
        </p:grpSpPr>
        <p:sp>
          <p:nvSpPr>
            <p:cNvPr id="472" name="任意形状 471"/>
            <p:cNvSpPr/>
            <p:nvPr/>
          </p:nvSpPr>
          <p:spPr>
            <a:xfrm>
              <a:off x="1282985" y="4724749"/>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473" name="图片 45" descr="icon-26"/>
            <p:cNvGrpSpPr/>
            <p:nvPr/>
          </p:nvGrpSpPr>
          <p:grpSpPr>
            <a:xfrm>
              <a:off x="1334235" y="4831619"/>
              <a:ext cx="740563" cy="689800"/>
              <a:chOff x="1334235" y="4831619"/>
              <a:chExt cx="740563" cy="689800"/>
            </a:xfrm>
          </p:grpSpPr>
          <p:sp>
            <p:nvSpPr>
              <p:cNvPr id="474" name="任意形状 473"/>
              <p:cNvSpPr/>
              <p:nvPr/>
            </p:nvSpPr>
            <p:spPr>
              <a:xfrm>
                <a:off x="1336421" y="5001641"/>
                <a:ext cx="102012" cy="344900"/>
              </a:xfrm>
              <a:custGeom>
                <a:avLst/>
                <a:gdLst>
                  <a:gd name="connsiteX0" fmla="*/ 43 w 102012"/>
                  <a:gd name="connsiteY0" fmla="*/ 344949 h 344900"/>
                  <a:gd name="connsiteX1" fmla="*/ 43 w 102012"/>
                  <a:gd name="connsiteY1" fmla="*/ 49 h 344900"/>
                  <a:gd name="connsiteX2" fmla="*/ 102056 w 102012"/>
                  <a:gd name="connsiteY2" fmla="*/ 49 h 344900"/>
                  <a:gd name="connsiteX3" fmla="*/ 102056 w 102012"/>
                  <a:gd name="connsiteY3" fmla="*/ 182951 h 344900"/>
                </a:gdLst>
                <a:ahLst/>
                <a:cxnLst>
                  <a:cxn ang="0">
                    <a:pos x="connsiteX0" y="connsiteY0"/>
                  </a:cxn>
                  <a:cxn ang="0">
                    <a:pos x="connsiteX1" y="connsiteY1"/>
                  </a:cxn>
                  <a:cxn ang="0">
                    <a:pos x="connsiteX2" y="connsiteY2"/>
                  </a:cxn>
                  <a:cxn ang="0">
                    <a:pos x="connsiteX3" y="connsiteY3"/>
                  </a:cxn>
                </a:cxnLst>
                <a:rect l="l" t="t" r="r" b="b"/>
                <a:pathLst>
                  <a:path w="102012" h="344900">
                    <a:moveTo>
                      <a:pt x="43" y="344949"/>
                    </a:moveTo>
                    <a:lnTo>
                      <a:pt x="43" y="49"/>
                    </a:lnTo>
                    <a:lnTo>
                      <a:pt x="102056" y="49"/>
                    </a:lnTo>
                    <a:lnTo>
                      <a:pt x="102056" y="182951"/>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5" name="任意形状 474"/>
              <p:cNvSpPr/>
              <p:nvPr/>
            </p:nvSpPr>
            <p:spPr>
              <a:xfrm>
                <a:off x="1491869" y="4919059"/>
                <a:ext cx="102012" cy="267176"/>
              </a:xfrm>
              <a:custGeom>
                <a:avLst/>
                <a:gdLst>
                  <a:gd name="connsiteX0" fmla="*/ 43 w 102012"/>
                  <a:gd name="connsiteY0" fmla="*/ 267225 h 267176"/>
                  <a:gd name="connsiteX1" fmla="*/ 43 w 102012"/>
                  <a:gd name="connsiteY1" fmla="*/ 49 h 267176"/>
                  <a:gd name="connsiteX2" fmla="*/ 102056 w 102012"/>
                  <a:gd name="connsiteY2" fmla="*/ 49 h 267176"/>
                  <a:gd name="connsiteX3" fmla="*/ 102056 w 102012"/>
                  <a:gd name="connsiteY3" fmla="*/ 267225 h 267176"/>
                </a:gdLst>
                <a:ahLst/>
                <a:cxnLst>
                  <a:cxn ang="0">
                    <a:pos x="connsiteX0" y="connsiteY0"/>
                  </a:cxn>
                  <a:cxn ang="0">
                    <a:pos x="connsiteX1" y="connsiteY1"/>
                  </a:cxn>
                  <a:cxn ang="0">
                    <a:pos x="connsiteX2" y="connsiteY2"/>
                  </a:cxn>
                  <a:cxn ang="0">
                    <a:pos x="connsiteX3" y="connsiteY3"/>
                  </a:cxn>
                </a:cxnLst>
                <a:rect l="l" t="t" r="r" b="b"/>
                <a:pathLst>
                  <a:path w="102012" h="267176">
                    <a:moveTo>
                      <a:pt x="43" y="267225"/>
                    </a:moveTo>
                    <a:lnTo>
                      <a:pt x="43" y="49"/>
                    </a:lnTo>
                    <a:lnTo>
                      <a:pt x="102056" y="49"/>
                    </a:lnTo>
                    <a:lnTo>
                      <a:pt x="102056" y="267225"/>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6" name="任意形状 475"/>
              <p:cNvSpPr/>
              <p:nvPr/>
            </p:nvSpPr>
            <p:spPr>
              <a:xfrm>
                <a:off x="1334235" y="4955492"/>
                <a:ext cx="101526" cy="4857"/>
              </a:xfrm>
              <a:custGeom>
                <a:avLst/>
                <a:gdLst>
                  <a:gd name="connsiteX0" fmla="*/ 43 w 101526"/>
                  <a:gd name="connsiteY0" fmla="*/ 49 h 4857"/>
                  <a:gd name="connsiteX1" fmla="*/ 101570 w 101526"/>
                  <a:gd name="connsiteY1" fmla="*/ 49 h 4857"/>
                </a:gdLst>
                <a:ahLst/>
                <a:cxnLst>
                  <a:cxn ang="0">
                    <a:pos x="connsiteX0" y="connsiteY0"/>
                  </a:cxn>
                  <a:cxn ang="0">
                    <a:pos x="connsiteX1" y="connsiteY1"/>
                  </a:cxn>
                </a:cxnLst>
                <a:rect l="l" t="t" r="r" b="b"/>
                <a:pathLst>
                  <a:path w="101526" h="4857">
                    <a:moveTo>
                      <a:pt x="43" y="49"/>
                    </a:moveTo>
                    <a:lnTo>
                      <a:pt x="101570" y="49"/>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7" name="任意形状 476"/>
              <p:cNvSpPr/>
              <p:nvPr/>
            </p:nvSpPr>
            <p:spPr>
              <a:xfrm>
                <a:off x="1489683" y="4858337"/>
                <a:ext cx="101526" cy="4857"/>
              </a:xfrm>
              <a:custGeom>
                <a:avLst/>
                <a:gdLst>
                  <a:gd name="connsiteX0" fmla="*/ 43 w 101526"/>
                  <a:gd name="connsiteY0" fmla="*/ 49 h 4857"/>
                  <a:gd name="connsiteX1" fmla="*/ 101570 w 101526"/>
                  <a:gd name="connsiteY1" fmla="*/ 49 h 4857"/>
                </a:gdLst>
                <a:ahLst/>
                <a:cxnLst>
                  <a:cxn ang="0">
                    <a:pos x="connsiteX0" y="connsiteY0"/>
                  </a:cxn>
                  <a:cxn ang="0">
                    <a:pos x="connsiteX1" y="connsiteY1"/>
                  </a:cxn>
                </a:cxnLst>
                <a:rect l="l" t="t" r="r" b="b"/>
                <a:pathLst>
                  <a:path w="101526" h="4857">
                    <a:moveTo>
                      <a:pt x="43" y="49"/>
                    </a:moveTo>
                    <a:lnTo>
                      <a:pt x="101570" y="49"/>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8" name="任意形状 477"/>
              <p:cNvSpPr/>
              <p:nvPr/>
            </p:nvSpPr>
            <p:spPr>
              <a:xfrm>
                <a:off x="1652174" y="4831619"/>
                <a:ext cx="102012" cy="344900"/>
              </a:xfrm>
              <a:custGeom>
                <a:avLst/>
                <a:gdLst>
                  <a:gd name="connsiteX0" fmla="*/ 43 w 102012"/>
                  <a:gd name="connsiteY0" fmla="*/ 344949 h 344900"/>
                  <a:gd name="connsiteX1" fmla="*/ 43 w 102012"/>
                  <a:gd name="connsiteY1" fmla="*/ 49 h 344900"/>
                  <a:gd name="connsiteX2" fmla="*/ 102056 w 102012"/>
                  <a:gd name="connsiteY2" fmla="*/ 49 h 344900"/>
                  <a:gd name="connsiteX3" fmla="*/ 102056 w 102012"/>
                  <a:gd name="connsiteY3" fmla="*/ 344949 h 344900"/>
                </a:gdLst>
                <a:ahLst/>
                <a:cxnLst>
                  <a:cxn ang="0">
                    <a:pos x="connsiteX0" y="connsiteY0"/>
                  </a:cxn>
                  <a:cxn ang="0">
                    <a:pos x="connsiteX1" y="connsiteY1"/>
                  </a:cxn>
                  <a:cxn ang="0">
                    <a:pos x="connsiteX2" y="connsiteY2"/>
                  </a:cxn>
                  <a:cxn ang="0">
                    <a:pos x="connsiteX3" y="connsiteY3"/>
                  </a:cxn>
                </a:cxnLst>
                <a:rect l="l" t="t" r="r" b="b"/>
                <a:pathLst>
                  <a:path w="102012" h="344900">
                    <a:moveTo>
                      <a:pt x="43" y="344949"/>
                    </a:moveTo>
                    <a:lnTo>
                      <a:pt x="43" y="49"/>
                    </a:lnTo>
                    <a:lnTo>
                      <a:pt x="102056" y="49"/>
                    </a:lnTo>
                    <a:lnTo>
                      <a:pt x="102056" y="344949"/>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9" name="任意形状 478"/>
              <p:cNvSpPr/>
              <p:nvPr/>
            </p:nvSpPr>
            <p:spPr>
              <a:xfrm>
                <a:off x="1807622" y="4919059"/>
                <a:ext cx="102012" cy="267176"/>
              </a:xfrm>
              <a:custGeom>
                <a:avLst/>
                <a:gdLst>
                  <a:gd name="connsiteX0" fmla="*/ 43 w 102012"/>
                  <a:gd name="connsiteY0" fmla="*/ 199122 h 267176"/>
                  <a:gd name="connsiteX1" fmla="*/ 43 w 102012"/>
                  <a:gd name="connsiteY1" fmla="*/ 49 h 267176"/>
                  <a:gd name="connsiteX2" fmla="*/ 102056 w 102012"/>
                  <a:gd name="connsiteY2" fmla="*/ 49 h 267176"/>
                  <a:gd name="connsiteX3" fmla="*/ 102056 w 102012"/>
                  <a:gd name="connsiteY3" fmla="*/ 267225 h 267176"/>
                </a:gdLst>
                <a:ahLst/>
                <a:cxnLst>
                  <a:cxn ang="0">
                    <a:pos x="connsiteX0" y="connsiteY0"/>
                  </a:cxn>
                  <a:cxn ang="0">
                    <a:pos x="connsiteX1" y="connsiteY1"/>
                  </a:cxn>
                  <a:cxn ang="0">
                    <a:pos x="connsiteX2" y="connsiteY2"/>
                  </a:cxn>
                  <a:cxn ang="0">
                    <a:pos x="connsiteX3" y="connsiteY3"/>
                  </a:cxn>
                </a:cxnLst>
                <a:rect l="l" t="t" r="r" b="b"/>
                <a:pathLst>
                  <a:path w="102012" h="267176">
                    <a:moveTo>
                      <a:pt x="43" y="199122"/>
                    </a:moveTo>
                    <a:lnTo>
                      <a:pt x="43" y="49"/>
                    </a:lnTo>
                    <a:lnTo>
                      <a:pt x="102056" y="49"/>
                    </a:lnTo>
                    <a:lnTo>
                      <a:pt x="102056" y="267225"/>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0" name="任意形状 479"/>
              <p:cNvSpPr/>
              <p:nvPr/>
            </p:nvSpPr>
            <p:spPr>
              <a:xfrm>
                <a:off x="1963070" y="4880197"/>
                <a:ext cx="102012" cy="374046"/>
              </a:xfrm>
              <a:custGeom>
                <a:avLst/>
                <a:gdLst>
                  <a:gd name="connsiteX0" fmla="*/ 43 w 102012"/>
                  <a:gd name="connsiteY0" fmla="*/ 301364 h 374046"/>
                  <a:gd name="connsiteX1" fmla="*/ 43 w 102012"/>
                  <a:gd name="connsiteY1" fmla="*/ 49 h 374046"/>
                  <a:gd name="connsiteX2" fmla="*/ 102056 w 102012"/>
                  <a:gd name="connsiteY2" fmla="*/ 49 h 374046"/>
                  <a:gd name="connsiteX3" fmla="*/ 102056 w 102012"/>
                  <a:gd name="connsiteY3" fmla="*/ 374096 h 374046"/>
                </a:gdLst>
                <a:ahLst/>
                <a:cxnLst>
                  <a:cxn ang="0">
                    <a:pos x="connsiteX0" y="connsiteY0"/>
                  </a:cxn>
                  <a:cxn ang="0">
                    <a:pos x="connsiteX1" y="connsiteY1"/>
                  </a:cxn>
                  <a:cxn ang="0">
                    <a:pos x="connsiteX2" y="connsiteY2"/>
                  </a:cxn>
                  <a:cxn ang="0">
                    <a:pos x="connsiteX3" y="connsiteY3"/>
                  </a:cxn>
                </a:cxnLst>
                <a:rect l="l" t="t" r="r" b="b"/>
                <a:pathLst>
                  <a:path w="102012" h="374046">
                    <a:moveTo>
                      <a:pt x="43" y="301364"/>
                    </a:moveTo>
                    <a:lnTo>
                      <a:pt x="43" y="49"/>
                    </a:lnTo>
                    <a:lnTo>
                      <a:pt x="102056" y="49"/>
                    </a:lnTo>
                    <a:lnTo>
                      <a:pt x="102056" y="374096"/>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1" name="任意形状 480"/>
              <p:cNvSpPr/>
              <p:nvPr/>
            </p:nvSpPr>
            <p:spPr>
              <a:xfrm>
                <a:off x="1652174" y="5278532"/>
                <a:ext cx="87439" cy="106870"/>
              </a:xfrm>
              <a:custGeom>
                <a:avLst/>
                <a:gdLst>
                  <a:gd name="connsiteX0" fmla="*/ 43 w 87439"/>
                  <a:gd name="connsiteY0" fmla="*/ 49 h 106870"/>
                  <a:gd name="connsiteX1" fmla="*/ 87483 w 87439"/>
                  <a:gd name="connsiteY1" fmla="*/ 49 h 106870"/>
                  <a:gd name="connsiteX2" fmla="*/ 87483 w 87439"/>
                  <a:gd name="connsiteY2" fmla="*/ 106920 h 106870"/>
                  <a:gd name="connsiteX3" fmla="*/ 43 w 87439"/>
                  <a:gd name="connsiteY3" fmla="*/ 106920 h 106870"/>
                </a:gdLst>
                <a:ahLst/>
                <a:cxnLst>
                  <a:cxn ang="0">
                    <a:pos x="connsiteX0" y="connsiteY0"/>
                  </a:cxn>
                  <a:cxn ang="0">
                    <a:pos x="connsiteX1" y="connsiteY1"/>
                  </a:cxn>
                  <a:cxn ang="0">
                    <a:pos x="connsiteX2" y="connsiteY2"/>
                  </a:cxn>
                  <a:cxn ang="0">
                    <a:pos x="connsiteX3" y="connsiteY3"/>
                  </a:cxn>
                </a:cxnLst>
                <a:rect l="l" t="t" r="r" b="b"/>
                <a:pathLst>
                  <a:path w="87439" h="106870">
                    <a:moveTo>
                      <a:pt x="43" y="49"/>
                    </a:moveTo>
                    <a:lnTo>
                      <a:pt x="87483" y="49"/>
                    </a:lnTo>
                    <a:lnTo>
                      <a:pt x="87483" y="106920"/>
                    </a:lnTo>
                    <a:lnTo>
                      <a:pt x="43" y="106920"/>
                    </a:lnTo>
                    <a:close/>
                  </a:path>
                </a:pathLst>
              </a:custGeom>
              <a:solidFill>
                <a:srgbClr val="FFFFFF"/>
              </a:solidFill>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2" name="任意形状 481"/>
              <p:cNvSpPr/>
              <p:nvPr/>
            </p:nvSpPr>
            <p:spPr>
              <a:xfrm>
                <a:off x="1754187" y="5103653"/>
                <a:ext cx="63150" cy="97155"/>
              </a:xfrm>
              <a:custGeom>
                <a:avLst/>
                <a:gdLst>
                  <a:gd name="connsiteX0" fmla="*/ 31618 w 63150"/>
                  <a:gd name="connsiteY0" fmla="*/ 49 h 97155"/>
                  <a:gd name="connsiteX1" fmla="*/ 63194 w 63150"/>
                  <a:gd name="connsiteY1" fmla="*/ 31624 h 97155"/>
                  <a:gd name="connsiteX2" fmla="*/ 63194 w 63150"/>
                  <a:gd name="connsiteY2" fmla="*/ 58342 h 97155"/>
                  <a:gd name="connsiteX3" fmla="*/ 24332 w 63150"/>
                  <a:gd name="connsiteY3" fmla="*/ 97204 h 97155"/>
                  <a:gd name="connsiteX4" fmla="*/ 43 w 63150"/>
                  <a:gd name="connsiteY4" fmla="*/ 97204 h 97155"/>
                  <a:gd name="connsiteX5" fmla="*/ 43 w 63150"/>
                  <a:gd name="connsiteY5" fmla="*/ 97204 h 97155"/>
                  <a:gd name="connsiteX6" fmla="*/ 43 w 63150"/>
                  <a:gd name="connsiteY6" fmla="*/ 31624 h 97155"/>
                  <a:gd name="connsiteX7" fmla="*/ 31618 w 63150"/>
                  <a:gd name="connsiteY7" fmla="*/ 49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50" h="97155">
                    <a:moveTo>
                      <a:pt x="31618" y="49"/>
                    </a:moveTo>
                    <a:cubicBezTo>
                      <a:pt x="49057" y="49"/>
                      <a:pt x="63194" y="14186"/>
                      <a:pt x="63194" y="31624"/>
                    </a:cubicBezTo>
                    <a:lnTo>
                      <a:pt x="63194" y="58342"/>
                    </a:lnTo>
                    <a:cubicBezTo>
                      <a:pt x="63194" y="79805"/>
                      <a:pt x="45795" y="97204"/>
                      <a:pt x="24332" y="97204"/>
                    </a:cubicBezTo>
                    <a:lnTo>
                      <a:pt x="43" y="97204"/>
                    </a:lnTo>
                    <a:lnTo>
                      <a:pt x="43" y="97204"/>
                    </a:lnTo>
                    <a:lnTo>
                      <a:pt x="43" y="31624"/>
                    </a:lnTo>
                    <a:cubicBezTo>
                      <a:pt x="43" y="14186"/>
                      <a:pt x="14180" y="49"/>
                      <a:pt x="31618" y="49"/>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483" name="图片 45" descr="icon-26"/>
              <p:cNvGrpSpPr/>
              <p:nvPr/>
            </p:nvGrpSpPr>
            <p:grpSpPr>
              <a:xfrm>
                <a:off x="1336421" y="5215382"/>
                <a:ext cx="247745" cy="286607"/>
                <a:chOff x="1336421" y="5215382"/>
                <a:chExt cx="247745" cy="286607"/>
              </a:xfrm>
            </p:grpSpPr>
            <p:sp>
              <p:nvSpPr>
                <p:cNvPr id="484" name="任意形状 483"/>
                <p:cNvSpPr/>
                <p:nvPr/>
              </p:nvSpPr>
              <p:spPr>
                <a:xfrm>
                  <a:off x="1336421" y="5408190"/>
                  <a:ext cx="247745" cy="93798"/>
                </a:xfrm>
                <a:custGeom>
                  <a:avLst/>
                  <a:gdLst>
                    <a:gd name="connsiteX0" fmla="*/ 44 w 247745"/>
                    <a:gd name="connsiteY0" fmla="*/ 93927 h 93798"/>
                    <a:gd name="connsiteX1" fmla="*/ 44 w 247745"/>
                    <a:gd name="connsiteY1" fmla="*/ 48706 h 93798"/>
                    <a:gd name="connsiteX2" fmla="*/ 48622 w 247745"/>
                    <a:gd name="connsiteY2" fmla="*/ 128 h 93798"/>
                    <a:gd name="connsiteX3" fmla="*/ 199212 w 247745"/>
                    <a:gd name="connsiteY3" fmla="*/ 128 h 93798"/>
                    <a:gd name="connsiteX4" fmla="*/ 247789 w 247745"/>
                    <a:gd name="connsiteY4" fmla="*/ 48706 h 93798"/>
                    <a:gd name="connsiteX5" fmla="*/ 247789 w 247745"/>
                    <a:gd name="connsiteY5" fmla="*/ 93927 h 93798"/>
                    <a:gd name="connsiteX6" fmla="*/ 247789 w 247745"/>
                    <a:gd name="connsiteY6" fmla="*/ 93927 h 9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45" h="93798">
                      <a:moveTo>
                        <a:pt x="44" y="93927"/>
                      </a:moveTo>
                      <a:lnTo>
                        <a:pt x="44" y="48706"/>
                      </a:lnTo>
                      <a:cubicBezTo>
                        <a:pt x="44" y="21877"/>
                        <a:pt x="21793" y="128"/>
                        <a:pt x="48622" y="128"/>
                      </a:cubicBezTo>
                      <a:lnTo>
                        <a:pt x="199212" y="128"/>
                      </a:lnTo>
                      <a:cubicBezTo>
                        <a:pt x="226040" y="128"/>
                        <a:pt x="247789" y="21877"/>
                        <a:pt x="247789" y="48706"/>
                      </a:cubicBezTo>
                      <a:lnTo>
                        <a:pt x="247789" y="93927"/>
                      </a:lnTo>
                      <a:lnTo>
                        <a:pt x="247789" y="93927"/>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5" name="任意形状 484"/>
                <p:cNvSpPr/>
                <p:nvPr/>
              </p:nvSpPr>
              <p:spPr>
                <a:xfrm>
                  <a:off x="1383861" y="5215382"/>
                  <a:ext cx="152864" cy="151120"/>
                </a:xfrm>
                <a:custGeom>
                  <a:avLst/>
                  <a:gdLst>
                    <a:gd name="connsiteX0" fmla="*/ 152908 w 152864"/>
                    <a:gd name="connsiteY0" fmla="*/ 75688 h 151120"/>
                    <a:gd name="connsiteX1" fmla="*/ 76476 w 152864"/>
                    <a:gd name="connsiteY1" fmla="*/ 151248 h 151120"/>
                    <a:gd name="connsiteX2" fmla="*/ 44 w 152864"/>
                    <a:gd name="connsiteY2" fmla="*/ 75688 h 151120"/>
                    <a:gd name="connsiteX3" fmla="*/ 76476 w 152864"/>
                    <a:gd name="connsiteY3" fmla="*/ 128 h 151120"/>
                    <a:gd name="connsiteX4" fmla="*/ 152908 w 152864"/>
                    <a:gd name="connsiteY4" fmla="*/ 75688 h 15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64" h="151120">
                      <a:moveTo>
                        <a:pt x="152908" y="75688"/>
                      </a:moveTo>
                      <a:cubicBezTo>
                        <a:pt x="152908" y="117419"/>
                        <a:pt x="118688" y="151248"/>
                        <a:pt x="76476" y="151248"/>
                      </a:cubicBezTo>
                      <a:cubicBezTo>
                        <a:pt x="34264" y="151248"/>
                        <a:pt x="44" y="117419"/>
                        <a:pt x="44" y="75688"/>
                      </a:cubicBezTo>
                      <a:cubicBezTo>
                        <a:pt x="44" y="33957"/>
                        <a:pt x="34264" y="128"/>
                        <a:pt x="76476" y="128"/>
                      </a:cubicBezTo>
                      <a:cubicBezTo>
                        <a:pt x="118688" y="128"/>
                        <a:pt x="152908" y="33957"/>
                        <a:pt x="152908" y="7568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86" name="图片 45" descr="icon-26"/>
              <p:cNvGrpSpPr/>
              <p:nvPr/>
            </p:nvGrpSpPr>
            <p:grpSpPr>
              <a:xfrm>
                <a:off x="1827053" y="5215382"/>
                <a:ext cx="247745" cy="286607"/>
                <a:chOff x="1827053" y="5215382"/>
                <a:chExt cx="247745" cy="286607"/>
              </a:xfrm>
            </p:grpSpPr>
            <p:sp>
              <p:nvSpPr>
                <p:cNvPr id="487" name="任意形状 486"/>
                <p:cNvSpPr/>
                <p:nvPr/>
              </p:nvSpPr>
              <p:spPr>
                <a:xfrm>
                  <a:off x="1827053" y="5408190"/>
                  <a:ext cx="247745" cy="93798"/>
                </a:xfrm>
                <a:custGeom>
                  <a:avLst/>
                  <a:gdLst>
                    <a:gd name="connsiteX0" fmla="*/ 145 w 247745"/>
                    <a:gd name="connsiteY0" fmla="*/ 93927 h 93798"/>
                    <a:gd name="connsiteX1" fmla="*/ 145 w 247745"/>
                    <a:gd name="connsiteY1" fmla="*/ 48706 h 93798"/>
                    <a:gd name="connsiteX2" fmla="*/ 48723 w 247745"/>
                    <a:gd name="connsiteY2" fmla="*/ 128 h 93798"/>
                    <a:gd name="connsiteX3" fmla="*/ 199313 w 247745"/>
                    <a:gd name="connsiteY3" fmla="*/ 128 h 93798"/>
                    <a:gd name="connsiteX4" fmla="*/ 247890 w 247745"/>
                    <a:gd name="connsiteY4" fmla="*/ 48706 h 93798"/>
                    <a:gd name="connsiteX5" fmla="*/ 247890 w 247745"/>
                    <a:gd name="connsiteY5" fmla="*/ 93927 h 93798"/>
                    <a:gd name="connsiteX6" fmla="*/ 247890 w 247745"/>
                    <a:gd name="connsiteY6" fmla="*/ 93927 h 9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45" h="93798">
                      <a:moveTo>
                        <a:pt x="145" y="93927"/>
                      </a:moveTo>
                      <a:lnTo>
                        <a:pt x="145" y="48706"/>
                      </a:lnTo>
                      <a:cubicBezTo>
                        <a:pt x="145" y="21877"/>
                        <a:pt x="21894" y="128"/>
                        <a:pt x="48723" y="128"/>
                      </a:cubicBezTo>
                      <a:lnTo>
                        <a:pt x="199313" y="128"/>
                      </a:lnTo>
                      <a:cubicBezTo>
                        <a:pt x="226141" y="128"/>
                        <a:pt x="247890" y="21877"/>
                        <a:pt x="247890" y="48706"/>
                      </a:cubicBezTo>
                      <a:lnTo>
                        <a:pt x="247890" y="93927"/>
                      </a:lnTo>
                      <a:lnTo>
                        <a:pt x="247890" y="93927"/>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8" name="任意形状 487"/>
                <p:cNvSpPr/>
                <p:nvPr/>
              </p:nvSpPr>
              <p:spPr>
                <a:xfrm>
                  <a:off x="1874494" y="5215382"/>
                  <a:ext cx="152864" cy="151120"/>
                </a:xfrm>
                <a:custGeom>
                  <a:avLst/>
                  <a:gdLst>
                    <a:gd name="connsiteX0" fmla="*/ 153009 w 152864"/>
                    <a:gd name="connsiteY0" fmla="*/ 75688 h 151120"/>
                    <a:gd name="connsiteX1" fmla="*/ 76577 w 152864"/>
                    <a:gd name="connsiteY1" fmla="*/ 151248 h 151120"/>
                    <a:gd name="connsiteX2" fmla="*/ 145 w 152864"/>
                    <a:gd name="connsiteY2" fmla="*/ 75688 h 151120"/>
                    <a:gd name="connsiteX3" fmla="*/ 76577 w 152864"/>
                    <a:gd name="connsiteY3" fmla="*/ 128 h 151120"/>
                    <a:gd name="connsiteX4" fmla="*/ 153009 w 152864"/>
                    <a:gd name="connsiteY4" fmla="*/ 75688 h 15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64" h="151120">
                      <a:moveTo>
                        <a:pt x="153009" y="75688"/>
                      </a:moveTo>
                      <a:cubicBezTo>
                        <a:pt x="153009" y="117419"/>
                        <a:pt x="118789" y="151248"/>
                        <a:pt x="76577" y="151248"/>
                      </a:cubicBezTo>
                      <a:cubicBezTo>
                        <a:pt x="34365" y="151248"/>
                        <a:pt x="145" y="117419"/>
                        <a:pt x="145" y="75688"/>
                      </a:cubicBezTo>
                      <a:cubicBezTo>
                        <a:pt x="145" y="33957"/>
                        <a:pt x="34365" y="128"/>
                        <a:pt x="76577" y="128"/>
                      </a:cubicBezTo>
                      <a:cubicBezTo>
                        <a:pt x="118789" y="128"/>
                        <a:pt x="153009" y="33957"/>
                        <a:pt x="153009" y="75688"/>
                      </a:cubicBezTo>
                      <a:close/>
                    </a:path>
                  </a:pathLst>
                </a:custGeom>
                <a:solidFill>
                  <a:schemeClr val="accent1">
                    <a:lumMod val="20000"/>
                    <a:lumOff val="80000"/>
                  </a:schemeClr>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89" name="任意形状 488"/>
              <p:cNvSpPr/>
              <p:nvPr/>
            </p:nvSpPr>
            <p:spPr>
              <a:xfrm>
                <a:off x="1511300" y="5336825"/>
                <a:ext cx="374046" cy="184594"/>
              </a:xfrm>
              <a:custGeom>
                <a:avLst/>
                <a:gdLst>
                  <a:gd name="connsiteX0" fmla="*/ 82625 w 374046"/>
                  <a:gd name="connsiteY0" fmla="*/ 49 h 184594"/>
                  <a:gd name="connsiteX1" fmla="*/ 129865 w 374046"/>
                  <a:gd name="connsiteY1" fmla="*/ 49 h 184594"/>
                  <a:gd name="connsiteX2" fmla="*/ 129865 w 374046"/>
                  <a:gd name="connsiteY2" fmla="*/ 49 h 184594"/>
                  <a:gd name="connsiteX3" fmla="*/ 184990 w 374046"/>
                  <a:gd name="connsiteY3" fmla="*/ 47516 h 184594"/>
                  <a:gd name="connsiteX4" fmla="*/ 233911 w 374046"/>
                  <a:gd name="connsiteY4" fmla="*/ 49 h 184594"/>
                  <a:gd name="connsiteX5" fmla="*/ 291508 w 374046"/>
                  <a:gd name="connsiteY5" fmla="*/ 49 h 184594"/>
                  <a:gd name="connsiteX6" fmla="*/ 374090 w 374046"/>
                  <a:gd name="connsiteY6" fmla="*/ 82631 h 184594"/>
                  <a:gd name="connsiteX7" fmla="*/ 374090 w 374046"/>
                  <a:gd name="connsiteY7" fmla="*/ 184644 h 184594"/>
                  <a:gd name="connsiteX8" fmla="*/ 374090 w 374046"/>
                  <a:gd name="connsiteY8" fmla="*/ 184644 h 184594"/>
                  <a:gd name="connsiteX9" fmla="*/ 43 w 374046"/>
                  <a:gd name="connsiteY9" fmla="*/ 184644 h 184594"/>
                  <a:gd name="connsiteX10" fmla="*/ 43 w 374046"/>
                  <a:gd name="connsiteY10" fmla="*/ 82631 h 184594"/>
                  <a:gd name="connsiteX11" fmla="*/ 82625 w 374046"/>
                  <a:gd name="connsiteY11" fmla="*/ 49 h 18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46" h="184594">
                    <a:moveTo>
                      <a:pt x="82625" y="49"/>
                    </a:moveTo>
                    <a:lnTo>
                      <a:pt x="129865" y="49"/>
                    </a:lnTo>
                    <a:lnTo>
                      <a:pt x="129865" y="49"/>
                    </a:lnTo>
                    <a:lnTo>
                      <a:pt x="184990" y="47516"/>
                    </a:lnTo>
                    <a:lnTo>
                      <a:pt x="233911" y="49"/>
                    </a:lnTo>
                    <a:lnTo>
                      <a:pt x="291508" y="49"/>
                    </a:lnTo>
                    <a:cubicBezTo>
                      <a:pt x="337117" y="49"/>
                      <a:pt x="374090" y="37022"/>
                      <a:pt x="374090" y="82631"/>
                    </a:cubicBezTo>
                    <a:lnTo>
                      <a:pt x="374090" y="184644"/>
                    </a:lnTo>
                    <a:lnTo>
                      <a:pt x="374090" y="184644"/>
                    </a:lnTo>
                    <a:lnTo>
                      <a:pt x="43" y="184644"/>
                    </a:lnTo>
                    <a:lnTo>
                      <a:pt x="43" y="82631"/>
                    </a:lnTo>
                    <a:cubicBezTo>
                      <a:pt x="43" y="37022"/>
                      <a:pt x="37016" y="49"/>
                      <a:pt x="82625" y="49"/>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0" name="任意形状 489"/>
              <p:cNvSpPr/>
              <p:nvPr/>
            </p:nvSpPr>
            <p:spPr>
              <a:xfrm>
                <a:off x="1598739" y="5118227"/>
                <a:ext cx="194310" cy="208883"/>
              </a:xfrm>
              <a:custGeom>
                <a:avLst/>
                <a:gdLst>
                  <a:gd name="connsiteX0" fmla="*/ 43 w 194310"/>
                  <a:gd name="connsiteY0" fmla="*/ 49 h 208883"/>
                  <a:gd name="connsiteX1" fmla="*/ 194353 w 194310"/>
                  <a:gd name="connsiteY1" fmla="*/ 49 h 208883"/>
                  <a:gd name="connsiteX2" fmla="*/ 194353 w 194310"/>
                  <a:gd name="connsiteY2" fmla="*/ 121493 h 208883"/>
                  <a:gd name="connsiteX3" fmla="*/ 106914 w 194310"/>
                  <a:gd name="connsiteY3" fmla="*/ 208932 h 208883"/>
                  <a:gd name="connsiteX4" fmla="*/ 87483 w 194310"/>
                  <a:gd name="connsiteY4" fmla="*/ 208932 h 208883"/>
                  <a:gd name="connsiteX5" fmla="*/ 43 w 194310"/>
                  <a:gd name="connsiteY5" fmla="*/ 121493 h 208883"/>
                  <a:gd name="connsiteX6" fmla="*/ 43 w 194310"/>
                  <a:gd name="connsiteY6" fmla="*/ 49 h 208883"/>
                  <a:gd name="connsiteX7" fmla="*/ 43 w 194310"/>
                  <a:gd name="connsiteY7" fmla="*/ 49 h 20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310" h="208883">
                    <a:moveTo>
                      <a:pt x="43" y="49"/>
                    </a:moveTo>
                    <a:lnTo>
                      <a:pt x="194353" y="49"/>
                    </a:lnTo>
                    <a:lnTo>
                      <a:pt x="194353" y="121493"/>
                    </a:lnTo>
                    <a:cubicBezTo>
                      <a:pt x="194353" y="169784"/>
                      <a:pt x="155205" y="208932"/>
                      <a:pt x="106914" y="208932"/>
                    </a:cubicBezTo>
                    <a:lnTo>
                      <a:pt x="87483" y="208932"/>
                    </a:lnTo>
                    <a:cubicBezTo>
                      <a:pt x="39191" y="208932"/>
                      <a:pt x="43" y="169784"/>
                      <a:pt x="43" y="121493"/>
                    </a:cubicBezTo>
                    <a:lnTo>
                      <a:pt x="43" y="49"/>
                    </a:lnTo>
                    <a:lnTo>
                      <a:pt x="43" y="49"/>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1" name="任意形状 490"/>
              <p:cNvSpPr/>
              <p:nvPr/>
            </p:nvSpPr>
            <p:spPr>
              <a:xfrm>
                <a:off x="1593881" y="5050218"/>
                <a:ext cx="218598" cy="111728"/>
              </a:xfrm>
              <a:custGeom>
                <a:avLst/>
                <a:gdLst>
                  <a:gd name="connsiteX0" fmla="*/ 53478 w 218598"/>
                  <a:gd name="connsiteY0" fmla="*/ 49 h 111728"/>
                  <a:gd name="connsiteX1" fmla="*/ 218642 w 218598"/>
                  <a:gd name="connsiteY1" fmla="*/ 49 h 111728"/>
                  <a:gd name="connsiteX2" fmla="*/ 218642 w 218598"/>
                  <a:gd name="connsiteY2" fmla="*/ 49 h 111728"/>
                  <a:gd name="connsiteX3" fmla="*/ 218642 w 218598"/>
                  <a:gd name="connsiteY3" fmla="*/ 43769 h 111728"/>
                  <a:gd name="connsiteX4" fmla="*/ 150633 w 218598"/>
                  <a:gd name="connsiteY4" fmla="*/ 111777 h 111728"/>
                  <a:gd name="connsiteX5" fmla="*/ 43 w 218598"/>
                  <a:gd name="connsiteY5" fmla="*/ 111777 h 111728"/>
                  <a:gd name="connsiteX6" fmla="*/ 43 w 218598"/>
                  <a:gd name="connsiteY6" fmla="*/ 111777 h 111728"/>
                  <a:gd name="connsiteX7" fmla="*/ 43 w 218598"/>
                  <a:gd name="connsiteY7" fmla="*/ 53484 h 111728"/>
                  <a:gd name="connsiteX8" fmla="*/ 53478 w 218598"/>
                  <a:gd name="connsiteY8" fmla="*/ 49 h 111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598" h="111728">
                    <a:moveTo>
                      <a:pt x="53478" y="49"/>
                    </a:moveTo>
                    <a:lnTo>
                      <a:pt x="218642" y="49"/>
                    </a:lnTo>
                    <a:lnTo>
                      <a:pt x="218642" y="49"/>
                    </a:lnTo>
                    <a:lnTo>
                      <a:pt x="218642" y="43769"/>
                    </a:lnTo>
                    <a:cubicBezTo>
                      <a:pt x="218642" y="81329"/>
                      <a:pt x="188193" y="111777"/>
                      <a:pt x="150633" y="111777"/>
                    </a:cubicBezTo>
                    <a:lnTo>
                      <a:pt x="43" y="111777"/>
                    </a:lnTo>
                    <a:lnTo>
                      <a:pt x="43" y="111777"/>
                    </a:lnTo>
                    <a:lnTo>
                      <a:pt x="43" y="53484"/>
                    </a:lnTo>
                    <a:cubicBezTo>
                      <a:pt x="43" y="23973"/>
                      <a:pt x="23967" y="49"/>
                      <a:pt x="53478" y="49"/>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2" name="任意形状 491"/>
              <p:cNvSpPr/>
              <p:nvPr/>
            </p:nvSpPr>
            <p:spPr>
              <a:xfrm>
                <a:off x="1559877" y="5103653"/>
                <a:ext cx="38862" cy="97155"/>
              </a:xfrm>
              <a:custGeom>
                <a:avLst/>
                <a:gdLst>
                  <a:gd name="connsiteX0" fmla="*/ 38905 w 38862"/>
                  <a:gd name="connsiteY0" fmla="*/ 49 h 97155"/>
                  <a:gd name="connsiteX1" fmla="*/ 38905 w 38862"/>
                  <a:gd name="connsiteY1" fmla="*/ 49 h 97155"/>
                  <a:gd name="connsiteX2" fmla="*/ 38905 w 38862"/>
                  <a:gd name="connsiteY2" fmla="*/ 49 h 97155"/>
                  <a:gd name="connsiteX3" fmla="*/ 38905 w 38862"/>
                  <a:gd name="connsiteY3" fmla="*/ 77773 h 97155"/>
                  <a:gd name="connsiteX4" fmla="*/ 19474 w 38862"/>
                  <a:gd name="connsiteY4" fmla="*/ 97204 h 97155"/>
                  <a:gd name="connsiteX5" fmla="*/ 43 w 38862"/>
                  <a:gd name="connsiteY5" fmla="*/ 77773 h 97155"/>
                  <a:gd name="connsiteX6" fmla="*/ 43 w 38862"/>
                  <a:gd name="connsiteY6" fmla="*/ 38911 h 97155"/>
                  <a:gd name="connsiteX7" fmla="*/ 38905 w 38862"/>
                  <a:gd name="connsiteY7" fmla="*/ 49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62" h="97155">
                    <a:moveTo>
                      <a:pt x="38905" y="49"/>
                    </a:moveTo>
                    <a:lnTo>
                      <a:pt x="38905" y="49"/>
                    </a:lnTo>
                    <a:lnTo>
                      <a:pt x="38905" y="49"/>
                    </a:lnTo>
                    <a:lnTo>
                      <a:pt x="38905" y="77773"/>
                    </a:lnTo>
                    <a:cubicBezTo>
                      <a:pt x="38905" y="88504"/>
                      <a:pt x="30205" y="97204"/>
                      <a:pt x="19474" y="97204"/>
                    </a:cubicBezTo>
                    <a:cubicBezTo>
                      <a:pt x="8743" y="97204"/>
                      <a:pt x="43" y="88504"/>
                      <a:pt x="43" y="77773"/>
                    </a:cubicBezTo>
                    <a:lnTo>
                      <a:pt x="43" y="38911"/>
                    </a:lnTo>
                    <a:cubicBezTo>
                      <a:pt x="43" y="17448"/>
                      <a:pt x="17442" y="49"/>
                      <a:pt x="38905" y="49"/>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3" name="任意形状 492"/>
              <p:cNvSpPr/>
              <p:nvPr/>
            </p:nvSpPr>
            <p:spPr>
              <a:xfrm>
                <a:off x="1793049" y="5176520"/>
                <a:ext cx="24288" cy="58293"/>
              </a:xfrm>
              <a:custGeom>
                <a:avLst/>
                <a:gdLst>
                  <a:gd name="connsiteX0" fmla="*/ 43 w 24288"/>
                  <a:gd name="connsiteY0" fmla="*/ 49 h 58293"/>
                  <a:gd name="connsiteX1" fmla="*/ 24332 w 24288"/>
                  <a:gd name="connsiteY1" fmla="*/ 24338 h 58293"/>
                  <a:gd name="connsiteX2" fmla="*/ 24332 w 24288"/>
                  <a:gd name="connsiteY2" fmla="*/ 34053 h 58293"/>
                  <a:gd name="connsiteX3" fmla="*/ 43 w 24288"/>
                  <a:gd name="connsiteY3" fmla="*/ 58342 h 58293"/>
                  <a:gd name="connsiteX4" fmla="*/ 43 w 24288"/>
                  <a:gd name="connsiteY4" fmla="*/ 58342 h 58293"/>
                  <a:gd name="connsiteX5" fmla="*/ 43 w 24288"/>
                  <a:gd name="connsiteY5" fmla="*/ 58342 h 58293"/>
                  <a:gd name="connsiteX6" fmla="*/ 43 w 24288"/>
                  <a:gd name="connsiteY6" fmla="*/ 49 h 5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88" h="58293">
                    <a:moveTo>
                      <a:pt x="43" y="49"/>
                    </a:moveTo>
                    <a:cubicBezTo>
                      <a:pt x="13457" y="49"/>
                      <a:pt x="24332" y="10923"/>
                      <a:pt x="24332" y="24338"/>
                    </a:cubicBezTo>
                    <a:lnTo>
                      <a:pt x="24332" y="34053"/>
                    </a:lnTo>
                    <a:cubicBezTo>
                      <a:pt x="24332" y="47468"/>
                      <a:pt x="13457" y="58342"/>
                      <a:pt x="43" y="58342"/>
                    </a:cubicBezTo>
                    <a:lnTo>
                      <a:pt x="43" y="58342"/>
                    </a:lnTo>
                    <a:lnTo>
                      <a:pt x="43" y="58342"/>
                    </a:lnTo>
                    <a:lnTo>
                      <a:pt x="43" y="49"/>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4" name="任意形状 493"/>
              <p:cNvSpPr/>
              <p:nvPr/>
            </p:nvSpPr>
            <p:spPr>
              <a:xfrm rot="10800000" flipV="1">
                <a:off x="1574450" y="5176520"/>
                <a:ext cx="24288" cy="58293"/>
              </a:xfrm>
              <a:custGeom>
                <a:avLst/>
                <a:gdLst>
                  <a:gd name="connsiteX0" fmla="*/ 43 w 24288"/>
                  <a:gd name="connsiteY0" fmla="*/ 49 h 58293"/>
                  <a:gd name="connsiteX1" fmla="*/ 24332 w 24288"/>
                  <a:gd name="connsiteY1" fmla="*/ 24338 h 58293"/>
                  <a:gd name="connsiteX2" fmla="*/ 24332 w 24288"/>
                  <a:gd name="connsiteY2" fmla="*/ 34053 h 58293"/>
                  <a:gd name="connsiteX3" fmla="*/ 43 w 24288"/>
                  <a:gd name="connsiteY3" fmla="*/ 58342 h 58293"/>
                  <a:gd name="connsiteX4" fmla="*/ 43 w 24288"/>
                  <a:gd name="connsiteY4" fmla="*/ 58342 h 58293"/>
                  <a:gd name="connsiteX5" fmla="*/ 43 w 24288"/>
                  <a:gd name="connsiteY5" fmla="*/ 58342 h 58293"/>
                  <a:gd name="connsiteX6" fmla="*/ 43 w 24288"/>
                  <a:gd name="connsiteY6" fmla="*/ 49 h 5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88" h="58293">
                    <a:moveTo>
                      <a:pt x="43" y="49"/>
                    </a:moveTo>
                    <a:cubicBezTo>
                      <a:pt x="13457" y="49"/>
                      <a:pt x="24332" y="10923"/>
                      <a:pt x="24332" y="24338"/>
                    </a:cubicBezTo>
                    <a:lnTo>
                      <a:pt x="24332" y="34053"/>
                    </a:lnTo>
                    <a:cubicBezTo>
                      <a:pt x="24332" y="47468"/>
                      <a:pt x="13457" y="58342"/>
                      <a:pt x="43" y="58342"/>
                    </a:cubicBezTo>
                    <a:lnTo>
                      <a:pt x="43" y="58342"/>
                    </a:lnTo>
                    <a:lnTo>
                      <a:pt x="43" y="58342"/>
                    </a:lnTo>
                    <a:lnTo>
                      <a:pt x="43" y="49"/>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5" name="任意形状 494"/>
              <p:cNvSpPr/>
              <p:nvPr/>
            </p:nvSpPr>
            <p:spPr>
              <a:xfrm>
                <a:off x="1654603" y="5217810"/>
                <a:ext cx="4857" cy="14573"/>
              </a:xfrm>
              <a:custGeom>
                <a:avLst/>
                <a:gdLst>
                  <a:gd name="connsiteX0" fmla="*/ 43 w 4857"/>
                  <a:gd name="connsiteY0" fmla="*/ 49 h 14573"/>
                  <a:gd name="connsiteX1" fmla="*/ 43 w 4857"/>
                  <a:gd name="connsiteY1" fmla="*/ 14622 h 14573"/>
                </a:gdLst>
                <a:ahLst/>
                <a:cxnLst>
                  <a:cxn ang="0">
                    <a:pos x="connsiteX0" y="connsiteY0"/>
                  </a:cxn>
                  <a:cxn ang="0">
                    <a:pos x="connsiteX1" y="connsiteY1"/>
                  </a:cxn>
                </a:cxnLst>
                <a:rect l="l" t="t" r="r" b="b"/>
                <a:pathLst>
                  <a:path w="4857" h="14573">
                    <a:moveTo>
                      <a:pt x="43" y="49"/>
                    </a:moveTo>
                    <a:lnTo>
                      <a:pt x="43" y="14622"/>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6" name="任意形状 495"/>
              <p:cNvSpPr/>
              <p:nvPr/>
            </p:nvSpPr>
            <p:spPr>
              <a:xfrm>
                <a:off x="1737185" y="5217810"/>
                <a:ext cx="4857" cy="14573"/>
              </a:xfrm>
              <a:custGeom>
                <a:avLst/>
                <a:gdLst>
                  <a:gd name="connsiteX0" fmla="*/ 43 w 4857"/>
                  <a:gd name="connsiteY0" fmla="*/ 49 h 14573"/>
                  <a:gd name="connsiteX1" fmla="*/ 43 w 4857"/>
                  <a:gd name="connsiteY1" fmla="*/ 14622 h 14573"/>
                </a:gdLst>
                <a:ahLst/>
                <a:cxnLst>
                  <a:cxn ang="0">
                    <a:pos x="connsiteX0" y="connsiteY0"/>
                  </a:cxn>
                  <a:cxn ang="0">
                    <a:pos x="connsiteX1" y="connsiteY1"/>
                  </a:cxn>
                </a:cxnLst>
                <a:rect l="l" t="t" r="r" b="b"/>
                <a:pathLst>
                  <a:path w="4857" h="14573">
                    <a:moveTo>
                      <a:pt x="43" y="49"/>
                    </a:moveTo>
                    <a:lnTo>
                      <a:pt x="43" y="14622"/>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59" name="图片 46" descr="icon-27"/>
          <p:cNvGrpSpPr/>
          <p:nvPr/>
        </p:nvGrpSpPr>
        <p:grpSpPr>
          <a:xfrm>
            <a:off x="10090556" y="3292125"/>
            <a:ext cx="960696" cy="845248"/>
            <a:chOff x="10090556" y="3292125"/>
            <a:chExt cx="960696" cy="845248"/>
          </a:xfrm>
        </p:grpSpPr>
        <p:sp>
          <p:nvSpPr>
            <p:cNvPr id="160" name="任意形状 159"/>
            <p:cNvSpPr/>
            <p:nvPr/>
          </p:nvSpPr>
          <p:spPr>
            <a:xfrm>
              <a:off x="10125614" y="3316414"/>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1" name="任意形状 160"/>
            <p:cNvSpPr/>
            <p:nvPr/>
          </p:nvSpPr>
          <p:spPr>
            <a:xfrm>
              <a:off x="10213054" y="3360134"/>
              <a:ext cx="709231" cy="709231"/>
            </a:xfrm>
            <a:custGeom>
              <a:avLst/>
              <a:gdLst>
                <a:gd name="connsiteX0" fmla="*/ 709232 w 709231"/>
                <a:gd name="connsiteY0" fmla="*/ 354616 h 709231"/>
                <a:gd name="connsiteX1" fmla="*/ 354616 w 709231"/>
                <a:gd name="connsiteY1" fmla="*/ 709232 h 709231"/>
                <a:gd name="connsiteX2" fmla="*/ 0 w 709231"/>
                <a:gd name="connsiteY2" fmla="*/ 354616 h 709231"/>
                <a:gd name="connsiteX3" fmla="*/ 354616 w 709231"/>
                <a:gd name="connsiteY3" fmla="*/ 0 h 709231"/>
                <a:gd name="connsiteX4" fmla="*/ 709232 w 709231"/>
                <a:gd name="connsiteY4" fmla="*/ 354616 h 70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231" h="709231">
                  <a:moveTo>
                    <a:pt x="709232" y="354616"/>
                  </a:moveTo>
                  <a:cubicBezTo>
                    <a:pt x="709232" y="550465"/>
                    <a:pt x="550465" y="709232"/>
                    <a:pt x="354616" y="709232"/>
                  </a:cubicBezTo>
                  <a:cubicBezTo>
                    <a:pt x="158767" y="709232"/>
                    <a:pt x="0" y="550465"/>
                    <a:pt x="0" y="354616"/>
                  </a:cubicBezTo>
                  <a:cubicBezTo>
                    <a:pt x="0" y="158767"/>
                    <a:pt x="158767" y="0"/>
                    <a:pt x="354616" y="0"/>
                  </a:cubicBezTo>
                  <a:cubicBezTo>
                    <a:pt x="550465" y="0"/>
                    <a:pt x="709232" y="158767"/>
                    <a:pt x="709232" y="354616"/>
                  </a:cubicBez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2" name="任意形状 161"/>
            <p:cNvSpPr/>
            <p:nvPr/>
          </p:nvSpPr>
          <p:spPr>
            <a:xfrm>
              <a:off x="10251338" y="3424087"/>
              <a:ext cx="438365" cy="490434"/>
            </a:xfrm>
            <a:custGeom>
              <a:avLst/>
              <a:gdLst>
                <a:gd name="connsiteX0" fmla="*/ 168147 w 438365"/>
                <a:gd name="connsiteY0" fmla="*/ 0 h 490434"/>
                <a:gd name="connsiteX1" fmla="*/ 178542 w 438365"/>
                <a:gd name="connsiteY1" fmla="*/ 174262 h 490434"/>
                <a:gd name="connsiteX2" fmla="*/ 190270 w 438365"/>
                <a:gd name="connsiteY2" fmla="*/ 254183 h 490434"/>
                <a:gd name="connsiteX3" fmla="*/ 187528 w 438365"/>
                <a:gd name="connsiteY3" fmla="*/ 302713 h 490434"/>
                <a:gd name="connsiteX4" fmla="*/ 331948 w 438365"/>
                <a:gd name="connsiteY4" fmla="*/ 269551 h 490434"/>
                <a:gd name="connsiteX5" fmla="*/ 320633 w 438365"/>
                <a:gd name="connsiteY5" fmla="*/ 398075 h 490434"/>
                <a:gd name="connsiteX6" fmla="*/ 434647 w 438365"/>
                <a:gd name="connsiteY6" fmla="*/ 445299 h 490434"/>
                <a:gd name="connsiteX7" fmla="*/ 430064 w 438365"/>
                <a:gd name="connsiteY7" fmla="*/ 489297 h 490434"/>
                <a:gd name="connsiteX8" fmla="*/ 383634 w 438365"/>
                <a:gd name="connsiteY8" fmla="*/ 470141 h 490434"/>
                <a:gd name="connsiteX9" fmla="*/ 317843 w 438365"/>
                <a:gd name="connsiteY9" fmla="*/ 474808 h 490434"/>
                <a:gd name="connsiteX10" fmla="*/ 174573 w 438365"/>
                <a:gd name="connsiteY10" fmla="*/ 429404 h 490434"/>
                <a:gd name="connsiteX11" fmla="*/ 122836 w 438365"/>
                <a:gd name="connsiteY11" fmla="*/ 377746 h 490434"/>
                <a:gd name="connsiteX12" fmla="*/ 71081 w 438365"/>
                <a:gd name="connsiteY12" fmla="*/ 359763 h 490434"/>
                <a:gd name="connsiteX13" fmla="*/ 56308 w 438365"/>
                <a:gd name="connsiteY13" fmla="*/ 333628 h 490434"/>
                <a:gd name="connsiteX14" fmla="*/ 54414 w 438365"/>
                <a:gd name="connsiteY14" fmla="*/ 293816 h 490434"/>
                <a:gd name="connsiteX15" fmla="*/ 61943 w 438365"/>
                <a:gd name="connsiteY15" fmla="*/ 183303 h 490434"/>
                <a:gd name="connsiteX16" fmla="*/ 0 w 438365"/>
                <a:gd name="connsiteY16" fmla="*/ 164255 h 49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8365" h="490434">
                  <a:moveTo>
                    <a:pt x="168147" y="0"/>
                  </a:moveTo>
                  <a:cubicBezTo>
                    <a:pt x="263941" y="109274"/>
                    <a:pt x="174140" y="91670"/>
                    <a:pt x="178542" y="174262"/>
                  </a:cubicBezTo>
                  <a:cubicBezTo>
                    <a:pt x="179975" y="201150"/>
                    <a:pt x="189996" y="227259"/>
                    <a:pt x="190270" y="254183"/>
                  </a:cubicBezTo>
                  <a:cubicBezTo>
                    <a:pt x="190642" y="290736"/>
                    <a:pt x="167588" y="275620"/>
                    <a:pt x="187528" y="302713"/>
                  </a:cubicBezTo>
                  <a:cubicBezTo>
                    <a:pt x="245590" y="381604"/>
                    <a:pt x="270985" y="217681"/>
                    <a:pt x="331948" y="269551"/>
                  </a:cubicBezTo>
                  <a:cubicBezTo>
                    <a:pt x="364695" y="297413"/>
                    <a:pt x="302693" y="359667"/>
                    <a:pt x="320633" y="398075"/>
                  </a:cubicBezTo>
                  <a:cubicBezTo>
                    <a:pt x="346885" y="454274"/>
                    <a:pt x="398932" y="402819"/>
                    <a:pt x="434647" y="445299"/>
                  </a:cubicBezTo>
                  <a:cubicBezTo>
                    <a:pt x="441035" y="452897"/>
                    <a:pt x="438989" y="484951"/>
                    <a:pt x="430064" y="489297"/>
                  </a:cubicBezTo>
                  <a:cubicBezTo>
                    <a:pt x="416082" y="496106"/>
                    <a:pt x="399186" y="470130"/>
                    <a:pt x="383634" y="470141"/>
                  </a:cubicBezTo>
                  <a:cubicBezTo>
                    <a:pt x="361649" y="470158"/>
                    <a:pt x="339782" y="476235"/>
                    <a:pt x="317843" y="474808"/>
                  </a:cubicBezTo>
                  <a:cubicBezTo>
                    <a:pt x="304077" y="473912"/>
                    <a:pt x="183712" y="436096"/>
                    <a:pt x="174573" y="429404"/>
                  </a:cubicBezTo>
                  <a:cubicBezTo>
                    <a:pt x="154057" y="414380"/>
                    <a:pt x="143517" y="392543"/>
                    <a:pt x="122836" y="377746"/>
                  </a:cubicBezTo>
                  <a:cubicBezTo>
                    <a:pt x="107983" y="367119"/>
                    <a:pt x="86302" y="369857"/>
                    <a:pt x="71081" y="359763"/>
                  </a:cubicBezTo>
                  <a:cubicBezTo>
                    <a:pt x="62741" y="354232"/>
                    <a:pt x="58760" y="343330"/>
                    <a:pt x="56308" y="333628"/>
                  </a:cubicBezTo>
                  <a:cubicBezTo>
                    <a:pt x="53053" y="320747"/>
                    <a:pt x="53096" y="307036"/>
                    <a:pt x="54414" y="293816"/>
                  </a:cubicBezTo>
                  <a:cubicBezTo>
                    <a:pt x="58297" y="254877"/>
                    <a:pt x="124435" y="209536"/>
                    <a:pt x="61943" y="183303"/>
                  </a:cubicBezTo>
                  <a:cubicBezTo>
                    <a:pt x="42025" y="174941"/>
                    <a:pt x="20648" y="170604"/>
                    <a:pt x="0" y="164255"/>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3" name="任意形状 162"/>
            <p:cNvSpPr/>
            <p:nvPr/>
          </p:nvSpPr>
          <p:spPr>
            <a:xfrm>
              <a:off x="10818525" y="3596950"/>
              <a:ext cx="71490" cy="302539"/>
            </a:xfrm>
            <a:custGeom>
              <a:avLst/>
              <a:gdLst>
                <a:gd name="connsiteX0" fmla="*/ 71490 w 71490"/>
                <a:gd name="connsiteY0" fmla="*/ 0 h 302539"/>
                <a:gd name="connsiteX1" fmla="*/ 38221 w 71490"/>
                <a:gd name="connsiteY1" fmla="*/ 180258 h 302539"/>
                <a:gd name="connsiteX2" fmla="*/ 31793 w 71490"/>
                <a:gd name="connsiteY2" fmla="*/ 302540 h 302539"/>
              </a:gdLst>
              <a:ahLst/>
              <a:cxnLst>
                <a:cxn ang="0">
                  <a:pos x="connsiteX0" y="connsiteY0"/>
                </a:cxn>
                <a:cxn ang="0">
                  <a:pos x="connsiteX1" y="connsiteY1"/>
                </a:cxn>
                <a:cxn ang="0">
                  <a:pos x="connsiteX2" y="connsiteY2"/>
                </a:cxn>
              </a:cxnLst>
              <a:rect l="l" t="t" r="r" b="b"/>
              <a:pathLst>
                <a:path w="71490" h="302539">
                  <a:moveTo>
                    <a:pt x="71490" y="0"/>
                  </a:moveTo>
                  <a:cubicBezTo>
                    <a:pt x="-68269" y="81673"/>
                    <a:pt x="65153" y="52761"/>
                    <a:pt x="38221" y="180258"/>
                  </a:cubicBezTo>
                  <a:cubicBezTo>
                    <a:pt x="29059" y="223633"/>
                    <a:pt x="-38909" y="272740"/>
                    <a:pt x="31793" y="302540"/>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64" name="图片 46" descr="icon-27"/>
            <p:cNvGrpSpPr/>
            <p:nvPr/>
          </p:nvGrpSpPr>
          <p:grpSpPr>
            <a:xfrm>
              <a:off x="10601674" y="3316414"/>
              <a:ext cx="252603" cy="310896"/>
              <a:chOff x="10601674" y="3316414"/>
              <a:chExt cx="252603" cy="310896"/>
            </a:xfrm>
          </p:grpSpPr>
          <p:sp>
            <p:nvSpPr>
              <p:cNvPr id="165" name="任意形状 164"/>
              <p:cNvSpPr/>
              <p:nvPr/>
            </p:nvSpPr>
            <p:spPr>
              <a:xfrm>
                <a:off x="10601674" y="3316414"/>
                <a:ext cx="252603" cy="310896"/>
              </a:xfrm>
              <a:custGeom>
                <a:avLst/>
                <a:gdLst>
                  <a:gd name="connsiteX0" fmla="*/ 126429 w 252603"/>
                  <a:gd name="connsiteY0" fmla="*/ 310934 h 310896"/>
                  <a:gd name="connsiteX1" fmla="*/ 252730 w 252603"/>
                  <a:gd name="connsiteY1" fmla="*/ 126330 h 310896"/>
                  <a:gd name="connsiteX2" fmla="*/ 126429 w 252603"/>
                  <a:gd name="connsiteY2" fmla="*/ 38 h 310896"/>
                  <a:gd name="connsiteX3" fmla="*/ 127 w 252603"/>
                  <a:gd name="connsiteY3" fmla="*/ 126330 h 310896"/>
                  <a:gd name="connsiteX4" fmla="*/ 126429 w 252603"/>
                  <a:gd name="connsiteY4" fmla="*/ 310934 h 310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603" h="310896">
                    <a:moveTo>
                      <a:pt x="126429" y="310934"/>
                    </a:moveTo>
                    <a:cubicBezTo>
                      <a:pt x="165418" y="310934"/>
                      <a:pt x="252730" y="196079"/>
                      <a:pt x="252730" y="126330"/>
                    </a:cubicBezTo>
                    <a:cubicBezTo>
                      <a:pt x="252730" y="56581"/>
                      <a:pt x="196183" y="38"/>
                      <a:pt x="126429" y="38"/>
                    </a:cubicBezTo>
                    <a:cubicBezTo>
                      <a:pt x="56674" y="38"/>
                      <a:pt x="127" y="56581"/>
                      <a:pt x="127" y="126330"/>
                    </a:cubicBezTo>
                    <a:cubicBezTo>
                      <a:pt x="127" y="196079"/>
                      <a:pt x="87439" y="310934"/>
                      <a:pt x="126429" y="310934"/>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6" name="任意形状 165"/>
              <p:cNvSpPr/>
              <p:nvPr/>
            </p:nvSpPr>
            <p:spPr>
              <a:xfrm>
                <a:off x="10664825" y="3374707"/>
                <a:ext cx="121443" cy="121443"/>
              </a:xfrm>
              <a:custGeom>
                <a:avLst/>
                <a:gdLst>
                  <a:gd name="connsiteX0" fmla="*/ 121571 w 121443"/>
                  <a:gd name="connsiteY0" fmla="*/ 60760 h 121443"/>
                  <a:gd name="connsiteX1" fmla="*/ 60849 w 121443"/>
                  <a:gd name="connsiteY1" fmla="*/ 121482 h 121443"/>
                  <a:gd name="connsiteX2" fmla="*/ 127 w 121443"/>
                  <a:gd name="connsiteY2" fmla="*/ 60760 h 121443"/>
                  <a:gd name="connsiteX3" fmla="*/ 60849 w 121443"/>
                  <a:gd name="connsiteY3" fmla="*/ 38 h 121443"/>
                  <a:gd name="connsiteX4" fmla="*/ 121571 w 121443"/>
                  <a:gd name="connsiteY4" fmla="*/ 60760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43" h="121443">
                    <a:moveTo>
                      <a:pt x="121571" y="60760"/>
                    </a:moveTo>
                    <a:cubicBezTo>
                      <a:pt x="121571" y="94296"/>
                      <a:pt x="94385" y="121482"/>
                      <a:pt x="60849" y="121482"/>
                    </a:cubicBezTo>
                    <a:cubicBezTo>
                      <a:pt x="27313" y="121482"/>
                      <a:pt x="127" y="94296"/>
                      <a:pt x="127" y="60760"/>
                    </a:cubicBezTo>
                    <a:cubicBezTo>
                      <a:pt x="127" y="27224"/>
                      <a:pt x="27313" y="38"/>
                      <a:pt x="60849" y="38"/>
                    </a:cubicBezTo>
                    <a:cubicBezTo>
                      <a:pt x="94385" y="38"/>
                      <a:pt x="121571" y="27224"/>
                      <a:pt x="121571" y="60760"/>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67" name="任意形状 166"/>
            <p:cNvSpPr/>
            <p:nvPr/>
          </p:nvSpPr>
          <p:spPr>
            <a:xfrm>
              <a:off x="10567670" y="3714750"/>
              <a:ext cx="483582" cy="422624"/>
            </a:xfrm>
            <a:custGeom>
              <a:avLst/>
              <a:gdLst>
                <a:gd name="connsiteX0" fmla="*/ 0 w 483582"/>
                <a:gd name="connsiteY0" fmla="*/ 422624 h 422624"/>
                <a:gd name="connsiteX1" fmla="*/ 422624 w 483582"/>
                <a:gd name="connsiteY1" fmla="*/ 0 h 422624"/>
                <a:gd name="connsiteX2" fmla="*/ 483583 w 483582"/>
                <a:gd name="connsiteY2" fmla="*/ 82582 h 422624"/>
              </a:gdLst>
              <a:ahLst/>
              <a:cxnLst>
                <a:cxn ang="0">
                  <a:pos x="connsiteX0" y="connsiteY0"/>
                </a:cxn>
                <a:cxn ang="0">
                  <a:pos x="connsiteX1" y="connsiteY1"/>
                </a:cxn>
                <a:cxn ang="0">
                  <a:pos x="connsiteX2" y="connsiteY2"/>
                </a:cxn>
              </a:cxnLst>
              <a:rect l="l" t="t" r="r" b="b"/>
              <a:pathLst>
                <a:path w="483582" h="422624">
                  <a:moveTo>
                    <a:pt x="0" y="422624"/>
                  </a:moveTo>
                  <a:cubicBezTo>
                    <a:pt x="233409" y="422624"/>
                    <a:pt x="422624" y="233409"/>
                    <a:pt x="422624" y="0"/>
                  </a:cubicBezTo>
                  <a:lnTo>
                    <a:pt x="483583" y="82582"/>
                  </a:lnTo>
                </a:path>
              </a:pathLst>
            </a:custGeom>
            <a:noFill/>
            <a:ln w="9684" cap="rnd">
              <a:gradFill>
                <a:gsLst>
                  <a:gs pos="0">
                    <a:schemeClr val="tx2">
                      <a:alpha val="0"/>
                    </a:schemeClr>
                  </a:gs>
                  <a:gs pos="100000">
                    <a:schemeClr val="tx2"/>
                  </a:gs>
                </a:gsLst>
                <a:lin ang="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8" name="任意形状 167"/>
            <p:cNvSpPr/>
            <p:nvPr/>
          </p:nvSpPr>
          <p:spPr>
            <a:xfrm>
              <a:off x="10090556" y="3292125"/>
              <a:ext cx="477113" cy="422624"/>
            </a:xfrm>
            <a:custGeom>
              <a:avLst/>
              <a:gdLst>
                <a:gd name="connsiteX0" fmla="*/ 477114 w 477113"/>
                <a:gd name="connsiteY0" fmla="*/ 0 h 422624"/>
                <a:gd name="connsiteX1" fmla="*/ 54490 w 477113"/>
                <a:gd name="connsiteY1" fmla="*/ 422624 h 422624"/>
                <a:gd name="connsiteX2" fmla="*/ 0 w 477113"/>
                <a:gd name="connsiteY2" fmla="*/ 364331 h 422624"/>
              </a:gdLst>
              <a:ahLst/>
              <a:cxnLst>
                <a:cxn ang="0">
                  <a:pos x="connsiteX0" y="connsiteY0"/>
                </a:cxn>
                <a:cxn ang="0">
                  <a:pos x="connsiteX1" y="connsiteY1"/>
                </a:cxn>
                <a:cxn ang="0">
                  <a:pos x="connsiteX2" y="connsiteY2"/>
                </a:cxn>
              </a:cxnLst>
              <a:rect l="l" t="t" r="r" b="b"/>
              <a:pathLst>
                <a:path w="477113" h="422624">
                  <a:moveTo>
                    <a:pt x="477114" y="0"/>
                  </a:moveTo>
                  <a:cubicBezTo>
                    <a:pt x="243705" y="0"/>
                    <a:pt x="54490" y="189215"/>
                    <a:pt x="54490" y="422624"/>
                  </a:cubicBezTo>
                  <a:lnTo>
                    <a:pt x="0" y="364331"/>
                  </a:lnTo>
                </a:path>
              </a:pathLst>
            </a:custGeom>
            <a:noFill/>
            <a:ln w="9684" cap="rnd">
              <a:gradFill>
                <a:gsLst>
                  <a:gs pos="0">
                    <a:schemeClr val="tx2">
                      <a:alpha val="0"/>
                    </a:schemeClr>
                  </a:gs>
                  <a:gs pos="100000">
                    <a:schemeClr val="tx2"/>
                  </a:gs>
                </a:gsLst>
                <a:lin ang="8341192"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1" name="图片 47" descr="icon-28"/>
          <p:cNvGrpSpPr/>
          <p:nvPr/>
        </p:nvGrpSpPr>
        <p:grpSpPr>
          <a:xfrm>
            <a:off x="8197437" y="3287268"/>
            <a:ext cx="820959" cy="825817"/>
            <a:chOff x="8197437" y="3287268"/>
            <a:chExt cx="820959" cy="825817"/>
          </a:xfrm>
        </p:grpSpPr>
        <p:sp>
          <p:nvSpPr>
            <p:cNvPr id="192" name="任意形状 191"/>
            <p:cNvSpPr/>
            <p:nvPr/>
          </p:nvSpPr>
          <p:spPr>
            <a:xfrm>
              <a:off x="8275161" y="3287268"/>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3" name="任意形状 192"/>
            <p:cNvSpPr/>
            <p:nvPr/>
          </p:nvSpPr>
          <p:spPr>
            <a:xfrm>
              <a:off x="8314023" y="3389425"/>
              <a:ext cx="639440" cy="641078"/>
            </a:xfrm>
            <a:custGeom>
              <a:avLst/>
              <a:gdLst>
                <a:gd name="connsiteX0" fmla="*/ 310897 w 639440"/>
                <a:gd name="connsiteY0" fmla="*/ 0 h 641078"/>
                <a:gd name="connsiteX1" fmla="*/ 310896 w 639440"/>
                <a:gd name="connsiteY1" fmla="*/ 354471 h 641078"/>
                <a:gd name="connsiteX2" fmla="*/ 639441 w 639440"/>
                <a:gd name="connsiteY2" fmla="*/ 354472 h 641078"/>
                <a:gd name="connsiteX3" fmla="*/ 320612 w 639440"/>
                <a:gd name="connsiteY3" fmla="*/ 641079 h 641078"/>
                <a:gd name="connsiteX4" fmla="*/ 0 w 639440"/>
                <a:gd name="connsiteY4" fmla="*/ 320467 h 641078"/>
                <a:gd name="connsiteX5" fmla="*/ 310897 w 639440"/>
                <a:gd name="connsiteY5" fmla="*/ 0 h 641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440" h="641078">
                  <a:moveTo>
                    <a:pt x="310897" y="0"/>
                  </a:moveTo>
                  <a:lnTo>
                    <a:pt x="310896" y="354471"/>
                  </a:lnTo>
                  <a:lnTo>
                    <a:pt x="639441" y="354472"/>
                  </a:lnTo>
                  <a:cubicBezTo>
                    <a:pt x="622459" y="515555"/>
                    <a:pt x="486194" y="641079"/>
                    <a:pt x="320612" y="641079"/>
                  </a:cubicBezTo>
                  <a:cubicBezTo>
                    <a:pt x="143543" y="641079"/>
                    <a:pt x="0" y="497536"/>
                    <a:pt x="0" y="320467"/>
                  </a:cubicBezTo>
                  <a:cubicBezTo>
                    <a:pt x="0" y="146648"/>
                    <a:pt x="138322" y="5136"/>
                    <a:pt x="310897" y="0"/>
                  </a:cubicBez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4" name="任意形状 193"/>
            <p:cNvSpPr/>
            <p:nvPr/>
          </p:nvSpPr>
          <p:spPr>
            <a:xfrm rot="10800000" flipV="1">
              <a:off x="8233448" y="3698053"/>
              <a:ext cx="415032" cy="415032"/>
            </a:xfrm>
            <a:custGeom>
              <a:avLst/>
              <a:gdLst>
                <a:gd name="connsiteX0" fmla="*/ 0 w 415032"/>
                <a:gd name="connsiteY0" fmla="*/ 415032 h 415032"/>
                <a:gd name="connsiteX1" fmla="*/ 415032 w 415032"/>
                <a:gd name="connsiteY1" fmla="*/ 0 h 415032"/>
              </a:gdLst>
              <a:ahLst/>
              <a:cxnLst>
                <a:cxn ang="0">
                  <a:pos x="connsiteX0" y="connsiteY0"/>
                </a:cxn>
                <a:cxn ang="0">
                  <a:pos x="connsiteX1" y="connsiteY1"/>
                </a:cxn>
              </a:cxnLst>
              <a:rect l="l" t="t" r="r" b="b"/>
              <a:pathLst>
                <a:path w="415032" h="415032">
                  <a:moveTo>
                    <a:pt x="0" y="415032"/>
                  </a:moveTo>
                  <a:cubicBezTo>
                    <a:pt x="229216" y="415032"/>
                    <a:pt x="415032" y="229216"/>
                    <a:pt x="415032" y="0"/>
                  </a:cubicBezTo>
                </a:path>
              </a:pathLst>
            </a:custGeom>
            <a:noFill/>
            <a:ln w="9684" cap="rnd">
              <a:gradFill>
                <a:gsLst>
                  <a:gs pos="0">
                    <a:schemeClr val="tx2">
                      <a:alpha val="0"/>
                    </a:schemeClr>
                  </a:gs>
                  <a:gs pos="100000">
                    <a:schemeClr val="tx2"/>
                  </a:gs>
                </a:gsLst>
                <a:lin ang="0" scaled="1"/>
              </a:gra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5" name="任意形状 194"/>
            <p:cNvSpPr/>
            <p:nvPr/>
          </p:nvSpPr>
          <p:spPr>
            <a:xfrm>
              <a:off x="8197437" y="3633584"/>
              <a:ext cx="76327" cy="74376"/>
            </a:xfrm>
            <a:custGeom>
              <a:avLst/>
              <a:gdLst>
                <a:gd name="connsiteX0" fmla="*/ 76328 w 76327"/>
                <a:gd name="connsiteY0" fmla="*/ 37188 h 74376"/>
                <a:gd name="connsiteX1" fmla="*/ 38164 w 76327"/>
                <a:gd name="connsiteY1" fmla="*/ 74376 h 74376"/>
                <a:gd name="connsiteX2" fmla="*/ 0 w 76327"/>
                <a:gd name="connsiteY2" fmla="*/ 37188 h 74376"/>
                <a:gd name="connsiteX3" fmla="*/ 38164 w 76327"/>
                <a:gd name="connsiteY3" fmla="*/ 0 h 74376"/>
                <a:gd name="connsiteX4" fmla="*/ 76328 w 76327"/>
                <a:gd name="connsiteY4" fmla="*/ 37188 h 74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27" h="74376">
                  <a:moveTo>
                    <a:pt x="76328" y="37188"/>
                  </a:moveTo>
                  <a:cubicBezTo>
                    <a:pt x="76328" y="57727"/>
                    <a:pt x="59241" y="74376"/>
                    <a:pt x="38164" y="74376"/>
                  </a:cubicBezTo>
                  <a:cubicBezTo>
                    <a:pt x="17087" y="74376"/>
                    <a:pt x="0" y="57727"/>
                    <a:pt x="0" y="37188"/>
                  </a:cubicBezTo>
                  <a:cubicBezTo>
                    <a:pt x="0" y="16650"/>
                    <a:pt x="17087" y="0"/>
                    <a:pt x="38164" y="0"/>
                  </a:cubicBezTo>
                  <a:cubicBezTo>
                    <a:pt x="59241" y="0"/>
                    <a:pt x="76328" y="16650"/>
                    <a:pt x="76328" y="3718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6" name="任意形状 195"/>
            <p:cNvSpPr/>
            <p:nvPr/>
          </p:nvSpPr>
          <p:spPr>
            <a:xfrm>
              <a:off x="8411178" y="3821620"/>
              <a:ext cx="223456" cy="136017"/>
            </a:xfrm>
            <a:custGeom>
              <a:avLst/>
              <a:gdLst>
                <a:gd name="connsiteX0" fmla="*/ 0 w 223456"/>
                <a:gd name="connsiteY0" fmla="*/ 0 h 136017"/>
                <a:gd name="connsiteX1" fmla="*/ 223457 w 223456"/>
                <a:gd name="connsiteY1" fmla="*/ 136017 h 136017"/>
              </a:gdLst>
              <a:ahLst/>
              <a:cxnLst>
                <a:cxn ang="0">
                  <a:pos x="connsiteX0" y="connsiteY0"/>
                </a:cxn>
                <a:cxn ang="0">
                  <a:pos x="connsiteX1" y="connsiteY1"/>
                </a:cxn>
              </a:cxnLst>
              <a:rect l="l" t="t" r="r" b="b"/>
              <a:pathLst>
                <a:path w="223456" h="136017">
                  <a:moveTo>
                    <a:pt x="0" y="0"/>
                  </a:moveTo>
                  <a:cubicBezTo>
                    <a:pt x="41644" y="80765"/>
                    <a:pt x="126076" y="136017"/>
                    <a:pt x="223457" y="136017"/>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7" name="任意形状 196"/>
            <p:cNvSpPr/>
            <p:nvPr/>
          </p:nvSpPr>
          <p:spPr>
            <a:xfrm>
              <a:off x="8668634" y="3316414"/>
              <a:ext cx="349763" cy="374053"/>
            </a:xfrm>
            <a:custGeom>
              <a:avLst/>
              <a:gdLst>
                <a:gd name="connsiteX0" fmla="*/ 17007 w 349763"/>
                <a:gd name="connsiteY0" fmla="*/ 0 h 374053"/>
                <a:gd name="connsiteX1" fmla="*/ 349763 w 349763"/>
                <a:gd name="connsiteY1" fmla="*/ 332756 h 374053"/>
                <a:gd name="connsiteX2" fmla="*/ 347226 w 349763"/>
                <a:gd name="connsiteY2" fmla="*/ 374053 h 374053"/>
                <a:gd name="connsiteX3" fmla="*/ 5 w 349763"/>
                <a:gd name="connsiteY3" fmla="*/ 374047 h 374053"/>
                <a:gd name="connsiteX4" fmla="*/ 0 w 349763"/>
                <a:gd name="connsiteY4" fmla="*/ 427 h 374053"/>
                <a:gd name="connsiteX5" fmla="*/ 17007 w 349763"/>
                <a:gd name="connsiteY5" fmla="*/ 0 h 37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763" h="374053">
                  <a:moveTo>
                    <a:pt x="17007" y="0"/>
                  </a:moveTo>
                  <a:cubicBezTo>
                    <a:pt x="200783" y="0"/>
                    <a:pt x="349763" y="148980"/>
                    <a:pt x="349763" y="332756"/>
                  </a:cubicBezTo>
                  <a:cubicBezTo>
                    <a:pt x="349763" y="346740"/>
                    <a:pt x="348901" y="360523"/>
                    <a:pt x="347226" y="374053"/>
                  </a:cubicBezTo>
                  <a:lnTo>
                    <a:pt x="5" y="374047"/>
                  </a:lnTo>
                  <a:lnTo>
                    <a:pt x="0" y="427"/>
                  </a:lnTo>
                  <a:cubicBezTo>
                    <a:pt x="5633" y="144"/>
                    <a:pt x="11304" y="0"/>
                    <a:pt x="17007" y="0"/>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8" name="图片 48" descr="icon-29"/>
          <p:cNvGrpSpPr/>
          <p:nvPr/>
        </p:nvGrpSpPr>
        <p:grpSpPr>
          <a:xfrm>
            <a:off x="6382322" y="3250834"/>
            <a:ext cx="858598" cy="919247"/>
            <a:chOff x="6382322" y="3250834"/>
            <a:chExt cx="858598" cy="919247"/>
          </a:xfrm>
        </p:grpSpPr>
        <p:sp>
          <p:nvSpPr>
            <p:cNvPr id="199" name="任意形状 198"/>
            <p:cNvSpPr/>
            <p:nvPr/>
          </p:nvSpPr>
          <p:spPr>
            <a:xfrm>
              <a:off x="6645846" y="3476720"/>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00" name="图片 48" descr="icon-29"/>
            <p:cNvGrpSpPr/>
            <p:nvPr/>
          </p:nvGrpSpPr>
          <p:grpSpPr>
            <a:xfrm>
              <a:off x="6382322" y="3333459"/>
              <a:ext cx="645535" cy="836623"/>
              <a:chOff x="6382322" y="3333459"/>
              <a:chExt cx="645535" cy="836623"/>
            </a:xfrm>
            <a:noFill/>
          </p:grpSpPr>
          <p:sp>
            <p:nvSpPr>
              <p:cNvPr id="201" name="任意形状 200"/>
              <p:cNvSpPr/>
              <p:nvPr/>
            </p:nvSpPr>
            <p:spPr>
              <a:xfrm rot="-540000">
                <a:off x="6438696" y="3370437"/>
                <a:ext cx="532788" cy="762666"/>
              </a:xfrm>
              <a:custGeom>
                <a:avLst/>
                <a:gdLst>
                  <a:gd name="connsiteX0" fmla="*/ 384037 w 532788"/>
                  <a:gd name="connsiteY0" fmla="*/ 503418 h 762666"/>
                  <a:gd name="connsiteX1" fmla="*/ 315866 w 532788"/>
                  <a:gd name="connsiteY1" fmla="*/ 518065 h 762666"/>
                  <a:gd name="connsiteX2" fmla="*/ 253995 w 532788"/>
                  <a:gd name="connsiteY2" fmla="*/ 509073 h 762666"/>
                  <a:gd name="connsiteX3" fmla="*/ 136696 w 532788"/>
                  <a:gd name="connsiteY3" fmla="*/ 300524 h 762666"/>
                  <a:gd name="connsiteX4" fmla="*/ 155294 w 532788"/>
                  <a:gd name="connsiteY4" fmla="*/ 277092 h 762666"/>
                  <a:gd name="connsiteX5" fmla="*/ 231652 w 532788"/>
                  <a:gd name="connsiteY5" fmla="*/ 231704 h 762666"/>
                  <a:gd name="connsiteX6" fmla="*/ 190972 w 532788"/>
                  <a:gd name="connsiteY6" fmla="*/ 22987 h 762666"/>
                  <a:gd name="connsiteX7" fmla="*/ 131026 w 532788"/>
                  <a:gd name="connsiteY7" fmla="*/ 6859 h 762666"/>
                  <a:gd name="connsiteX8" fmla="*/ 13927 w 532788"/>
                  <a:gd name="connsiteY8" fmla="*/ 62631 h 762666"/>
                  <a:gd name="connsiteX9" fmla="*/ 7313 w 532788"/>
                  <a:gd name="connsiteY9" fmla="*/ 77646 h 762666"/>
                  <a:gd name="connsiteX10" fmla="*/ 32 w 532788"/>
                  <a:gd name="connsiteY10" fmla="*/ 136442 h 762666"/>
                  <a:gd name="connsiteX11" fmla="*/ 348344 w 532788"/>
                  <a:gd name="connsiteY11" fmla="*/ 757500 h 762666"/>
                  <a:gd name="connsiteX12" fmla="*/ 531044 w 532788"/>
                  <a:gd name="connsiteY12" fmla="*/ 674839 h 762666"/>
                  <a:gd name="connsiteX13" fmla="*/ 515687 w 532788"/>
                  <a:gd name="connsiteY13" fmla="*/ 622711 h 762666"/>
                  <a:gd name="connsiteX14" fmla="*/ 384037 w 532788"/>
                  <a:gd name="connsiteY14" fmla="*/ 503418 h 762666"/>
                  <a:gd name="connsiteX15" fmla="*/ 384037 w 532788"/>
                  <a:gd name="connsiteY15" fmla="*/ 503418 h 76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32788" h="762666">
                    <a:moveTo>
                      <a:pt x="384037" y="503418"/>
                    </a:moveTo>
                    <a:cubicBezTo>
                      <a:pt x="384037" y="503418"/>
                      <a:pt x="351590" y="481589"/>
                      <a:pt x="315866" y="518065"/>
                    </a:cubicBezTo>
                    <a:cubicBezTo>
                      <a:pt x="315866" y="518065"/>
                      <a:pt x="286450" y="550742"/>
                      <a:pt x="253995" y="509073"/>
                    </a:cubicBezTo>
                    <a:cubicBezTo>
                      <a:pt x="253995" y="509073"/>
                      <a:pt x="164310" y="410602"/>
                      <a:pt x="136696" y="300524"/>
                    </a:cubicBezTo>
                    <a:cubicBezTo>
                      <a:pt x="136696" y="300524"/>
                      <a:pt x="129990" y="281120"/>
                      <a:pt x="155294" y="277092"/>
                    </a:cubicBezTo>
                    <a:cubicBezTo>
                      <a:pt x="155294" y="277092"/>
                      <a:pt x="223458" y="262456"/>
                      <a:pt x="231652" y="231704"/>
                    </a:cubicBezTo>
                    <a:lnTo>
                      <a:pt x="190972" y="22987"/>
                    </a:lnTo>
                    <a:cubicBezTo>
                      <a:pt x="190972" y="22987"/>
                      <a:pt x="178688" y="-15092"/>
                      <a:pt x="131026" y="6859"/>
                    </a:cubicBezTo>
                    <a:cubicBezTo>
                      <a:pt x="131026" y="6859"/>
                      <a:pt x="49604" y="27660"/>
                      <a:pt x="13927" y="62631"/>
                    </a:cubicBezTo>
                    <a:lnTo>
                      <a:pt x="7313" y="77646"/>
                    </a:lnTo>
                    <a:lnTo>
                      <a:pt x="32" y="136442"/>
                    </a:lnTo>
                    <a:cubicBezTo>
                      <a:pt x="32" y="136442"/>
                      <a:pt x="3853" y="534354"/>
                      <a:pt x="348344" y="757500"/>
                    </a:cubicBezTo>
                    <a:cubicBezTo>
                      <a:pt x="348344" y="757500"/>
                      <a:pt x="466303" y="793779"/>
                      <a:pt x="531044" y="674839"/>
                    </a:cubicBezTo>
                    <a:cubicBezTo>
                      <a:pt x="536099" y="655958"/>
                      <a:pt x="530171" y="635836"/>
                      <a:pt x="515687" y="622711"/>
                    </a:cubicBezTo>
                    <a:lnTo>
                      <a:pt x="384037" y="503418"/>
                    </a:lnTo>
                    <a:lnTo>
                      <a:pt x="384037" y="503418"/>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2" name="任意形状 201"/>
              <p:cNvSpPr/>
              <p:nvPr/>
            </p:nvSpPr>
            <p:spPr>
              <a:xfrm rot="180000">
                <a:off x="6466664" y="3581520"/>
                <a:ext cx="95331" cy="205321"/>
              </a:xfrm>
              <a:custGeom>
                <a:avLst/>
                <a:gdLst>
                  <a:gd name="connsiteX0" fmla="*/ 32 w 95331"/>
                  <a:gd name="connsiteY0" fmla="*/ 41 h 205321"/>
                  <a:gd name="connsiteX1" fmla="*/ 95363 w 95331"/>
                  <a:gd name="connsiteY1" fmla="*/ 205363 h 205321"/>
                </a:gdLst>
                <a:ahLst/>
                <a:cxnLst>
                  <a:cxn ang="0">
                    <a:pos x="connsiteX0" y="connsiteY0"/>
                  </a:cxn>
                  <a:cxn ang="0">
                    <a:pos x="connsiteX1" y="connsiteY1"/>
                  </a:cxn>
                </a:cxnLst>
                <a:rect l="l" t="t" r="r" b="b"/>
                <a:pathLst>
                  <a:path w="95331" h="205321">
                    <a:moveTo>
                      <a:pt x="32" y="41"/>
                    </a:moveTo>
                    <a:cubicBezTo>
                      <a:pt x="34188" y="90491"/>
                      <a:pt x="65965" y="158931"/>
                      <a:pt x="95363" y="205363"/>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3" name="任意形状 202"/>
              <p:cNvSpPr/>
              <p:nvPr/>
            </p:nvSpPr>
            <p:spPr>
              <a:xfrm rot="180000">
                <a:off x="6565428" y="3822461"/>
                <a:ext cx="255019" cy="179736"/>
              </a:xfrm>
              <a:custGeom>
                <a:avLst/>
                <a:gdLst>
                  <a:gd name="connsiteX0" fmla="*/ 32 w 255019"/>
                  <a:gd name="connsiteY0" fmla="*/ 41 h 179736"/>
                  <a:gd name="connsiteX1" fmla="*/ 255051 w 255019"/>
                  <a:gd name="connsiteY1" fmla="*/ 179778 h 179736"/>
                </a:gdLst>
                <a:ahLst/>
                <a:cxnLst>
                  <a:cxn ang="0">
                    <a:pos x="connsiteX0" y="connsiteY0"/>
                  </a:cxn>
                  <a:cxn ang="0">
                    <a:pos x="connsiteX1" y="connsiteY1"/>
                  </a:cxn>
                </a:cxnLst>
                <a:rect l="l" t="t" r="r" b="b"/>
                <a:pathLst>
                  <a:path w="255019" h="179736">
                    <a:moveTo>
                      <a:pt x="32" y="41"/>
                    </a:moveTo>
                    <a:cubicBezTo>
                      <a:pt x="66039" y="78264"/>
                      <a:pt x="151045" y="138176"/>
                      <a:pt x="255051" y="179778"/>
                    </a:cubicBezTo>
                  </a:path>
                </a:pathLst>
              </a:custGeom>
              <a:noFill/>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04" name="任意形状 203"/>
            <p:cNvSpPr/>
            <p:nvPr/>
          </p:nvSpPr>
          <p:spPr>
            <a:xfrm>
              <a:off x="6713855" y="3364992"/>
              <a:ext cx="412908" cy="412908"/>
            </a:xfrm>
            <a:custGeom>
              <a:avLst/>
              <a:gdLst>
                <a:gd name="connsiteX0" fmla="*/ 412909 w 412908"/>
                <a:gd name="connsiteY0" fmla="*/ 206454 h 412908"/>
                <a:gd name="connsiteX1" fmla="*/ 206454 w 412908"/>
                <a:gd name="connsiteY1" fmla="*/ 412909 h 412908"/>
                <a:gd name="connsiteX2" fmla="*/ 0 w 412908"/>
                <a:gd name="connsiteY2" fmla="*/ 206454 h 412908"/>
                <a:gd name="connsiteX3" fmla="*/ 206454 w 412908"/>
                <a:gd name="connsiteY3" fmla="*/ 0 h 412908"/>
                <a:gd name="connsiteX4" fmla="*/ 412909 w 412908"/>
                <a:gd name="connsiteY4" fmla="*/ 206454 h 412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908" h="412908">
                  <a:moveTo>
                    <a:pt x="412909" y="206454"/>
                  </a:moveTo>
                  <a:cubicBezTo>
                    <a:pt x="412909" y="320476"/>
                    <a:pt x="320476" y="412909"/>
                    <a:pt x="206454" y="412909"/>
                  </a:cubicBezTo>
                  <a:cubicBezTo>
                    <a:pt x="92433" y="412909"/>
                    <a:pt x="0" y="320476"/>
                    <a:pt x="0" y="206454"/>
                  </a:cubicBezTo>
                  <a:cubicBezTo>
                    <a:pt x="0" y="92433"/>
                    <a:pt x="92433" y="0"/>
                    <a:pt x="206454" y="0"/>
                  </a:cubicBezTo>
                  <a:cubicBezTo>
                    <a:pt x="320476" y="0"/>
                    <a:pt x="412909" y="92433"/>
                    <a:pt x="412909" y="206454"/>
                  </a:cubicBez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5" name="任意形状 204"/>
            <p:cNvSpPr/>
            <p:nvPr/>
          </p:nvSpPr>
          <p:spPr>
            <a:xfrm>
              <a:off x="6920309" y="3309127"/>
              <a:ext cx="262318" cy="262318"/>
            </a:xfrm>
            <a:custGeom>
              <a:avLst/>
              <a:gdLst>
                <a:gd name="connsiteX0" fmla="*/ 262319 w 262318"/>
                <a:gd name="connsiteY0" fmla="*/ 262319 h 262318"/>
                <a:gd name="connsiteX1" fmla="*/ 0 w 262318"/>
                <a:gd name="connsiteY1" fmla="*/ 0 h 262318"/>
              </a:gdLst>
              <a:ahLst/>
              <a:cxnLst>
                <a:cxn ang="0">
                  <a:pos x="connsiteX0" y="connsiteY0"/>
                </a:cxn>
                <a:cxn ang="0">
                  <a:pos x="connsiteX1" y="connsiteY1"/>
                </a:cxn>
              </a:cxnLst>
              <a:rect l="l" t="t" r="r" b="b"/>
              <a:pathLst>
                <a:path w="262318" h="262318">
                  <a:moveTo>
                    <a:pt x="262319" y="262319"/>
                  </a:moveTo>
                  <a:cubicBezTo>
                    <a:pt x="262319" y="117444"/>
                    <a:pt x="144875" y="0"/>
                    <a:pt x="0" y="0"/>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6" name="任意形状 205"/>
            <p:cNvSpPr/>
            <p:nvPr/>
          </p:nvSpPr>
          <p:spPr>
            <a:xfrm>
              <a:off x="6920309" y="3250834"/>
              <a:ext cx="320611" cy="320611"/>
            </a:xfrm>
            <a:custGeom>
              <a:avLst/>
              <a:gdLst>
                <a:gd name="connsiteX0" fmla="*/ 320612 w 320611"/>
                <a:gd name="connsiteY0" fmla="*/ 320612 h 320611"/>
                <a:gd name="connsiteX1" fmla="*/ 0 w 320611"/>
                <a:gd name="connsiteY1" fmla="*/ 0 h 320611"/>
              </a:gdLst>
              <a:ahLst/>
              <a:cxnLst>
                <a:cxn ang="0">
                  <a:pos x="connsiteX0" y="connsiteY0"/>
                </a:cxn>
                <a:cxn ang="0">
                  <a:pos x="connsiteX1" y="connsiteY1"/>
                </a:cxn>
              </a:cxnLst>
              <a:rect l="l" t="t" r="r" b="b"/>
              <a:pathLst>
                <a:path w="320611" h="320611">
                  <a:moveTo>
                    <a:pt x="320612" y="320612"/>
                  </a:moveTo>
                  <a:cubicBezTo>
                    <a:pt x="320612" y="143543"/>
                    <a:pt x="177069" y="0"/>
                    <a:pt x="0" y="0"/>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7" name="任意形状 206"/>
            <p:cNvSpPr/>
            <p:nvPr/>
          </p:nvSpPr>
          <p:spPr>
            <a:xfrm>
              <a:off x="6733285" y="3667588"/>
              <a:ext cx="76327" cy="74376"/>
            </a:xfrm>
            <a:custGeom>
              <a:avLst/>
              <a:gdLst>
                <a:gd name="connsiteX0" fmla="*/ 76328 w 76327"/>
                <a:gd name="connsiteY0" fmla="*/ 37188 h 74376"/>
                <a:gd name="connsiteX1" fmla="*/ 38164 w 76327"/>
                <a:gd name="connsiteY1" fmla="*/ 74376 h 74376"/>
                <a:gd name="connsiteX2" fmla="*/ 0 w 76327"/>
                <a:gd name="connsiteY2" fmla="*/ 37188 h 74376"/>
                <a:gd name="connsiteX3" fmla="*/ 38164 w 76327"/>
                <a:gd name="connsiteY3" fmla="*/ 0 h 74376"/>
                <a:gd name="connsiteX4" fmla="*/ 76328 w 76327"/>
                <a:gd name="connsiteY4" fmla="*/ 37188 h 74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27" h="74376">
                  <a:moveTo>
                    <a:pt x="76328" y="37188"/>
                  </a:moveTo>
                  <a:cubicBezTo>
                    <a:pt x="76328" y="57727"/>
                    <a:pt x="59241" y="74376"/>
                    <a:pt x="38164" y="74376"/>
                  </a:cubicBezTo>
                  <a:cubicBezTo>
                    <a:pt x="17087" y="74376"/>
                    <a:pt x="0" y="57727"/>
                    <a:pt x="0" y="37188"/>
                  </a:cubicBezTo>
                  <a:cubicBezTo>
                    <a:pt x="0" y="16650"/>
                    <a:pt x="17087" y="0"/>
                    <a:pt x="38164" y="0"/>
                  </a:cubicBezTo>
                  <a:cubicBezTo>
                    <a:pt x="59241" y="0"/>
                    <a:pt x="76328" y="16650"/>
                    <a:pt x="76328" y="3718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8" name="任意形状 207"/>
            <p:cNvSpPr/>
            <p:nvPr/>
          </p:nvSpPr>
          <p:spPr>
            <a:xfrm>
              <a:off x="6854729" y="3442716"/>
              <a:ext cx="136017" cy="238029"/>
            </a:xfrm>
            <a:custGeom>
              <a:avLst/>
              <a:gdLst>
                <a:gd name="connsiteX0" fmla="*/ 83251 w 136017"/>
                <a:gd name="connsiteY0" fmla="*/ 184345 h 238029"/>
                <a:gd name="connsiteX1" fmla="*/ 53025 w 136017"/>
                <a:gd name="connsiteY1" fmla="*/ 184345 h 238029"/>
                <a:gd name="connsiteX2" fmla="*/ 53025 w 136017"/>
                <a:gd name="connsiteY2" fmla="*/ 145953 h 238029"/>
                <a:gd name="connsiteX3" fmla="*/ 84384 w 136017"/>
                <a:gd name="connsiteY3" fmla="*/ 97480 h 238029"/>
                <a:gd name="connsiteX4" fmla="*/ 86099 w 136017"/>
                <a:gd name="connsiteY4" fmla="*/ 96297 h 238029"/>
                <a:gd name="connsiteX5" fmla="*/ 105920 w 136017"/>
                <a:gd name="connsiteY5" fmla="*/ 69169 h 238029"/>
                <a:gd name="connsiteX6" fmla="*/ 68138 w 136017"/>
                <a:gd name="connsiteY6" fmla="*/ 30778 h 238029"/>
                <a:gd name="connsiteX7" fmla="*/ 30355 w 136017"/>
                <a:gd name="connsiteY7" fmla="*/ 69169 h 238029"/>
                <a:gd name="connsiteX8" fmla="*/ 129 w 136017"/>
                <a:gd name="connsiteY8" fmla="*/ 69169 h 238029"/>
                <a:gd name="connsiteX9" fmla="*/ 68138 w 136017"/>
                <a:gd name="connsiteY9" fmla="*/ 64 h 238029"/>
                <a:gd name="connsiteX10" fmla="*/ 136146 w 136017"/>
                <a:gd name="connsiteY10" fmla="*/ 69169 h 238029"/>
                <a:gd name="connsiteX11" fmla="*/ 103071 w 136017"/>
                <a:gd name="connsiteY11" fmla="*/ 121705 h 238029"/>
                <a:gd name="connsiteX12" fmla="*/ 101348 w 136017"/>
                <a:gd name="connsiteY12" fmla="*/ 122895 h 238029"/>
                <a:gd name="connsiteX13" fmla="*/ 83251 w 136017"/>
                <a:gd name="connsiteY13" fmla="*/ 145953 h 238029"/>
                <a:gd name="connsiteX14" fmla="*/ 83251 w 136017"/>
                <a:gd name="connsiteY14" fmla="*/ 184345 h 238029"/>
                <a:gd name="connsiteX15" fmla="*/ 68138 w 136017"/>
                <a:gd name="connsiteY15" fmla="*/ 238094 h 238029"/>
                <a:gd name="connsiteX16" fmla="*/ 49246 w 136017"/>
                <a:gd name="connsiteY16" fmla="*/ 218898 h 238029"/>
                <a:gd name="connsiteX17" fmla="*/ 68138 w 136017"/>
                <a:gd name="connsiteY17" fmla="*/ 199702 h 238029"/>
                <a:gd name="connsiteX18" fmla="*/ 87029 w 136017"/>
                <a:gd name="connsiteY18" fmla="*/ 218898 h 238029"/>
                <a:gd name="connsiteX19" fmla="*/ 68138 w 136017"/>
                <a:gd name="connsiteY19" fmla="*/ 238094 h 23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6017" h="238029">
                  <a:moveTo>
                    <a:pt x="83251" y="184345"/>
                  </a:moveTo>
                  <a:lnTo>
                    <a:pt x="53025" y="184345"/>
                  </a:lnTo>
                  <a:lnTo>
                    <a:pt x="53025" y="145953"/>
                  </a:lnTo>
                  <a:cubicBezTo>
                    <a:pt x="53025" y="123863"/>
                    <a:pt x="62228" y="112744"/>
                    <a:pt x="84384" y="97480"/>
                  </a:cubicBezTo>
                  <a:lnTo>
                    <a:pt x="86099" y="96297"/>
                  </a:lnTo>
                  <a:cubicBezTo>
                    <a:pt x="101734" y="85517"/>
                    <a:pt x="105920" y="80295"/>
                    <a:pt x="105920" y="69169"/>
                  </a:cubicBezTo>
                  <a:cubicBezTo>
                    <a:pt x="105920" y="47966"/>
                    <a:pt x="89004" y="30778"/>
                    <a:pt x="68138" y="30778"/>
                  </a:cubicBezTo>
                  <a:cubicBezTo>
                    <a:pt x="47271" y="30778"/>
                    <a:pt x="30355" y="47966"/>
                    <a:pt x="30355" y="69169"/>
                  </a:cubicBezTo>
                  <a:lnTo>
                    <a:pt x="129" y="69169"/>
                  </a:lnTo>
                  <a:cubicBezTo>
                    <a:pt x="129" y="31004"/>
                    <a:pt x="30577" y="64"/>
                    <a:pt x="68138" y="64"/>
                  </a:cubicBezTo>
                  <a:cubicBezTo>
                    <a:pt x="105698" y="64"/>
                    <a:pt x="136146" y="31004"/>
                    <a:pt x="136146" y="69169"/>
                  </a:cubicBezTo>
                  <a:cubicBezTo>
                    <a:pt x="136146" y="93395"/>
                    <a:pt x="126247" y="105726"/>
                    <a:pt x="103071" y="121705"/>
                  </a:cubicBezTo>
                  <a:lnTo>
                    <a:pt x="101348" y="122895"/>
                  </a:lnTo>
                  <a:cubicBezTo>
                    <a:pt x="86840" y="132900"/>
                    <a:pt x="83251" y="137231"/>
                    <a:pt x="83251" y="145953"/>
                  </a:cubicBezTo>
                  <a:lnTo>
                    <a:pt x="83251" y="184345"/>
                  </a:lnTo>
                  <a:close/>
                  <a:moveTo>
                    <a:pt x="68138" y="238094"/>
                  </a:moveTo>
                  <a:cubicBezTo>
                    <a:pt x="57704" y="238094"/>
                    <a:pt x="49246" y="229499"/>
                    <a:pt x="49246" y="218898"/>
                  </a:cubicBezTo>
                  <a:cubicBezTo>
                    <a:pt x="49246" y="208296"/>
                    <a:pt x="57704" y="199702"/>
                    <a:pt x="68138" y="199702"/>
                  </a:cubicBezTo>
                  <a:cubicBezTo>
                    <a:pt x="78571" y="199702"/>
                    <a:pt x="87029" y="208296"/>
                    <a:pt x="87029" y="218898"/>
                  </a:cubicBezTo>
                  <a:cubicBezTo>
                    <a:pt x="87029" y="229499"/>
                    <a:pt x="78571" y="238094"/>
                    <a:pt x="68138" y="238094"/>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09" name="图片 49" descr="icon-30"/>
          <p:cNvGrpSpPr/>
          <p:nvPr/>
        </p:nvGrpSpPr>
        <p:grpSpPr>
          <a:xfrm>
            <a:off x="4689729" y="3253263"/>
            <a:ext cx="977937" cy="896186"/>
            <a:chOff x="4689729" y="3253263"/>
            <a:chExt cx="977937" cy="896186"/>
          </a:xfrm>
        </p:grpSpPr>
        <p:sp>
          <p:nvSpPr>
            <p:cNvPr id="210" name="任意形状 209"/>
            <p:cNvSpPr/>
            <p:nvPr/>
          </p:nvSpPr>
          <p:spPr>
            <a:xfrm>
              <a:off x="4859750" y="3253263"/>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11" name="图片 49" descr="icon-30"/>
            <p:cNvGrpSpPr/>
            <p:nvPr/>
          </p:nvGrpSpPr>
          <p:grpSpPr>
            <a:xfrm>
              <a:off x="4689729" y="3284770"/>
              <a:ext cx="977937" cy="864679"/>
              <a:chOff x="4689729" y="3284770"/>
              <a:chExt cx="977937" cy="864679"/>
            </a:xfrm>
          </p:grpSpPr>
          <p:sp>
            <p:nvSpPr>
              <p:cNvPr id="212" name="任意形状 211"/>
              <p:cNvSpPr/>
              <p:nvPr/>
            </p:nvSpPr>
            <p:spPr>
              <a:xfrm>
                <a:off x="4718323" y="3787191"/>
                <a:ext cx="929431" cy="330858"/>
              </a:xfrm>
              <a:custGeom>
                <a:avLst/>
                <a:gdLst>
                  <a:gd name="connsiteX0" fmla="*/ 105776 w 929431"/>
                  <a:gd name="connsiteY0" fmla="*/ 252 h 330858"/>
                  <a:gd name="connsiteX1" fmla="*/ 16 w 929431"/>
                  <a:gd name="connsiteY1" fmla="*/ 61713 h 330858"/>
                  <a:gd name="connsiteX2" fmla="*/ 466247 w 929431"/>
                  <a:gd name="connsiteY2" fmla="*/ 330890 h 330858"/>
                  <a:gd name="connsiteX3" fmla="*/ 929447 w 929431"/>
                  <a:gd name="connsiteY3" fmla="*/ 61708 h 330858"/>
                  <a:gd name="connsiteX4" fmla="*/ 822620 w 929431"/>
                  <a:gd name="connsiteY4" fmla="*/ 31 h 33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9431" h="330858">
                    <a:moveTo>
                      <a:pt x="105776" y="252"/>
                    </a:moveTo>
                    <a:lnTo>
                      <a:pt x="16" y="61713"/>
                    </a:lnTo>
                    <a:lnTo>
                      <a:pt x="466247" y="330890"/>
                    </a:lnTo>
                    <a:lnTo>
                      <a:pt x="929447" y="61708"/>
                    </a:lnTo>
                    <a:lnTo>
                      <a:pt x="822620" y="31"/>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3" name="任意形状 212"/>
              <p:cNvSpPr/>
              <p:nvPr/>
            </p:nvSpPr>
            <p:spPr>
              <a:xfrm>
                <a:off x="4823259" y="3423391"/>
                <a:ext cx="719559" cy="577434"/>
              </a:xfrm>
              <a:custGeom>
                <a:avLst/>
                <a:gdLst>
                  <a:gd name="connsiteX0" fmla="*/ 16 w 719559"/>
                  <a:gd name="connsiteY0" fmla="*/ 369070 h 577434"/>
                  <a:gd name="connsiteX1" fmla="*/ 360969 w 719559"/>
                  <a:gd name="connsiteY1" fmla="*/ 577466 h 577434"/>
                  <a:gd name="connsiteX2" fmla="*/ 719576 w 719559"/>
                  <a:gd name="connsiteY2" fmla="*/ 369067 h 577434"/>
                  <a:gd name="connsiteX3" fmla="*/ 719576 w 719559"/>
                  <a:gd name="connsiteY3" fmla="*/ 208427 h 577434"/>
                  <a:gd name="connsiteX4" fmla="*/ 355784 w 719559"/>
                  <a:gd name="connsiteY4" fmla="*/ 31 h 577434"/>
                  <a:gd name="connsiteX5" fmla="*/ 16 w 719559"/>
                  <a:gd name="connsiteY5" fmla="*/ 208429 h 5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559" h="577434">
                    <a:moveTo>
                      <a:pt x="16" y="369070"/>
                    </a:moveTo>
                    <a:lnTo>
                      <a:pt x="360969" y="577466"/>
                    </a:lnTo>
                    <a:lnTo>
                      <a:pt x="719576" y="369067"/>
                    </a:lnTo>
                    <a:lnTo>
                      <a:pt x="719576" y="208427"/>
                    </a:lnTo>
                    <a:lnTo>
                      <a:pt x="355784" y="31"/>
                    </a:lnTo>
                    <a:lnTo>
                      <a:pt x="16" y="208429"/>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4" name="任意形状 213"/>
              <p:cNvSpPr/>
              <p:nvPr/>
            </p:nvSpPr>
            <p:spPr>
              <a:xfrm>
                <a:off x="5179027" y="3842262"/>
                <a:ext cx="2170" cy="158468"/>
              </a:xfrm>
              <a:custGeom>
                <a:avLst/>
                <a:gdLst>
                  <a:gd name="connsiteX0" fmla="*/ 2187 w 2170"/>
                  <a:gd name="connsiteY0" fmla="*/ 31 h 158468"/>
                  <a:gd name="connsiteX1" fmla="*/ 16 w 2170"/>
                  <a:gd name="connsiteY1" fmla="*/ 158500 h 158468"/>
                </a:gdLst>
                <a:ahLst/>
                <a:cxnLst>
                  <a:cxn ang="0">
                    <a:pos x="connsiteX0" y="connsiteY0"/>
                  </a:cxn>
                  <a:cxn ang="0">
                    <a:pos x="connsiteX1" y="connsiteY1"/>
                  </a:cxn>
                </a:cxnLst>
                <a:rect l="l" t="t" r="r" b="b"/>
                <a:pathLst>
                  <a:path w="2170" h="158468">
                    <a:moveTo>
                      <a:pt x="2187" y="31"/>
                    </a:moveTo>
                    <a:lnTo>
                      <a:pt x="16" y="15850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5" name="任意形状 214"/>
              <p:cNvSpPr/>
              <p:nvPr/>
            </p:nvSpPr>
            <p:spPr>
              <a:xfrm>
                <a:off x="4823259" y="3423391"/>
                <a:ext cx="719559" cy="416794"/>
              </a:xfrm>
              <a:custGeom>
                <a:avLst/>
                <a:gdLst>
                  <a:gd name="connsiteX0" fmla="*/ 16 w 719559"/>
                  <a:gd name="connsiteY0" fmla="*/ 208431 h 416794"/>
                  <a:gd name="connsiteX1" fmla="*/ 360969 w 719559"/>
                  <a:gd name="connsiteY1" fmla="*/ 416826 h 416794"/>
                  <a:gd name="connsiteX2" fmla="*/ 719576 w 719559"/>
                  <a:gd name="connsiteY2" fmla="*/ 208427 h 416794"/>
                  <a:gd name="connsiteX3" fmla="*/ 358623 w 719559"/>
                  <a:gd name="connsiteY3" fmla="*/ 31 h 416794"/>
                </a:gdLst>
                <a:ahLst/>
                <a:cxnLst>
                  <a:cxn ang="0">
                    <a:pos x="connsiteX0" y="connsiteY0"/>
                  </a:cxn>
                  <a:cxn ang="0">
                    <a:pos x="connsiteX1" y="connsiteY1"/>
                  </a:cxn>
                  <a:cxn ang="0">
                    <a:pos x="connsiteX2" y="connsiteY2"/>
                  </a:cxn>
                  <a:cxn ang="0">
                    <a:pos x="connsiteX3" y="connsiteY3"/>
                  </a:cxn>
                </a:cxnLst>
                <a:rect l="l" t="t" r="r" b="b"/>
                <a:pathLst>
                  <a:path w="719559" h="416794">
                    <a:moveTo>
                      <a:pt x="16" y="208431"/>
                    </a:moveTo>
                    <a:lnTo>
                      <a:pt x="360969" y="416826"/>
                    </a:lnTo>
                    <a:lnTo>
                      <a:pt x="719576" y="208427"/>
                    </a:lnTo>
                    <a:lnTo>
                      <a:pt x="358623" y="31"/>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16" name="图片 49" descr="icon-30"/>
              <p:cNvGrpSpPr/>
              <p:nvPr/>
            </p:nvGrpSpPr>
            <p:grpSpPr>
              <a:xfrm>
                <a:off x="5588412" y="3556804"/>
                <a:ext cx="77724" cy="234924"/>
                <a:chOff x="5588412" y="3556804"/>
                <a:chExt cx="77724" cy="234924"/>
              </a:xfrm>
              <a:solidFill>
                <a:srgbClr val="F0F3F8"/>
              </a:solidFill>
            </p:grpSpPr>
            <p:sp>
              <p:nvSpPr>
                <p:cNvPr id="217" name="任意形状 216"/>
                <p:cNvSpPr/>
                <p:nvPr/>
              </p:nvSpPr>
              <p:spPr>
                <a:xfrm>
                  <a:off x="5630050" y="3630237"/>
                  <a:ext cx="4857" cy="161491"/>
                </a:xfrm>
                <a:custGeom>
                  <a:avLst/>
                  <a:gdLst>
                    <a:gd name="connsiteX0" fmla="*/ 201 w 4857"/>
                    <a:gd name="connsiteY0" fmla="*/ 87 h 161491"/>
                    <a:gd name="connsiteX1" fmla="*/ 201 w 4857"/>
                    <a:gd name="connsiteY1" fmla="*/ 161579 h 161491"/>
                  </a:gdLst>
                  <a:ahLst/>
                  <a:cxnLst>
                    <a:cxn ang="0">
                      <a:pos x="connsiteX0" y="connsiteY0"/>
                    </a:cxn>
                    <a:cxn ang="0">
                      <a:pos x="connsiteX1" y="connsiteY1"/>
                    </a:cxn>
                  </a:cxnLst>
                  <a:rect l="l" t="t" r="r" b="b"/>
                  <a:pathLst>
                    <a:path w="4857" h="161491">
                      <a:moveTo>
                        <a:pt x="201" y="87"/>
                      </a:moveTo>
                      <a:lnTo>
                        <a:pt x="201" y="161579"/>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8" name="任意形状 217"/>
                <p:cNvSpPr/>
                <p:nvPr/>
              </p:nvSpPr>
              <p:spPr>
                <a:xfrm>
                  <a:off x="5588412" y="3556804"/>
                  <a:ext cx="77724" cy="75736"/>
                </a:xfrm>
                <a:custGeom>
                  <a:avLst/>
                  <a:gdLst>
                    <a:gd name="connsiteX0" fmla="*/ 77925 w 77724"/>
                    <a:gd name="connsiteY0" fmla="*/ 37956 h 75736"/>
                    <a:gd name="connsiteX1" fmla="*/ 39063 w 77724"/>
                    <a:gd name="connsiteY1" fmla="*/ 75824 h 75736"/>
                    <a:gd name="connsiteX2" fmla="*/ 201 w 77724"/>
                    <a:gd name="connsiteY2" fmla="*/ 37956 h 75736"/>
                    <a:gd name="connsiteX3" fmla="*/ 39063 w 77724"/>
                    <a:gd name="connsiteY3" fmla="*/ 87 h 75736"/>
                    <a:gd name="connsiteX4" fmla="*/ 77925 w 77724"/>
                    <a:gd name="connsiteY4" fmla="*/ 37956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925" y="37956"/>
                      </a:moveTo>
                      <a:cubicBezTo>
                        <a:pt x="77925" y="58870"/>
                        <a:pt x="60526" y="75824"/>
                        <a:pt x="39063" y="75824"/>
                      </a:cubicBezTo>
                      <a:cubicBezTo>
                        <a:pt x="17600" y="75824"/>
                        <a:pt x="201" y="58870"/>
                        <a:pt x="201" y="37956"/>
                      </a:cubicBezTo>
                      <a:cubicBezTo>
                        <a:pt x="201" y="17042"/>
                        <a:pt x="17600" y="87"/>
                        <a:pt x="39063" y="87"/>
                      </a:cubicBezTo>
                      <a:cubicBezTo>
                        <a:pt x="60526" y="87"/>
                        <a:pt x="77925" y="17042"/>
                        <a:pt x="77925" y="37956"/>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9" name="图片 49" descr="icon-30"/>
              <p:cNvGrpSpPr/>
              <p:nvPr/>
            </p:nvGrpSpPr>
            <p:grpSpPr>
              <a:xfrm>
                <a:off x="4718875" y="3474222"/>
                <a:ext cx="77724" cy="234924"/>
                <a:chOff x="4718875" y="3474222"/>
                <a:chExt cx="77724" cy="234924"/>
              </a:xfrm>
              <a:solidFill>
                <a:srgbClr val="F0F3F8"/>
              </a:solidFill>
            </p:grpSpPr>
            <p:sp>
              <p:nvSpPr>
                <p:cNvPr id="220" name="任意形状 219"/>
                <p:cNvSpPr/>
                <p:nvPr/>
              </p:nvSpPr>
              <p:spPr>
                <a:xfrm>
                  <a:off x="4760513" y="3547655"/>
                  <a:ext cx="4857" cy="161491"/>
                </a:xfrm>
                <a:custGeom>
                  <a:avLst/>
                  <a:gdLst>
                    <a:gd name="connsiteX0" fmla="*/ 22 w 4857"/>
                    <a:gd name="connsiteY0" fmla="*/ 70 h 161491"/>
                    <a:gd name="connsiteX1" fmla="*/ 22 w 4857"/>
                    <a:gd name="connsiteY1" fmla="*/ 161562 h 161491"/>
                  </a:gdLst>
                  <a:ahLst/>
                  <a:cxnLst>
                    <a:cxn ang="0">
                      <a:pos x="connsiteX0" y="connsiteY0"/>
                    </a:cxn>
                    <a:cxn ang="0">
                      <a:pos x="connsiteX1" y="connsiteY1"/>
                    </a:cxn>
                  </a:cxnLst>
                  <a:rect l="l" t="t" r="r" b="b"/>
                  <a:pathLst>
                    <a:path w="4857" h="161491">
                      <a:moveTo>
                        <a:pt x="22" y="70"/>
                      </a:moveTo>
                      <a:lnTo>
                        <a:pt x="22" y="161562"/>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1" name="任意形状 220"/>
                <p:cNvSpPr/>
                <p:nvPr/>
              </p:nvSpPr>
              <p:spPr>
                <a:xfrm>
                  <a:off x="4718875" y="3474222"/>
                  <a:ext cx="77724" cy="75736"/>
                </a:xfrm>
                <a:custGeom>
                  <a:avLst/>
                  <a:gdLst>
                    <a:gd name="connsiteX0" fmla="*/ 77746 w 77724"/>
                    <a:gd name="connsiteY0" fmla="*/ 37939 h 75736"/>
                    <a:gd name="connsiteX1" fmla="*/ 38884 w 77724"/>
                    <a:gd name="connsiteY1" fmla="*/ 75807 h 75736"/>
                    <a:gd name="connsiteX2" fmla="*/ 22 w 77724"/>
                    <a:gd name="connsiteY2" fmla="*/ 37939 h 75736"/>
                    <a:gd name="connsiteX3" fmla="*/ 38884 w 77724"/>
                    <a:gd name="connsiteY3" fmla="*/ 70 h 75736"/>
                    <a:gd name="connsiteX4" fmla="*/ 77746 w 77724"/>
                    <a:gd name="connsiteY4" fmla="*/ 37939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746" y="37939"/>
                      </a:moveTo>
                      <a:cubicBezTo>
                        <a:pt x="77746" y="58853"/>
                        <a:pt x="60347" y="75807"/>
                        <a:pt x="38884" y="75807"/>
                      </a:cubicBezTo>
                      <a:cubicBezTo>
                        <a:pt x="17421" y="75807"/>
                        <a:pt x="22" y="58853"/>
                        <a:pt x="22" y="37939"/>
                      </a:cubicBezTo>
                      <a:cubicBezTo>
                        <a:pt x="22" y="17025"/>
                        <a:pt x="17421" y="70"/>
                        <a:pt x="38884" y="70"/>
                      </a:cubicBezTo>
                      <a:cubicBezTo>
                        <a:pt x="60347" y="70"/>
                        <a:pt x="77746" y="17025"/>
                        <a:pt x="77746" y="37939"/>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22" name="图片 49" descr="icon-30"/>
              <p:cNvGrpSpPr/>
              <p:nvPr/>
            </p:nvGrpSpPr>
            <p:grpSpPr>
              <a:xfrm>
                <a:off x="5418391" y="3284770"/>
                <a:ext cx="77724" cy="234924"/>
                <a:chOff x="5418391" y="3284770"/>
                <a:chExt cx="77724" cy="234924"/>
              </a:xfrm>
              <a:solidFill>
                <a:srgbClr val="A2BDFC"/>
              </a:solidFill>
            </p:grpSpPr>
            <p:sp>
              <p:nvSpPr>
                <p:cNvPr id="223" name="任意形状 222"/>
                <p:cNvSpPr/>
                <p:nvPr/>
              </p:nvSpPr>
              <p:spPr>
                <a:xfrm>
                  <a:off x="5460029" y="3358203"/>
                  <a:ext cx="4857" cy="161491"/>
                </a:xfrm>
                <a:custGeom>
                  <a:avLst/>
                  <a:gdLst>
                    <a:gd name="connsiteX0" fmla="*/ 166 w 4857"/>
                    <a:gd name="connsiteY0" fmla="*/ 31 h 161491"/>
                    <a:gd name="connsiteX1" fmla="*/ 166 w 4857"/>
                    <a:gd name="connsiteY1" fmla="*/ 161523 h 161491"/>
                  </a:gdLst>
                  <a:ahLst/>
                  <a:cxnLst>
                    <a:cxn ang="0">
                      <a:pos x="connsiteX0" y="connsiteY0"/>
                    </a:cxn>
                    <a:cxn ang="0">
                      <a:pos x="connsiteX1" y="connsiteY1"/>
                    </a:cxn>
                  </a:cxnLst>
                  <a:rect l="l" t="t" r="r" b="b"/>
                  <a:pathLst>
                    <a:path w="4857" h="161491">
                      <a:moveTo>
                        <a:pt x="166" y="31"/>
                      </a:moveTo>
                      <a:lnTo>
                        <a:pt x="166" y="161523"/>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4" name="任意形状 223"/>
                <p:cNvSpPr/>
                <p:nvPr/>
              </p:nvSpPr>
              <p:spPr>
                <a:xfrm>
                  <a:off x="5418391" y="3284770"/>
                  <a:ext cx="77724" cy="75736"/>
                </a:xfrm>
                <a:custGeom>
                  <a:avLst/>
                  <a:gdLst>
                    <a:gd name="connsiteX0" fmla="*/ 77890 w 77724"/>
                    <a:gd name="connsiteY0" fmla="*/ 37900 h 75736"/>
                    <a:gd name="connsiteX1" fmla="*/ 39028 w 77724"/>
                    <a:gd name="connsiteY1" fmla="*/ 75768 h 75736"/>
                    <a:gd name="connsiteX2" fmla="*/ 166 w 77724"/>
                    <a:gd name="connsiteY2" fmla="*/ 37900 h 75736"/>
                    <a:gd name="connsiteX3" fmla="*/ 39028 w 77724"/>
                    <a:gd name="connsiteY3" fmla="*/ 31 h 75736"/>
                    <a:gd name="connsiteX4" fmla="*/ 77890 w 77724"/>
                    <a:gd name="connsiteY4" fmla="*/ 37900 h 75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 h="75736">
                      <a:moveTo>
                        <a:pt x="77890" y="37900"/>
                      </a:moveTo>
                      <a:cubicBezTo>
                        <a:pt x="77890" y="58814"/>
                        <a:pt x="60491" y="75768"/>
                        <a:pt x="39028" y="75768"/>
                      </a:cubicBezTo>
                      <a:cubicBezTo>
                        <a:pt x="17565" y="75768"/>
                        <a:pt x="166" y="58814"/>
                        <a:pt x="166" y="37900"/>
                      </a:cubicBezTo>
                      <a:cubicBezTo>
                        <a:pt x="166" y="16986"/>
                        <a:pt x="17565" y="31"/>
                        <a:pt x="39028" y="31"/>
                      </a:cubicBezTo>
                      <a:cubicBezTo>
                        <a:pt x="60491" y="31"/>
                        <a:pt x="77890" y="16986"/>
                        <a:pt x="77890" y="37900"/>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25" name="图片 49" descr="icon-30"/>
              <p:cNvGrpSpPr/>
              <p:nvPr/>
            </p:nvGrpSpPr>
            <p:grpSpPr>
              <a:xfrm>
                <a:off x="4922900" y="3467004"/>
                <a:ext cx="529494" cy="310896"/>
                <a:chOff x="4922900" y="3467004"/>
                <a:chExt cx="529494" cy="310896"/>
              </a:xfrm>
              <a:solidFill>
                <a:srgbClr val="000000"/>
              </a:solidFill>
            </p:grpSpPr>
            <p:sp>
              <p:nvSpPr>
                <p:cNvPr id="226" name="任意形状 225"/>
                <p:cNvSpPr/>
                <p:nvPr/>
              </p:nvSpPr>
              <p:spPr>
                <a:xfrm>
                  <a:off x="5024913" y="3525297"/>
                  <a:ext cx="77724" cy="48577"/>
                </a:xfrm>
                <a:custGeom>
                  <a:avLst/>
                  <a:gdLst>
                    <a:gd name="connsiteX0" fmla="*/ 13055 w 77724"/>
                    <a:gd name="connsiteY0" fmla="*/ 40599 h 48577"/>
                    <a:gd name="connsiteX1" fmla="*/ 50868 w 77724"/>
                    <a:gd name="connsiteY1" fmla="*/ 31637 h 48577"/>
                    <a:gd name="connsiteX2" fmla="*/ 64691 w 77724"/>
                    <a:gd name="connsiteY2" fmla="*/ 8275 h 48577"/>
                    <a:gd name="connsiteX3" fmla="*/ 27214 w 77724"/>
                    <a:gd name="connsiteY3" fmla="*/ 16925 h 48577"/>
                    <a:gd name="connsiteX4" fmla="*/ 13055 w 77724"/>
                    <a:gd name="connsiteY4" fmla="*/ 40599 h 48577"/>
                    <a:gd name="connsiteX5" fmla="*/ 70922 w 77724"/>
                    <a:gd name="connsiteY5" fmla="*/ 4374 h 48577"/>
                    <a:gd name="connsiteX6" fmla="*/ 58413 w 77724"/>
                    <a:gd name="connsiteY6" fmla="*/ 36329 h 48577"/>
                    <a:gd name="connsiteX7" fmla="*/ 6906 w 77724"/>
                    <a:gd name="connsiteY7" fmla="*/ 44449 h 48577"/>
                    <a:gd name="connsiteX8" fmla="*/ 19668 w 77724"/>
                    <a:gd name="connsiteY8" fmla="*/ 12232 h 48577"/>
                    <a:gd name="connsiteX9" fmla="*/ 70922 w 77724"/>
                    <a:gd name="connsiteY9" fmla="*/ 4374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4" h="48577">
                      <a:moveTo>
                        <a:pt x="13055" y="40599"/>
                      </a:moveTo>
                      <a:cubicBezTo>
                        <a:pt x="20094" y="44977"/>
                        <a:pt x="32678" y="43023"/>
                        <a:pt x="50868" y="31637"/>
                      </a:cubicBezTo>
                      <a:cubicBezTo>
                        <a:pt x="68895" y="20351"/>
                        <a:pt x="71730" y="12652"/>
                        <a:pt x="64691" y="8275"/>
                      </a:cubicBezTo>
                      <a:cubicBezTo>
                        <a:pt x="57570" y="3846"/>
                        <a:pt x="45240" y="5640"/>
                        <a:pt x="27214" y="16925"/>
                      </a:cubicBezTo>
                      <a:cubicBezTo>
                        <a:pt x="9023" y="28313"/>
                        <a:pt x="5934" y="36171"/>
                        <a:pt x="13055" y="40599"/>
                      </a:cubicBezTo>
                      <a:moveTo>
                        <a:pt x="70922" y="4374"/>
                      </a:moveTo>
                      <a:cubicBezTo>
                        <a:pt x="82708" y="11704"/>
                        <a:pt x="79810" y="22935"/>
                        <a:pt x="58413" y="36329"/>
                      </a:cubicBezTo>
                      <a:cubicBezTo>
                        <a:pt x="36936" y="49775"/>
                        <a:pt x="18691" y="51779"/>
                        <a:pt x="6906" y="44449"/>
                      </a:cubicBezTo>
                      <a:cubicBezTo>
                        <a:pt x="-4963" y="37067"/>
                        <a:pt x="-1810" y="25678"/>
                        <a:pt x="19668" y="12232"/>
                      </a:cubicBezTo>
                      <a:cubicBezTo>
                        <a:pt x="41151" y="-1216"/>
                        <a:pt x="59054" y="-3007"/>
                        <a:pt x="70922" y="4374"/>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7" name="任意形状 226"/>
                <p:cNvSpPr/>
                <p:nvPr/>
              </p:nvSpPr>
              <p:spPr>
                <a:xfrm>
                  <a:off x="5131784" y="3467004"/>
                  <a:ext cx="77723" cy="48577"/>
                </a:xfrm>
                <a:custGeom>
                  <a:avLst/>
                  <a:gdLst>
                    <a:gd name="connsiteX0" fmla="*/ 13055 w 77723"/>
                    <a:gd name="connsiteY0" fmla="*/ 40599 h 48577"/>
                    <a:gd name="connsiteX1" fmla="*/ 50868 w 77723"/>
                    <a:gd name="connsiteY1" fmla="*/ 31636 h 48577"/>
                    <a:gd name="connsiteX2" fmla="*/ 64687 w 77723"/>
                    <a:gd name="connsiteY2" fmla="*/ 8277 h 48577"/>
                    <a:gd name="connsiteX3" fmla="*/ 27214 w 77723"/>
                    <a:gd name="connsiteY3" fmla="*/ 16924 h 48577"/>
                    <a:gd name="connsiteX4" fmla="*/ 13055 w 77723"/>
                    <a:gd name="connsiteY4" fmla="*/ 40599 h 48577"/>
                    <a:gd name="connsiteX5" fmla="*/ 70922 w 77723"/>
                    <a:gd name="connsiteY5" fmla="*/ 4373 h 48577"/>
                    <a:gd name="connsiteX6" fmla="*/ 58413 w 77723"/>
                    <a:gd name="connsiteY6" fmla="*/ 36329 h 48577"/>
                    <a:gd name="connsiteX7" fmla="*/ 6906 w 77723"/>
                    <a:gd name="connsiteY7" fmla="*/ 44449 h 48577"/>
                    <a:gd name="connsiteX8" fmla="*/ 19668 w 77723"/>
                    <a:gd name="connsiteY8" fmla="*/ 12232 h 48577"/>
                    <a:gd name="connsiteX9" fmla="*/ 70922 w 77723"/>
                    <a:gd name="connsiteY9" fmla="*/ 4373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3" h="48577">
                      <a:moveTo>
                        <a:pt x="13055" y="40599"/>
                      </a:moveTo>
                      <a:cubicBezTo>
                        <a:pt x="20094" y="44977"/>
                        <a:pt x="32673" y="43026"/>
                        <a:pt x="50868" y="31636"/>
                      </a:cubicBezTo>
                      <a:cubicBezTo>
                        <a:pt x="68895" y="20351"/>
                        <a:pt x="71725" y="12654"/>
                        <a:pt x="64687" y="8277"/>
                      </a:cubicBezTo>
                      <a:cubicBezTo>
                        <a:pt x="57566" y="3848"/>
                        <a:pt x="45240" y="5640"/>
                        <a:pt x="27214" y="16924"/>
                      </a:cubicBezTo>
                      <a:cubicBezTo>
                        <a:pt x="9018" y="28315"/>
                        <a:pt x="5934" y="36170"/>
                        <a:pt x="13055" y="40599"/>
                      </a:cubicBezTo>
                      <a:moveTo>
                        <a:pt x="70922" y="4373"/>
                      </a:moveTo>
                      <a:cubicBezTo>
                        <a:pt x="82708" y="11703"/>
                        <a:pt x="79810" y="22935"/>
                        <a:pt x="58413" y="36329"/>
                      </a:cubicBezTo>
                      <a:cubicBezTo>
                        <a:pt x="36936" y="49775"/>
                        <a:pt x="18691" y="51779"/>
                        <a:pt x="6906" y="44449"/>
                      </a:cubicBezTo>
                      <a:cubicBezTo>
                        <a:pt x="-4963" y="37067"/>
                        <a:pt x="-1810" y="25677"/>
                        <a:pt x="19668" y="12232"/>
                      </a:cubicBezTo>
                      <a:cubicBezTo>
                        <a:pt x="41146" y="-1214"/>
                        <a:pt x="59054" y="-3008"/>
                        <a:pt x="70922" y="4373"/>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8" name="任意形状 227"/>
                <p:cNvSpPr/>
                <p:nvPr/>
              </p:nvSpPr>
              <p:spPr>
                <a:xfrm>
                  <a:off x="5262943" y="3549586"/>
                  <a:ext cx="87439" cy="53435"/>
                </a:xfrm>
                <a:custGeom>
                  <a:avLst/>
                  <a:gdLst>
                    <a:gd name="connsiteX0" fmla="*/ 87504 w 87439"/>
                    <a:gd name="connsiteY0" fmla="*/ 8719 h 53435"/>
                    <a:gd name="connsiteX1" fmla="*/ 29456 w 87439"/>
                    <a:gd name="connsiteY1" fmla="*/ 42153 h 53435"/>
                    <a:gd name="connsiteX2" fmla="*/ 42532 w 87439"/>
                    <a:gd name="connsiteY2" fmla="*/ 49636 h 53435"/>
                    <a:gd name="connsiteX3" fmla="*/ 35815 w 87439"/>
                    <a:gd name="connsiteY3" fmla="*/ 53504 h 53435"/>
                    <a:gd name="connsiteX4" fmla="*/ 64 w 87439"/>
                    <a:gd name="connsiteY4" fmla="*/ 33046 h 53435"/>
                    <a:gd name="connsiteX5" fmla="*/ 6781 w 87439"/>
                    <a:gd name="connsiteY5" fmla="*/ 29177 h 53435"/>
                    <a:gd name="connsiteX6" fmla="*/ 21274 w 87439"/>
                    <a:gd name="connsiteY6" fmla="*/ 37471 h 53435"/>
                    <a:gd name="connsiteX7" fmla="*/ 69603 w 87439"/>
                    <a:gd name="connsiteY7" fmla="*/ 9634 h 53435"/>
                    <a:gd name="connsiteX8" fmla="*/ 58045 w 87439"/>
                    <a:gd name="connsiteY8" fmla="*/ 3020 h 53435"/>
                    <a:gd name="connsiteX9" fmla="*/ 63168 w 87439"/>
                    <a:gd name="connsiteY9" fmla="*/ 69 h 53435"/>
                    <a:gd name="connsiteX10" fmla="*/ 81279 w 87439"/>
                    <a:gd name="connsiteY10" fmla="*/ 5157 h 53435"/>
                    <a:gd name="connsiteX11" fmla="*/ 87504 w 87439"/>
                    <a:gd name="connsiteY11" fmla="*/ 8719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19"/>
                      </a:moveTo>
                      <a:lnTo>
                        <a:pt x="29456" y="42153"/>
                      </a:lnTo>
                      <a:lnTo>
                        <a:pt x="42532" y="49636"/>
                      </a:lnTo>
                      <a:lnTo>
                        <a:pt x="35815" y="53504"/>
                      </a:lnTo>
                      <a:lnTo>
                        <a:pt x="64" y="33046"/>
                      </a:lnTo>
                      <a:lnTo>
                        <a:pt x="6781" y="29177"/>
                      </a:lnTo>
                      <a:lnTo>
                        <a:pt x="21274" y="37471"/>
                      </a:lnTo>
                      <a:lnTo>
                        <a:pt x="69603" y="9634"/>
                      </a:lnTo>
                      <a:lnTo>
                        <a:pt x="58045" y="3020"/>
                      </a:lnTo>
                      <a:lnTo>
                        <a:pt x="63168" y="69"/>
                      </a:lnTo>
                      <a:cubicBezTo>
                        <a:pt x="70007" y="2765"/>
                        <a:pt x="75690" y="4291"/>
                        <a:pt x="81279" y="5157"/>
                      </a:cubicBezTo>
                      <a:lnTo>
                        <a:pt x="87504" y="8719"/>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9" name="任意形状 228"/>
                <p:cNvSpPr/>
                <p:nvPr/>
              </p:nvSpPr>
              <p:spPr>
                <a:xfrm>
                  <a:off x="5326094" y="3578733"/>
                  <a:ext cx="77724" cy="48577"/>
                </a:xfrm>
                <a:custGeom>
                  <a:avLst/>
                  <a:gdLst>
                    <a:gd name="connsiteX0" fmla="*/ 13055 w 77724"/>
                    <a:gd name="connsiteY0" fmla="*/ 40600 h 48577"/>
                    <a:gd name="connsiteX1" fmla="*/ 50868 w 77724"/>
                    <a:gd name="connsiteY1" fmla="*/ 31636 h 48577"/>
                    <a:gd name="connsiteX2" fmla="*/ 64687 w 77724"/>
                    <a:gd name="connsiteY2" fmla="*/ 8277 h 48577"/>
                    <a:gd name="connsiteX3" fmla="*/ 27214 w 77724"/>
                    <a:gd name="connsiteY3" fmla="*/ 16924 h 48577"/>
                    <a:gd name="connsiteX4" fmla="*/ 13055 w 77724"/>
                    <a:gd name="connsiteY4" fmla="*/ 40600 h 48577"/>
                    <a:gd name="connsiteX5" fmla="*/ 70922 w 77724"/>
                    <a:gd name="connsiteY5" fmla="*/ 4373 h 48577"/>
                    <a:gd name="connsiteX6" fmla="*/ 58413 w 77724"/>
                    <a:gd name="connsiteY6" fmla="*/ 36329 h 48577"/>
                    <a:gd name="connsiteX7" fmla="*/ 6906 w 77724"/>
                    <a:gd name="connsiteY7" fmla="*/ 44449 h 48577"/>
                    <a:gd name="connsiteX8" fmla="*/ 19668 w 77724"/>
                    <a:gd name="connsiteY8" fmla="*/ 12232 h 48577"/>
                    <a:gd name="connsiteX9" fmla="*/ 70922 w 77724"/>
                    <a:gd name="connsiteY9" fmla="*/ 4373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4" h="48577">
                      <a:moveTo>
                        <a:pt x="13055" y="40600"/>
                      </a:moveTo>
                      <a:cubicBezTo>
                        <a:pt x="20094" y="44977"/>
                        <a:pt x="32673" y="43027"/>
                        <a:pt x="50868" y="31636"/>
                      </a:cubicBezTo>
                      <a:cubicBezTo>
                        <a:pt x="68895" y="20351"/>
                        <a:pt x="71725" y="12654"/>
                        <a:pt x="64687" y="8277"/>
                      </a:cubicBezTo>
                      <a:cubicBezTo>
                        <a:pt x="57566" y="3848"/>
                        <a:pt x="45240" y="5640"/>
                        <a:pt x="27214" y="16924"/>
                      </a:cubicBezTo>
                      <a:cubicBezTo>
                        <a:pt x="9019" y="28315"/>
                        <a:pt x="5934" y="36171"/>
                        <a:pt x="13055" y="40600"/>
                      </a:cubicBezTo>
                      <a:moveTo>
                        <a:pt x="70922" y="4373"/>
                      </a:moveTo>
                      <a:cubicBezTo>
                        <a:pt x="82708" y="11703"/>
                        <a:pt x="79810" y="22935"/>
                        <a:pt x="58413" y="36329"/>
                      </a:cubicBezTo>
                      <a:cubicBezTo>
                        <a:pt x="36935" y="49775"/>
                        <a:pt x="18691" y="51779"/>
                        <a:pt x="6906" y="44449"/>
                      </a:cubicBezTo>
                      <a:cubicBezTo>
                        <a:pt x="-4963" y="37067"/>
                        <a:pt x="-1810" y="25678"/>
                        <a:pt x="19668" y="12232"/>
                      </a:cubicBezTo>
                      <a:cubicBezTo>
                        <a:pt x="41146" y="-1214"/>
                        <a:pt x="59054" y="-3008"/>
                        <a:pt x="70922" y="4373"/>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0" name="任意形状 229"/>
                <p:cNvSpPr/>
                <p:nvPr/>
              </p:nvSpPr>
              <p:spPr>
                <a:xfrm>
                  <a:off x="5364956" y="3603021"/>
                  <a:ext cx="87439" cy="53435"/>
                </a:xfrm>
                <a:custGeom>
                  <a:avLst/>
                  <a:gdLst>
                    <a:gd name="connsiteX0" fmla="*/ 87504 w 87439"/>
                    <a:gd name="connsiteY0" fmla="*/ 8722 h 53435"/>
                    <a:gd name="connsiteX1" fmla="*/ 29459 w 87439"/>
                    <a:gd name="connsiteY1" fmla="*/ 42156 h 53435"/>
                    <a:gd name="connsiteX2" fmla="*/ 42529 w 87439"/>
                    <a:gd name="connsiteY2" fmla="*/ 49636 h 53435"/>
                    <a:gd name="connsiteX3" fmla="*/ 35814 w 87439"/>
                    <a:gd name="connsiteY3" fmla="*/ 53504 h 53435"/>
                    <a:gd name="connsiteX4" fmla="*/ 64 w 87439"/>
                    <a:gd name="connsiteY4" fmla="*/ 33046 h 53435"/>
                    <a:gd name="connsiteX5" fmla="*/ 6780 w 87439"/>
                    <a:gd name="connsiteY5" fmla="*/ 29177 h 53435"/>
                    <a:gd name="connsiteX6" fmla="*/ 21277 w 87439"/>
                    <a:gd name="connsiteY6" fmla="*/ 37474 h 53435"/>
                    <a:gd name="connsiteX7" fmla="*/ 69604 w 87439"/>
                    <a:gd name="connsiteY7" fmla="*/ 9636 h 53435"/>
                    <a:gd name="connsiteX8" fmla="*/ 58042 w 87439"/>
                    <a:gd name="connsiteY8" fmla="*/ 3020 h 53435"/>
                    <a:gd name="connsiteX9" fmla="*/ 63165 w 87439"/>
                    <a:gd name="connsiteY9" fmla="*/ 69 h 53435"/>
                    <a:gd name="connsiteX10" fmla="*/ 81279 w 87439"/>
                    <a:gd name="connsiteY10" fmla="*/ 5160 h 53435"/>
                    <a:gd name="connsiteX11" fmla="*/ 87504 w 87439"/>
                    <a:gd name="connsiteY11" fmla="*/ 8722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22"/>
                      </a:moveTo>
                      <a:lnTo>
                        <a:pt x="29459" y="42156"/>
                      </a:lnTo>
                      <a:lnTo>
                        <a:pt x="42529" y="49636"/>
                      </a:lnTo>
                      <a:lnTo>
                        <a:pt x="35814" y="53504"/>
                      </a:lnTo>
                      <a:lnTo>
                        <a:pt x="64" y="33046"/>
                      </a:lnTo>
                      <a:lnTo>
                        <a:pt x="6780" y="29177"/>
                      </a:lnTo>
                      <a:lnTo>
                        <a:pt x="21277" y="37474"/>
                      </a:lnTo>
                      <a:lnTo>
                        <a:pt x="69604" y="9636"/>
                      </a:lnTo>
                      <a:lnTo>
                        <a:pt x="58042" y="3020"/>
                      </a:lnTo>
                      <a:lnTo>
                        <a:pt x="63165" y="69"/>
                      </a:lnTo>
                      <a:cubicBezTo>
                        <a:pt x="70008" y="2768"/>
                        <a:pt x="75691" y="4294"/>
                        <a:pt x="81279" y="5160"/>
                      </a:cubicBezTo>
                      <a:lnTo>
                        <a:pt x="87504" y="8722"/>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1" name="任意形状 230"/>
                <p:cNvSpPr/>
                <p:nvPr/>
              </p:nvSpPr>
              <p:spPr>
                <a:xfrm>
                  <a:off x="5160930" y="3607879"/>
                  <a:ext cx="87439" cy="53435"/>
                </a:xfrm>
                <a:custGeom>
                  <a:avLst/>
                  <a:gdLst>
                    <a:gd name="connsiteX0" fmla="*/ 87504 w 87439"/>
                    <a:gd name="connsiteY0" fmla="*/ 8719 h 53435"/>
                    <a:gd name="connsiteX1" fmla="*/ 29453 w 87439"/>
                    <a:gd name="connsiteY1" fmla="*/ 42155 h 53435"/>
                    <a:gd name="connsiteX2" fmla="*/ 42529 w 87439"/>
                    <a:gd name="connsiteY2" fmla="*/ 49638 h 53435"/>
                    <a:gd name="connsiteX3" fmla="*/ 35817 w 87439"/>
                    <a:gd name="connsiteY3" fmla="*/ 53504 h 53435"/>
                    <a:gd name="connsiteX4" fmla="*/ 64 w 87439"/>
                    <a:gd name="connsiteY4" fmla="*/ 33045 h 53435"/>
                    <a:gd name="connsiteX5" fmla="*/ 6776 w 87439"/>
                    <a:gd name="connsiteY5" fmla="*/ 29178 h 53435"/>
                    <a:gd name="connsiteX6" fmla="*/ 21270 w 87439"/>
                    <a:gd name="connsiteY6" fmla="*/ 37473 h 53435"/>
                    <a:gd name="connsiteX7" fmla="*/ 69602 w 87439"/>
                    <a:gd name="connsiteY7" fmla="*/ 9635 h 53435"/>
                    <a:gd name="connsiteX8" fmla="*/ 58043 w 87439"/>
                    <a:gd name="connsiteY8" fmla="*/ 3020 h 53435"/>
                    <a:gd name="connsiteX9" fmla="*/ 63166 w 87439"/>
                    <a:gd name="connsiteY9" fmla="*/ 69 h 53435"/>
                    <a:gd name="connsiteX10" fmla="*/ 81279 w 87439"/>
                    <a:gd name="connsiteY10" fmla="*/ 5157 h 53435"/>
                    <a:gd name="connsiteX11" fmla="*/ 87504 w 87439"/>
                    <a:gd name="connsiteY11" fmla="*/ 8719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19"/>
                      </a:moveTo>
                      <a:lnTo>
                        <a:pt x="29453" y="42155"/>
                      </a:lnTo>
                      <a:lnTo>
                        <a:pt x="42529" y="49638"/>
                      </a:lnTo>
                      <a:lnTo>
                        <a:pt x="35817" y="53504"/>
                      </a:lnTo>
                      <a:lnTo>
                        <a:pt x="64" y="33045"/>
                      </a:lnTo>
                      <a:lnTo>
                        <a:pt x="6776" y="29178"/>
                      </a:lnTo>
                      <a:lnTo>
                        <a:pt x="21270" y="37473"/>
                      </a:lnTo>
                      <a:lnTo>
                        <a:pt x="69602" y="9635"/>
                      </a:lnTo>
                      <a:lnTo>
                        <a:pt x="58043" y="3020"/>
                      </a:lnTo>
                      <a:lnTo>
                        <a:pt x="63166" y="69"/>
                      </a:lnTo>
                      <a:cubicBezTo>
                        <a:pt x="70006" y="2765"/>
                        <a:pt x="75690" y="4292"/>
                        <a:pt x="81279" y="5157"/>
                      </a:cubicBezTo>
                      <a:lnTo>
                        <a:pt x="87504" y="8719"/>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2" name="任意形状 231"/>
                <p:cNvSpPr/>
                <p:nvPr/>
              </p:nvSpPr>
              <p:spPr>
                <a:xfrm>
                  <a:off x="5156073" y="3724465"/>
                  <a:ext cx="87439" cy="53435"/>
                </a:xfrm>
                <a:custGeom>
                  <a:avLst/>
                  <a:gdLst>
                    <a:gd name="connsiteX0" fmla="*/ 87552 w 87439"/>
                    <a:gd name="connsiteY0" fmla="*/ 8775 h 53435"/>
                    <a:gd name="connsiteX1" fmla="*/ 29507 w 87439"/>
                    <a:gd name="connsiteY1" fmla="*/ 42209 h 53435"/>
                    <a:gd name="connsiteX2" fmla="*/ 42577 w 87439"/>
                    <a:gd name="connsiteY2" fmla="*/ 49689 h 53435"/>
                    <a:gd name="connsiteX3" fmla="*/ 35861 w 87439"/>
                    <a:gd name="connsiteY3" fmla="*/ 53558 h 53435"/>
                    <a:gd name="connsiteX4" fmla="*/ 112 w 87439"/>
                    <a:gd name="connsiteY4" fmla="*/ 33099 h 53435"/>
                    <a:gd name="connsiteX5" fmla="*/ 6828 w 87439"/>
                    <a:gd name="connsiteY5" fmla="*/ 29230 h 53435"/>
                    <a:gd name="connsiteX6" fmla="*/ 21325 w 87439"/>
                    <a:gd name="connsiteY6" fmla="*/ 37526 h 53435"/>
                    <a:gd name="connsiteX7" fmla="*/ 69651 w 87439"/>
                    <a:gd name="connsiteY7" fmla="*/ 9689 h 53435"/>
                    <a:gd name="connsiteX8" fmla="*/ 58089 w 87439"/>
                    <a:gd name="connsiteY8" fmla="*/ 3073 h 53435"/>
                    <a:gd name="connsiteX9" fmla="*/ 63212 w 87439"/>
                    <a:gd name="connsiteY9" fmla="*/ 122 h 53435"/>
                    <a:gd name="connsiteX10" fmla="*/ 81327 w 87439"/>
                    <a:gd name="connsiteY10" fmla="*/ 5213 h 53435"/>
                    <a:gd name="connsiteX11" fmla="*/ 87552 w 87439"/>
                    <a:gd name="connsiteY11" fmla="*/ 8775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52" y="8775"/>
                      </a:moveTo>
                      <a:lnTo>
                        <a:pt x="29507" y="42209"/>
                      </a:lnTo>
                      <a:lnTo>
                        <a:pt x="42577" y="49689"/>
                      </a:lnTo>
                      <a:lnTo>
                        <a:pt x="35861" y="53558"/>
                      </a:lnTo>
                      <a:lnTo>
                        <a:pt x="112" y="33099"/>
                      </a:lnTo>
                      <a:lnTo>
                        <a:pt x="6828" y="29230"/>
                      </a:lnTo>
                      <a:lnTo>
                        <a:pt x="21325" y="37526"/>
                      </a:lnTo>
                      <a:lnTo>
                        <a:pt x="69651" y="9689"/>
                      </a:lnTo>
                      <a:lnTo>
                        <a:pt x="58089" y="3073"/>
                      </a:lnTo>
                      <a:lnTo>
                        <a:pt x="63212" y="122"/>
                      </a:lnTo>
                      <a:cubicBezTo>
                        <a:pt x="70056" y="2821"/>
                        <a:pt x="75739" y="4347"/>
                        <a:pt x="81327" y="5213"/>
                      </a:cubicBezTo>
                      <a:lnTo>
                        <a:pt x="87552" y="8775"/>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3" name="任意形状 232"/>
                <p:cNvSpPr/>
                <p:nvPr/>
              </p:nvSpPr>
              <p:spPr>
                <a:xfrm>
                  <a:off x="5117211" y="3700176"/>
                  <a:ext cx="77723" cy="48577"/>
                </a:xfrm>
                <a:custGeom>
                  <a:avLst/>
                  <a:gdLst>
                    <a:gd name="connsiteX0" fmla="*/ 13055 w 77723"/>
                    <a:gd name="connsiteY0" fmla="*/ 40600 h 48577"/>
                    <a:gd name="connsiteX1" fmla="*/ 50868 w 77723"/>
                    <a:gd name="connsiteY1" fmla="*/ 31637 h 48577"/>
                    <a:gd name="connsiteX2" fmla="*/ 64687 w 77723"/>
                    <a:gd name="connsiteY2" fmla="*/ 8277 h 48577"/>
                    <a:gd name="connsiteX3" fmla="*/ 27214 w 77723"/>
                    <a:gd name="connsiteY3" fmla="*/ 16924 h 48577"/>
                    <a:gd name="connsiteX4" fmla="*/ 13055 w 77723"/>
                    <a:gd name="connsiteY4" fmla="*/ 40600 h 48577"/>
                    <a:gd name="connsiteX5" fmla="*/ 70923 w 77723"/>
                    <a:gd name="connsiteY5" fmla="*/ 4373 h 48577"/>
                    <a:gd name="connsiteX6" fmla="*/ 58413 w 77723"/>
                    <a:gd name="connsiteY6" fmla="*/ 36329 h 48577"/>
                    <a:gd name="connsiteX7" fmla="*/ 6906 w 77723"/>
                    <a:gd name="connsiteY7" fmla="*/ 44449 h 48577"/>
                    <a:gd name="connsiteX8" fmla="*/ 19668 w 77723"/>
                    <a:gd name="connsiteY8" fmla="*/ 12232 h 48577"/>
                    <a:gd name="connsiteX9" fmla="*/ 70923 w 77723"/>
                    <a:gd name="connsiteY9" fmla="*/ 4373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3" h="48577">
                      <a:moveTo>
                        <a:pt x="13055" y="40600"/>
                      </a:moveTo>
                      <a:cubicBezTo>
                        <a:pt x="20094" y="44977"/>
                        <a:pt x="32673" y="43027"/>
                        <a:pt x="50868" y="31637"/>
                      </a:cubicBezTo>
                      <a:cubicBezTo>
                        <a:pt x="68895" y="20351"/>
                        <a:pt x="71725" y="12655"/>
                        <a:pt x="64687" y="8277"/>
                      </a:cubicBezTo>
                      <a:cubicBezTo>
                        <a:pt x="57566" y="3848"/>
                        <a:pt x="45240" y="5640"/>
                        <a:pt x="27214" y="16924"/>
                      </a:cubicBezTo>
                      <a:cubicBezTo>
                        <a:pt x="9019" y="28315"/>
                        <a:pt x="5933" y="36171"/>
                        <a:pt x="13055" y="40600"/>
                      </a:cubicBezTo>
                      <a:moveTo>
                        <a:pt x="70923" y="4373"/>
                      </a:moveTo>
                      <a:cubicBezTo>
                        <a:pt x="82708" y="11703"/>
                        <a:pt x="79809" y="22935"/>
                        <a:pt x="58413" y="36329"/>
                      </a:cubicBezTo>
                      <a:cubicBezTo>
                        <a:pt x="36935" y="49775"/>
                        <a:pt x="18692" y="51779"/>
                        <a:pt x="6906" y="44449"/>
                      </a:cubicBezTo>
                      <a:cubicBezTo>
                        <a:pt x="-4963" y="37067"/>
                        <a:pt x="-1810" y="25678"/>
                        <a:pt x="19668" y="12232"/>
                      </a:cubicBezTo>
                      <a:cubicBezTo>
                        <a:pt x="41146" y="-1214"/>
                        <a:pt x="59054" y="-3008"/>
                        <a:pt x="70923" y="4373"/>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4" name="任意形状 233"/>
                <p:cNvSpPr/>
                <p:nvPr/>
              </p:nvSpPr>
              <p:spPr>
                <a:xfrm>
                  <a:off x="5219223" y="3637025"/>
                  <a:ext cx="77724" cy="48577"/>
                </a:xfrm>
                <a:custGeom>
                  <a:avLst/>
                  <a:gdLst>
                    <a:gd name="connsiteX0" fmla="*/ 13055 w 77724"/>
                    <a:gd name="connsiteY0" fmla="*/ 40599 h 48577"/>
                    <a:gd name="connsiteX1" fmla="*/ 50868 w 77724"/>
                    <a:gd name="connsiteY1" fmla="*/ 31637 h 48577"/>
                    <a:gd name="connsiteX2" fmla="*/ 64691 w 77724"/>
                    <a:gd name="connsiteY2" fmla="*/ 8275 h 48577"/>
                    <a:gd name="connsiteX3" fmla="*/ 27214 w 77724"/>
                    <a:gd name="connsiteY3" fmla="*/ 16925 h 48577"/>
                    <a:gd name="connsiteX4" fmla="*/ 13055 w 77724"/>
                    <a:gd name="connsiteY4" fmla="*/ 40599 h 48577"/>
                    <a:gd name="connsiteX5" fmla="*/ 70922 w 77724"/>
                    <a:gd name="connsiteY5" fmla="*/ 4374 h 48577"/>
                    <a:gd name="connsiteX6" fmla="*/ 58413 w 77724"/>
                    <a:gd name="connsiteY6" fmla="*/ 36329 h 48577"/>
                    <a:gd name="connsiteX7" fmla="*/ 6906 w 77724"/>
                    <a:gd name="connsiteY7" fmla="*/ 44449 h 48577"/>
                    <a:gd name="connsiteX8" fmla="*/ 19668 w 77724"/>
                    <a:gd name="connsiteY8" fmla="*/ 12232 h 48577"/>
                    <a:gd name="connsiteX9" fmla="*/ 70922 w 77724"/>
                    <a:gd name="connsiteY9" fmla="*/ 4374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4" h="48577">
                      <a:moveTo>
                        <a:pt x="13055" y="40599"/>
                      </a:moveTo>
                      <a:cubicBezTo>
                        <a:pt x="20094" y="44977"/>
                        <a:pt x="32677" y="43023"/>
                        <a:pt x="50868" y="31637"/>
                      </a:cubicBezTo>
                      <a:cubicBezTo>
                        <a:pt x="68895" y="20351"/>
                        <a:pt x="71730" y="12652"/>
                        <a:pt x="64691" y="8275"/>
                      </a:cubicBezTo>
                      <a:cubicBezTo>
                        <a:pt x="57570" y="3846"/>
                        <a:pt x="45240" y="5640"/>
                        <a:pt x="27214" y="16925"/>
                      </a:cubicBezTo>
                      <a:cubicBezTo>
                        <a:pt x="9023" y="28313"/>
                        <a:pt x="5933" y="36171"/>
                        <a:pt x="13055" y="40599"/>
                      </a:cubicBezTo>
                      <a:moveTo>
                        <a:pt x="70922" y="4374"/>
                      </a:moveTo>
                      <a:cubicBezTo>
                        <a:pt x="82709" y="11704"/>
                        <a:pt x="79810" y="22935"/>
                        <a:pt x="58413" y="36329"/>
                      </a:cubicBezTo>
                      <a:cubicBezTo>
                        <a:pt x="36935" y="49775"/>
                        <a:pt x="18691" y="51779"/>
                        <a:pt x="6906" y="44449"/>
                      </a:cubicBezTo>
                      <a:cubicBezTo>
                        <a:pt x="-4963" y="37067"/>
                        <a:pt x="-1810" y="25678"/>
                        <a:pt x="19668" y="12232"/>
                      </a:cubicBezTo>
                      <a:cubicBezTo>
                        <a:pt x="41151" y="-1216"/>
                        <a:pt x="59054" y="-3007"/>
                        <a:pt x="70922" y="4374"/>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5" name="任意形状 234"/>
                <p:cNvSpPr/>
                <p:nvPr/>
              </p:nvSpPr>
              <p:spPr>
                <a:xfrm>
                  <a:off x="4922900" y="3588448"/>
                  <a:ext cx="77724" cy="48577"/>
                </a:xfrm>
                <a:custGeom>
                  <a:avLst/>
                  <a:gdLst>
                    <a:gd name="connsiteX0" fmla="*/ 13055 w 77724"/>
                    <a:gd name="connsiteY0" fmla="*/ 40599 h 48577"/>
                    <a:gd name="connsiteX1" fmla="*/ 50868 w 77724"/>
                    <a:gd name="connsiteY1" fmla="*/ 31636 h 48577"/>
                    <a:gd name="connsiteX2" fmla="*/ 64687 w 77724"/>
                    <a:gd name="connsiteY2" fmla="*/ 8276 h 48577"/>
                    <a:gd name="connsiteX3" fmla="*/ 27213 w 77724"/>
                    <a:gd name="connsiteY3" fmla="*/ 16924 h 48577"/>
                    <a:gd name="connsiteX4" fmla="*/ 13055 w 77724"/>
                    <a:gd name="connsiteY4" fmla="*/ 40599 h 48577"/>
                    <a:gd name="connsiteX5" fmla="*/ 70923 w 77724"/>
                    <a:gd name="connsiteY5" fmla="*/ 4373 h 48577"/>
                    <a:gd name="connsiteX6" fmla="*/ 58413 w 77724"/>
                    <a:gd name="connsiteY6" fmla="*/ 36329 h 48577"/>
                    <a:gd name="connsiteX7" fmla="*/ 6906 w 77724"/>
                    <a:gd name="connsiteY7" fmla="*/ 44449 h 48577"/>
                    <a:gd name="connsiteX8" fmla="*/ 19667 w 77724"/>
                    <a:gd name="connsiteY8" fmla="*/ 12232 h 48577"/>
                    <a:gd name="connsiteX9" fmla="*/ 70923 w 77724"/>
                    <a:gd name="connsiteY9" fmla="*/ 4373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4" h="48577">
                      <a:moveTo>
                        <a:pt x="13055" y="40599"/>
                      </a:moveTo>
                      <a:cubicBezTo>
                        <a:pt x="20094" y="44977"/>
                        <a:pt x="32673" y="43026"/>
                        <a:pt x="50868" y="31636"/>
                      </a:cubicBezTo>
                      <a:cubicBezTo>
                        <a:pt x="68895" y="20351"/>
                        <a:pt x="71725" y="12655"/>
                        <a:pt x="64687" y="8276"/>
                      </a:cubicBezTo>
                      <a:cubicBezTo>
                        <a:pt x="57566" y="3848"/>
                        <a:pt x="45240" y="5640"/>
                        <a:pt x="27213" y="16924"/>
                      </a:cubicBezTo>
                      <a:cubicBezTo>
                        <a:pt x="9019" y="28315"/>
                        <a:pt x="5933" y="36170"/>
                        <a:pt x="13055" y="40599"/>
                      </a:cubicBezTo>
                      <a:moveTo>
                        <a:pt x="70923" y="4373"/>
                      </a:moveTo>
                      <a:cubicBezTo>
                        <a:pt x="82708" y="11703"/>
                        <a:pt x="79809" y="22935"/>
                        <a:pt x="58413" y="36329"/>
                      </a:cubicBezTo>
                      <a:cubicBezTo>
                        <a:pt x="36935" y="49775"/>
                        <a:pt x="18691" y="51779"/>
                        <a:pt x="6906" y="44449"/>
                      </a:cubicBezTo>
                      <a:cubicBezTo>
                        <a:pt x="-4963" y="37067"/>
                        <a:pt x="-1810" y="25677"/>
                        <a:pt x="19667" y="12232"/>
                      </a:cubicBezTo>
                      <a:cubicBezTo>
                        <a:pt x="41146" y="-1214"/>
                        <a:pt x="59054" y="-3008"/>
                        <a:pt x="70923" y="4373"/>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6" name="任意形状 235"/>
                <p:cNvSpPr/>
                <p:nvPr/>
              </p:nvSpPr>
              <p:spPr>
                <a:xfrm>
                  <a:off x="5054060" y="3671030"/>
                  <a:ext cx="87439" cy="53435"/>
                </a:xfrm>
                <a:custGeom>
                  <a:avLst/>
                  <a:gdLst>
                    <a:gd name="connsiteX0" fmla="*/ 87504 w 87439"/>
                    <a:gd name="connsiteY0" fmla="*/ 8719 h 53435"/>
                    <a:gd name="connsiteX1" fmla="*/ 29456 w 87439"/>
                    <a:gd name="connsiteY1" fmla="*/ 42153 h 53435"/>
                    <a:gd name="connsiteX2" fmla="*/ 42532 w 87439"/>
                    <a:gd name="connsiteY2" fmla="*/ 49636 h 53435"/>
                    <a:gd name="connsiteX3" fmla="*/ 35815 w 87439"/>
                    <a:gd name="connsiteY3" fmla="*/ 53504 h 53435"/>
                    <a:gd name="connsiteX4" fmla="*/ 64 w 87439"/>
                    <a:gd name="connsiteY4" fmla="*/ 33046 h 53435"/>
                    <a:gd name="connsiteX5" fmla="*/ 6780 w 87439"/>
                    <a:gd name="connsiteY5" fmla="*/ 29177 h 53435"/>
                    <a:gd name="connsiteX6" fmla="*/ 21273 w 87439"/>
                    <a:gd name="connsiteY6" fmla="*/ 37471 h 53435"/>
                    <a:gd name="connsiteX7" fmla="*/ 69602 w 87439"/>
                    <a:gd name="connsiteY7" fmla="*/ 9634 h 53435"/>
                    <a:gd name="connsiteX8" fmla="*/ 58045 w 87439"/>
                    <a:gd name="connsiteY8" fmla="*/ 3020 h 53435"/>
                    <a:gd name="connsiteX9" fmla="*/ 63167 w 87439"/>
                    <a:gd name="connsiteY9" fmla="*/ 69 h 53435"/>
                    <a:gd name="connsiteX10" fmla="*/ 81279 w 87439"/>
                    <a:gd name="connsiteY10" fmla="*/ 5157 h 53435"/>
                    <a:gd name="connsiteX11" fmla="*/ 87504 w 87439"/>
                    <a:gd name="connsiteY11" fmla="*/ 8719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19"/>
                      </a:moveTo>
                      <a:lnTo>
                        <a:pt x="29456" y="42153"/>
                      </a:lnTo>
                      <a:lnTo>
                        <a:pt x="42532" y="49636"/>
                      </a:lnTo>
                      <a:lnTo>
                        <a:pt x="35815" y="53504"/>
                      </a:lnTo>
                      <a:lnTo>
                        <a:pt x="64" y="33046"/>
                      </a:lnTo>
                      <a:lnTo>
                        <a:pt x="6780" y="29177"/>
                      </a:lnTo>
                      <a:lnTo>
                        <a:pt x="21273" y="37471"/>
                      </a:lnTo>
                      <a:lnTo>
                        <a:pt x="69602" y="9634"/>
                      </a:lnTo>
                      <a:lnTo>
                        <a:pt x="58045" y="3020"/>
                      </a:lnTo>
                      <a:lnTo>
                        <a:pt x="63167" y="69"/>
                      </a:lnTo>
                      <a:cubicBezTo>
                        <a:pt x="70007" y="2765"/>
                        <a:pt x="75690" y="4292"/>
                        <a:pt x="81279" y="5157"/>
                      </a:cubicBezTo>
                      <a:lnTo>
                        <a:pt x="87504" y="8719"/>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7" name="任意形状 236"/>
                <p:cNvSpPr/>
                <p:nvPr/>
              </p:nvSpPr>
              <p:spPr>
                <a:xfrm>
                  <a:off x="5020056" y="3641883"/>
                  <a:ext cx="77723" cy="48577"/>
                </a:xfrm>
                <a:custGeom>
                  <a:avLst/>
                  <a:gdLst>
                    <a:gd name="connsiteX0" fmla="*/ 13058 w 77723"/>
                    <a:gd name="connsiteY0" fmla="*/ 40601 h 48577"/>
                    <a:gd name="connsiteX1" fmla="*/ 50866 w 77723"/>
                    <a:gd name="connsiteY1" fmla="*/ 31636 h 48577"/>
                    <a:gd name="connsiteX2" fmla="*/ 64690 w 77723"/>
                    <a:gd name="connsiteY2" fmla="*/ 8279 h 48577"/>
                    <a:gd name="connsiteX3" fmla="*/ 27212 w 77723"/>
                    <a:gd name="connsiteY3" fmla="*/ 16924 h 48577"/>
                    <a:gd name="connsiteX4" fmla="*/ 13058 w 77723"/>
                    <a:gd name="connsiteY4" fmla="*/ 40601 h 48577"/>
                    <a:gd name="connsiteX5" fmla="*/ 70925 w 77723"/>
                    <a:gd name="connsiteY5" fmla="*/ 4375 h 48577"/>
                    <a:gd name="connsiteX6" fmla="*/ 58412 w 77723"/>
                    <a:gd name="connsiteY6" fmla="*/ 36328 h 48577"/>
                    <a:gd name="connsiteX7" fmla="*/ 6909 w 77723"/>
                    <a:gd name="connsiteY7" fmla="*/ 44451 h 48577"/>
                    <a:gd name="connsiteX8" fmla="*/ 19667 w 77723"/>
                    <a:gd name="connsiteY8" fmla="*/ 12231 h 48577"/>
                    <a:gd name="connsiteX9" fmla="*/ 70925 w 77723"/>
                    <a:gd name="connsiteY9" fmla="*/ 4375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3" h="48577">
                      <a:moveTo>
                        <a:pt x="13058" y="40601"/>
                      </a:moveTo>
                      <a:cubicBezTo>
                        <a:pt x="20093" y="44976"/>
                        <a:pt x="32672" y="43026"/>
                        <a:pt x="50866" y="31636"/>
                      </a:cubicBezTo>
                      <a:cubicBezTo>
                        <a:pt x="68893" y="20351"/>
                        <a:pt x="71724" y="12654"/>
                        <a:pt x="64690" y="8279"/>
                      </a:cubicBezTo>
                      <a:cubicBezTo>
                        <a:pt x="57565" y="3847"/>
                        <a:pt x="45239" y="5639"/>
                        <a:pt x="27212" y="16924"/>
                      </a:cubicBezTo>
                      <a:cubicBezTo>
                        <a:pt x="9018" y="28314"/>
                        <a:pt x="5933" y="36170"/>
                        <a:pt x="13058" y="40601"/>
                      </a:cubicBezTo>
                      <a:moveTo>
                        <a:pt x="70925" y="4375"/>
                      </a:moveTo>
                      <a:cubicBezTo>
                        <a:pt x="82707" y="11703"/>
                        <a:pt x="79809" y="22934"/>
                        <a:pt x="58412" y="36328"/>
                      </a:cubicBezTo>
                      <a:cubicBezTo>
                        <a:pt x="36934" y="49774"/>
                        <a:pt x="18691" y="51779"/>
                        <a:pt x="6909" y="44451"/>
                      </a:cubicBezTo>
                      <a:cubicBezTo>
                        <a:pt x="-4964" y="37067"/>
                        <a:pt x="-1811" y="25677"/>
                        <a:pt x="19667" y="12231"/>
                      </a:cubicBezTo>
                      <a:cubicBezTo>
                        <a:pt x="41144" y="-1215"/>
                        <a:pt x="59053" y="-3009"/>
                        <a:pt x="70925" y="4375"/>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8" name="任意形状 237"/>
                <p:cNvSpPr/>
                <p:nvPr/>
              </p:nvSpPr>
              <p:spPr>
                <a:xfrm>
                  <a:off x="5126926" y="3583590"/>
                  <a:ext cx="77723" cy="48577"/>
                </a:xfrm>
                <a:custGeom>
                  <a:avLst/>
                  <a:gdLst>
                    <a:gd name="connsiteX0" fmla="*/ 13058 w 77723"/>
                    <a:gd name="connsiteY0" fmla="*/ 40602 h 48577"/>
                    <a:gd name="connsiteX1" fmla="*/ 50866 w 77723"/>
                    <a:gd name="connsiteY1" fmla="*/ 31636 h 48577"/>
                    <a:gd name="connsiteX2" fmla="*/ 64694 w 77723"/>
                    <a:gd name="connsiteY2" fmla="*/ 8277 h 48577"/>
                    <a:gd name="connsiteX3" fmla="*/ 27212 w 77723"/>
                    <a:gd name="connsiteY3" fmla="*/ 16925 h 48577"/>
                    <a:gd name="connsiteX4" fmla="*/ 13058 w 77723"/>
                    <a:gd name="connsiteY4" fmla="*/ 40602 h 48577"/>
                    <a:gd name="connsiteX5" fmla="*/ 70925 w 77723"/>
                    <a:gd name="connsiteY5" fmla="*/ 4376 h 48577"/>
                    <a:gd name="connsiteX6" fmla="*/ 58412 w 77723"/>
                    <a:gd name="connsiteY6" fmla="*/ 36328 h 48577"/>
                    <a:gd name="connsiteX7" fmla="*/ 6909 w 77723"/>
                    <a:gd name="connsiteY7" fmla="*/ 44451 h 48577"/>
                    <a:gd name="connsiteX8" fmla="*/ 19667 w 77723"/>
                    <a:gd name="connsiteY8" fmla="*/ 12232 h 48577"/>
                    <a:gd name="connsiteX9" fmla="*/ 70925 w 77723"/>
                    <a:gd name="connsiteY9" fmla="*/ 4376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3" h="48577">
                      <a:moveTo>
                        <a:pt x="13058" y="40602"/>
                      </a:moveTo>
                      <a:cubicBezTo>
                        <a:pt x="20093" y="44976"/>
                        <a:pt x="32676" y="43023"/>
                        <a:pt x="50866" y="31636"/>
                      </a:cubicBezTo>
                      <a:cubicBezTo>
                        <a:pt x="68893" y="20351"/>
                        <a:pt x="71729" y="12652"/>
                        <a:pt x="64694" y="8277"/>
                      </a:cubicBezTo>
                      <a:cubicBezTo>
                        <a:pt x="57568" y="3845"/>
                        <a:pt x="45239" y="5640"/>
                        <a:pt x="27212" y="16925"/>
                      </a:cubicBezTo>
                      <a:cubicBezTo>
                        <a:pt x="9022" y="28312"/>
                        <a:pt x="5933" y="36170"/>
                        <a:pt x="13058" y="40602"/>
                      </a:cubicBezTo>
                      <a:moveTo>
                        <a:pt x="70925" y="4376"/>
                      </a:moveTo>
                      <a:cubicBezTo>
                        <a:pt x="82707" y="11704"/>
                        <a:pt x="79809" y="22934"/>
                        <a:pt x="58412" y="36328"/>
                      </a:cubicBezTo>
                      <a:cubicBezTo>
                        <a:pt x="36934" y="49774"/>
                        <a:pt x="18691" y="51779"/>
                        <a:pt x="6909" y="44451"/>
                      </a:cubicBezTo>
                      <a:cubicBezTo>
                        <a:pt x="-4964" y="37067"/>
                        <a:pt x="-1811" y="25678"/>
                        <a:pt x="19667" y="12232"/>
                      </a:cubicBezTo>
                      <a:cubicBezTo>
                        <a:pt x="41149" y="-1216"/>
                        <a:pt x="59053" y="-3008"/>
                        <a:pt x="70925" y="4376"/>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9" name="任意形状 238"/>
                <p:cNvSpPr/>
                <p:nvPr/>
              </p:nvSpPr>
              <p:spPr>
                <a:xfrm>
                  <a:off x="5224081" y="3520439"/>
                  <a:ext cx="77723" cy="48577"/>
                </a:xfrm>
                <a:custGeom>
                  <a:avLst/>
                  <a:gdLst>
                    <a:gd name="connsiteX0" fmla="*/ 13058 w 77723"/>
                    <a:gd name="connsiteY0" fmla="*/ 40601 h 48577"/>
                    <a:gd name="connsiteX1" fmla="*/ 50867 w 77723"/>
                    <a:gd name="connsiteY1" fmla="*/ 31636 h 48577"/>
                    <a:gd name="connsiteX2" fmla="*/ 64690 w 77723"/>
                    <a:gd name="connsiteY2" fmla="*/ 8279 h 48577"/>
                    <a:gd name="connsiteX3" fmla="*/ 27212 w 77723"/>
                    <a:gd name="connsiteY3" fmla="*/ 16924 h 48577"/>
                    <a:gd name="connsiteX4" fmla="*/ 13058 w 77723"/>
                    <a:gd name="connsiteY4" fmla="*/ 40601 h 48577"/>
                    <a:gd name="connsiteX5" fmla="*/ 70926 w 77723"/>
                    <a:gd name="connsiteY5" fmla="*/ 4375 h 48577"/>
                    <a:gd name="connsiteX6" fmla="*/ 58412 w 77723"/>
                    <a:gd name="connsiteY6" fmla="*/ 36328 h 48577"/>
                    <a:gd name="connsiteX7" fmla="*/ 6909 w 77723"/>
                    <a:gd name="connsiteY7" fmla="*/ 44451 h 48577"/>
                    <a:gd name="connsiteX8" fmla="*/ 19667 w 77723"/>
                    <a:gd name="connsiteY8" fmla="*/ 12231 h 48577"/>
                    <a:gd name="connsiteX9" fmla="*/ 70926 w 77723"/>
                    <a:gd name="connsiteY9" fmla="*/ 4375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23" h="48577">
                      <a:moveTo>
                        <a:pt x="13058" y="40601"/>
                      </a:moveTo>
                      <a:cubicBezTo>
                        <a:pt x="20093" y="44976"/>
                        <a:pt x="32672" y="43026"/>
                        <a:pt x="50867" y="31636"/>
                      </a:cubicBezTo>
                      <a:cubicBezTo>
                        <a:pt x="68893" y="20350"/>
                        <a:pt x="71724" y="12654"/>
                        <a:pt x="64690" y="8279"/>
                      </a:cubicBezTo>
                      <a:cubicBezTo>
                        <a:pt x="57565" y="3847"/>
                        <a:pt x="45239" y="5639"/>
                        <a:pt x="27212" y="16924"/>
                      </a:cubicBezTo>
                      <a:cubicBezTo>
                        <a:pt x="9017" y="28314"/>
                        <a:pt x="5932" y="36170"/>
                        <a:pt x="13058" y="40601"/>
                      </a:cubicBezTo>
                      <a:moveTo>
                        <a:pt x="70926" y="4375"/>
                      </a:moveTo>
                      <a:cubicBezTo>
                        <a:pt x="82707" y="11703"/>
                        <a:pt x="79808" y="22934"/>
                        <a:pt x="58412" y="36328"/>
                      </a:cubicBezTo>
                      <a:cubicBezTo>
                        <a:pt x="36934" y="49774"/>
                        <a:pt x="18690" y="51779"/>
                        <a:pt x="6909" y="44451"/>
                      </a:cubicBezTo>
                      <a:cubicBezTo>
                        <a:pt x="-4964" y="37067"/>
                        <a:pt x="-1811" y="25677"/>
                        <a:pt x="19667" y="12231"/>
                      </a:cubicBezTo>
                      <a:cubicBezTo>
                        <a:pt x="41145" y="-1215"/>
                        <a:pt x="59053" y="-3009"/>
                        <a:pt x="70926" y="4375"/>
                      </a:cubicBezTo>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0" name="任意形状 239"/>
                <p:cNvSpPr/>
                <p:nvPr/>
              </p:nvSpPr>
              <p:spPr>
                <a:xfrm>
                  <a:off x="5170646" y="3496151"/>
                  <a:ext cx="87439" cy="53435"/>
                </a:xfrm>
                <a:custGeom>
                  <a:avLst/>
                  <a:gdLst>
                    <a:gd name="connsiteX0" fmla="*/ 87504 w 87439"/>
                    <a:gd name="connsiteY0" fmla="*/ 8722 h 53435"/>
                    <a:gd name="connsiteX1" fmla="*/ 29459 w 87439"/>
                    <a:gd name="connsiteY1" fmla="*/ 42156 h 53435"/>
                    <a:gd name="connsiteX2" fmla="*/ 42530 w 87439"/>
                    <a:gd name="connsiteY2" fmla="*/ 49636 h 53435"/>
                    <a:gd name="connsiteX3" fmla="*/ 35814 w 87439"/>
                    <a:gd name="connsiteY3" fmla="*/ 53504 h 53435"/>
                    <a:gd name="connsiteX4" fmla="*/ 64 w 87439"/>
                    <a:gd name="connsiteY4" fmla="*/ 33046 h 53435"/>
                    <a:gd name="connsiteX5" fmla="*/ 6780 w 87439"/>
                    <a:gd name="connsiteY5" fmla="*/ 29177 h 53435"/>
                    <a:gd name="connsiteX6" fmla="*/ 21277 w 87439"/>
                    <a:gd name="connsiteY6" fmla="*/ 37474 h 53435"/>
                    <a:gd name="connsiteX7" fmla="*/ 69604 w 87439"/>
                    <a:gd name="connsiteY7" fmla="*/ 9636 h 53435"/>
                    <a:gd name="connsiteX8" fmla="*/ 58042 w 87439"/>
                    <a:gd name="connsiteY8" fmla="*/ 3020 h 53435"/>
                    <a:gd name="connsiteX9" fmla="*/ 63165 w 87439"/>
                    <a:gd name="connsiteY9" fmla="*/ 69 h 53435"/>
                    <a:gd name="connsiteX10" fmla="*/ 81275 w 87439"/>
                    <a:gd name="connsiteY10" fmla="*/ 5157 h 53435"/>
                    <a:gd name="connsiteX11" fmla="*/ 87504 w 87439"/>
                    <a:gd name="connsiteY11" fmla="*/ 8722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22"/>
                      </a:moveTo>
                      <a:lnTo>
                        <a:pt x="29459" y="42156"/>
                      </a:lnTo>
                      <a:lnTo>
                        <a:pt x="42530" y="49636"/>
                      </a:lnTo>
                      <a:lnTo>
                        <a:pt x="35814" y="53504"/>
                      </a:lnTo>
                      <a:lnTo>
                        <a:pt x="64" y="33046"/>
                      </a:lnTo>
                      <a:lnTo>
                        <a:pt x="6780" y="29177"/>
                      </a:lnTo>
                      <a:lnTo>
                        <a:pt x="21277" y="37474"/>
                      </a:lnTo>
                      <a:lnTo>
                        <a:pt x="69604" y="9636"/>
                      </a:lnTo>
                      <a:lnTo>
                        <a:pt x="58042" y="3020"/>
                      </a:lnTo>
                      <a:lnTo>
                        <a:pt x="63165" y="69"/>
                      </a:lnTo>
                      <a:cubicBezTo>
                        <a:pt x="70004" y="2765"/>
                        <a:pt x="75687" y="4292"/>
                        <a:pt x="81275" y="5157"/>
                      </a:cubicBezTo>
                      <a:lnTo>
                        <a:pt x="87504" y="8722"/>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1" name="任意形状 240"/>
                <p:cNvSpPr/>
                <p:nvPr/>
              </p:nvSpPr>
              <p:spPr>
                <a:xfrm>
                  <a:off x="5063775" y="3554444"/>
                  <a:ext cx="87439" cy="53435"/>
                </a:xfrm>
                <a:custGeom>
                  <a:avLst/>
                  <a:gdLst>
                    <a:gd name="connsiteX0" fmla="*/ 87504 w 87439"/>
                    <a:gd name="connsiteY0" fmla="*/ 8722 h 53435"/>
                    <a:gd name="connsiteX1" fmla="*/ 29456 w 87439"/>
                    <a:gd name="connsiteY1" fmla="*/ 42158 h 53435"/>
                    <a:gd name="connsiteX2" fmla="*/ 42527 w 87439"/>
                    <a:gd name="connsiteY2" fmla="*/ 49638 h 53435"/>
                    <a:gd name="connsiteX3" fmla="*/ 35816 w 87439"/>
                    <a:gd name="connsiteY3" fmla="*/ 53504 h 53435"/>
                    <a:gd name="connsiteX4" fmla="*/ 64 w 87439"/>
                    <a:gd name="connsiteY4" fmla="*/ 33045 h 53435"/>
                    <a:gd name="connsiteX5" fmla="*/ 6776 w 87439"/>
                    <a:gd name="connsiteY5" fmla="*/ 29179 h 53435"/>
                    <a:gd name="connsiteX6" fmla="*/ 21273 w 87439"/>
                    <a:gd name="connsiteY6" fmla="*/ 37475 h 53435"/>
                    <a:gd name="connsiteX7" fmla="*/ 69603 w 87439"/>
                    <a:gd name="connsiteY7" fmla="*/ 9637 h 53435"/>
                    <a:gd name="connsiteX8" fmla="*/ 58040 w 87439"/>
                    <a:gd name="connsiteY8" fmla="*/ 3021 h 53435"/>
                    <a:gd name="connsiteX9" fmla="*/ 63163 w 87439"/>
                    <a:gd name="connsiteY9" fmla="*/ 69 h 53435"/>
                    <a:gd name="connsiteX10" fmla="*/ 81275 w 87439"/>
                    <a:gd name="connsiteY10" fmla="*/ 5157 h 53435"/>
                    <a:gd name="connsiteX11" fmla="*/ 87504 w 87439"/>
                    <a:gd name="connsiteY11" fmla="*/ 8722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22"/>
                      </a:moveTo>
                      <a:lnTo>
                        <a:pt x="29456" y="42158"/>
                      </a:lnTo>
                      <a:lnTo>
                        <a:pt x="42527" y="49638"/>
                      </a:lnTo>
                      <a:lnTo>
                        <a:pt x="35816" y="53504"/>
                      </a:lnTo>
                      <a:lnTo>
                        <a:pt x="64" y="33045"/>
                      </a:lnTo>
                      <a:lnTo>
                        <a:pt x="6776" y="29179"/>
                      </a:lnTo>
                      <a:lnTo>
                        <a:pt x="21273" y="37475"/>
                      </a:lnTo>
                      <a:lnTo>
                        <a:pt x="69603" y="9637"/>
                      </a:lnTo>
                      <a:lnTo>
                        <a:pt x="58040" y="3021"/>
                      </a:lnTo>
                      <a:lnTo>
                        <a:pt x="63163" y="69"/>
                      </a:lnTo>
                      <a:cubicBezTo>
                        <a:pt x="70003" y="2765"/>
                        <a:pt x="75686" y="4292"/>
                        <a:pt x="81275" y="5157"/>
                      </a:cubicBezTo>
                      <a:lnTo>
                        <a:pt x="87504" y="8722"/>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2" name="任意形状 241"/>
                <p:cNvSpPr/>
                <p:nvPr/>
              </p:nvSpPr>
              <p:spPr>
                <a:xfrm>
                  <a:off x="5258085" y="3666172"/>
                  <a:ext cx="87439" cy="53435"/>
                </a:xfrm>
                <a:custGeom>
                  <a:avLst/>
                  <a:gdLst>
                    <a:gd name="connsiteX0" fmla="*/ 87504 w 87439"/>
                    <a:gd name="connsiteY0" fmla="*/ 8722 h 53435"/>
                    <a:gd name="connsiteX1" fmla="*/ 29456 w 87439"/>
                    <a:gd name="connsiteY1" fmla="*/ 42158 h 53435"/>
                    <a:gd name="connsiteX2" fmla="*/ 42527 w 87439"/>
                    <a:gd name="connsiteY2" fmla="*/ 49638 h 53435"/>
                    <a:gd name="connsiteX3" fmla="*/ 35815 w 87439"/>
                    <a:gd name="connsiteY3" fmla="*/ 53504 h 53435"/>
                    <a:gd name="connsiteX4" fmla="*/ 64 w 87439"/>
                    <a:gd name="connsiteY4" fmla="*/ 33045 h 53435"/>
                    <a:gd name="connsiteX5" fmla="*/ 6776 w 87439"/>
                    <a:gd name="connsiteY5" fmla="*/ 29179 h 53435"/>
                    <a:gd name="connsiteX6" fmla="*/ 21273 w 87439"/>
                    <a:gd name="connsiteY6" fmla="*/ 37475 h 53435"/>
                    <a:gd name="connsiteX7" fmla="*/ 69603 w 87439"/>
                    <a:gd name="connsiteY7" fmla="*/ 9637 h 53435"/>
                    <a:gd name="connsiteX8" fmla="*/ 58040 w 87439"/>
                    <a:gd name="connsiteY8" fmla="*/ 3021 h 53435"/>
                    <a:gd name="connsiteX9" fmla="*/ 63163 w 87439"/>
                    <a:gd name="connsiteY9" fmla="*/ 69 h 53435"/>
                    <a:gd name="connsiteX10" fmla="*/ 81279 w 87439"/>
                    <a:gd name="connsiteY10" fmla="*/ 5160 h 53435"/>
                    <a:gd name="connsiteX11" fmla="*/ 87504 w 87439"/>
                    <a:gd name="connsiteY11" fmla="*/ 8722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22"/>
                      </a:moveTo>
                      <a:lnTo>
                        <a:pt x="29456" y="42158"/>
                      </a:lnTo>
                      <a:lnTo>
                        <a:pt x="42527" y="49638"/>
                      </a:lnTo>
                      <a:lnTo>
                        <a:pt x="35815" y="53504"/>
                      </a:lnTo>
                      <a:lnTo>
                        <a:pt x="64" y="33045"/>
                      </a:lnTo>
                      <a:lnTo>
                        <a:pt x="6776" y="29179"/>
                      </a:lnTo>
                      <a:lnTo>
                        <a:pt x="21273" y="37475"/>
                      </a:lnTo>
                      <a:lnTo>
                        <a:pt x="69603" y="9637"/>
                      </a:lnTo>
                      <a:lnTo>
                        <a:pt x="58040" y="3021"/>
                      </a:lnTo>
                      <a:lnTo>
                        <a:pt x="63163" y="69"/>
                      </a:lnTo>
                      <a:cubicBezTo>
                        <a:pt x="70008" y="2768"/>
                        <a:pt x="75690" y="4295"/>
                        <a:pt x="81279" y="5160"/>
                      </a:cubicBezTo>
                      <a:lnTo>
                        <a:pt x="87504" y="8722"/>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3" name="任意形状 242"/>
                <p:cNvSpPr/>
                <p:nvPr/>
              </p:nvSpPr>
              <p:spPr>
                <a:xfrm>
                  <a:off x="4961763" y="3612737"/>
                  <a:ext cx="87439" cy="53435"/>
                </a:xfrm>
                <a:custGeom>
                  <a:avLst/>
                  <a:gdLst>
                    <a:gd name="connsiteX0" fmla="*/ 87504 w 87439"/>
                    <a:gd name="connsiteY0" fmla="*/ 8722 h 53435"/>
                    <a:gd name="connsiteX1" fmla="*/ 29459 w 87439"/>
                    <a:gd name="connsiteY1" fmla="*/ 42156 h 53435"/>
                    <a:gd name="connsiteX2" fmla="*/ 42529 w 87439"/>
                    <a:gd name="connsiteY2" fmla="*/ 49636 h 53435"/>
                    <a:gd name="connsiteX3" fmla="*/ 35814 w 87439"/>
                    <a:gd name="connsiteY3" fmla="*/ 53504 h 53435"/>
                    <a:gd name="connsiteX4" fmla="*/ 64 w 87439"/>
                    <a:gd name="connsiteY4" fmla="*/ 33046 h 53435"/>
                    <a:gd name="connsiteX5" fmla="*/ 6780 w 87439"/>
                    <a:gd name="connsiteY5" fmla="*/ 29177 h 53435"/>
                    <a:gd name="connsiteX6" fmla="*/ 21277 w 87439"/>
                    <a:gd name="connsiteY6" fmla="*/ 37474 h 53435"/>
                    <a:gd name="connsiteX7" fmla="*/ 69603 w 87439"/>
                    <a:gd name="connsiteY7" fmla="*/ 9636 h 53435"/>
                    <a:gd name="connsiteX8" fmla="*/ 58041 w 87439"/>
                    <a:gd name="connsiteY8" fmla="*/ 3020 h 53435"/>
                    <a:gd name="connsiteX9" fmla="*/ 63165 w 87439"/>
                    <a:gd name="connsiteY9" fmla="*/ 69 h 53435"/>
                    <a:gd name="connsiteX10" fmla="*/ 81275 w 87439"/>
                    <a:gd name="connsiteY10" fmla="*/ 5157 h 53435"/>
                    <a:gd name="connsiteX11" fmla="*/ 87504 w 87439"/>
                    <a:gd name="connsiteY11" fmla="*/ 8722 h 53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39" h="53435">
                      <a:moveTo>
                        <a:pt x="87504" y="8722"/>
                      </a:moveTo>
                      <a:lnTo>
                        <a:pt x="29459" y="42156"/>
                      </a:lnTo>
                      <a:lnTo>
                        <a:pt x="42529" y="49636"/>
                      </a:lnTo>
                      <a:lnTo>
                        <a:pt x="35814" y="53504"/>
                      </a:lnTo>
                      <a:lnTo>
                        <a:pt x="64" y="33046"/>
                      </a:lnTo>
                      <a:lnTo>
                        <a:pt x="6780" y="29177"/>
                      </a:lnTo>
                      <a:lnTo>
                        <a:pt x="21277" y="37474"/>
                      </a:lnTo>
                      <a:lnTo>
                        <a:pt x="69603" y="9636"/>
                      </a:lnTo>
                      <a:lnTo>
                        <a:pt x="58041" y="3020"/>
                      </a:lnTo>
                      <a:lnTo>
                        <a:pt x="63165" y="69"/>
                      </a:lnTo>
                      <a:cubicBezTo>
                        <a:pt x="70003" y="2765"/>
                        <a:pt x="75687" y="4292"/>
                        <a:pt x="81275" y="5157"/>
                      </a:cubicBezTo>
                      <a:lnTo>
                        <a:pt x="87504" y="8722"/>
                      </a:lnTo>
                      <a:close/>
                    </a:path>
                  </a:pathLst>
                </a:custGeom>
                <a:solidFill>
                  <a:schemeClr val="tx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44" name="任意形状 243"/>
              <p:cNvSpPr/>
              <p:nvPr/>
            </p:nvSpPr>
            <p:spPr>
              <a:xfrm>
                <a:off x="4833032" y="3722036"/>
                <a:ext cx="131159" cy="68008"/>
              </a:xfrm>
              <a:custGeom>
                <a:avLst/>
                <a:gdLst>
                  <a:gd name="connsiteX0" fmla="*/ 16 w 131159"/>
                  <a:gd name="connsiteY0" fmla="*/ 68040 h 68008"/>
                  <a:gd name="connsiteX1" fmla="*/ 131175 w 131159"/>
                  <a:gd name="connsiteY1" fmla="*/ 31 h 68008"/>
                </a:gdLst>
                <a:ahLst/>
                <a:cxnLst>
                  <a:cxn ang="0">
                    <a:pos x="connsiteX0" y="connsiteY0"/>
                  </a:cxn>
                  <a:cxn ang="0">
                    <a:pos x="connsiteX1" y="connsiteY1"/>
                  </a:cxn>
                </a:cxnLst>
                <a:rect l="l" t="t" r="r" b="b"/>
                <a:pathLst>
                  <a:path w="131159" h="68008">
                    <a:moveTo>
                      <a:pt x="16" y="68040"/>
                    </a:moveTo>
                    <a:lnTo>
                      <a:pt x="131175" y="31"/>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5" name="任意形状 244"/>
              <p:cNvSpPr/>
              <p:nvPr/>
            </p:nvSpPr>
            <p:spPr>
              <a:xfrm>
                <a:off x="5420820" y="3707463"/>
                <a:ext cx="121443" cy="77723"/>
              </a:xfrm>
              <a:custGeom>
                <a:avLst/>
                <a:gdLst>
                  <a:gd name="connsiteX0" fmla="*/ 121460 w 121443"/>
                  <a:gd name="connsiteY0" fmla="*/ 77755 h 77723"/>
                  <a:gd name="connsiteX1" fmla="*/ 16 w 121443"/>
                  <a:gd name="connsiteY1" fmla="*/ 31 h 77723"/>
                </a:gdLst>
                <a:ahLst/>
                <a:cxnLst>
                  <a:cxn ang="0">
                    <a:pos x="connsiteX0" y="connsiteY0"/>
                  </a:cxn>
                  <a:cxn ang="0">
                    <a:pos x="connsiteX1" y="connsiteY1"/>
                  </a:cxn>
                </a:cxnLst>
                <a:rect l="l" t="t" r="r" b="b"/>
                <a:pathLst>
                  <a:path w="121443" h="77723">
                    <a:moveTo>
                      <a:pt x="121460" y="77755"/>
                    </a:moveTo>
                    <a:lnTo>
                      <a:pt x="16" y="31"/>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6" name="任意形状 245"/>
              <p:cNvSpPr/>
              <p:nvPr/>
            </p:nvSpPr>
            <p:spPr>
              <a:xfrm>
                <a:off x="5607843" y="3809407"/>
                <a:ext cx="59822" cy="58293"/>
              </a:xfrm>
              <a:custGeom>
                <a:avLst/>
                <a:gdLst>
                  <a:gd name="connsiteX0" fmla="*/ 59839 w 59822"/>
                  <a:gd name="connsiteY0" fmla="*/ 29178 h 58293"/>
                  <a:gd name="connsiteX1" fmla="*/ 29927 w 59822"/>
                  <a:gd name="connsiteY1" fmla="*/ 58324 h 58293"/>
                  <a:gd name="connsiteX2" fmla="*/ 16 w 59822"/>
                  <a:gd name="connsiteY2" fmla="*/ 29178 h 58293"/>
                  <a:gd name="connsiteX3" fmla="*/ 29927 w 59822"/>
                  <a:gd name="connsiteY3" fmla="*/ 31 h 58293"/>
                  <a:gd name="connsiteX4" fmla="*/ 59839 w 59822"/>
                  <a:gd name="connsiteY4" fmla="*/ 29178 h 58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22" h="58293">
                    <a:moveTo>
                      <a:pt x="59839" y="29178"/>
                    </a:moveTo>
                    <a:cubicBezTo>
                      <a:pt x="59839" y="45275"/>
                      <a:pt x="46447" y="58324"/>
                      <a:pt x="29927" y="58324"/>
                    </a:cubicBezTo>
                    <a:cubicBezTo>
                      <a:pt x="13408" y="58324"/>
                      <a:pt x="16" y="45275"/>
                      <a:pt x="16" y="29178"/>
                    </a:cubicBezTo>
                    <a:cubicBezTo>
                      <a:pt x="16" y="13081"/>
                      <a:pt x="13408" y="31"/>
                      <a:pt x="29927" y="31"/>
                    </a:cubicBezTo>
                    <a:cubicBezTo>
                      <a:pt x="46447" y="31"/>
                      <a:pt x="59839" y="13081"/>
                      <a:pt x="59839" y="2917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7" name="任意形状 246"/>
              <p:cNvSpPr/>
              <p:nvPr/>
            </p:nvSpPr>
            <p:spPr>
              <a:xfrm>
                <a:off x="5151215" y="4091157"/>
                <a:ext cx="59822" cy="58293"/>
              </a:xfrm>
              <a:custGeom>
                <a:avLst/>
                <a:gdLst>
                  <a:gd name="connsiteX0" fmla="*/ 59839 w 59822"/>
                  <a:gd name="connsiteY0" fmla="*/ 29178 h 58293"/>
                  <a:gd name="connsiteX1" fmla="*/ 29927 w 59822"/>
                  <a:gd name="connsiteY1" fmla="*/ 58324 h 58293"/>
                  <a:gd name="connsiteX2" fmla="*/ 16 w 59822"/>
                  <a:gd name="connsiteY2" fmla="*/ 29178 h 58293"/>
                  <a:gd name="connsiteX3" fmla="*/ 29927 w 59822"/>
                  <a:gd name="connsiteY3" fmla="*/ 31 h 58293"/>
                  <a:gd name="connsiteX4" fmla="*/ 59839 w 59822"/>
                  <a:gd name="connsiteY4" fmla="*/ 29178 h 58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22" h="58293">
                    <a:moveTo>
                      <a:pt x="59839" y="29178"/>
                    </a:moveTo>
                    <a:cubicBezTo>
                      <a:pt x="59839" y="45275"/>
                      <a:pt x="46447" y="58324"/>
                      <a:pt x="29927" y="58324"/>
                    </a:cubicBezTo>
                    <a:cubicBezTo>
                      <a:pt x="13408" y="58324"/>
                      <a:pt x="16" y="45275"/>
                      <a:pt x="16" y="29178"/>
                    </a:cubicBezTo>
                    <a:cubicBezTo>
                      <a:pt x="16" y="13081"/>
                      <a:pt x="13408" y="31"/>
                      <a:pt x="29927" y="31"/>
                    </a:cubicBezTo>
                    <a:cubicBezTo>
                      <a:pt x="46447" y="31"/>
                      <a:pt x="59839" y="13081"/>
                      <a:pt x="59839" y="2917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8" name="任意形状 247"/>
              <p:cNvSpPr/>
              <p:nvPr/>
            </p:nvSpPr>
            <p:spPr>
              <a:xfrm>
                <a:off x="4689729" y="3814265"/>
                <a:ext cx="59822" cy="58293"/>
              </a:xfrm>
              <a:custGeom>
                <a:avLst/>
                <a:gdLst>
                  <a:gd name="connsiteX0" fmla="*/ 59839 w 59822"/>
                  <a:gd name="connsiteY0" fmla="*/ 29178 h 58293"/>
                  <a:gd name="connsiteX1" fmla="*/ 29927 w 59822"/>
                  <a:gd name="connsiteY1" fmla="*/ 58324 h 58293"/>
                  <a:gd name="connsiteX2" fmla="*/ 16 w 59822"/>
                  <a:gd name="connsiteY2" fmla="*/ 29178 h 58293"/>
                  <a:gd name="connsiteX3" fmla="*/ 29927 w 59822"/>
                  <a:gd name="connsiteY3" fmla="*/ 31 h 58293"/>
                  <a:gd name="connsiteX4" fmla="*/ 59839 w 59822"/>
                  <a:gd name="connsiteY4" fmla="*/ 29178 h 58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22" h="58293">
                    <a:moveTo>
                      <a:pt x="59839" y="29178"/>
                    </a:moveTo>
                    <a:cubicBezTo>
                      <a:pt x="59839" y="45275"/>
                      <a:pt x="46447" y="58324"/>
                      <a:pt x="29927" y="58324"/>
                    </a:cubicBezTo>
                    <a:cubicBezTo>
                      <a:pt x="13408" y="58324"/>
                      <a:pt x="16" y="45275"/>
                      <a:pt x="16" y="29178"/>
                    </a:cubicBezTo>
                    <a:cubicBezTo>
                      <a:pt x="16" y="13081"/>
                      <a:pt x="13408" y="31"/>
                      <a:pt x="29927" y="31"/>
                    </a:cubicBezTo>
                    <a:cubicBezTo>
                      <a:pt x="46447" y="31"/>
                      <a:pt x="59839" y="13081"/>
                      <a:pt x="59839" y="2917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49" name="图片 50" descr="icon-31"/>
          <p:cNvGrpSpPr/>
          <p:nvPr/>
        </p:nvGrpSpPr>
        <p:grpSpPr>
          <a:xfrm>
            <a:off x="3045808" y="3275739"/>
            <a:ext cx="823532" cy="817915"/>
            <a:chOff x="3045808" y="3275739"/>
            <a:chExt cx="823532" cy="817915"/>
          </a:xfrm>
        </p:grpSpPr>
        <p:sp>
          <p:nvSpPr>
            <p:cNvPr id="250" name="任意形状 249"/>
            <p:cNvSpPr/>
            <p:nvPr/>
          </p:nvSpPr>
          <p:spPr>
            <a:xfrm>
              <a:off x="3045808" y="3275739"/>
              <a:ext cx="584899" cy="584899"/>
            </a:xfrm>
            <a:custGeom>
              <a:avLst/>
              <a:gdLst>
                <a:gd name="connsiteX0" fmla="*/ 584899 w 584899"/>
                <a:gd name="connsiteY0" fmla="*/ 292450 h 584899"/>
                <a:gd name="connsiteX1" fmla="*/ 292450 w 584899"/>
                <a:gd name="connsiteY1" fmla="*/ 584899 h 584899"/>
                <a:gd name="connsiteX2" fmla="*/ 0 w 584899"/>
                <a:gd name="connsiteY2" fmla="*/ 292450 h 584899"/>
                <a:gd name="connsiteX3" fmla="*/ 292450 w 584899"/>
                <a:gd name="connsiteY3" fmla="*/ 0 h 584899"/>
                <a:gd name="connsiteX4" fmla="*/ 584899 w 584899"/>
                <a:gd name="connsiteY4" fmla="*/ 292450 h 58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899" h="584899">
                  <a:moveTo>
                    <a:pt x="584899" y="292450"/>
                  </a:moveTo>
                  <a:cubicBezTo>
                    <a:pt x="584899" y="453965"/>
                    <a:pt x="453965" y="584899"/>
                    <a:pt x="292450" y="584899"/>
                  </a:cubicBezTo>
                  <a:cubicBezTo>
                    <a:pt x="130934" y="584899"/>
                    <a:pt x="0" y="453965"/>
                    <a:pt x="0" y="292450"/>
                  </a:cubicBezTo>
                  <a:cubicBezTo>
                    <a:pt x="0" y="130934"/>
                    <a:pt x="130934" y="0"/>
                    <a:pt x="292450" y="0"/>
                  </a:cubicBezTo>
                  <a:cubicBezTo>
                    <a:pt x="453965" y="0"/>
                    <a:pt x="584899" y="130934"/>
                    <a:pt x="584899" y="292450"/>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1" name="任意形状 250"/>
            <p:cNvSpPr/>
            <p:nvPr/>
          </p:nvSpPr>
          <p:spPr>
            <a:xfrm>
              <a:off x="3086358" y="3468285"/>
              <a:ext cx="782982" cy="477924"/>
            </a:xfrm>
            <a:custGeom>
              <a:avLst/>
              <a:gdLst>
                <a:gd name="connsiteX0" fmla="*/ 552794 w 782982"/>
                <a:gd name="connsiteY0" fmla="*/ 0 h 477924"/>
                <a:gd name="connsiteX1" fmla="*/ 763551 w 782982"/>
                <a:gd name="connsiteY1" fmla="*/ 0 h 477924"/>
                <a:gd name="connsiteX2" fmla="*/ 782982 w 782982"/>
                <a:gd name="connsiteY2" fmla="*/ 19431 h 477924"/>
                <a:gd name="connsiteX3" fmla="*/ 782982 w 782982"/>
                <a:gd name="connsiteY3" fmla="*/ 458493 h 477924"/>
                <a:gd name="connsiteX4" fmla="*/ 763551 w 782982"/>
                <a:gd name="connsiteY4" fmla="*/ 477924 h 477924"/>
                <a:gd name="connsiteX5" fmla="*/ 19431 w 782982"/>
                <a:gd name="connsiteY5" fmla="*/ 477924 h 477924"/>
                <a:gd name="connsiteX6" fmla="*/ 0 w 782982"/>
                <a:gd name="connsiteY6" fmla="*/ 458493 h 477924"/>
                <a:gd name="connsiteX7" fmla="*/ 0 w 782982"/>
                <a:gd name="connsiteY7" fmla="*/ 19431 h 477924"/>
                <a:gd name="connsiteX8" fmla="*/ 19431 w 782982"/>
                <a:gd name="connsiteY8" fmla="*/ 0 h 477924"/>
                <a:gd name="connsiteX9" fmla="*/ 253892 w 782982"/>
                <a:gd name="connsiteY9" fmla="*/ 0 h 477924"/>
                <a:gd name="connsiteX10" fmla="*/ 253892 w 782982"/>
                <a:gd name="connsiteY10" fmla="*/ 0 h 47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982" h="477924">
                  <a:moveTo>
                    <a:pt x="552794" y="0"/>
                  </a:moveTo>
                  <a:lnTo>
                    <a:pt x="763551" y="0"/>
                  </a:lnTo>
                  <a:cubicBezTo>
                    <a:pt x="774283" y="0"/>
                    <a:pt x="782982" y="8700"/>
                    <a:pt x="782982" y="19431"/>
                  </a:cubicBezTo>
                  <a:lnTo>
                    <a:pt x="782982" y="458493"/>
                  </a:lnTo>
                  <a:cubicBezTo>
                    <a:pt x="782982" y="469225"/>
                    <a:pt x="774283" y="477924"/>
                    <a:pt x="763551" y="477924"/>
                  </a:cubicBezTo>
                  <a:lnTo>
                    <a:pt x="19431" y="477924"/>
                  </a:lnTo>
                  <a:cubicBezTo>
                    <a:pt x="8700" y="477924"/>
                    <a:pt x="0" y="469225"/>
                    <a:pt x="0" y="458493"/>
                  </a:cubicBezTo>
                  <a:lnTo>
                    <a:pt x="0" y="19431"/>
                  </a:lnTo>
                  <a:cubicBezTo>
                    <a:pt x="0" y="8700"/>
                    <a:pt x="8700" y="0"/>
                    <a:pt x="19431" y="0"/>
                  </a:cubicBezTo>
                  <a:lnTo>
                    <a:pt x="253892" y="0"/>
                  </a:lnTo>
                  <a:lnTo>
                    <a:pt x="253892" y="0"/>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2" name="任意形状 251"/>
            <p:cNvSpPr/>
            <p:nvPr/>
          </p:nvSpPr>
          <p:spPr>
            <a:xfrm>
              <a:off x="3320236" y="4052980"/>
              <a:ext cx="320310" cy="40674"/>
            </a:xfrm>
            <a:custGeom>
              <a:avLst/>
              <a:gdLst>
                <a:gd name="connsiteX0" fmla="*/ 40674 w 320310"/>
                <a:gd name="connsiteY0" fmla="*/ 0 h 40674"/>
                <a:gd name="connsiteX1" fmla="*/ 279637 w 320310"/>
                <a:gd name="connsiteY1" fmla="*/ 0 h 40674"/>
                <a:gd name="connsiteX2" fmla="*/ 320311 w 320310"/>
                <a:gd name="connsiteY2" fmla="*/ 40674 h 40674"/>
                <a:gd name="connsiteX3" fmla="*/ 320311 w 320310"/>
                <a:gd name="connsiteY3" fmla="*/ 40674 h 40674"/>
                <a:gd name="connsiteX4" fmla="*/ 320311 w 320310"/>
                <a:gd name="connsiteY4" fmla="*/ 40674 h 40674"/>
                <a:gd name="connsiteX5" fmla="*/ 0 w 320310"/>
                <a:gd name="connsiteY5" fmla="*/ 40674 h 40674"/>
                <a:gd name="connsiteX6" fmla="*/ 40674 w 320310"/>
                <a:gd name="connsiteY6" fmla="*/ 0 h 4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310" h="40674">
                  <a:moveTo>
                    <a:pt x="40674" y="0"/>
                  </a:moveTo>
                  <a:lnTo>
                    <a:pt x="279637" y="0"/>
                  </a:lnTo>
                  <a:cubicBezTo>
                    <a:pt x="302100" y="0"/>
                    <a:pt x="320311" y="18211"/>
                    <a:pt x="320311" y="40674"/>
                  </a:cubicBezTo>
                  <a:lnTo>
                    <a:pt x="320311" y="40674"/>
                  </a:lnTo>
                  <a:lnTo>
                    <a:pt x="320311" y="40674"/>
                  </a:lnTo>
                  <a:lnTo>
                    <a:pt x="0" y="40674"/>
                  </a:lnTo>
                  <a:cubicBezTo>
                    <a:pt x="0" y="18211"/>
                    <a:pt x="18211" y="0"/>
                    <a:pt x="40674" y="0"/>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3" name="任意形状 252"/>
            <p:cNvSpPr/>
            <p:nvPr/>
          </p:nvSpPr>
          <p:spPr>
            <a:xfrm>
              <a:off x="3416837" y="3946209"/>
              <a:ext cx="127107" cy="106770"/>
            </a:xfrm>
            <a:custGeom>
              <a:avLst/>
              <a:gdLst>
                <a:gd name="connsiteX0" fmla="*/ 0 w 127107"/>
                <a:gd name="connsiteY0" fmla="*/ 0 h 106770"/>
                <a:gd name="connsiteX1" fmla="*/ 127108 w 127107"/>
                <a:gd name="connsiteY1" fmla="*/ 0 h 106770"/>
                <a:gd name="connsiteX2" fmla="*/ 127108 w 127107"/>
                <a:gd name="connsiteY2" fmla="*/ 106770 h 106770"/>
                <a:gd name="connsiteX3" fmla="*/ 0 w 127107"/>
                <a:gd name="connsiteY3" fmla="*/ 106770 h 106770"/>
              </a:gdLst>
              <a:ahLst/>
              <a:cxnLst>
                <a:cxn ang="0">
                  <a:pos x="connsiteX0" y="connsiteY0"/>
                </a:cxn>
                <a:cxn ang="0">
                  <a:pos x="connsiteX1" y="connsiteY1"/>
                </a:cxn>
                <a:cxn ang="0">
                  <a:pos x="connsiteX2" y="connsiteY2"/>
                </a:cxn>
                <a:cxn ang="0">
                  <a:pos x="connsiteX3" y="connsiteY3"/>
                </a:cxn>
              </a:cxnLst>
              <a:rect l="l" t="t" r="r" b="b"/>
              <a:pathLst>
                <a:path w="127107" h="106770">
                  <a:moveTo>
                    <a:pt x="0" y="0"/>
                  </a:moveTo>
                  <a:lnTo>
                    <a:pt x="127108" y="0"/>
                  </a:lnTo>
                  <a:lnTo>
                    <a:pt x="127108" y="106770"/>
                  </a:lnTo>
                  <a:lnTo>
                    <a:pt x="0" y="106770"/>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4" name="任意形状 253"/>
            <p:cNvSpPr/>
            <p:nvPr/>
          </p:nvSpPr>
          <p:spPr>
            <a:xfrm>
              <a:off x="3083816" y="3841981"/>
              <a:ext cx="782982" cy="4857"/>
            </a:xfrm>
            <a:custGeom>
              <a:avLst/>
              <a:gdLst>
                <a:gd name="connsiteX0" fmla="*/ 0 w 782982"/>
                <a:gd name="connsiteY0" fmla="*/ 0 h 4857"/>
                <a:gd name="connsiteX1" fmla="*/ 782982 w 782982"/>
                <a:gd name="connsiteY1" fmla="*/ 0 h 4857"/>
              </a:gdLst>
              <a:ahLst/>
              <a:cxnLst>
                <a:cxn ang="0">
                  <a:pos x="connsiteX0" y="connsiteY0"/>
                </a:cxn>
                <a:cxn ang="0">
                  <a:pos x="connsiteX1" y="connsiteY1"/>
                </a:cxn>
              </a:cxnLst>
              <a:rect l="l" t="t" r="r" b="b"/>
              <a:pathLst>
                <a:path w="782982" h="4857">
                  <a:moveTo>
                    <a:pt x="0" y="0"/>
                  </a:moveTo>
                  <a:lnTo>
                    <a:pt x="782982" y="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5" name="任意形状 254"/>
            <p:cNvSpPr/>
            <p:nvPr/>
          </p:nvSpPr>
          <p:spPr>
            <a:xfrm>
              <a:off x="3233803" y="3395084"/>
              <a:ext cx="183034" cy="144381"/>
            </a:xfrm>
            <a:custGeom>
              <a:avLst/>
              <a:gdLst>
                <a:gd name="connsiteX0" fmla="*/ 0 w 183034"/>
                <a:gd name="connsiteY0" fmla="*/ 0 h 144381"/>
                <a:gd name="connsiteX1" fmla="*/ 183035 w 183034"/>
                <a:gd name="connsiteY1" fmla="*/ 0 h 144381"/>
                <a:gd name="connsiteX2" fmla="*/ 183035 w 183034"/>
                <a:gd name="connsiteY2" fmla="*/ 144382 h 144381"/>
              </a:gdLst>
              <a:ahLst/>
              <a:cxnLst>
                <a:cxn ang="0">
                  <a:pos x="connsiteX0" y="connsiteY0"/>
                </a:cxn>
                <a:cxn ang="0">
                  <a:pos x="connsiteX1" y="connsiteY1"/>
                </a:cxn>
                <a:cxn ang="0">
                  <a:pos x="connsiteX2" y="connsiteY2"/>
                </a:cxn>
              </a:cxnLst>
              <a:rect l="l" t="t" r="r" b="b"/>
              <a:pathLst>
                <a:path w="183034" h="144381">
                  <a:moveTo>
                    <a:pt x="0" y="0"/>
                  </a:moveTo>
                  <a:lnTo>
                    <a:pt x="183035" y="0"/>
                  </a:lnTo>
                  <a:lnTo>
                    <a:pt x="183035" y="144382"/>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6" name="任意形状 255"/>
            <p:cNvSpPr/>
            <p:nvPr/>
          </p:nvSpPr>
          <p:spPr>
            <a:xfrm rot="10800000" flipV="1">
              <a:off x="3543945" y="3400168"/>
              <a:ext cx="183034" cy="134212"/>
            </a:xfrm>
            <a:custGeom>
              <a:avLst/>
              <a:gdLst>
                <a:gd name="connsiteX0" fmla="*/ 0 w 183034"/>
                <a:gd name="connsiteY0" fmla="*/ 0 h 134212"/>
                <a:gd name="connsiteX1" fmla="*/ 183035 w 183034"/>
                <a:gd name="connsiteY1" fmla="*/ 0 h 134212"/>
                <a:gd name="connsiteX2" fmla="*/ 183035 w 183034"/>
                <a:gd name="connsiteY2" fmla="*/ 134213 h 134212"/>
              </a:gdLst>
              <a:ahLst/>
              <a:cxnLst>
                <a:cxn ang="0">
                  <a:pos x="connsiteX0" y="connsiteY0"/>
                </a:cxn>
                <a:cxn ang="0">
                  <a:pos x="connsiteX1" y="connsiteY1"/>
                </a:cxn>
                <a:cxn ang="0">
                  <a:pos x="connsiteX2" y="connsiteY2"/>
                </a:cxn>
              </a:cxnLst>
              <a:rect l="l" t="t" r="r" b="b"/>
              <a:pathLst>
                <a:path w="183034" h="134212">
                  <a:moveTo>
                    <a:pt x="0" y="0"/>
                  </a:moveTo>
                  <a:lnTo>
                    <a:pt x="183035" y="0"/>
                  </a:lnTo>
                  <a:lnTo>
                    <a:pt x="183035" y="134213"/>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7" name="任意形状 256"/>
            <p:cNvSpPr/>
            <p:nvPr/>
          </p:nvSpPr>
          <p:spPr>
            <a:xfrm>
              <a:off x="3295015" y="3564159"/>
              <a:ext cx="369189" cy="208883"/>
            </a:xfrm>
            <a:custGeom>
              <a:avLst/>
              <a:gdLst>
                <a:gd name="connsiteX0" fmla="*/ 167592 w 369189"/>
                <a:gd name="connsiteY0" fmla="*/ 0 h 208883"/>
                <a:gd name="connsiteX1" fmla="*/ 225779 w 369189"/>
                <a:gd name="connsiteY1" fmla="*/ 27504 h 208883"/>
                <a:gd name="connsiteX2" fmla="*/ 252603 w 369189"/>
                <a:gd name="connsiteY2" fmla="*/ 19431 h 208883"/>
                <a:gd name="connsiteX3" fmla="*/ 301181 w 369189"/>
                <a:gd name="connsiteY3" fmla="*/ 68009 h 208883"/>
                <a:gd name="connsiteX4" fmla="*/ 301181 w 369189"/>
                <a:gd name="connsiteY4" fmla="*/ 68052 h 208883"/>
                <a:gd name="connsiteX5" fmla="*/ 369189 w 369189"/>
                <a:gd name="connsiteY5" fmla="*/ 138446 h 208883"/>
                <a:gd name="connsiteX6" fmla="*/ 298752 w 369189"/>
                <a:gd name="connsiteY6" fmla="*/ 208883 h 208883"/>
                <a:gd name="connsiteX7" fmla="*/ 296323 w 369189"/>
                <a:gd name="connsiteY7" fmla="*/ 208842 h 208883"/>
                <a:gd name="connsiteX8" fmla="*/ 296323 w 369189"/>
                <a:gd name="connsiteY8" fmla="*/ 208883 h 208883"/>
                <a:gd name="connsiteX9" fmla="*/ 82582 w 369189"/>
                <a:gd name="connsiteY9" fmla="*/ 208883 h 208883"/>
                <a:gd name="connsiteX10" fmla="*/ 82585 w 369189"/>
                <a:gd name="connsiteY10" fmla="*/ 208535 h 208883"/>
                <a:gd name="connsiteX11" fmla="*/ 75295 w 369189"/>
                <a:gd name="connsiteY11" fmla="*/ 208883 h 208883"/>
                <a:gd name="connsiteX12" fmla="*/ 0 w 369189"/>
                <a:gd name="connsiteY12" fmla="*/ 133588 h 208883"/>
                <a:gd name="connsiteX13" fmla="*/ 75295 w 369189"/>
                <a:gd name="connsiteY13" fmla="*/ 58293 h 208883"/>
                <a:gd name="connsiteX14" fmla="*/ 93739 w 369189"/>
                <a:gd name="connsiteY14" fmla="*/ 60568 h 208883"/>
                <a:gd name="connsiteX15" fmla="*/ 167592 w 369189"/>
                <a:gd name="connsiteY15" fmla="*/ 0 h 20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9189" h="208883">
                  <a:moveTo>
                    <a:pt x="167592" y="0"/>
                  </a:moveTo>
                  <a:cubicBezTo>
                    <a:pt x="191032" y="0"/>
                    <a:pt x="211970" y="10710"/>
                    <a:pt x="225779" y="27504"/>
                  </a:cubicBezTo>
                  <a:cubicBezTo>
                    <a:pt x="233464" y="22402"/>
                    <a:pt x="242686" y="19431"/>
                    <a:pt x="252603" y="19431"/>
                  </a:cubicBezTo>
                  <a:cubicBezTo>
                    <a:pt x="279432" y="19431"/>
                    <a:pt x="301181" y="41180"/>
                    <a:pt x="301181" y="68009"/>
                  </a:cubicBezTo>
                  <a:cubicBezTo>
                    <a:pt x="301181" y="68023"/>
                    <a:pt x="301181" y="68038"/>
                    <a:pt x="301181" y="68052"/>
                  </a:cubicBezTo>
                  <a:cubicBezTo>
                    <a:pt x="338960" y="69332"/>
                    <a:pt x="369189" y="100359"/>
                    <a:pt x="369189" y="138446"/>
                  </a:cubicBezTo>
                  <a:cubicBezTo>
                    <a:pt x="369189" y="177347"/>
                    <a:pt x="337653" y="208883"/>
                    <a:pt x="298752" y="208883"/>
                  </a:cubicBezTo>
                  <a:cubicBezTo>
                    <a:pt x="297939" y="208883"/>
                    <a:pt x="297129" y="208869"/>
                    <a:pt x="296323" y="208842"/>
                  </a:cubicBezTo>
                  <a:lnTo>
                    <a:pt x="296323" y="208883"/>
                  </a:lnTo>
                  <a:lnTo>
                    <a:pt x="82582" y="208883"/>
                  </a:lnTo>
                  <a:lnTo>
                    <a:pt x="82585" y="208535"/>
                  </a:lnTo>
                  <a:cubicBezTo>
                    <a:pt x="80186" y="208765"/>
                    <a:pt x="77754" y="208883"/>
                    <a:pt x="75295" y="208883"/>
                  </a:cubicBezTo>
                  <a:cubicBezTo>
                    <a:pt x="33711" y="208883"/>
                    <a:pt x="0" y="175172"/>
                    <a:pt x="0" y="133588"/>
                  </a:cubicBezTo>
                  <a:cubicBezTo>
                    <a:pt x="0" y="92004"/>
                    <a:pt x="33711" y="58293"/>
                    <a:pt x="75295" y="58293"/>
                  </a:cubicBezTo>
                  <a:cubicBezTo>
                    <a:pt x="81658" y="58293"/>
                    <a:pt x="87837" y="59082"/>
                    <a:pt x="93739" y="60568"/>
                  </a:cubicBezTo>
                  <a:cubicBezTo>
                    <a:pt x="100581" y="26037"/>
                    <a:pt x="131046" y="0"/>
                    <a:pt x="167592" y="0"/>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8" name="任意形状 257"/>
            <p:cNvSpPr/>
            <p:nvPr/>
          </p:nvSpPr>
          <p:spPr>
            <a:xfrm rot="10800000" flipV="1">
              <a:off x="3482933" y="3313735"/>
              <a:ext cx="152529" cy="208456"/>
            </a:xfrm>
            <a:custGeom>
              <a:avLst/>
              <a:gdLst>
                <a:gd name="connsiteX0" fmla="*/ 0 w 152529"/>
                <a:gd name="connsiteY0" fmla="*/ 0 h 208456"/>
                <a:gd name="connsiteX1" fmla="*/ 152529 w 152529"/>
                <a:gd name="connsiteY1" fmla="*/ 0 h 208456"/>
                <a:gd name="connsiteX2" fmla="*/ 152529 w 152529"/>
                <a:gd name="connsiteY2" fmla="*/ 208456 h 208456"/>
              </a:gdLst>
              <a:ahLst/>
              <a:cxnLst>
                <a:cxn ang="0">
                  <a:pos x="connsiteX0" y="connsiteY0"/>
                </a:cxn>
                <a:cxn ang="0">
                  <a:pos x="connsiteX1" y="connsiteY1"/>
                </a:cxn>
                <a:cxn ang="0">
                  <a:pos x="connsiteX2" y="connsiteY2"/>
                </a:cxn>
              </a:cxnLst>
              <a:rect l="l" t="t" r="r" b="b"/>
              <a:pathLst>
                <a:path w="152529" h="208456">
                  <a:moveTo>
                    <a:pt x="0" y="0"/>
                  </a:moveTo>
                  <a:lnTo>
                    <a:pt x="152529" y="0"/>
                  </a:lnTo>
                  <a:lnTo>
                    <a:pt x="152529" y="208456"/>
                  </a:ln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9" name="任意形状 258"/>
            <p:cNvSpPr/>
            <p:nvPr/>
          </p:nvSpPr>
          <p:spPr>
            <a:xfrm>
              <a:off x="3604956" y="3277552"/>
              <a:ext cx="62612" cy="61011"/>
            </a:xfrm>
            <a:custGeom>
              <a:avLst/>
              <a:gdLst>
                <a:gd name="connsiteX0" fmla="*/ 62613 w 62612"/>
                <a:gd name="connsiteY0" fmla="*/ 30506 h 61011"/>
                <a:gd name="connsiteX1" fmla="*/ 31306 w 62612"/>
                <a:gd name="connsiteY1" fmla="*/ 61012 h 61011"/>
                <a:gd name="connsiteX2" fmla="*/ 0 w 62612"/>
                <a:gd name="connsiteY2" fmla="*/ 30506 h 61011"/>
                <a:gd name="connsiteX3" fmla="*/ 31306 w 62612"/>
                <a:gd name="connsiteY3" fmla="*/ 0 h 61011"/>
                <a:gd name="connsiteX4" fmla="*/ 62613 w 62612"/>
                <a:gd name="connsiteY4" fmla="*/ 30506 h 6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12" h="61011">
                  <a:moveTo>
                    <a:pt x="62613" y="30506"/>
                  </a:moveTo>
                  <a:cubicBezTo>
                    <a:pt x="62613" y="47354"/>
                    <a:pt x="48596" y="61012"/>
                    <a:pt x="31306" y="61012"/>
                  </a:cubicBezTo>
                  <a:cubicBezTo>
                    <a:pt x="14016" y="61012"/>
                    <a:pt x="0" y="47354"/>
                    <a:pt x="0" y="30506"/>
                  </a:cubicBezTo>
                  <a:cubicBezTo>
                    <a:pt x="0" y="13658"/>
                    <a:pt x="14016" y="0"/>
                    <a:pt x="31306" y="0"/>
                  </a:cubicBezTo>
                  <a:cubicBezTo>
                    <a:pt x="48596" y="0"/>
                    <a:pt x="62613" y="13658"/>
                    <a:pt x="62613" y="30506"/>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0" name="任意形状 259"/>
            <p:cNvSpPr/>
            <p:nvPr/>
          </p:nvSpPr>
          <p:spPr>
            <a:xfrm>
              <a:off x="3203297" y="3363985"/>
              <a:ext cx="62612" cy="61011"/>
            </a:xfrm>
            <a:custGeom>
              <a:avLst/>
              <a:gdLst>
                <a:gd name="connsiteX0" fmla="*/ 62612 w 62612"/>
                <a:gd name="connsiteY0" fmla="*/ 30506 h 61011"/>
                <a:gd name="connsiteX1" fmla="*/ 31306 w 62612"/>
                <a:gd name="connsiteY1" fmla="*/ 61012 h 61011"/>
                <a:gd name="connsiteX2" fmla="*/ 0 w 62612"/>
                <a:gd name="connsiteY2" fmla="*/ 30506 h 61011"/>
                <a:gd name="connsiteX3" fmla="*/ 31306 w 62612"/>
                <a:gd name="connsiteY3" fmla="*/ 0 h 61011"/>
                <a:gd name="connsiteX4" fmla="*/ 62612 w 62612"/>
                <a:gd name="connsiteY4" fmla="*/ 30506 h 6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12" h="61011">
                  <a:moveTo>
                    <a:pt x="62612" y="30506"/>
                  </a:moveTo>
                  <a:cubicBezTo>
                    <a:pt x="62612" y="47354"/>
                    <a:pt x="48596" y="61012"/>
                    <a:pt x="31306" y="61012"/>
                  </a:cubicBezTo>
                  <a:cubicBezTo>
                    <a:pt x="14016" y="61012"/>
                    <a:pt x="0" y="47354"/>
                    <a:pt x="0" y="30506"/>
                  </a:cubicBezTo>
                  <a:cubicBezTo>
                    <a:pt x="0" y="13658"/>
                    <a:pt x="14016" y="0"/>
                    <a:pt x="31306" y="0"/>
                  </a:cubicBezTo>
                  <a:cubicBezTo>
                    <a:pt x="48596" y="0"/>
                    <a:pt x="62612" y="13658"/>
                    <a:pt x="62612" y="30506"/>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1" name="任意形状 260"/>
            <p:cNvSpPr/>
            <p:nvPr/>
          </p:nvSpPr>
          <p:spPr>
            <a:xfrm>
              <a:off x="3701558" y="3369069"/>
              <a:ext cx="62612" cy="61011"/>
            </a:xfrm>
            <a:custGeom>
              <a:avLst/>
              <a:gdLst>
                <a:gd name="connsiteX0" fmla="*/ 62612 w 62612"/>
                <a:gd name="connsiteY0" fmla="*/ 30506 h 61011"/>
                <a:gd name="connsiteX1" fmla="*/ 31306 w 62612"/>
                <a:gd name="connsiteY1" fmla="*/ 61012 h 61011"/>
                <a:gd name="connsiteX2" fmla="*/ 0 w 62612"/>
                <a:gd name="connsiteY2" fmla="*/ 30506 h 61011"/>
                <a:gd name="connsiteX3" fmla="*/ 31306 w 62612"/>
                <a:gd name="connsiteY3" fmla="*/ 0 h 61011"/>
                <a:gd name="connsiteX4" fmla="*/ 62612 w 62612"/>
                <a:gd name="connsiteY4" fmla="*/ 30506 h 6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12" h="61011">
                  <a:moveTo>
                    <a:pt x="62612" y="30506"/>
                  </a:moveTo>
                  <a:cubicBezTo>
                    <a:pt x="62612" y="47354"/>
                    <a:pt x="48596" y="61012"/>
                    <a:pt x="31306" y="61012"/>
                  </a:cubicBezTo>
                  <a:cubicBezTo>
                    <a:pt x="14016" y="61012"/>
                    <a:pt x="0" y="47354"/>
                    <a:pt x="0" y="30506"/>
                  </a:cubicBezTo>
                  <a:cubicBezTo>
                    <a:pt x="0" y="13658"/>
                    <a:pt x="14016" y="0"/>
                    <a:pt x="31306" y="0"/>
                  </a:cubicBezTo>
                  <a:cubicBezTo>
                    <a:pt x="48596" y="0"/>
                    <a:pt x="62612" y="13658"/>
                    <a:pt x="62612" y="30506"/>
                  </a:cubicBezTo>
                  <a:close/>
                </a:path>
              </a:pathLst>
            </a:custGeom>
            <a:solidFill>
              <a:schemeClr val="bg2"/>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51" name="图片 51" descr="icon-32"/>
          <p:cNvGrpSpPr/>
          <p:nvPr/>
        </p:nvGrpSpPr>
        <p:grpSpPr>
          <a:xfrm>
            <a:off x="1306431" y="3221747"/>
            <a:ext cx="885691" cy="899851"/>
            <a:chOff x="1306431" y="3221747"/>
            <a:chExt cx="885691" cy="899851"/>
          </a:xfrm>
        </p:grpSpPr>
        <p:sp>
          <p:nvSpPr>
            <p:cNvPr id="352" name="任意形状 351"/>
            <p:cNvSpPr/>
            <p:nvPr/>
          </p:nvSpPr>
          <p:spPr>
            <a:xfrm>
              <a:off x="1576322" y="3221747"/>
              <a:ext cx="615800" cy="615800"/>
            </a:xfrm>
            <a:custGeom>
              <a:avLst/>
              <a:gdLst>
                <a:gd name="connsiteX0" fmla="*/ 615801 w 615800"/>
                <a:gd name="connsiteY0" fmla="*/ 307900 h 615800"/>
                <a:gd name="connsiteX1" fmla="*/ 307900 w 615800"/>
                <a:gd name="connsiteY1" fmla="*/ 615801 h 615800"/>
                <a:gd name="connsiteX2" fmla="*/ 0 w 615800"/>
                <a:gd name="connsiteY2" fmla="*/ 307900 h 615800"/>
                <a:gd name="connsiteX3" fmla="*/ 307900 w 615800"/>
                <a:gd name="connsiteY3" fmla="*/ 0 h 615800"/>
                <a:gd name="connsiteX4" fmla="*/ 615801 w 615800"/>
                <a:gd name="connsiteY4" fmla="*/ 307900 h 61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800" h="615800">
                  <a:moveTo>
                    <a:pt x="615801" y="307900"/>
                  </a:moveTo>
                  <a:cubicBezTo>
                    <a:pt x="615801" y="477949"/>
                    <a:pt x="477949" y="615801"/>
                    <a:pt x="307900" y="615801"/>
                  </a:cubicBezTo>
                  <a:cubicBezTo>
                    <a:pt x="137852" y="615801"/>
                    <a:pt x="0" y="477949"/>
                    <a:pt x="0" y="307900"/>
                  </a:cubicBezTo>
                  <a:cubicBezTo>
                    <a:pt x="0" y="137852"/>
                    <a:pt x="137852" y="0"/>
                    <a:pt x="307900" y="0"/>
                  </a:cubicBezTo>
                  <a:cubicBezTo>
                    <a:pt x="477949" y="0"/>
                    <a:pt x="615801" y="137852"/>
                    <a:pt x="615801" y="307900"/>
                  </a:cubicBezTo>
                  <a:close/>
                </a:path>
              </a:pathLst>
            </a:custGeom>
            <a:solidFill>
              <a:schemeClr val="bg2"/>
            </a:solidFill>
            <a:ln w="508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3" name="任意形状 352"/>
            <p:cNvSpPr/>
            <p:nvPr/>
          </p:nvSpPr>
          <p:spPr>
            <a:xfrm>
              <a:off x="1504113" y="3451050"/>
              <a:ext cx="458303" cy="458303"/>
            </a:xfrm>
            <a:custGeom>
              <a:avLst/>
              <a:gdLst>
                <a:gd name="connsiteX0" fmla="*/ 437846 w 458303"/>
                <a:gd name="connsiteY0" fmla="*/ 0 h 458303"/>
                <a:gd name="connsiteX1" fmla="*/ 458304 w 458303"/>
                <a:gd name="connsiteY1" fmla="*/ 0 h 458303"/>
                <a:gd name="connsiteX2" fmla="*/ 458304 w 458303"/>
                <a:gd name="connsiteY2" fmla="*/ 458304 h 458303"/>
                <a:gd name="connsiteX3" fmla="*/ 437846 w 458303"/>
                <a:gd name="connsiteY3" fmla="*/ 458304 h 458303"/>
                <a:gd name="connsiteX4" fmla="*/ 20458 w 458303"/>
                <a:gd name="connsiteY4" fmla="*/ 458304 h 458303"/>
                <a:gd name="connsiteX5" fmla="*/ 0 w 458303"/>
                <a:gd name="connsiteY5" fmla="*/ 458304 h 458303"/>
                <a:gd name="connsiteX6" fmla="*/ 0 w 458303"/>
                <a:gd name="connsiteY6" fmla="*/ 0 h 458303"/>
                <a:gd name="connsiteX7" fmla="*/ 20458 w 458303"/>
                <a:gd name="connsiteY7" fmla="*/ 0 h 45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303" h="458303">
                  <a:moveTo>
                    <a:pt x="437846" y="0"/>
                  </a:moveTo>
                  <a:cubicBezTo>
                    <a:pt x="449145" y="0"/>
                    <a:pt x="458304" y="0"/>
                    <a:pt x="458304" y="0"/>
                  </a:cubicBezTo>
                  <a:lnTo>
                    <a:pt x="458304" y="458304"/>
                  </a:lnTo>
                  <a:cubicBezTo>
                    <a:pt x="458304" y="458304"/>
                    <a:pt x="449145" y="458304"/>
                    <a:pt x="437846" y="458304"/>
                  </a:cubicBezTo>
                  <a:lnTo>
                    <a:pt x="20458" y="458304"/>
                  </a:lnTo>
                  <a:cubicBezTo>
                    <a:pt x="9159" y="458304"/>
                    <a:pt x="0" y="458304"/>
                    <a:pt x="0" y="458304"/>
                  </a:cubicBezTo>
                  <a:lnTo>
                    <a:pt x="0" y="0"/>
                  </a:lnTo>
                  <a:cubicBezTo>
                    <a:pt x="0" y="0"/>
                    <a:pt x="9159" y="0"/>
                    <a:pt x="20458" y="0"/>
                  </a:cubicBezTo>
                  <a:close/>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4" name="任意形状 353"/>
            <p:cNvSpPr/>
            <p:nvPr/>
          </p:nvSpPr>
          <p:spPr>
            <a:xfrm>
              <a:off x="1542060" y="3489605"/>
              <a:ext cx="378465" cy="378465"/>
            </a:xfrm>
            <a:custGeom>
              <a:avLst/>
              <a:gdLst>
                <a:gd name="connsiteX0" fmla="*/ 255720 w 378465"/>
                <a:gd name="connsiteY0" fmla="*/ 0 h 378465"/>
                <a:gd name="connsiteX1" fmla="*/ 361698 w 378465"/>
                <a:gd name="connsiteY1" fmla="*/ 0 h 378465"/>
                <a:gd name="connsiteX2" fmla="*/ 378465 w 378465"/>
                <a:gd name="connsiteY2" fmla="*/ 16821 h 378465"/>
                <a:gd name="connsiteX3" fmla="*/ 378465 w 378465"/>
                <a:gd name="connsiteY3" fmla="*/ 108313 h 378465"/>
                <a:gd name="connsiteX4" fmla="*/ 378465 w 378465"/>
                <a:gd name="connsiteY4" fmla="*/ 242530 h 378465"/>
                <a:gd name="connsiteX5" fmla="*/ 378465 w 378465"/>
                <a:gd name="connsiteY5" fmla="*/ 361645 h 378465"/>
                <a:gd name="connsiteX6" fmla="*/ 361698 w 378465"/>
                <a:gd name="connsiteY6" fmla="*/ 378465 h 378465"/>
                <a:gd name="connsiteX7" fmla="*/ 332963 w 378465"/>
                <a:gd name="connsiteY7" fmla="*/ 378465 h 378465"/>
                <a:gd name="connsiteX8" fmla="*/ 132974 w 378465"/>
                <a:gd name="connsiteY8" fmla="*/ 378465 h 378465"/>
                <a:gd name="connsiteX9" fmla="*/ 17024 w 378465"/>
                <a:gd name="connsiteY9" fmla="*/ 378465 h 378465"/>
                <a:gd name="connsiteX10" fmla="*/ 0 w 378465"/>
                <a:gd name="connsiteY10" fmla="*/ 361645 h 378465"/>
                <a:gd name="connsiteX11" fmla="*/ 0 w 378465"/>
                <a:gd name="connsiteY11" fmla="*/ 268062 h 378465"/>
                <a:gd name="connsiteX12" fmla="*/ 0 w 378465"/>
                <a:gd name="connsiteY12" fmla="*/ 138545 h 378465"/>
                <a:gd name="connsiteX13" fmla="*/ 0 w 378465"/>
                <a:gd name="connsiteY13" fmla="*/ 16821 h 378465"/>
                <a:gd name="connsiteX14" fmla="*/ 17024 w 378465"/>
                <a:gd name="connsiteY14" fmla="*/ 0 h 378465"/>
                <a:gd name="connsiteX15" fmla="*/ 54048 w 378465"/>
                <a:gd name="connsiteY15" fmla="*/ 0 h 37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465" h="378465">
                  <a:moveTo>
                    <a:pt x="255720" y="0"/>
                  </a:moveTo>
                  <a:lnTo>
                    <a:pt x="361698" y="0"/>
                  </a:lnTo>
                  <a:cubicBezTo>
                    <a:pt x="370958" y="0"/>
                    <a:pt x="378465" y="7531"/>
                    <a:pt x="378465" y="16821"/>
                  </a:cubicBezTo>
                  <a:cubicBezTo>
                    <a:pt x="378465" y="59321"/>
                    <a:pt x="378465" y="89818"/>
                    <a:pt x="378465" y="108313"/>
                  </a:cubicBezTo>
                  <a:moveTo>
                    <a:pt x="378465" y="242530"/>
                  </a:moveTo>
                  <a:cubicBezTo>
                    <a:pt x="378465" y="269000"/>
                    <a:pt x="378465" y="308705"/>
                    <a:pt x="378465" y="361645"/>
                  </a:cubicBezTo>
                  <a:cubicBezTo>
                    <a:pt x="378465" y="370934"/>
                    <a:pt x="370958" y="378465"/>
                    <a:pt x="361698" y="378465"/>
                  </a:cubicBezTo>
                  <a:lnTo>
                    <a:pt x="332963" y="378465"/>
                  </a:lnTo>
                  <a:moveTo>
                    <a:pt x="132974" y="378465"/>
                  </a:moveTo>
                  <a:lnTo>
                    <a:pt x="17024" y="378465"/>
                  </a:lnTo>
                  <a:cubicBezTo>
                    <a:pt x="7622" y="378465"/>
                    <a:pt x="0" y="370934"/>
                    <a:pt x="0" y="361645"/>
                  </a:cubicBezTo>
                  <a:cubicBezTo>
                    <a:pt x="0" y="318094"/>
                    <a:pt x="0" y="286900"/>
                    <a:pt x="0" y="268062"/>
                  </a:cubicBezTo>
                  <a:moveTo>
                    <a:pt x="0" y="138545"/>
                  </a:moveTo>
                  <a:cubicBezTo>
                    <a:pt x="0" y="111495"/>
                    <a:pt x="0" y="70920"/>
                    <a:pt x="0" y="16821"/>
                  </a:cubicBezTo>
                  <a:cubicBezTo>
                    <a:pt x="0" y="7531"/>
                    <a:pt x="7622" y="0"/>
                    <a:pt x="17024" y="0"/>
                  </a:cubicBezTo>
                  <a:lnTo>
                    <a:pt x="54048" y="0"/>
                  </a:lnTo>
                </a:path>
              </a:pathLst>
            </a:custGeom>
            <a:noFill/>
            <a:ln w="10160"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55" name="图片 51" descr="icon-32"/>
            <p:cNvGrpSpPr/>
            <p:nvPr/>
          </p:nvGrpSpPr>
          <p:grpSpPr>
            <a:xfrm>
              <a:off x="1618776" y="3453804"/>
              <a:ext cx="215562" cy="198495"/>
              <a:chOff x="1618776" y="3453804"/>
              <a:chExt cx="215562" cy="198495"/>
            </a:xfrm>
          </p:grpSpPr>
          <p:grpSp>
            <p:nvGrpSpPr>
              <p:cNvPr id="356" name="图片 51" descr="icon-32"/>
              <p:cNvGrpSpPr/>
              <p:nvPr/>
            </p:nvGrpSpPr>
            <p:grpSpPr>
              <a:xfrm>
                <a:off x="1618776" y="3453804"/>
                <a:ext cx="66487" cy="194347"/>
                <a:chOff x="1618776" y="3453804"/>
                <a:chExt cx="66487" cy="194347"/>
              </a:xfrm>
            </p:grpSpPr>
            <p:sp>
              <p:nvSpPr>
                <p:cNvPr id="357" name="任意形状 356"/>
                <p:cNvSpPr/>
                <p:nvPr/>
              </p:nvSpPr>
              <p:spPr>
                <a:xfrm>
                  <a:off x="1618776" y="3453804"/>
                  <a:ext cx="41554" cy="147872"/>
                </a:xfrm>
                <a:custGeom>
                  <a:avLst/>
                  <a:gdLst>
                    <a:gd name="connsiteX0" fmla="*/ 97 w 41554"/>
                    <a:gd name="connsiteY0" fmla="*/ 75 h 147872"/>
                    <a:gd name="connsiteX1" fmla="*/ 97 w 41554"/>
                    <a:gd name="connsiteY1" fmla="*/ 43831 h 147872"/>
                    <a:gd name="connsiteX2" fmla="*/ 41651 w 41554"/>
                    <a:gd name="connsiteY2" fmla="*/ 85371 h 147872"/>
                    <a:gd name="connsiteX3" fmla="*/ 41651 w 41554"/>
                    <a:gd name="connsiteY3" fmla="*/ 147948 h 147872"/>
                  </a:gdLst>
                  <a:ahLst/>
                  <a:cxnLst>
                    <a:cxn ang="0">
                      <a:pos x="connsiteX0" y="connsiteY0"/>
                    </a:cxn>
                    <a:cxn ang="0">
                      <a:pos x="connsiteX1" y="connsiteY1"/>
                    </a:cxn>
                    <a:cxn ang="0">
                      <a:pos x="connsiteX2" y="connsiteY2"/>
                    </a:cxn>
                    <a:cxn ang="0">
                      <a:pos x="connsiteX3" y="connsiteY3"/>
                    </a:cxn>
                  </a:cxnLst>
                  <a:rect l="l" t="t" r="r" b="b"/>
                  <a:pathLst>
                    <a:path w="41554" h="147872">
                      <a:moveTo>
                        <a:pt x="97" y="75"/>
                      </a:moveTo>
                      <a:lnTo>
                        <a:pt x="97" y="43831"/>
                      </a:lnTo>
                      <a:lnTo>
                        <a:pt x="41651" y="85371"/>
                      </a:lnTo>
                      <a:lnTo>
                        <a:pt x="41651" y="147948"/>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8" name="任意形状 357"/>
                <p:cNvSpPr/>
                <p:nvPr/>
              </p:nvSpPr>
              <p:spPr>
                <a:xfrm>
                  <a:off x="1639553" y="3601677"/>
                  <a:ext cx="45709" cy="46474"/>
                </a:xfrm>
                <a:custGeom>
                  <a:avLst/>
                  <a:gdLst>
                    <a:gd name="connsiteX0" fmla="*/ 45807 w 45709"/>
                    <a:gd name="connsiteY0" fmla="*/ 23312 h 46474"/>
                    <a:gd name="connsiteX1" fmla="*/ 22952 w 45709"/>
                    <a:gd name="connsiteY1" fmla="*/ 46549 h 46474"/>
                    <a:gd name="connsiteX2" fmla="*/ 97 w 45709"/>
                    <a:gd name="connsiteY2" fmla="*/ 23312 h 46474"/>
                    <a:gd name="connsiteX3" fmla="*/ 22952 w 45709"/>
                    <a:gd name="connsiteY3" fmla="*/ 75 h 46474"/>
                    <a:gd name="connsiteX4" fmla="*/ 45807 w 45709"/>
                    <a:gd name="connsiteY4" fmla="*/ 23312 h 4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09" h="46474">
                      <a:moveTo>
                        <a:pt x="45807" y="23312"/>
                      </a:moveTo>
                      <a:cubicBezTo>
                        <a:pt x="45807" y="36146"/>
                        <a:pt x="35574" y="46549"/>
                        <a:pt x="22952" y="46549"/>
                      </a:cubicBezTo>
                      <a:cubicBezTo>
                        <a:pt x="10330" y="46549"/>
                        <a:pt x="97" y="36146"/>
                        <a:pt x="97" y="23312"/>
                      </a:cubicBezTo>
                      <a:cubicBezTo>
                        <a:pt x="97" y="10479"/>
                        <a:pt x="10330" y="75"/>
                        <a:pt x="22952" y="75"/>
                      </a:cubicBezTo>
                      <a:cubicBezTo>
                        <a:pt x="35574" y="75"/>
                        <a:pt x="45807" y="10479"/>
                        <a:pt x="45807" y="23312"/>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59" name="图片 51" descr="icon-32"/>
              <p:cNvGrpSpPr/>
              <p:nvPr/>
            </p:nvGrpSpPr>
            <p:grpSpPr>
              <a:xfrm>
                <a:off x="1688434" y="3458452"/>
                <a:ext cx="73204" cy="193846"/>
                <a:chOff x="1688434" y="3458452"/>
                <a:chExt cx="73204" cy="193846"/>
              </a:xfrm>
            </p:grpSpPr>
            <p:sp>
              <p:nvSpPr>
                <p:cNvPr id="360" name="任意形状 359"/>
                <p:cNvSpPr/>
                <p:nvPr/>
              </p:nvSpPr>
              <p:spPr>
                <a:xfrm>
                  <a:off x="1688434" y="3458452"/>
                  <a:ext cx="43061" cy="147492"/>
                </a:xfrm>
                <a:custGeom>
                  <a:avLst/>
                  <a:gdLst>
                    <a:gd name="connsiteX0" fmla="*/ 111 w 43061"/>
                    <a:gd name="connsiteY0" fmla="*/ 76 h 147492"/>
                    <a:gd name="connsiteX1" fmla="*/ 111 w 43061"/>
                    <a:gd name="connsiteY1" fmla="*/ 43719 h 147492"/>
                    <a:gd name="connsiteX2" fmla="*/ 43172 w 43061"/>
                    <a:gd name="connsiteY2" fmla="*/ 85152 h 147492"/>
                    <a:gd name="connsiteX3" fmla="*/ 43172 w 43061"/>
                    <a:gd name="connsiteY3" fmla="*/ 147568 h 147492"/>
                  </a:gdLst>
                  <a:ahLst/>
                  <a:cxnLst>
                    <a:cxn ang="0">
                      <a:pos x="connsiteX0" y="connsiteY0"/>
                    </a:cxn>
                    <a:cxn ang="0">
                      <a:pos x="connsiteX1" y="connsiteY1"/>
                    </a:cxn>
                    <a:cxn ang="0">
                      <a:pos x="connsiteX2" y="connsiteY2"/>
                    </a:cxn>
                    <a:cxn ang="0">
                      <a:pos x="connsiteX3" y="connsiteY3"/>
                    </a:cxn>
                  </a:cxnLst>
                  <a:rect l="l" t="t" r="r" b="b"/>
                  <a:pathLst>
                    <a:path w="43061" h="147492">
                      <a:moveTo>
                        <a:pt x="111" y="76"/>
                      </a:moveTo>
                      <a:lnTo>
                        <a:pt x="111" y="43719"/>
                      </a:lnTo>
                      <a:lnTo>
                        <a:pt x="43172" y="85152"/>
                      </a:lnTo>
                      <a:lnTo>
                        <a:pt x="43172" y="147568"/>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1" name="任意形状 360"/>
                <p:cNvSpPr/>
                <p:nvPr/>
              </p:nvSpPr>
              <p:spPr>
                <a:xfrm>
                  <a:off x="1714271" y="3605945"/>
                  <a:ext cx="47367" cy="46354"/>
                </a:xfrm>
                <a:custGeom>
                  <a:avLst/>
                  <a:gdLst>
                    <a:gd name="connsiteX0" fmla="*/ 47478 w 47367"/>
                    <a:gd name="connsiteY0" fmla="*/ 23253 h 46354"/>
                    <a:gd name="connsiteX1" fmla="*/ 23795 w 47367"/>
                    <a:gd name="connsiteY1" fmla="*/ 46431 h 46354"/>
                    <a:gd name="connsiteX2" fmla="*/ 111 w 47367"/>
                    <a:gd name="connsiteY2" fmla="*/ 23253 h 46354"/>
                    <a:gd name="connsiteX3" fmla="*/ 23795 w 47367"/>
                    <a:gd name="connsiteY3" fmla="*/ 76 h 46354"/>
                    <a:gd name="connsiteX4" fmla="*/ 47478 w 47367"/>
                    <a:gd name="connsiteY4" fmla="*/ 23253 h 46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7" h="46354">
                      <a:moveTo>
                        <a:pt x="47478" y="23253"/>
                      </a:moveTo>
                      <a:cubicBezTo>
                        <a:pt x="47478" y="36054"/>
                        <a:pt x="36875" y="46431"/>
                        <a:pt x="23795" y="46431"/>
                      </a:cubicBezTo>
                      <a:cubicBezTo>
                        <a:pt x="10715" y="46431"/>
                        <a:pt x="111" y="36054"/>
                        <a:pt x="111" y="23253"/>
                      </a:cubicBezTo>
                      <a:cubicBezTo>
                        <a:pt x="111" y="10453"/>
                        <a:pt x="10715" y="76"/>
                        <a:pt x="23795" y="76"/>
                      </a:cubicBezTo>
                      <a:cubicBezTo>
                        <a:pt x="36875" y="76"/>
                        <a:pt x="47478" y="10453"/>
                        <a:pt x="47478" y="23253"/>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62" name="图片 51" descr="icon-32"/>
              <p:cNvGrpSpPr/>
              <p:nvPr/>
            </p:nvGrpSpPr>
            <p:grpSpPr>
              <a:xfrm>
                <a:off x="1761135" y="3458452"/>
                <a:ext cx="73204" cy="193846"/>
                <a:chOff x="1761135" y="3458452"/>
                <a:chExt cx="73204" cy="193846"/>
              </a:xfrm>
            </p:grpSpPr>
            <p:sp>
              <p:nvSpPr>
                <p:cNvPr id="363" name="任意形状 362"/>
                <p:cNvSpPr/>
                <p:nvPr/>
              </p:nvSpPr>
              <p:spPr>
                <a:xfrm>
                  <a:off x="1761135" y="3458452"/>
                  <a:ext cx="43061" cy="147492"/>
                </a:xfrm>
                <a:custGeom>
                  <a:avLst/>
                  <a:gdLst>
                    <a:gd name="connsiteX0" fmla="*/ 125 w 43061"/>
                    <a:gd name="connsiteY0" fmla="*/ 76 h 147492"/>
                    <a:gd name="connsiteX1" fmla="*/ 125 w 43061"/>
                    <a:gd name="connsiteY1" fmla="*/ 43719 h 147492"/>
                    <a:gd name="connsiteX2" fmla="*/ 43186 w 43061"/>
                    <a:gd name="connsiteY2" fmla="*/ 85152 h 147492"/>
                    <a:gd name="connsiteX3" fmla="*/ 43186 w 43061"/>
                    <a:gd name="connsiteY3" fmla="*/ 147568 h 147492"/>
                  </a:gdLst>
                  <a:ahLst/>
                  <a:cxnLst>
                    <a:cxn ang="0">
                      <a:pos x="connsiteX0" y="connsiteY0"/>
                    </a:cxn>
                    <a:cxn ang="0">
                      <a:pos x="connsiteX1" y="connsiteY1"/>
                    </a:cxn>
                    <a:cxn ang="0">
                      <a:pos x="connsiteX2" y="connsiteY2"/>
                    </a:cxn>
                    <a:cxn ang="0">
                      <a:pos x="connsiteX3" y="connsiteY3"/>
                    </a:cxn>
                  </a:cxnLst>
                  <a:rect l="l" t="t" r="r" b="b"/>
                  <a:pathLst>
                    <a:path w="43061" h="147492">
                      <a:moveTo>
                        <a:pt x="125" y="76"/>
                      </a:moveTo>
                      <a:lnTo>
                        <a:pt x="125" y="43719"/>
                      </a:lnTo>
                      <a:lnTo>
                        <a:pt x="43186" y="85152"/>
                      </a:lnTo>
                      <a:lnTo>
                        <a:pt x="43186" y="147568"/>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4" name="任意形状 363"/>
                <p:cNvSpPr/>
                <p:nvPr/>
              </p:nvSpPr>
              <p:spPr>
                <a:xfrm>
                  <a:off x="1786971" y="3605945"/>
                  <a:ext cx="47367" cy="46354"/>
                </a:xfrm>
                <a:custGeom>
                  <a:avLst/>
                  <a:gdLst>
                    <a:gd name="connsiteX0" fmla="*/ 47492 w 47367"/>
                    <a:gd name="connsiteY0" fmla="*/ 23253 h 46354"/>
                    <a:gd name="connsiteX1" fmla="*/ 23809 w 47367"/>
                    <a:gd name="connsiteY1" fmla="*/ 46431 h 46354"/>
                    <a:gd name="connsiteX2" fmla="*/ 125 w 47367"/>
                    <a:gd name="connsiteY2" fmla="*/ 23253 h 46354"/>
                    <a:gd name="connsiteX3" fmla="*/ 23809 w 47367"/>
                    <a:gd name="connsiteY3" fmla="*/ 76 h 46354"/>
                    <a:gd name="connsiteX4" fmla="*/ 47492 w 47367"/>
                    <a:gd name="connsiteY4" fmla="*/ 23253 h 46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7" h="46354">
                      <a:moveTo>
                        <a:pt x="47492" y="23253"/>
                      </a:moveTo>
                      <a:cubicBezTo>
                        <a:pt x="47492" y="36054"/>
                        <a:pt x="36889" y="46431"/>
                        <a:pt x="23809" y="46431"/>
                      </a:cubicBezTo>
                      <a:cubicBezTo>
                        <a:pt x="10729" y="46431"/>
                        <a:pt x="125" y="36054"/>
                        <a:pt x="125" y="23253"/>
                      </a:cubicBezTo>
                      <a:cubicBezTo>
                        <a:pt x="125" y="10453"/>
                        <a:pt x="10729" y="76"/>
                        <a:pt x="23809" y="76"/>
                      </a:cubicBezTo>
                      <a:cubicBezTo>
                        <a:pt x="36889" y="76"/>
                        <a:pt x="47492" y="10453"/>
                        <a:pt x="47492" y="23253"/>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65" name="图片 51" descr="icon-32"/>
            <p:cNvGrpSpPr/>
            <p:nvPr/>
          </p:nvGrpSpPr>
          <p:grpSpPr>
            <a:xfrm>
              <a:off x="1639233" y="3709524"/>
              <a:ext cx="214052" cy="195313"/>
              <a:chOff x="1639233" y="3709524"/>
              <a:chExt cx="214052" cy="195313"/>
            </a:xfrm>
          </p:grpSpPr>
          <p:grpSp>
            <p:nvGrpSpPr>
              <p:cNvPr id="366" name="图片 51" descr="icon-32"/>
              <p:cNvGrpSpPr/>
              <p:nvPr/>
            </p:nvGrpSpPr>
            <p:grpSpPr>
              <a:xfrm>
                <a:off x="1784388" y="3710991"/>
                <a:ext cx="68897" cy="193846"/>
                <a:chOff x="1784388" y="3710991"/>
                <a:chExt cx="68897" cy="193846"/>
              </a:xfrm>
            </p:grpSpPr>
            <p:sp>
              <p:nvSpPr>
                <p:cNvPr id="367" name="任意形状 366"/>
                <p:cNvSpPr/>
                <p:nvPr/>
              </p:nvSpPr>
              <p:spPr>
                <a:xfrm rot="10800000">
                  <a:off x="1810225" y="3757345"/>
                  <a:ext cx="43061" cy="147492"/>
                </a:xfrm>
                <a:custGeom>
                  <a:avLst/>
                  <a:gdLst>
                    <a:gd name="connsiteX0" fmla="*/ 134 w 43061"/>
                    <a:gd name="connsiteY0" fmla="*/ 135 h 147492"/>
                    <a:gd name="connsiteX1" fmla="*/ 134 w 43061"/>
                    <a:gd name="connsiteY1" fmla="*/ 43778 h 147492"/>
                    <a:gd name="connsiteX2" fmla="*/ 43195 w 43061"/>
                    <a:gd name="connsiteY2" fmla="*/ 85211 h 147492"/>
                    <a:gd name="connsiteX3" fmla="*/ 43195 w 43061"/>
                    <a:gd name="connsiteY3" fmla="*/ 147627 h 147492"/>
                  </a:gdLst>
                  <a:ahLst/>
                  <a:cxnLst>
                    <a:cxn ang="0">
                      <a:pos x="connsiteX0" y="connsiteY0"/>
                    </a:cxn>
                    <a:cxn ang="0">
                      <a:pos x="connsiteX1" y="connsiteY1"/>
                    </a:cxn>
                    <a:cxn ang="0">
                      <a:pos x="connsiteX2" y="connsiteY2"/>
                    </a:cxn>
                    <a:cxn ang="0">
                      <a:pos x="connsiteX3" y="connsiteY3"/>
                    </a:cxn>
                  </a:cxnLst>
                  <a:rect l="l" t="t" r="r" b="b"/>
                  <a:pathLst>
                    <a:path w="43061" h="147492">
                      <a:moveTo>
                        <a:pt x="134" y="135"/>
                      </a:moveTo>
                      <a:lnTo>
                        <a:pt x="134" y="43778"/>
                      </a:lnTo>
                      <a:lnTo>
                        <a:pt x="43195" y="85211"/>
                      </a:lnTo>
                      <a:lnTo>
                        <a:pt x="43195" y="147627"/>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8" name="任意形状 367"/>
                <p:cNvSpPr/>
                <p:nvPr/>
              </p:nvSpPr>
              <p:spPr>
                <a:xfrm rot="10800000">
                  <a:off x="1784388" y="3710991"/>
                  <a:ext cx="47367" cy="46354"/>
                </a:xfrm>
                <a:custGeom>
                  <a:avLst/>
                  <a:gdLst>
                    <a:gd name="connsiteX0" fmla="*/ 47492 w 47367"/>
                    <a:gd name="connsiteY0" fmla="*/ 23274 h 46354"/>
                    <a:gd name="connsiteX1" fmla="*/ 23809 w 47367"/>
                    <a:gd name="connsiteY1" fmla="*/ 46451 h 46354"/>
                    <a:gd name="connsiteX2" fmla="*/ 125 w 47367"/>
                    <a:gd name="connsiteY2" fmla="*/ 23274 h 46354"/>
                    <a:gd name="connsiteX3" fmla="*/ 23809 w 47367"/>
                    <a:gd name="connsiteY3" fmla="*/ 97 h 46354"/>
                    <a:gd name="connsiteX4" fmla="*/ 47492 w 47367"/>
                    <a:gd name="connsiteY4" fmla="*/ 23274 h 46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7" h="46354">
                      <a:moveTo>
                        <a:pt x="47492" y="23274"/>
                      </a:moveTo>
                      <a:cubicBezTo>
                        <a:pt x="47492" y="36074"/>
                        <a:pt x="36889" y="46451"/>
                        <a:pt x="23809" y="46451"/>
                      </a:cubicBezTo>
                      <a:cubicBezTo>
                        <a:pt x="10729" y="46451"/>
                        <a:pt x="125" y="36074"/>
                        <a:pt x="125" y="23274"/>
                      </a:cubicBezTo>
                      <a:cubicBezTo>
                        <a:pt x="125" y="10473"/>
                        <a:pt x="10729" y="97"/>
                        <a:pt x="23809" y="97"/>
                      </a:cubicBezTo>
                      <a:cubicBezTo>
                        <a:pt x="36889" y="97"/>
                        <a:pt x="47492" y="10473"/>
                        <a:pt x="47492" y="23274"/>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69" name="图片 51" descr="icon-32"/>
              <p:cNvGrpSpPr/>
              <p:nvPr/>
            </p:nvGrpSpPr>
            <p:grpSpPr>
              <a:xfrm>
                <a:off x="1710835" y="3709524"/>
                <a:ext cx="71601" cy="194347"/>
                <a:chOff x="1710835" y="3709524"/>
                <a:chExt cx="71601" cy="194347"/>
              </a:xfrm>
            </p:grpSpPr>
            <p:sp>
              <p:nvSpPr>
                <p:cNvPr id="370" name="任意形状 369"/>
                <p:cNvSpPr/>
                <p:nvPr/>
              </p:nvSpPr>
              <p:spPr>
                <a:xfrm rot="10800000">
                  <a:off x="1740318" y="3755998"/>
                  <a:ext cx="42118" cy="147872"/>
                </a:xfrm>
                <a:custGeom>
                  <a:avLst/>
                  <a:gdLst>
                    <a:gd name="connsiteX0" fmla="*/ 121 w 42118"/>
                    <a:gd name="connsiteY0" fmla="*/ 134 h 147872"/>
                    <a:gd name="connsiteX1" fmla="*/ 121 w 42118"/>
                    <a:gd name="connsiteY1" fmla="*/ 43890 h 147872"/>
                    <a:gd name="connsiteX2" fmla="*/ 42239 w 42118"/>
                    <a:gd name="connsiteY2" fmla="*/ 85430 h 147872"/>
                    <a:gd name="connsiteX3" fmla="*/ 42239 w 42118"/>
                    <a:gd name="connsiteY3" fmla="*/ 148007 h 147872"/>
                  </a:gdLst>
                  <a:ahLst/>
                  <a:cxnLst>
                    <a:cxn ang="0">
                      <a:pos x="connsiteX0" y="connsiteY0"/>
                    </a:cxn>
                    <a:cxn ang="0">
                      <a:pos x="connsiteX1" y="connsiteY1"/>
                    </a:cxn>
                    <a:cxn ang="0">
                      <a:pos x="connsiteX2" y="connsiteY2"/>
                    </a:cxn>
                    <a:cxn ang="0">
                      <a:pos x="connsiteX3" y="connsiteY3"/>
                    </a:cxn>
                  </a:cxnLst>
                  <a:rect l="l" t="t" r="r" b="b"/>
                  <a:pathLst>
                    <a:path w="42118" h="147872">
                      <a:moveTo>
                        <a:pt x="121" y="134"/>
                      </a:moveTo>
                      <a:lnTo>
                        <a:pt x="121" y="43890"/>
                      </a:lnTo>
                      <a:lnTo>
                        <a:pt x="42239" y="85430"/>
                      </a:lnTo>
                      <a:lnTo>
                        <a:pt x="42239" y="148007"/>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1" name="任意形状 370"/>
                <p:cNvSpPr/>
                <p:nvPr/>
              </p:nvSpPr>
              <p:spPr>
                <a:xfrm rot="10800000">
                  <a:off x="1710835" y="3709524"/>
                  <a:ext cx="46330" cy="46474"/>
                </a:xfrm>
                <a:custGeom>
                  <a:avLst/>
                  <a:gdLst>
                    <a:gd name="connsiteX0" fmla="*/ 46440 w 46330"/>
                    <a:gd name="connsiteY0" fmla="*/ 23333 h 46474"/>
                    <a:gd name="connsiteX1" fmla="*/ 23275 w 46330"/>
                    <a:gd name="connsiteY1" fmla="*/ 46570 h 46474"/>
                    <a:gd name="connsiteX2" fmla="*/ 110 w 46330"/>
                    <a:gd name="connsiteY2" fmla="*/ 23333 h 46474"/>
                    <a:gd name="connsiteX3" fmla="*/ 23275 w 46330"/>
                    <a:gd name="connsiteY3" fmla="*/ 96 h 46474"/>
                    <a:gd name="connsiteX4" fmla="*/ 46440 w 46330"/>
                    <a:gd name="connsiteY4" fmla="*/ 23333 h 4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30" h="46474">
                      <a:moveTo>
                        <a:pt x="46440" y="23333"/>
                      </a:moveTo>
                      <a:cubicBezTo>
                        <a:pt x="46440" y="36167"/>
                        <a:pt x="36069" y="46570"/>
                        <a:pt x="23275" y="46570"/>
                      </a:cubicBezTo>
                      <a:cubicBezTo>
                        <a:pt x="10481" y="46570"/>
                        <a:pt x="110" y="36167"/>
                        <a:pt x="110" y="23333"/>
                      </a:cubicBezTo>
                      <a:cubicBezTo>
                        <a:pt x="110" y="10500"/>
                        <a:pt x="10481" y="96"/>
                        <a:pt x="23275" y="96"/>
                      </a:cubicBezTo>
                      <a:cubicBezTo>
                        <a:pt x="36069" y="96"/>
                        <a:pt x="46440" y="10500"/>
                        <a:pt x="46440" y="23333"/>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72" name="图片 51" descr="icon-32"/>
              <p:cNvGrpSpPr/>
              <p:nvPr/>
            </p:nvGrpSpPr>
            <p:grpSpPr>
              <a:xfrm>
                <a:off x="1639233" y="3709524"/>
                <a:ext cx="71601" cy="194347"/>
                <a:chOff x="1639233" y="3709524"/>
                <a:chExt cx="71601" cy="194347"/>
              </a:xfrm>
            </p:grpSpPr>
            <p:sp>
              <p:nvSpPr>
                <p:cNvPr id="373" name="任意形状 372"/>
                <p:cNvSpPr/>
                <p:nvPr/>
              </p:nvSpPr>
              <p:spPr>
                <a:xfrm rot="10800000">
                  <a:off x="1668716" y="3755998"/>
                  <a:ext cx="42118" cy="147872"/>
                </a:xfrm>
                <a:custGeom>
                  <a:avLst/>
                  <a:gdLst>
                    <a:gd name="connsiteX0" fmla="*/ 107 w 42118"/>
                    <a:gd name="connsiteY0" fmla="*/ 134 h 147872"/>
                    <a:gd name="connsiteX1" fmla="*/ 107 w 42118"/>
                    <a:gd name="connsiteY1" fmla="*/ 43890 h 147872"/>
                    <a:gd name="connsiteX2" fmla="*/ 42225 w 42118"/>
                    <a:gd name="connsiteY2" fmla="*/ 85430 h 147872"/>
                    <a:gd name="connsiteX3" fmla="*/ 42225 w 42118"/>
                    <a:gd name="connsiteY3" fmla="*/ 148007 h 147872"/>
                  </a:gdLst>
                  <a:ahLst/>
                  <a:cxnLst>
                    <a:cxn ang="0">
                      <a:pos x="connsiteX0" y="connsiteY0"/>
                    </a:cxn>
                    <a:cxn ang="0">
                      <a:pos x="connsiteX1" y="connsiteY1"/>
                    </a:cxn>
                    <a:cxn ang="0">
                      <a:pos x="connsiteX2" y="connsiteY2"/>
                    </a:cxn>
                    <a:cxn ang="0">
                      <a:pos x="connsiteX3" y="connsiteY3"/>
                    </a:cxn>
                  </a:cxnLst>
                  <a:rect l="l" t="t" r="r" b="b"/>
                  <a:pathLst>
                    <a:path w="42118" h="147872">
                      <a:moveTo>
                        <a:pt x="107" y="134"/>
                      </a:moveTo>
                      <a:lnTo>
                        <a:pt x="107" y="43890"/>
                      </a:lnTo>
                      <a:lnTo>
                        <a:pt x="42225" y="85430"/>
                      </a:lnTo>
                      <a:lnTo>
                        <a:pt x="42225" y="148007"/>
                      </a:lnTo>
                    </a:path>
                  </a:pathLst>
                </a:custGeom>
                <a:no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4" name="任意形状 373"/>
                <p:cNvSpPr/>
                <p:nvPr/>
              </p:nvSpPr>
              <p:spPr>
                <a:xfrm rot="10800000">
                  <a:off x="1639233" y="3709524"/>
                  <a:ext cx="46330" cy="46474"/>
                </a:xfrm>
                <a:custGeom>
                  <a:avLst/>
                  <a:gdLst>
                    <a:gd name="connsiteX0" fmla="*/ 46426 w 46330"/>
                    <a:gd name="connsiteY0" fmla="*/ 23333 h 46474"/>
                    <a:gd name="connsiteX1" fmla="*/ 23261 w 46330"/>
                    <a:gd name="connsiteY1" fmla="*/ 46570 h 46474"/>
                    <a:gd name="connsiteX2" fmla="*/ 96 w 46330"/>
                    <a:gd name="connsiteY2" fmla="*/ 23333 h 46474"/>
                    <a:gd name="connsiteX3" fmla="*/ 23261 w 46330"/>
                    <a:gd name="connsiteY3" fmla="*/ 96 h 46474"/>
                    <a:gd name="connsiteX4" fmla="*/ 46426 w 46330"/>
                    <a:gd name="connsiteY4" fmla="*/ 23333 h 4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30" h="46474">
                      <a:moveTo>
                        <a:pt x="46426" y="23333"/>
                      </a:moveTo>
                      <a:cubicBezTo>
                        <a:pt x="46426" y="36167"/>
                        <a:pt x="36055" y="46570"/>
                        <a:pt x="23261" y="46570"/>
                      </a:cubicBezTo>
                      <a:cubicBezTo>
                        <a:pt x="10467" y="46570"/>
                        <a:pt x="96" y="36167"/>
                        <a:pt x="96" y="23333"/>
                      </a:cubicBezTo>
                      <a:cubicBezTo>
                        <a:pt x="96" y="10500"/>
                        <a:pt x="10467" y="96"/>
                        <a:pt x="23261" y="96"/>
                      </a:cubicBezTo>
                      <a:cubicBezTo>
                        <a:pt x="36055" y="96"/>
                        <a:pt x="46426" y="10500"/>
                        <a:pt x="46426" y="23333"/>
                      </a:cubicBezTo>
                      <a:close/>
                    </a:path>
                  </a:pathLst>
                </a:custGeom>
                <a:solidFill>
                  <a:schemeClr val="accent1">
                    <a:lumMod val="60000"/>
                    <a:lumOff val="40000"/>
                  </a:schemeClr>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75" name="图片 51" descr="icon-32"/>
            <p:cNvGrpSpPr/>
            <p:nvPr/>
          </p:nvGrpSpPr>
          <p:grpSpPr>
            <a:xfrm>
              <a:off x="1536946" y="3251419"/>
              <a:ext cx="373350" cy="166584"/>
              <a:chOff x="1536946" y="3251419"/>
              <a:chExt cx="373350" cy="166584"/>
            </a:xfrm>
            <a:solidFill>
              <a:srgbClr val="FFFFFF"/>
            </a:solidFill>
          </p:grpSpPr>
          <p:grpSp>
            <p:nvGrpSpPr>
              <p:cNvPr id="376" name="图片 51" descr="icon-32"/>
              <p:cNvGrpSpPr/>
              <p:nvPr/>
            </p:nvGrpSpPr>
            <p:grpSpPr>
              <a:xfrm>
                <a:off x="1536946" y="3251419"/>
                <a:ext cx="35800" cy="166584"/>
                <a:chOff x="1536946" y="3251419"/>
                <a:chExt cx="35800" cy="166584"/>
              </a:xfrm>
              <a:solidFill>
                <a:srgbClr val="FFFFFF"/>
              </a:solidFill>
            </p:grpSpPr>
            <p:sp>
              <p:nvSpPr>
                <p:cNvPr id="377" name="任意形状 376"/>
                <p:cNvSpPr/>
                <p:nvPr/>
              </p:nvSpPr>
              <p:spPr>
                <a:xfrm>
                  <a:off x="1552608" y="3251419"/>
                  <a:ext cx="5114" cy="109541"/>
                </a:xfrm>
                <a:custGeom>
                  <a:avLst/>
                  <a:gdLst>
                    <a:gd name="connsiteX0" fmla="*/ 81 w 5114"/>
                    <a:gd name="connsiteY0" fmla="*/ 35 h 109541"/>
                    <a:gd name="connsiteX1" fmla="*/ 81 w 5114"/>
                    <a:gd name="connsiteY1" fmla="*/ 109577 h 109541"/>
                  </a:gdLst>
                  <a:ahLst/>
                  <a:cxnLst>
                    <a:cxn ang="0">
                      <a:pos x="connsiteX0" y="connsiteY0"/>
                    </a:cxn>
                    <a:cxn ang="0">
                      <a:pos x="connsiteX1" y="connsiteY1"/>
                    </a:cxn>
                  </a:cxnLst>
                  <a:rect l="l" t="t" r="r" b="b"/>
                  <a:pathLst>
                    <a:path w="5114" h="109541">
                      <a:moveTo>
                        <a:pt x="81" y="35"/>
                      </a:moveTo>
                      <a:lnTo>
                        <a:pt x="81"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8" name="任意形状 377"/>
                <p:cNvSpPr/>
                <p:nvPr/>
              </p:nvSpPr>
              <p:spPr>
                <a:xfrm>
                  <a:off x="1536946" y="3384248"/>
                  <a:ext cx="35800" cy="33755"/>
                </a:xfrm>
                <a:custGeom>
                  <a:avLst/>
                  <a:gdLst>
                    <a:gd name="connsiteX0" fmla="*/ 35882 w 35800"/>
                    <a:gd name="connsiteY0" fmla="*/ 16913 h 33755"/>
                    <a:gd name="connsiteX1" fmla="*/ 17981 w 35800"/>
                    <a:gd name="connsiteY1" fmla="*/ 33790 h 33755"/>
                    <a:gd name="connsiteX2" fmla="*/ 81 w 35800"/>
                    <a:gd name="connsiteY2" fmla="*/ 16913 h 33755"/>
                    <a:gd name="connsiteX3" fmla="*/ 17981 w 35800"/>
                    <a:gd name="connsiteY3" fmla="*/ 35 h 33755"/>
                    <a:gd name="connsiteX4" fmla="*/ 35882 w 35800"/>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882" y="16913"/>
                      </a:moveTo>
                      <a:cubicBezTo>
                        <a:pt x="35882" y="26234"/>
                        <a:pt x="27867" y="33790"/>
                        <a:pt x="17981" y="33790"/>
                      </a:cubicBezTo>
                      <a:cubicBezTo>
                        <a:pt x="8095" y="33790"/>
                        <a:pt x="81" y="26234"/>
                        <a:pt x="81" y="16913"/>
                      </a:cubicBezTo>
                      <a:cubicBezTo>
                        <a:pt x="81" y="7591"/>
                        <a:pt x="8095" y="35"/>
                        <a:pt x="17981" y="35"/>
                      </a:cubicBezTo>
                      <a:cubicBezTo>
                        <a:pt x="27867" y="35"/>
                        <a:pt x="35882" y="7591"/>
                        <a:pt x="35882"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79" name="图片 51" descr="icon-32"/>
              <p:cNvGrpSpPr/>
              <p:nvPr/>
            </p:nvGrpSpPr>
            <p:grpSpPr>
              <a:xfrm>
                <a:off x="1603433" y="3251419"/>
                <a:ext cx="35800" cy="166584"/>
                <a:chOff x="1603433" y="3251419"/>
                <a:chExt cx="35800" cy="166584"/>
              </a:xfrm>
              <a:solidFill>
                <a:srgbClr val="FFFFFF"/>
              </a:solidFill>
            </p:grpSpPr>
            <p:sp>
              <p:nvSpPr>
                <p:cNvPr id="380" name="任意形状 379"/>
                <p:cNvSpPr/>
                <p:nvPr/>
              </p:nvSpPr>
              <p:spPr>
                <a:xfrm>
                  <a:off x="1619096" y="3251419"/>
                  <a:ext cx="5114" cy="109541"/>
                </a:xfrm>
                <a:custGeom>
                  <a:avLst/>
                  <a:gdLst>
                    <a:gd name="connsiteX0" fmla="*/ 94 w 5114"/>
                    <a:gd name="connsiteY0" fmla="*/ 35 h 109541"/>
                    <a:gd name="connsiteX1" fmla="*/ 94 w 5114"/>
                    <a:gd name="connsiteY1" fmla="*/ 109577 h 109541"/>
                  </a:gdLst>
                  <a:ahLst/>
                  <a:cxnLst>
                    <a:cxn ang="0">
                      <a:pos x="connsiteX0" y="connsiteY0"/>
                    </a:cxn>
                    <a:cxn ang="0">
                      <a:pos x="connsiteX1" y="connsiteY1"/>
                    </a:cxn>
                  </a:cxnLst>
                  <a:rect l="l" t="t" r="r" b="b"/>
                  <a:pathLst>
                    <a:path w="5114" h="109541">
                      <a:moveTo>
                        <a:pt x="94" y="35"/>
                      </a:moveTo>
                      <a:lnTo>
                        <a:pt x="94"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1" name="任意形状 380"/>
                <p:cNvSpPr/>
                <p:nvPr/>
              </p:nvSpPr>
              <p:spPr>
                <a:xfrm>
                  <a:off x="1603433" y="3384248"/>
                  <a:ext cx="35800" cy="33755"/>
                </a:xfrm>
                <a:custGeom>
                  <a:avLst/>
                  <a:gdLst>
                    <a:gd name="connsiteX0" fmla="*/ 35895 w 35800"/>
                    <a:gd name="connsiteY0" fmla="*/ 16913 h 33755"/>
                    <a:gd name="connsiteX1" fmla="*/ 17994 w 35800"/>
                    <a:gd name="connsiteY1" fmla="*/ 33790 h 33755"/>
                    <a:gd name="connsiteX2" fmla="*/ 94 w 35800"/>
                    <a:gd name="connsiteY2" fmla="*/ 16913 h 33755"/>
                    <a:gd name="connsiteX3" fmla="*/ 17994 w 35800"/>
                    <a:gd name="connsiteY3" fmla="*/ 35 h 33755"/>
                    <a:gd name="connsiteX4" fmla="*/ 35895 w 35800"/>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895" y="16913"/>
                      </a:moveTo>
                      <a:cubicBezTo>
                        <a:pt x="35895" y="26234"/>
                        <a:pt x="27880" y="33790"/>
                        <a:pt x="17994" y="33790"/>
                      </a:cubicBezTo>
                      <a:cubicBezTo>
                        <a:pt x="8108" y="33790"/>
                        <a:pt x="94" y="26234"/>
                        <a:pt x="94" y="16913"/>
                      </a:cubicBezTo>
                      <a:cubicBezTo>
                        <a:pt x="94" y="7591"/>
                        <a:pt x="8108" y="35"/>
                        <a:pt x="17994" y="35"/>
                      </a:cubicBezTo>
                      <a:cubicBezTo>
                        <a:pt x="27880" y="35"/>
                        <a:pt x="35895" y="7591"/>
                        <a:pt x="35895"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82" name="图片 51" descr="icon-32"/>
              <p:cNvGrpSpPr/>
              <p:nvPr/>
            </p:nvGrpSpPr>
            <p:grpSpPr>
              <a:xfrm>
                <a:off x="1669920" y="3251419"/>
                <a:ext cx="35800" cy="166584"/>
                <a:chOff x="1669920" y="3251419"/>
                <a:chExt cx="35800" cy="166584"/>
              </a:xfrm>
              <a:solidFill>
                <a:srgbClr val="FFFFFF"/>
              </a:solidFill>
            </p:grpSpPr>
            <p:sp>
              <p:nvSpPr>
                <p:cNvPr id="383" name="任意形状 382"/>
                <p:cNvSpPr/>
                <p:nvPr/>
              </p:nvSpPr>
              <p:spPr>
                <a:xfrm>
                  <a:off x="1685583" y="3251419"/>
                  <a:ext cx="5114" cy="109541"/>
                </a:xfrm>
                <a:custGeom>
                  <a:avLst/>
                  <a:gdLst>
                    <a:gd name="connsiteX0" fmla="*/ 107 w 5114"/>
                    <a:gd name="connsiteY0" fmla="*/ 35 h 109541"/>
                    <a:gd name="connsiteX1" fmla="*/ 107 w 5114"/>
                    <a:gd name="connsiteY1" fmla="*/ 109577 h 109541"/>
                  </a:gdLst>
                  <a:ahLst/>
                  <a:cxnLst>
                    <a:cxn ang="0">
                      <a:pos x="connsiteX0" y="connsiteY0"/>
                    </a:cxn>
                    <a:cxn ang="0">
                      <a:pos x="connsiteX1" y="connsiteY1"/>
                    </a:cxn>
                  </a:cxnLst>
                  <a:rect l="l" t="t" r="r" b="b"/>
                  <a:pathLst>
                    <a:path w="5114" h="109541">
                      <a:moveTo>
                        <a:pt x="107" y="35"/>
                      </a:moveTo>
                      <a:lnTo>
                        <a:pt x="107"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4" name="任意形状 383"/>
                <p:cNvSpPr/>
                <p:nvPr/>
              </p:nvSpPr>
              <p:spPr>
                <a:xfrm>
                  <a:off x="1669920" y="3384248"/>
                  <a:ext cx="35800" cy="33755"/>
                </a:xfrm>
                <a:custGeom>
                  <a:avLst/>
                  <a:gdLst>
                    <a:gd name="connsiteX0" fmla="*/ 35908 w 35800"/>
                    <a:gd name="connsiteY0" fmla="*/ 16913 h 33755"/>
                    <a:gd name="connsiteX1" fmla="*/ 18007 w 35800"/>
                    <a:gd name="connsiteY1" fmla="*/ 33790 h 33755"/>
                    <a:gd name="connsiteX2" fmla="*/ 107 w 35800"/>
                    <a:gd name="connsiteY2" fmla="*/ 16913 h 33755"/>
                    <a:gd name="connsiteX3" fmla="*/ 18007 w 35800"/>
                    <a:gd name="connsiteY3" fmla="*/ 35 h 33755"/>
                    <a:gd name="connsiteX4" fmla="*/ 35908 w 35800"/>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08" y="16913"/>
                      </a:moveTo>
                      <a:cubicBezTo>
                        <a:pt x="35908" y="26234"/>
                        <a:pt x="27893" y="33790"/>
                        <a:pt x="18007" y="33790"/>
                      </a:cubicBezTo>
                      <a:cubicBezTo>
                        <a:pt x="8121" y="33790"/>
                        <a:pt x="107" y="26234"/>
                        <a:pt x="107" y="16913"/>
                      </a:cubicBezTo>
                      <a:cubicBezTo>
                        <a:pt x="107" y="7591"/>
                        <a:pt x="8121" y="35"/>
                        <a:pt x="18007" y="35"/>
                      </a:cubicBezTo>
                      <a:cubicBezTo>
                        <a:pt x="27893" y="35"/>
                        <a:pt x="35908" y="7591"/>
                        <a:pt x="35908"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85" name="图片 51" descr="icon-32"/>
              <p:cNvGrpSpPr/>
              <p:nvPr/>
            </p:nvGrpSpPr>
            <p:grpSpPr>
              <a:xfrm>
                <a:off x="1736407" y="3251419"/>
                <a:ext cx="35800" cy="166584"/>
                <a:chOff x="1736407" y="3251419"/>
                <a:chExt cx="35800" cy="166584"/>
              </a:xfrm>
              <a:solidFill>
                <a:srgbClr val="FFFFFF"/>
              </a:solidFill>
            </p:grpSpPr>
            <p:sp>
              <p:nvSpPr>
                <p:cNvPr id="386" name="任意形状 385"/>
                <p:cNvSpPr/>
                <p:nvPr/>
              </p:nvSpPr>
              <p:spPr>
                <a:xfrm>
                  <a:off x="1752070" y="3251419"/>
                  <a:ext cx="5114" cy="109541"/>
                </a:xfrm>
                <a:custGeom>
                  <a:avLst/>
                  <a:gdLst>
                    <a:gd name="connsiteX0" fmla="*/ 120 w 5114"/>
                    <a:gd name="connsiteY0" fmla="*/ 35 h 109541"/>
                    <a:gd name="connsiteX1" fmla="*/ 120 w 5114"/>
                    <a:gd name="connsiteY1" fmla="*/ 109577 h 109541"/>
                  </a:gdLst>
                  <a:ahLst/>
                  <a:cxnLst>
                    <a:cxn ang="0">
                      <a:pos x="connsiteX0" y="connsiteY0"/>
                    </a:cxn>
                    <a:cxn ang="0">
                      <a:pos x="connsiteX1" y="connsiteY1"/>
                    </a:cxn>
                  </a:cxnLst>
                  <a:rect l="l" t="t" r="r" b="b"/>
                  <a:pathLst>
                    <a:path w="5114" h="109541">
                      <a:moveTo>
                        <a:pt x="120" y="35"/>
                      </a:moveTo>
                      <a:lnTo>
                        <a:pt x="120"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7" name="任意形状 386"/>
                <p:cNvSpPr/>
                <p:nvPr/>
              </p:nvSpPr>
              <p:spPr>
                <a:xfrm>
                  <a:off x="1736407" y="3384248"/>
                  <a:ext cx="35800" cy="33755"/>
                </a:xfrm>
                <a:custGeom>
                  <a:avLst/>
                  <a:gdLst>
                    <a:gd name="connsiteX0" fmla="*/ 35921 w 35800"/>
                    <a:gd name="connsiteY0" fmla="*/ 16913 h 33755"/>
                    <a:gd name="connsiteX1" fmla="*/ 18020 w 35800"/>
                    <a:gd name="connsiteY1" fmla="*/ 33790 h 33755"/>
                    <a:gd name="connsiteX2" fmla="*/ 120 w 35800"/>
                    <a:gd name="connsiteY2" fmla="*/ 16913 h 33755"/>
                    <a:gd name="connsiteX3" fmla="*/ 18020 w 35800"/>
                    <a:gd name="connsiteY3" fmla="*/ 35 h 33755"/>
                    <a:gd name="connsiteX4" fmla="*/ 35921 w 35800"/>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21" y="16913"/>
                      </a:moveTo>
                      <a:cubicBezTo>
                        <a:pt x="35921" y="26234"/>
                        <a:pt x="27906" y="33790"/>
                        <a:pt x="18020" y="33790"/>
                      </a:cubicBezTo>
                      <a:cubicBezTo>
                        <a:pt x="8134" y="33790"/>
                        <a:pt x="120" y="26234"/>
                        <a:pt x="120" y="16913"/>
                      </a:cubicBezTo>
                      <a:cubicBezTo>
                        <a:pt x="120" y="7591"/>
                        <a:pt x="8134" y="35"/>
                        <a:pt x="18020" y="35"/>
                      </a:cubicBezTo>
                      <a:cubicBezTo>
                        <a:pt x="27906" y="35"/>
                        <a:pt x="35921" y="7591"/>
                        <a:pt x="35921"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88" name="图片 51" descr="icon-32"/>
              <p:cNvGrpSpPr/>
              <p:nvPr/>
            </p:nvGrpSpPr>
            <p:grpSpPr>
              <a:xfrm>
                <a:off x="1585060" y="3251419"/>
                <a:ext cx="266892" cy="166584"/>
                <a:chOff x="1585060" y="3251419"/>
                <a:chExt cx="266892" cy="166584"/>
              </a:xfrm>
              <a:solidFill>
                <a:srgbClr val="FFFFFF"/>
              </a:solidFill>
            </p:grpSpPr>
            <p:sp>
              <p:nvSpPr>
                <p:cNvPr id="389" name="任意形状 388"/>
                <p:cNvSpPr/>
                <p:nvPr/>
              </p:nvSpPr>
              <p:spPr>
                <a:xfrm>
                  <a:off x="1818591"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0" name="任意形状 389"/>
                <p:cNvSpPr/>
                <p:nvPr/>
              </p:nvSpPr>
              <p:spPr>
                <a:xfrm>
                  <a:off x="1651783"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1" name="任意形状 390"/>
                <p:cNvSpPr/>
                <p:nvPr/>
              </p:nvSpPr>
              <p:spPr>
                <a:xfrm>
                  <a:off x="1851953"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2" name="任意形状 391"/>
                <p:cNvSpPr/>
                <p:nvPr/>
              </p:nvSpPr>
              <p:spPr>
                <a:xfrm>
                  <a:off x="1585060"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3" name="任意形状 392"/>
                <p:cNvSpPr/>
                <p:nvPr/>
              </p:nvSpPr>
              <p:spPr>
                <a:xfrm>
                  <a:off x="1718507"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4" name="任意形状 393"/>
                <p:cNvSpPr/>
                <p:nvPr/>
              </p:nvSpPr>
              <p:spPr>
                <a:xfrm>
                  <a:off x="1785230" y="3251419"/>
                  <a:ext cx="5114" cy="109541"/>
                </a:xfrm>
                <a:custGeom>
                  <a:avLst/>
                  <a:gdLst>
                    <a:gd name="connsiteX0" fmla="*/ 90 w 5114"/>
                    <a:gd name="connsiteY0" fmla="*/ 35 h 109541"/>
                    <a:gd name="connsiteX1" fmla="*/ 90 w 5114"/>
                    <a:gd name="connsiteY1" fmla="*/ 109577 h 109541"/>
                  </a:gdLst>
                  <a:ahLst/>
                  <a:cxnLst>
                    <a:cxn ang="0">
                      <a:pos x="connsiteX0" y="connsiteY0"/>
                    </a:cxn>
                    <a:cxn ang="0">
                      <a:pos x="connsiteX1" y="connsiteY1"/>
                    </a:cxn>
                  </a:cxnLst>
                  <a:rect l="l" t="t" r="r" b="b"/>
                  <a:pathLst>
                    <a:path w="5114" h="109541">
                      <a:moveTo>
                        <a:pt x="90" y="35"/>
                      </a:moveTo>
                      <a:lnTo>
                        <a:pt x="90" y="10957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5" name="任意形状 394"/>
                <p:cNvSpPr/>
                <p:nvPr/>
              </p:nvSpPr>
              <p:spPr>
                <a:xfrm>
                  <a:off x="1803996" y="3384248"/>
                  <a:ext cx="33361" cy="33755"/>
                </a:xfrm>
                <a:custGeom>
                  <a:avLst/>
                  <a:gdLst>
                    <a:gd name="connsiteX0" fmla="*/ 33452 w 33361"/>
                    <a:gd name="connsiteY0" fmla="*/ 16913 h 33755"/>
                    <a:gd name="connsiteX1" fmla="*/ 16771 w 33361"/>
                    <a:gd name="connsiteY1" fmla="*/ 33790 h 33755"/>
                    <a:gd name="connsiteX2" fmla="*/ 90 w 33361"/>
                    <a:gd name="connsiteY2" fmla="*/ 16913 h 33755"/>
                    <a:gd name="connsiteX3" fmla="*/ 16771 w 33361"/>
                    <a:gd name="connsiteY3" fmla="*/ 35 h 33755"/>
                    <a:gd name="connsiteX4" fmla="*/ 33452 w 33361"/>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33755">
                      <a:moveTo>
                        <a:pt x="33452" y="16913"/>
                      </a:moveTo>
                      <a:cubicBezTo>
                        <a:pt x="33452" y="26234"/>
                        <a:pt x="25983" y="33790"/>
                        <a:pt x="16771" y="33790"/>
                      </a:cubicBezTo>
                      <a:cubicBezTo>
                        <a:pt x="7558" y="33790"/>
                        <a:pt x="90" y="26234"/>
                        <a:pt x="90" y="16913"/>
                      </a:cubicBezTo>
                      <a:cubicBezTo>
                        <a:pt x="90" y="7591"/>
                        <a:pt x="7558" y="35"/>
                        <a:pt x="16771" y="35"/>
                      </a:cubicBezTo>
                      <a:cubicBezTo>
                        <a:pt x="25983" y="35"/>
                        <a:pt x="33452" y="7591"/>
                        <a:pt x="33452"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96" name="图片 51" descr="icon-32"/>
              <p:cNvGrpSpPr/>
              <p:nvPr/>
            </p:nvGrpSpPr>
            <p:grpSpPr>
              <a:xfrm>
                <a:off x="1874496" y="3251419"/>
                <a:ext cx="35800" cy="166584"/>
                <a:chOff x="1874496" y="3251419"/>
                <a:chExt cx="35800" cy="166584"/>
              </a:xfrm>
              <a:solidFill>
                <a:srgbClr val="FFFFFF"/>
              </a:solidFill>
            </p:grpSpPr>
            <p:sp>
              <p:nvSpPr>
                <p:cNvPr id="397" name="任意形状 396"/>
                <p:cNvSpPr/>
                <p:nvPr/>
              </p:nvSpPr>
              <p:spPr>
                <a:xfrm>
                  <a:off x="1890159" y="3251419"/>
                  <a:ext cx="5114" cy="109541"/>
                </a:xfrm>
                <a:custGeom>
                  <a:avLst/>
                  <a:gdLst>
                    <a:gd name="connsiteX0" fmla="*/ 147 w 5114"/>
                    <a:gd name="connsiteY0" fmla="*/ 35 h 109541"/>
                    <a:gd name="connsiteX1" fmla="*/ 147 w 5114"/>
                    <a:gd name="connsiteY1" fmla="*/ 109577 h 109541"/>
                  </a:gdLst>
                  <a:ahLst/>
                  <a:cxnLst>
                    <a:cxn ang="0">
                      <a:pos x="connsiteX0" y="connsiteY0"/>
                    </a:cxn>
                    <a:cxn ang="0">
                      <a:pos x="connsiteX1" y="connsiteY1"/>
                    </a:cxn>
                  </a:cxnLst>
                  <a:rect l="l" t="t" r="r" b="b"/>
                  <a:pathLst>
                    <a:path w="5114" h="109541">
                      <a:moveTo>
                        <a:pt x="147" y="35"/>
                      </a:moveTo>
                      <a:lnTo>
                        <a:pt x="147" y="10957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8" name="任意形状 397"/>
                <p:cNvSpPr/>
                <p:nvPr/>
              </p:nvSpPr>
              <p:spPr>
                <a:xfrm>
                  <a:off x="1874496" y="3384248"/>
                  <a:ext cx="35800" cy="33755"/>
                </a:xfrm>
                <a:custGeom>
                  <a:avLst/>
                  <a:gdLst>
                    <a:gd name="connsiteX0" fmla="*/ 35948 w 35800"/>
                    <a:gd name="connsiteY0" fmla="*/ 16913 h 33755"/>
                    <a:gd name="connsiteX1" fmla="*/ 18047 w 35800"/>
                    <a:gd name="connsiteY1" fmla="*/ 33790 h 33755"/>
                    <a:gd name="connsiteX2" fmla="*/ 147 w 35800"/>
                    <a:gd name="connsiteY2" fmla="*/ 16913 h 33755"/>
                    <a:gd name="connsiteX3" fmla="*/ 18047 w 35800"/>
                    <a:gd name="connsiteY3" fmla="*/ 35 h 33755"/>
                    <a:gd name="connsiteX4" fmla="*/ 35948 w 35800"/>
                    <a:gd name="connsiteY4" fmla="*/ 16913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48" y="16913"/>
                      </a:moveTo>
                      <a:cubicBezTo>
                        <a:pt x="35948" y="26234"/>
                        <a:pt x="27933" y="33790"/>
                        <a:pt x="18047" y="33790"/>
                      </a:cubicBezTo>
                      <a:cubicBezTo>
                        <a:pt x="8161" y="33790"/>
                        <a:pt x="147" y="26234"/>
                        <a:pt x="147" y="16913"/>
                      </a:cubicBezTo>
                      <a:cubicBezTo>
                        <a:pt x="147" y="7591"/>
                        <a:pt x="8161" y="35"/>
                        <a:pt x="18047" y="35"/>
                      </a:cubicBezTo>
                      <a:cubicBezTo>
                        <a:pt x="27933" y="35"/>
                        <a:pt x="35948" y="7591"/>
                        <a:pt x="35948" y="16913"/>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99" name="图片 51" descr="icon-32"/>
            <p:cNvGrpSpPr/>
            <p:nvPr/>
          </p:nvGrpSpPr>
          <p:grpSpPr>
            <a:xfrm>
              <a:off x="1547174" y="3955015"/>
              <a:ext cx="368236" cy="166584"/>
              <a:chOff x="1547174" y="3955015"/>
              <a:chExt cx="368236" cy="166584"/>
            </a:xfrm>
            <a:solidFill>
              <a:srgbClr val="FFFFFF"/>
            </a:solidFill>
          </p:grpSpPr>
          <p:grpSp>
            <p:nvGrpSpPr>
              <p:cNvPr id="400" name="图片 51" descr="icon-32"/>
              <p:cNvGrpSpPr/>
              <p:nvPr/>
            </p:nvGrpSpPr>
            <p:grpSpPr>
              <a:xfrm>
                <a:off x="1547174" y="3955015"/>
                <a:ext cx="35800" cy="166584"/>
                <a:chOff x="1547174" y="3955015"/>
                <a:chExt cx="35800" cy="166584"/>
              </a:xfrm>
              <a:solidFill>
                <a:srgbClr val="FFFFFF"/>
              </a:solidFill>
            </p:grpSpPr>
            <p:sp>
              <p:nvSpPr>
                <p:cNvPr id="401" name="任意形状 400"/>
                <p:cNvSpPr/>
                <p:nvPr/>
              </p:nvSpPr>
              <p:spPr>
                <a:xfrm flipV="1">
                  <a:off x="1562837" y="4012058"/>
                  <a:ext cx="5114" cy="109541"/>
                </a:xfrm>
                <a:custGeom>
                  <a:avLst/>
                  <a:gdLst>
                    <a:gd name="connsiteX0" fmla="*/ 83 w 5114"/>
                    <a:gd name="connsiteY0" fmla="*/ 184 h 109541"/>
                    <a:gd name="connsiteX1" fmla="*/ 83 w 5114"/>
                    <a:gd name="connsiteY1" fmla="*/ 109725 h 109541"/>
                  </a:gdLst>
                  <a:ahLst/>
                  <a:cxnLst>
                    <a:cxn ang="0">
                      <a:pos x="connsiteX0" y="connsiteY0"/>
                    </a:cxn>
                    <a:cxn ang="0">
                      <a:pos x="connsiteX1" y="connsiteY1"/>
                    </a:cxn>
                  </a:cxnLst>
                  <a:rect l="l" t="t" r="r" b="b"/>
                  <a:pathLst>
                    <a:path w="5114" h="109541">
                      <a:moveTo>
                        <a:pt x="83" y="184"/>
                      </a:moveTo>
                      <a:lnTo>
                        <a:pt x="83"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2" name="任意形状 401"/>
                <p:cNvSpPr/>
                <p:nvPr/>
              </p:nvSpPr>
              <p:spPr>
                <a:xfrm flipV="1">
                  <a:off x="1547174" y="3955015"/>
                  <a:ext cx="35800" cy="33755"/>
                </a:xfrm>
                <a:custGeom>
                  <a:avLst/>
                  <a:gdLst>
                    <a:gd name="connsiteX0" fmla="*/ 35884 w 35800"/>
                    <a:gd name="connsiteY0" fmla="*/ 17024 h 33755"/>
                    <a:gd name="connsiteX1" fmla="*/ 17983 w 35800"/>
                    <a:gd name="connsiteY1" fmla="*/ 33902 h 33755"/>
                    <a:gd name="connsiteX2" fmla="*/ 83 w 35800"/>
                    <a:gd name="connsiteY2" fmla="*/ 17024 h 33755"/>
                    <a:gd name="connsiteX3" fmla="*/ 17983 w 35800"/>
                    <a:gd name="connsiteY3" fmla="*/ 147 h 33755"/>
                    <a:gd name="connsiteX4" fmla="*/ 35884 w 35800"/>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884" y="17024"/>
                      </a:moveTo>
                      <a:cubicBezTo>
                        <a:pt x="35884" y="26345"/>
                        <a:pt x="27869" y="33902"/>
                        <a:pt x="17983" y="33902"/>
                      </a:cubicBezTo>
                      <a:cubicBezTo>
                        <a:pt x="8097" y="33902"/>
                        <a:pt x="83" y="26345"/>
                        <a:pt x="83" y="17024"/>
                      </a:cubicBezTo>
                      <a:cubicBezTo>
                        <a:pt x="83" y="7703"/>
                        <a:pt x="8097" y="147"/>
                        <a:pt x="17983" y="147"/>
                      </a:cubicBezTo>
                      <a:cubicBezTo>
                        <a:pt x="27869" y="147"/>
                        <a:pt x="35884" y="7703"/>
                        <a:pt x="35884"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03" name="图片 51" descr="icon-32"/>
              <p:cNvGrpSpPr/>
              <p:nvPr/>
            </p:nvGrpSpPr>
            <p:grpSpPr>
              <a:xfrm>
                <a:off x="1613662" y="3955015"/>
                <a:ext cx="35800" cy="166584"/>
                <a:chOff x="1613662" y="3955015"/>
                <a:chExt cx="35800" cy="166584"/>
              </a:xfrm>
              <a:solidFill>
                <a:srgbClr val="FFFFFF"/>
              </a:solidFill>
            </p:grpSpPr>
            <p:sp>
              <p:nvSpPr>
                <p:cNvPr id="404" name="任意形状 403"/>
                <p:cNvSpPr/>
                <p:nvPr/>
              </p:nvSpPr>
              <p:spPr>
                <a:xfrm flipV="1">
                  <a:off x="1629324" y="4012058"/>
                  <a:ext cx="5114" cy="109541"/>
                </a:xfrm>
                <a:custGeom>
                  <a:avLst/>
                  <a:gdLst>
                    <a:gd name="connsiteX0" fmla="*/ 96 w 5114"/>
                    <a:gd name="connsiteY0" fmla="*/ 184 h 109541"/>
                    <a:gd name="connsiteX1" fmla="*/ 96 w 5114"/>
                    <a:gd name="connsiteY1" fmla="*/ 109725 h 109541"/>
                  </a:gdLst>
                  <a:ahLst/>
                  <a:cxnLst>
                    <a:cxn ang="0">
                      <a:pos x="connsiteX0" y="connsiteY0"/>
                    </a:cxn>
                    <a:cxn ang="0">
                      <a:pos x="connsiteX1" y="connsiteY1"/>
                    </a:cxn>
                  </a:cxnLst>
                  <a:rect l="l" t="t" r="r" b="b"/>
                  <a:pathLst>
                    <a:path w="5114" h="109541">
                      <a:moveTo>
                        <a:pt x="96" y="184"/>
                      </a:moveTo>
                      <a:lnTo>
                        <a:pt x="96"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5" name="任意形状 404"/>
                <p:cNvSpPr/>
                <p:nvPr/>
              </p:nvSpPr>
              <p:spPr>
                <a:xfrm flipV="1">
                  <a:off x="1613662" y="3955015"/>
                  <a:ext cx="35800" cy="33755"/>
                </a:xfrm>
                <a:custGeom>
                  <a:avLst/>
                  <a:gdLst>
                    <a:gd name="connsiteX0" fmla="*/ 35897 w 35800"/>
                    <a:gd name="connsiteY0" fmla="*/ 17024 h 33755"/>
                    <a:gd name="connsiteX1" fmla="*/ 17996 w 35800"/>
                    <a:gd name="connsiteY1" fmla="*/ 33902 h 33755"/>
                    <a:gd name="connsiteX2" fmla="*/ 96 w 35800"/>
                    <a:gd name="connsiteY2" fmla="*/ 17024 h 33755"/>
                    <a:gd name="connsiteX3" fmla="*/ 17996 w 35800"/>
                    <a:gd name="connsiteY3" fmla="*/ 147 h 33755"/>
                    <a:gd name="connsiteX4" fmla="*/ 35897 w 35800"/>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897" y="17024"/>
                      </a:moveTo>
                      <a:cubicBezTo>
                        <a:pt x="35897" y="26345"/>
                        <a:pt x="27882" y="33902"/>
                        <a:pt x="17996" y="33902"/>
                      </a:cubicBezTo>
                      <a:cubicBezTo>
                        <a:pt x="8110" y="33902"/>
                        <a:pt x="96" y="26345"/>
                        <a:pt x="96" y="17024"/>
                      </a:cubicBezTo>
                      <a:cubicBezTo>
                        <a:pt x="96" y="7703"/>
                        <a:pt x="8110" y="147"/>
                        <a:pt x="17996" y="147"/>
                      </a:cubicBezTo>
                      <a:cubicBezTo>
                        <a:pt x="27882" y="147"/>
                        <a:pt x="35897" y="7703"/>
                        <a:pt x="35897"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06" name="图片 51" descr="icon-32"/>
              <p:cNvGrpSpPr/>
              <p:nvPr/>
            </p:nvGrpSpPr>
            <p:grpSpPr>
              <a:xfrm>
                <a:off x="1680149" y="3955015"/>
                <a:ext cx="35800" cy="166584"/>
                <a:chOff x="1680149" y="3955015"/>
                <a:chExt cx="35800" cy="166584"/>
              </a:xfrm>
              <a:solidFill>
                <a:srgbClr val="FFFFFF"/>
              </a:solidFill>
            </p:grpSpPr>
            <p:sp>
              <p:nvSpPr>
                <p:cNvPr id="407" name="任意形状 406"/>
                <p:cNvSpPr/>
                <p:nvPr/>
              </p:nvSpPr>
              <p:spPr>
                <a:xfrm flipV="1">
                  <a:off x="1695811" y="4012058"/>
                  <a:ext cx="5114" cy="109541"/>
                </a:xfrm>
                <a:custGeom>
                  <a:avLst/>
                  <a:gdLst>
                    <a:gd name="connsiteX0" fmla="*/ 109 w 5114"/>
                    <a:gd name="connsiteY0" fmla="*/ 184 h 109541"/>
                    <a:gd name="connsiteX1" fmla="*/ 109 w 5114"/>
                    <a:gd name="connsiteY1" fmla="*/ 109725 h 109541"/>
                  </a:gdLst>
                  <a:ahLst/>
                  <a:cxnLst>
                    <a:cxn ang="0">
                      <a:pos x="connsiteX0" y="connsiteY0"/>
                    </a:cxn>
                    <a:cxn ang="0">
                      <a:pos x="connsiteX1" y="connsiteY1"/>
                    </a:cxn>
                  </a:cxnLst>
                  <a:rect l="l" t="t" r="r" b="b"/>
                  <a:pathLst>
                    <a:path w="5114" h="109541">
                      <a:moveTo>
                        <a:pt x="109" y="184"/>
                      </a:moveTo>
                      <a:lnTo>
                        <a:pt x="109"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8" name="任意形状 407"/>
                <p:cNvSpPr/>
                <p:nvPr/>
              </p:nvSpPr>
              <p:spPr>
                <a:xfrm flipV="1">
                  <a:off x="1680149" y="3955015"/>
                  <a:ext cx="35800" cy="33755"/>
                </a:xfrm>
                <a:custGeom>
                  <a:avLst/>
                  <a:gdLst>
                    <a:gd name="connsiteX0" fmla="*/ 35910 w 35800"/>
                    <a:gd name="connsiteY0" fmla="*/ 17024 h 33755"/>
                    <a:gd name="connsiteX1" fmla="*/ 18009 w 35800"/>
                    <a:gd name="connsiteY1" fmla="*/ 33902 h 33755"/>
                    <a:gd name="connsiteX2" fmla="*/ 109 w 35800"/>
                    <a:gd name="connsiteY2" fmla="*/ 17024 h 33755"/>
                    <a:gd name="connsiteX3" fmla="*/ 18009 w 35800"/>
                    <a:gd name="connsiteY3" fmla="*/ 147 h 33755"/>
                    <a:gd name="connsiteX4" fmla="*/ 35910 w 35800"/>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10" y="17024"/>
                      </a:moveTo>
                      <a:cubicBezTo>
                        <a:pt x="35910" y="26345"/>
                        <a:pt x="27895" y="33902"/>
                        <a:pt x="18009" y="33902"/>
                      </a:cubicBezTo>
                      <a:cubicBezTo>
                        <a:pt x="8123" y="33902"/>
                        <a:pt x="109" y="26345"/>
                        <a:pt x="109" y="17024"/>
                      </a:cubicBezTo>
                      <a:cubicBezTo>
                        <a:pt x="109" y="7703"/>
                        <a:pt x="8123" y="147"/>
                        <a:pt x="18009" y="147"/>
                      </a:cubicBezTo>
                      <a:cubicBezTo>
                        <a:pt x="27895" y="147"/>
                        <a:pt x="35910" y="7703"/>
                        <a:pt x="35910"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09" name="图片 51" descr="icon-32"/>
              <p:cNvGrpSpPr/>
              <p:nvPr/>
            </p:nvGrpSpPr>
            <p:grpSpPr>
              <a:xfrm>
                <a:off x="1746636" y="3955015"/>
                <a:ext cx="35800" cy="166584"/>
                <a:chOff x="1746636" y="3955015"/>
                <a:chExt cx="35800" cy="166584"/>
              </a:xfrm>
              <a:solidFill>
                <a:srgbClr val="FFFFFF"/>
              </a:solidFill>
            </p:grpSpPr>
            <p:sp>
              <p:nvSpPr>
                <p:cNvPr id="410" name="任意形状 409"/>
                <p:cNvSpPr/>
                <p:nvPr/>
              </p:nvSpPr>
              <p:spPr>
                <a:xfrm flipV="1">
                  <a:off x="1762299" y="4012058"/>
                  <a:ext cx="5114" cy="109541"/>
                </a:xfrm>
                <a:custGeom>
                  <a:avLst/>
                  <a:gdLst>
                    <a:gd name="connsiteX0" fmla="*/ 122 w 5114"/>
                    <a:gd name="connsiteY0" fmla="*/ 184 h 109541"/>
                    <a:gd name="connsiteX1" fmla="*/ 122 w 5114"/>
                    <a:gd name="connsiteY1" fmla="*/ 109725 h 109541"/>
                  </a:gdLst>
                  <a:ahLst/>
                  <a:cxnLst>
                    <a:cxn ang="0">
                      <a:pos x="connsiteX0" y="connsiteY0"/>
                    </a:cxn>
                    <a:cxn ang="0">
                      <a:pos x="connsiteX1" y="connsiteY1"/>
                    </a:cxn>
                  </a:cxnLst>
                  <a:rect l="l" t="t" r="r" b="b"/>
                  <a:pathLst>
                    <a:path w="5114" h="109541">
                      <a:moveTo>
                        <a:pt x="122" y="184"/>
                      </a:moveTo>
                      <a:lnTo>
                        <a:pt x="122"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1" name="任意形状 410"/>
                <p:cNvSpPr/>
                <p:nvPr/>
              </p:nvSpPr>
              <p:spPr>
                <a:xfrm flipV="1">
                  <a:off x="1746636" y="3955015"/>
                  <a:ext cx="35800" cy="33755"/>
                </a:xfrm>
                <a:custGeom>
                  <a:avLst/>
                  <a:gdLst>
                    <a:gd name="connsiteX0" fmla="*/ 35923 w 35800"/>
                    <a:gd name="connsiteY0" fmla="*/ 17024 h 33755"/>
                    <a:gd name="connsiteX1" fmla="*/ 18022 w 35800"/>
                    <a:gd name="connsiteY1" fmla="*/ 33902 h 33755"/>
                    <a:gd name="connsiteX2" fmla="*/ 122 w 35800"/>
                    <a:gd name="connsiteY2" fmla="*/ 17024 h 33755"/>
                    <a:gd name="connsiteX3" fmla="*/ 18022 w 35800"/>
                    <a:gd name="connsiteY3" fmla="*/ 147 h 33755"/>
                    <a:gd name="connsiteX4" fmla="*/ 35923 w 35800"/>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23" y="17024"/>
                      </a:moveTo>
                      <a:cubicBezTo>
                        <a:pt x="35923" y="26345"/>
                        <a:pt x="27908" y="33902"/>
                        <a:pt x="18022" y="33902"/>
                      </a:cubicBezTo>
                      <a:cubicBezTo>
                        <a:pt x="8136" y="33902"/>
                        <a:pt x="122" y="26345"/>
                        <a:pt x="122" y="17024"/>
                      </a:cubicBezTo>
                      <a:cubicBezTo>
                        <a:pt x="122" y="7703"/>
                        <a:pt x="8136" y="147"/>
                        <a:pt x="18022" y="147"/>
                      </a:cubicBezTo>
                      <a:cubicBezTo>
                        <a:pt x="27908" y="147"/>
                        <a:pt x="35923" y="7703"/>
                        <a:pt x="35923"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12" name="图片 51" descr="icon-32"/>
              <p:cNvGrpSpPr/>
              <p:nvPr/>
            </p:nvGrpSpPr>
            <p:grpSpPr>
              <a:xfrm>
                <a:off x="1595289" y="3955015"/>
                <a:ext cx="266892" cy="166584"/>
                <a:chOff x="1595289" y="3955015"/>
                <a:chExt cx="266892" cy="166584"/>
              </a:xfrm>
              <a:solidFill>
                <a:srgbClr val="FFFFFF"/>
              </a:solidFill>
            </p:grpSpPr>
            <p:sp>
              <p:nvSpPr>
                <p:cNvPr id="413" name="任意形状 412"/>
                <p:cNvSpPr/>
                <p:nvPr/>
              </p:nvSpPr>
              <p:spPr>
                <a:xfrm flipV="1">
                  <a:off x="1828820"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4" name="任意形状 413"/>
                <p:cNvSpPr/>
                <p:nvPr/>
              </p:nvSpPr>
              <p:spPr>
                <a:xfrm flipV="1">
                  <a:off x="1662012"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5" name="任意形状 414"/>
                <p:cNvSpPr/>
                <p:nvPr/>
              </p:nvSpPr>
              <p:spPr>
                <a:xfrm flipV="1">
                  <a:off x="1862182"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6" name="任意形状 415"/>
                <p:cNvSpPr/>
                <p:nvPr/>
              </p:nvSpPr>
              <p:spPr>
                <a:xfrm flipV="1">
                  <a:off x="1595289"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7" name="任意形状 416"/>
                <p:cNvSpPr/>
                <p:nvPr/>
              </p:nvSpPr>
              <p:spPr>
                <a:xfrm flipV="1">
                  <a:off x="1728735"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8" name="任意形状 417"/>
                <p:cNvSpPr/>
                <p:nvPr/>
              </p:nvSpPr>
              <p:spPr>
                <a:xfrm flipV="1">
                  <a:off x="1795459" y="4012058"/>
                  <a:ext cx="5114" cy="109541"/>
                </a:xfrm>
                <a:custGeom>
                  <a:avLst/>
                  <a:gdLst>
                    <a:gd name="connsiteX0" fmla="*/ 92 w 5114"/>
                    <a:gd name="connsiteY0" fmla="*/ 184 h 109541"/>
                    <a:gd name="connsiteX1" fmla="*/ 92 w 5114"/>
                    <a:gd name="connsiteY1" fmla="*/ 109725 h 109541"/>
                  </a:gdLst>
                  <a:ahLst/>
                  <a:cxnLst>
                    <a:cxn ang="0">
                      <a:pos x="connsiteX0" y="connsiteY0"/>
                    </a:cxn>
                    <a:cxn ang="0">
                      <a:pos x="connsiteX1" y="connsiteY1"/>
                    </a:cxn>
                  </a:cxnLst>
                  <a:rect l="l" t="t" r="r" b="b"/>
                  <a:pathLst>
                    <a:path w="5114" h="109541">
                      <a:moveTo>
                        <a:pt x="92" y="184"/>
                      </a:moveTo>
                      <a:lnTo>
                        <a:pt x="92" y="109725"/>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9" name="任意形状 418"/>
                <p:cNvSpPr/>
                <p:nvPr/>
              </p:nvSpPr>
              <p:spPr>
                <a:xfrm flipV="1">
                  <a:off x="1814224" y="3955015"/>
                  <a:ext cx="33361" cy="33755"/>
                </a:xfrm>
                <a:custGeom>
                  <a:avLst/>
                  <a:gdLst>
                    <a:gd name="connsiteX0" fmla="*/ 33454 w 33361"/>
                    <a:gd name="connsiteY0" fmla="*/ 17024 h 33755"/>
                    <a:gd name="connsiteX1" fmla="*/ 16773 w 33361"/>
                    <a:gd name="connsiteY1" fmla="*/ 33902 h 33755"/>
                    <a:gd name="connsiteX2" fmla="*/ 92 w 33361"/>
                    <a:gd name="connsiteY2" fmla="*/ 17024 h 33755"/>
                    <a:gd name="connsiteX3" fmla="*/ 16773 w 33361"/>
                    <a:gd name="connsiteY3" fmla="*/ 147 h 33755"/>
                    <a:gd name="connsiteX4" fmla="*/ 33454 w 33361"/>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33755">
                      <a:moveTo>
                        <a:pt x="33454" y="17024"/>
                      </a:moveTo>
                      <a:cubicBezTo>
                        <a:pt x="33454" y="26345"/>
                        <a:pt x="25985" y="33902"/>
                        <a:pt x="16773" y="33902"/>
                      </a:cubicBezTo>
                      <a:cubicBezTo>
                        <a:pt x="7560" y="33902"/>
                        <a:pt x="92" y="26345"/>
                        <a:pt x="92" y="17024"/>
                      </a:cubicBezTo>
                      <a:cubicBezTo>
                        <a:pt x="92" y="7703"/>
                        <a:pt x="7560" y="147"/>
                        <a:pt x="16773" y="147"/>
                      </a:cubicBezTo>
                      <a:cubicBezTo>
                        <a:pt x="25985" y="147"/>
                        <a:pt x="33454" y="7703"/>
                        <a:pt x="33454"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20" name="图片 51" descr="icon-32"/>
              <p:cNvGrpSpPr/>
              <p:nvPr/>
            </p:nvGrpSpPr>
            <p:grpSpPr>
              <a:xfrm>
                <a:off x="1879610" y="3955015"/>
                <a:ext cx="35800" cy="166584"/>
                <a:chOff x="1879610" y="3955015"/>
                <a:chExt cx="35800" cy="166584"/>
              </a:xfrm>
              <a:solidFill>
                <a:srgbClr val="FFFFFF"/>
              </a:solidFill>
            </p:grpSpPr>
            <p:sp>
              <p:nvSpPr>
                <p:cNvPr id="421" name="任意形状 420"/>
                <p:cNvSpPr/>
                <p:nvPr/>
              </p:nvSpPr>
              <p:spPr>
                <a:xfrm flipV="1">
                  <a:off x="1895273" y="4012058"/>
                  <a:ext cx="5114" cy="109541"/>
                </a:xfrm>
                <a:custGeom>
                  <a:avLst/>
                  <a:gdLst>
                    <a:gd name="connsiteX0" fmla="*/ 148 w 5114"/>
                    <a:gd name="connsiteY0" fmla="*/ 184 h 109541"/>
                    <a:gd name="connsiteX1" fmla="*/ 148 w 5114"/>
                    <a:gd name="connsiteY1" fmla="*/ 109725 h 109541"/>
                  </a:gdLst>
                  <a:ahLst/>
                  <a:cxnLst>
                    <a:cxn ang="0">
                      <a:pos x="connsiteX0" y="connsiteY0"/>
                    </a:cxn>
                    <a:cxn ang="0">
                      <a:pos x="connsiteX1" y="connsiteY1"/>
                    </a:cxn>
                  </a:cxnLst>
                  <a:rect l="l" t="t" r="r" b="b"/>
                  <a:pathLst>
                    <a:path w="5114" h="109541">
                      <a:moveTo>
                        <a:pt x="148" y="184"/>
                      </a:moveTo>
                      <a:lnTo>
                        <a:pt x="148" y="109725"/>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2" name="任意形状 421"/>
                <p:cNvSpPr/>
                <p:nvPr/>
              </p:nvSpPr>
              <p:spPr>
                <a:xfrm flipV="1">
                  <a:off x="1879610" y="3955015"/>
                  <a:ext cx="35800" cy="33755"/>
                </a:xfrm>
                <a:custGeom>
                  <a:avLst/>
                  <a:gdLst>
                    <a:gd name="connsiteX0" fmla="*/ 35949 w 35800"/>
                    <a:gd name="connsiteY0" fmla="*/ 17024 h 33755"/>
                    <a:gd name="connsiteX1" fmla="*/ 18048 w 35800"/>
                    <a:gd name="connsiteY1" fmla="*/ 33902 h 33755"/>
                    <a:gd name="connsiteX2" fmla="*/ 148 w 35800"/>
                    <a:gd name="connsiteY2" fmla="*/ 17024 h 33755"/>
                    <a:gd name="connsiteX3" fmla="*/ 18048 w 35800"/>
                    <a:gd name="connsiteY3" fmla="*/ 147 h 33755"/>
                    <a:gd name="connsiteX4" fmla="*/ 35949 w 35800"/>
                    <a:gd name="connsiteY4" fmla="*/ 1702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49" y="17024"/>
                      </a:moveTo>
                      <a:cubicBezTo>
                        <a:pt x="35949" y="26345"/>
                        <a:pt x="27934" y="33902"/>
                        <a:pt x="18048" y="33902"/>
                      </a:cubicBezTo>
                      <a:cubicBezTo>
                        <a:pt x="8162" y="33902"/>
                        <a:pt x="148" y="26345"/>
                        <a:pt x="148" y="17024"/>
                      </a:cubicBezTo>
                      <a:cubicBezTo>
                        <a:pt x="148" y="7703"/>
                        <a:pt x="8162" y="147"/>
                        <a:pt x="18048" y="147"/>
                      </a:cubicBezTo>
                      <a:cubicBezTo>
                        <a:pt x="27934" y="147"/>
                        <a:pt x="35949" y="7703"/>
                        <a:pt x="35949" y="1702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23" name="图片 51" descr="icon-32"/>
            <p:cNvGrpSpPr/>
            <p:nvPr/>
          </p:nvGrpSpPr>
          <p:grpSpPr>
            <a:xfrm>
              <a:off x="1306431" y="3494719"/>
              <a:ext cx="169141" cy="370793"/>
              <a:chOff x="1306431" y="3494719"/>
              <a:chExt cx="169141" cy="370793"/>
            </a:xfrm>
            <a:solidFill>
              <a:srgbClr val="FFFFFF"/>
            </a:solidFill>
          </p:grpSpPr>
          <p:grpSp>
            <p:nvGrpSpPr>
              <p:cNvPr id="424" name="图片 51" descr="icon-32"/>
              <p:cNvGrpSpPr/>
              <p:nvPr/>
            </p:nvGrpSpPr>
            <p:grpSpPr>
              <a:xfrm>
                <a:off x="1308989" y="3494719"/>
                <a:ext cx="166584" cy="35800"/>
                <a:chOff x="1308989" y="3494719"/>
                <a:chExt cx="166584" cy="35800"/>
              </a:xfrm>
              <a:solidFill>
                <a:srgbClr val="FFFFFF"/>
              </a:solidFill>
            </p:grpSpPr>
            <p:sp>
              <p:nvSpPr>
                <p:cNvPr id="425" name="任意形状 424"/>
                <p:cNvSpPr/>
                <p:nvPr/>
              </p:nvSpPr>
              <p:spPr>
                <a:xfrm rot="-5400000">
                  <a:off x="1363759" y="3460087"/>
                  <a:ext cx="5114" cy="109541"/>
                </a:xfrm>
                <a:custGeom>
                  <a:avLst/>
                  <a:gdLst>
                    <a:gd name="connsiteX0" fmla="*/ 44 w 5114"/>
                    <a:gd name="connsiteY0" fmla="*/ 76 h 109541"/>
                    <a:gd name="connsiteX1" fmla="*/ 44 w 5114"/>
                    <a:gd name="connsiteY1" fmla="*/ 109617 h 109541"/>
                  </a:gdLst>
                  <a:ahLst/>
                  <a:cxnLst>
                    <a:cxn ang="0">
                      <a:pos x="connsiteX0" y="connsiteY0"/>
                    </a:cxn>
                    <a:cxn ang="0">
                      <a:pos x="connsiteX1" y="connsiteY1"/>
                    </a:cxn>
                  </a:cxnLst>
                  <a:rect l="l" t="t" r="r" b="b"/>
                  <a:pathLst>
                    <a:path w="5114" h="109541">
                      <a:moveTo>
                        <a:pt x="44" y="76"/>
                      </a:moveTo>
                      <a:lnTo>
                        <a:pt x="44" y="10961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6" name="任意形状 425"/>
                <p:cNvSpPr/>
                <p:nvPr/>
              </p:nvSpPr>
              <p:spPr>
                <a:xfrm rot="-5400000">
                  <a:off x="1440795" y="3495742"/>
                  <a:ext cx="35800" cy="33755"/>
                </a:xfrm>
                <a:custGeom>
                  <a:avLst/>
                  <a:gdLst>
                    <a:gd name="connsiteX0" fmla="*/ 35863 w 35800"/>
                    <a:gd name="connsiteY0" fmla="*/ 16934 h 33755"/>
                    <a:gd name="connsiteX1" fmla="*/ 17963 w 35800"/>
                    <a:gd name="connsiteY1" fmla="*/ 33812 h 33755"/>
                    <a:gd name="connsiteX2" fmla="*/ 62 w 35800"/>
                    <a:gd name="connsiteY2" fmla="*/ 16934 h 33755"/>
                    <a:gd name="connsiteX3" fmla="*/ 17963 w 35800"/>
                    <a:gd name="connsiteY3" fmla="*/ 57 h 33755"/>
                    <a:gd name="connsiteX4" fmla="*/ 35863 w 35800"/>
                    <a:gd name="connsiteY4" fmla="*/ 1693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863" y="16934"/>
                      </a:moveTo>
                      <a:cubicBezTo>
                        <a:pt x="35863" y="26256"/>
                        <a:pt x="27849" y="33812"/>
                        <a:pt x="17963" y="33812"/>
                      </a:cubicBezTo>
                      <a:cubicBezTo>
                        <a:pt x="8076" y="33812"/>
                        <a:pt x="62" y="26255"/>
                        <a:pt x="62" y="16934"/>
                      </a:cubicBezTo>
                      <a:cubicBezTo>
                        <a:pt x="62" y="7613"/>
                        <a:pt x="8076" y="57"/>
                        <a:pt x="17963" y="57"/>
                      </a:cubicBezTo>
                      <a:cubicBezTo>
                        <a:pt x="27849" y="57"/>
                        <a:pt x="35863" y="7613"/>
                        <a:pt x="35863" y="1693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27" name="图片 51" descr="icon-32"/>
              <p:cNvGrpSpPr/>
              <p:nvPr/>
            </p:nvGrpSpPr>
            <p:grpSpPr>
              <a:xfrm>
                <a:off x="1306431" y="3750013"/>
                <a:ext cx="166584" cy="49012"/>
                <a:chOff x="1306431" y="3750013"/>
                <a:chExt cx="166584" cy="49012"/>
              </a:xfrm>
              <a:solidFill>
                <a:srgbClr val="FFFFFF"/>
              </a:solidFill>
            </p:grpSpPr>
            <p:sp>
              <p:nvSpPr>
                <p:cNvPr id="428" name="任意形状 427"/>
                <p:cNvSpPr/>
                <p:nvPr/>
              </p:nvSpPr>
              <p:spPr>
                <a:xfrm rot="-5400000">
                  <a:off x="1361202" y="3729338"/>
                  <a:ext cx="5114" cy="109541"/>
                </a:xfrm>
                <a:custGeom>
                  <a:avLst/>
                  <a:gdLst>
                    <a:gd name="connsiteX0" fmla="*/ 44 w 5114"/>
                    <a:gd name="connsiteY0" fmla="*/ 128 h 109541"/>
                    <a:gd name="connsiteX1" fmla="*/ 44 w 5114"/>
                    <a:gd name="connsiteY1" fmla="*/ 109670 h 109541"/>
                  </a:gdLst>
                  <a:ahLst/>
                  <a:cxnLst>
                    <a:cxn ang="0">
                      <a:pos x="connsiteX0" y="connsiteY0"/>
                    </a:cxn>
                    <a:cxn ang="0">
                      <a:pos x="connsiteX1" y="connsiteY1"/>
                    </a:cxn>
                  </a:cxnLst>
                  <a:rect l="l" t="t" r="r" b="b"/>
                  <a:pathLst>
                    <a:path w="5114" h="109541">
                      <a:moveTo>
                        <a:pt x="44" y="128"/>
                      </a:moveTo>
                      <a:lnTo>
                        <a:pt x="44" y="109670"/>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9" name="任意形状 428"/>
                <p:cNvSpPr/>
                <p:nvPr/>
              </p:nvSpPr>
              <p:spPr>
                <a:xfrm rot="-5400000">
                  <a:off x="1361202" y="3695242"/>
                  <a:ext cx="5114" cy="109541"/>
                </a:xfrm>
                <a:custGeom>
                  <a:avLst/>
                  <a:gdLst>
                    <a:gd name="connsiteX0" fmla="*/ 37 w 5114"/>
                    <a:gd name="connsiteY0" fmla="*/ 122 h 109541"/>
                    <a:gd name="connsiteX1" fmla="*/ 37 w 5114"/>
                    <a:gd name="connsiteY1" fmla="*/ 109663 h 109541"/>
                  </a:gdLst>
                  <a:ahLst/>
                  <a:cxnLst>
                    <a:cxn ang="0">
                      <a:pos x="connsiteX0" y="connsiteY0"/>
                    </a:cxn>
                    <a:cxn ang="0">
                      <a:pos x="connsiteX1" y="connsiteY1"/>
                    </a:cxn>
                  </a:cxnLst>
                  <a:rect l="l" t="t" r="r" b="b"/>
                  <a:pathLst>
                    <a:path w="5114" h="109541">
                      <a:moveTo>
                        <a:pt x="37" y="122"/>
                      </a:moveTo>
                      <a:lnTo>
                        <a:pt x="37" y="109663"/>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0" name="任意形状 429"/>
                <p:cNvSpPr/>
                <p:nvPr/>
              </p:nvSpPr>
              <p:spPr>
                <a:xfrm rot="-5400000">
                  <a:off x="1439090" y="3765100"/>
                  <a:ext cx="34095" cy="33755"/>
                </a:xfrm>
                <a:custGeom>
                  <a:avLst/>
                  <a:gdLst>
                    <a:gd name="connsiteX0" fmla="*/ 34158 w 34095"/>
                    <a:gd name="connsiteY0" fmla="*/ 16987 h 33755"/>
                    <a:gd name="connsiteX1" fmla="*/ 17110 w 34095"/>
                    <a:gd name="connsiteY1" fmla="*/ 33864 h 33755"/>
                    <a:gd name="connsiteX2" fmla="*/ 62 w 34095"/>
                    <a:gd name="connsiteY2" fmla="*/ 16987 h 33755"/>
                    <a:gd name="connsiteX3" fmla="*/ 17110 w 34095"/>
                    <a:gd name="connsiteY3" fmla="*/ 109 h 33755"/>
                    <a:gd name="connsiteX4" fmla="*/ 34158 w 34095"/>
                    <a:gd name="connsiteY4" fmla="*/ 16987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158" y="16987"/>
                      </a:moveTo>
                      <a:cubicBezTo>
                        <a:pt x="34158" y="26308"/>
                        <a:pt x="26525" y="33864"/>
                        <a:pt x="17110" y="33864"/>
                      </a:cubicBezTo>
                      <a:cubicBezTo>
                        <a:pt x="7695" y="33864"/>
                        <a:pt x="62" y="26308"/>
                        <a:pt x="62" y="16987"/>
                      </a:cubicBezTo>
                      <a:cubicBezTo>
                        <a:pt x="62" y="7666"/>
                        <a:pt x="7695" y="109"/>
                        <a:pt x="17110" y="109"/>
                      </a:cubicBezTo>
                      <a:cubicBezTo>
                        <a:pt x="26525" y="109"/>
                        <a:pt x="34158" y="7666"/>
                        <a:pt x="34158" y="16987"/>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31" name="图片 51" descr="icon-32"/>
              <p:cNvGrpSpPr/>
              <p:nvPr/>
            </p:nvGrpSpPr>
            <p:grpSpPr>
              <a:xfrm>
                <a:off x="1306431" y="3816500"/>
                <a:ext cx="166584" cy="49012"/>
                <a:chOff x="1306431" y="3816500"/>
                <a:chExt cx="166584" cy="49012"/>
              </a:xfrm>
              <a:solidFill>
                <a:srgbClr val="FFFFFF"/>
              </a:solidFill>
            </p:grpSpPr>
            <p:sp>
              <p:nvSpPr>
                <p:cNvPr id="432" name="任意形状 431"/>
                <p:cNvSpPr/>
                <p:nvPr/>
              </p:nvSpPr>
              <p:spPr>
                <a:xfrm rot="-5400000">
                  <a:off x="1361202" y="3795825"/>
                  <a:ext cx="5114" cy="109541"/>
                </a:xfrm>
                <a:custGeom>
                  <a:avLst/>
                  <a:gdLst>
                    <a:gd name="connsiteX0" fmla="*/ 44 w 5114"/>
                    <a:gd name="connsiteY0" fmla="*/ 141 h 109541"/>
                    <a:gd name="connsiteX1" fmla="*/ 44 w 5114"/>
                    <a:gd name="connsiteY1" fmla="*/ 109683 h 109541"/>
                  </a:gdLst>
                  <a:ahLst/>
                  <a:cxnLst>
                    <a:cxn ang="0">
                      <a:pos x="connsiteX0" y="connsiteY0"/>
                    </a:cxn>
                    <a:cxn ang="0">
                      <a:pos x="connsiteX1" y="connsiteY1"/>
                    </a:cxn>
                  </a:cxnLst>
                  <a:rect l="l" t="t" r="r" b="b"/>
                  <a:pathLst>
                    <a:path w="5114" h="109541">
                      <a:moveTo>
                        <a:pt x="44" y="141"/>
                      </a:moveTo>
                      <a:lnTo>
                        <a:pt x="44" y="109683"/>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3" name="任意形状 432"/>
                <p:cNvSpPr/>
                <p:nvPr/>
              </p:nvSpPr>
              <p:spPr>
                <a:xfrm rot="-5400000">
                  <a:off x="1361202" y="3761729"/>
                  <a:ext cx="5114" cy="109541"/>
                </a:xfrm>
                <a:custGeom>
                  <a:avLst/>
                  <a:gdLst>
                    <a:gd name="connsiteX0" fmla="*/ 37 w 5114"/>
                    <a:gd name="connsiteY0" fmla="*/ 135 h 109541"/>
                    <a:gd name="connsiteX1" fmla="*/ 37 w 5114"/>
                    <a:gd name="connsiteY1" fmla="*/ 109676 h 109541"/>
                  </a:gdLst>
                  <a:ahLst/>
                  <a:cxnLst>
                    <a:cxn ang="0">
                      <a:pos x="connsiteX0" y="connsiteY0"/>
                    </a:cxn>
                    <a:cxn ang="0">
                      <a:pos x="connsiteX1" y="connsiteY1"/>
                    </a:cxn>
                  </a:cxnLst>
                  <a:rect l="l" t="t" r="r" b="b"/>
                  <a:pathLst>
                    <a:path w="5114" h="109541">
                      <a:moveTo>
                        <a:pt x="37" y="135"/>
                      </a:moveTo>
                      <a:lnTo>
                        <a:pt x="37" y="109676"/>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4" name="任意形状 433"/>
                <p:cNvSpPr/>
                <p:nvPr/>
              </p:nvSpPr>
              <p:spPr>
                <a:xfrm rot="-5400000">
                  <a:off x="1439090" y="3831588"/>
                  <a:ext cx="34095" cy="33755"/>
                </a:xfrm>
                <a:custGeom>
                  <a:avLst/>
                  <a:gdLst>
                    <a:gd name="connsiteX0" fmla="*/ 34158 w 34095"/>
                    <a:gd name="connsiteY0" fmla="*/ 17000 h 33755"/>
                    <a:gd name="connsiteX1" fmla="*/ 17110 w 34095"/>
                    <a:gd name="connsiteY1" fmla="*/ 33877 h 33755"/>
                    <a:gd name="connsiteX2" fmla="*/ 62 w 34095"/>
                    <a:gd name="connsiteY2" fmla="*/ 17000 h 33755"/>
                    <a:gd name="connsiteX3" fmla="*/ 17110 w 34095"/>
                    <a:gd name="connsiteY3" fmla="*/ 122 h 33755"/>
                    <a:gd name="connsiteX4" fmla="*/ 34158 w 34095"/>
                    <a:gd name="connsiteY4" fmla="*/ 17000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158" y="17000"/>
                      </a:moveTo>
                      <a:cubicBezTo>
                        <a:pt x="34158" y="26321"/>
                        <a:pt x="26525" y="33877"/>
                        <a:pt x="17110" y="33877"/>
                      </a:cubicBezTo>
                      <a:cubicBezTo>
                        <a:pt x="7695" y="33877"/>
                        <a:pt x="62" y="26321"/>
                        <a:pt x="62" y="17000"/>
                      </a:cubicBezTo>
                      <a:cubicBezTo>
                        <a:pt x="62" y="7679"/>
                        <a:pt x="7695" y="122"/>
                        <a:pt x="17110" y="122"/>
                      </a:cubicBezTo>
                      <a:cubicBezTo>
                        <a:pt x="26525" y="122"/>
                        <a:pt x="34158" y="7679"/>
                        <a:pt x="34158" y="17000"/>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35" name="图片 51" descr="icon-32"/>
              <p:cNvGrpSpPr/>
              <p:nvPr/>
            </p:nvGrpSpPr>
            <p:grpSpPr>
              <a:xfrm>
                <a:off x="1306431" y="3683526"/>
                <a:ext cx="166584" cy="49012"/>
                <a:chOff x="1306431" y="3683526"/>
                <a:chExt cx="166584" cy="49012"/>
              </a:xfrm>
              <a:solidFill>
                <a:srgbClr val="FFFFFF"/>
              </a:solidFill>
            </p:grpSpPr>
            <p:sp>
              <p:nvSpPr>
                <p:cNvPr id="436" name="任意形状 435"/>
                <p:cNvSpPr/>
                <p:nvPr/>
              </p:nvSpPr>
              <p:spPr>
                <a:xfrm rot="-5400000">
                  <a:off x="1361202" y="3662851"/>
                  <a:ext cx="5114" cy="109541"/>
                </a:xfrm>
                <a:custGeom>
                  <a:avLst/>
                  <a:gdLst>
                    <a:gd name="connsiteX0" fmla="*/ 44 w 5114"/>
                    <a:gd name="connsiteY0" fmla="*/ 115 h 109541"/>
                    <a:gd name="connsiteX1" fmla="*/ 44 w 5114"/>
                    <a:gd name="connsiteY1" fmla="*/ 109657 h 109541"/>
                  </a:gdLst>
                  <a:ahLst/>
                  <a:cxnLst>
                    <a:cxn ang="0">
                      <a:pos x="connsiteX0" y="connsiteY0"/>
                    </a:cxn>
                    <a:cxn ang="0">
                      <a:pos x="connsiteX1" y="connsiteY1"/>
                    </a:cxn>
                  </a:cxnLst>
                  <a:rect l="l" t="t" r="r" b="b"/>
                  <a:pathLst>
                    <a:path w="5114" h="109541">
                      <a:moveTo>
                        <a:pt x="44" y="115"/>
                      </a:moveTo>
                      <a:lnTo>
                        <a:pt x="44" y="10965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7" name="任意形状 436"/>
                <p:cNvSpPr/>
                <p:nvPr/>
              </p:nvSpPr>
              <p:spPr>
                <a:xfrm rot="-5400000">
                  <a:off x="1361202" y="3628755"/>
                  <a:ext cx="5114" cy="109541"/>
                </a:xfrm>
                <a:custGeom>
                  <a:avLst/>
                  <a:gdLst>
                    <a:gd name="connsiteX0" fmla="*/ 37 w 5114"/>
                    <a:gd name="connsiteY0" fmla="*/ 109 h 109541"/>
                    <a:gd name="connsiteX1" fmla="*/ 37 w 5114"/>
                    <a:gd name="connsiteY1" fmla="*/ 109650 h 109541"/>
                  </a:gdLst>
                  <a:ahLst/>
                  <a:cxnLst>
                    <a:cxn ang="0">
                      <a:pos x="connsiteX0" y="connsiteY0"/>
                    </a:cxn>
                    <a:cxn ang="0">
                      <a:pos x="connsiteX1" y="connsiteY1"/>
                    </a:cxn>
                  </a:cxnLst>
                  <a:rect l="l" t="t" r="r" b="b"/>
                  <a:pathLst>
                    <a:path w="5114" h="109541">
                      <a:moveTo>
                        <a:pt x="37" y="109"/>
                      </a:moveTo>
                      <a:lnTo>
                        <a:pt x="37" y="109650"/>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8" name="任意形状 437"/>
                <p:cNvSpPr/>
                <p:nvPr/>
              </p:nvSpPr>
              <p:spPr>
                <a:xfrm rot="-5400000">
                  <a:off x="1439090" y="3698613"/>
                  <a:ext cx="34095" cy="33755"/>
                </a:xfrm>
                <a:custGeom>
                  <a:avLst/>
                  <a:gdLst>
                    <a:gd name="connsiteX0" fmla="*/ 34158 w 34095"/>
                    <a:gd name="connsiteY0" fmla="*/ 16974 h 33755"/>
                    <a:gd name="connsiteX1" fmla="*/ 17110 w 34095"/>
                    <a:gd name="connsiteY1" fmla="*/ 33851 h 33755"/>
                    <a:gd name="connsiteX2" fmla="*/ 62 w 34095"/>
                    <a:gd name="connsiteY2" fmla="*/ 16974 h 33755"/>
                    <a:gd name="connsiteX3" fmla="*/ 17110 w 34095"/>
                    <a:gd name="connsiteY3" fmla="*/ 96 h 33755"/>
                    <a:gd name="connsiteX4" fmla="*/ 34158 w 34095"/>
                    <a:gd name="connsiteY4" fmla="*/ 1697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158" y="16974"/>
                      </a:moveTo>
                      <a:cubicBezTo>
                        <a:pt x="34158" y="26295"/>
                        <a:pt x="26525" y="33851"/>
                        <a:pt x="17110" y="33851"/>
                      </a:cubicBezTo>
                      <a:cubicBezTo>
                        <a:pt x="7695" y="33851"/>
                        <a:pt x="62" y="26295"/>
                        <a:pt x="62" y="16974"/>
                      </a:cubicBezTo>
                      <a:cubicBezTo>
                        <a:pt x="62" y="7653"/>
                        <a:pt x="7695" y="96"/>
                        <a:pt x="17110" y="96"/>
                      </a:cubicBezTo>
                      <a:cubicBezTo>
                        <a:pt x="26525" y="96"/>
                        <a:pt x="34158" y="7653"/>
                        <a:pt x="34158" y="1697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39" name="图片 51" descr="icon-32"/>
              <p:cNvGrpSpPr/>
              <p:nvPr/>
            </p:nvGrpSpPr>
            <p:grpSpPr>
              <a:xfrm>
                <a:off x="1306431" y="3617039"/>
                <a:ext cx="166584" cy="49012"/>
                <a:chOff x="1306431" y="3617039"/>
                <a:chExt cx="166584" cy="49012"/>
              </a:xfrm>
              <a:solidFill>
                <a:srgbClr val="FFFFFF"/>
              </a:solidFill>
            </p:grpSpPr>
            <p:sp>
              <p:nvSpPr>
                <p:cNvPr id="440" name="任意形状 439"/>
                <p:cNvSpPr/>
                <p:nvPr/>
              </p:nvSpPr>
              <p:spPr>
                <a:xfrm rot="-5400000">
                  <a:off x="1361202" y="3596364"/>
                  <a:ext cx="5114" cy="109541"/>
                </a:xfrm>
                <a:custGeom>
                  <a:avLst/>
                  <a:gdLst>
                    <a:gd name="connsiteX0" fmla="*/ 44 w 5114"/>
                    <a:gd name="connsiteY0" fmla="*/ 102 h 109541"/>
                    <a:gd name="connsiteX1" fmla="*/ 44 w 5114"/>
                    <a:gd name="connsiteY1" fmla="*/ 109644 h 109541"/>
                  </a:gdLst>
                  <a:ahLst/>
                  <a:cxnLst>
                    <a:cxn ang="0">
                      <a:pos x="connsiteX0" y="connsiteY0"/>
                    </a:cxn>
                    <a:cxn ang="0">
                      <a:pos x="connsiteX1" y="connsiteY1"/>
                    </a:cxn>
                  </a:cxnLst>
                  <a:rect l="l" t="t" r="r" b="b"/>
                  <a:pathLst>
                    <a:path w="5114" h="109541">
                      <a:moveTo>
                        <a:pt x="44" y="102"/>
                      </a:moveTo>
                      <a:lnTo>
                        <a:pt x="44" y="109644"/>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1" name="任意形状 440"/>
                <p:cNvSpPr/>
                <p:nvPr/>
              </p:nvSpPr>
              <p:spPr>
                <a:xfrm rot="-5400000">
                  <a:off x="1361202" y="3562268"/>
                  <a:ext cx="5114" cy="109541"/>
                </a:xfrm>
                <a:custGeom>
                  <a:avLst/>
                  <a:gdLst>
                    <a:gd name="connsiteX0" fmla="*/ 37 w 5114"/>
                    <a:gd name="connsiteY0" fmla="*/ 96 h 109541"/>
                    <a:gd name="connsiteX1" fmla="*/ 37 w 5114"/>
                    <a:gd name="connsiteY1" fmla="*/ 109637 h 109541"/>
                  </a:gdLst>
                  <a:ahLst/>
                  <a:cxnLst>
                    <a:cxn ang="0">
                      <a:pos x="connsiteX0" y="connsiteY0"/>
                    </a:cxn>
                    <a:cxn ang="0">
                      <a:pos x="connsiteX1" y="connsiteY1"/>
                    </a:cxn>
                  </a:cxnLst>
                  <a:rect l="l" t="t" r="r" b="b"/>
                  <a:pathLst>
                    <a:path w="5114" h="109541">
                      <a:moveTo>
                        <a:pt x="37" y="96"/>
                      </a:moveTo>
                      <a:lnTo>
                        <a:pt x="37" y="10963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2" name="任意形状 441"/>
                <p:cNvSpPr/>
                <p:nvPr/>
              </p:nvSpPr>
              <p:spPr>
                <a:xfrm rot="-5400000">
                  <a:off x="1439090" y="3632126"/>
                  <a:ext cx="34095" cy="33755"/>
                </a:xfrm>
                <a:custGeom>
                  <a:avLst/>
                  <a:gdLst>
                    <a:gd name="connsiteX0" fmla="*/ 34158 w 34095"/>
                    <a:gd name="connsiteY0" fmla="*/ 16961 h 33755"/>
                    <a:gd name="connsiteX1" fmla="*/ 17110 w 34095"/>
                    <a:gd name="connsiteY1" fmla="*/ 33838 h 33755"/>
                    <a:gd name="connsiteX2" fmla="*/ 62 w 34095"/>
                    <a:gd name="connsiteY2" fmla="*/ 16961 h 33755"/>
                    <a:gd name="connsiteX3" fmla="*/ 17110 w 34095"/>
                    <a:gd name="connsiteY3" fmla="*/ 83 h 33755"/>
                    <a:gd name="connsiteX4" fmla="*/ 34158 w 34095"/>
                    <a:gd name="connsiteY4" fmla="*/ 16961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158" y="16961"/>
                      </a:moveTo>
                      <a:cubicBezTo>
                        <a:pt x="34158" y="26282"/>
                        <a:pt x="26525" y="33838"/>
                        <a:pt x="17110" y="33838"/>
                      </a:cubicBezTo>
                      <a:cubicBezTo>
                        <a:pt x="7695" y="33838"/>
                        <a:pt x="62" y="26282"/>
                        <a:pt x="62" y="16961"/>
                      </a:cubicBezTo>
                      <a:cubicBezTo>
                        <a:pt x="62" y="7640"/>
                        <a:pt x="7695" y="83"/>
                        <a:pt x="17110" y="83"/>
                      </a:cubicBezTo>
                      <a:cubicBezTo>
                        <a:pt x="26525" y="83"/>
                        <a:pt x="34158" y="7640"/>
                        <a:pt x="34158" y="16961"/>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43" name="图片 51" descr="icon-32"/>
              <p:cNvGrpSpPr/>
              <p:nvPr/>
            </p:nvGrpSpPr>
            <p:grpSpPr>
              <a:xfrm>
                <a:off x="1306431" y="3550552"/>
                <a:ext cx="166584" cy="49012"/>
                <a:chOff x="1306431" y="3550552"/>
                <a:chExt cx="166584" cy="49012"/>
              </a:xfrm>
              <a:solidFill>
                <a:srgbClr val="FFFFFF"/>
              </a:solidFill>
            </p:grpSpPr>
            <p:sp>
              <p:nvSpPr>
                <p:cNvPr id="444" name="任意形状 443"/>
                <p:cNvSpPr/>
                <p:nvPr/>
              </p:nvSpPr>
              <p:spPr>
                <a:xfrm rot="-5400000">
                  <a:off x="1361202" y="3529877"/>
                  <a:ext cx="5114" cy="109541"/>
                </a:xfrm>
                <a:custGeom>
                  <a:avLst/>
                  <a:gdLst>
                    <a:gd name="connsiteX0" fmla="*/ 44 w 5114"/>
                    <a:gd name="connsiteY0" fmla="*/ 89 h 109541"/>
                    <a:gd name="connsiteX1" fmla="*/ 44 w 5114"/>
                    <a:gd name="connsiteY1" fmla="*/ 109631 h 109541"/>
                  </a:gdLst>
                  <a:ahLst/>
                  <a:cxnLst>
                    <a:cxn ang="0">
                      <a:pos x="connsiteX0" y="connsiteY0"/>
                    </a:cxn>
                    <a:cxn ang="0">
                      <a:pos x="connsiteX1" y="connsiteY1"/>
                    </a:cxn>
                  </a:cxnLst>
                  <a:rect l="l" t="t" r="r" b="b"/>
                  <a:pathLst>
                    <a:path w="5114" h="109541">
                      <a:moveTo>
                        <a:pt x="44" y="89"/>
                      </a:moveTo>
                      <a:lnTo>
                        <a:pt x="44" y="109631"/>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5" name="任意形状 444"/>
                <p:cNvSpPr/>
                <p:nvPr/>
              </p:nvSpPr>
              <p:spPr>
                <a:xfrm rot="-5400000">
                  <a:off x="1361202" y="3495781"/>
                  <a:ext cx="5114" cy="109541"/>
                </a:xfrm>
                <a:custGeom>
                  <a:avLst/>
                  <a:gdLst>
                    <a:gd name="connsiteX0" fmla="*/ 37 w 5114"/>
                    <a:gd name="connsiteY0" fmla="*/ 83 h 109541"/>
                    <a:gd name="connsiteX1" fmla="*/ 37 w 5114"/>
                    <a:gd name="connsiteY1" fmla="*/ 109624 h 109541"/>
                  </a:gdLst>
                  <a:ahLst/>
                  <a:cxnLst>
                    <a:cxn ang="0">
                      <a:pos x="connsiteX0" y="connsiteY0"/>
                    </a:cxn>
                    <a:cxn ang="0">
                      <a:pos x="connsiteX1" y="connsiteY1"/>
                    </a:cxn>
                  </a:cxnLst>
                  <a:rect l="l" t="t" r="r" b="b"/>
                  <a:pathLst>
                    <a:path w="5114" h="109541">
                      <a:moveTo>
                        <a:pt x="37" y="83"/>
                      </a:moveTo>
                      <a:lnTo>
                        <a:pt x="37" y="109624"/>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6" name="任意形状 445"/>
                <p:cNvSpPr/>
                <p:nvPr/>
              </p:nvSpPr>
              <p:spPr>
                <a:xfrm rot="-5400000">
                  <a:off x="1439090" y="3565639"/>
                  <a:ext cx="34095" cy="33755"/>
                </a:xfrm>
                <a:custGeom>
                  <a:avLst/>
                  <a:gdLst>
                    <a:gd name="connsiteX0" fmla="*/ 34158 w 34095"/>
                    <a:gd name="connsiteY0" fmla="*/ 16948 h 33755"/>
                    <a:gd name="connsiteX1" fmla="*/ 17110 w 34095"/>
                    <a:gd name="connsiteY1" fmla="*/ 33825 h 33755"/>
                    <a:gd name="connsiteX2" fmla="*/ 62 w 34095"/>
                    <a:gd name="connsiteY2" fmla="*/ 16948 h 33755"/>
                    <a:gd name="connsiteX3" fmla="*/ 17110 w 34095"/>
                    <a:gd name="connsiteY3" fmla="*/ 70 h 33755"/>
                    <a:gd name="connsiteX4" fmla="*/ 34158 w 34095"/>
                    <a:gd name="connsiteY4" fmla="*/ 16948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158" y="16948"/>
                      </a:moveTo>
                      <a:cubicBezTo>
                        <a:pt x="34158" y="26269"/>
                        <a:pt x="26525" y="33825"/>
                        <a:pt x="17110" y="33825"/>
                      </a:cubicBezTo>
                      <a:cubicBezTo>
                        <a:pt x="7695" y="33825"/>
                        <a:pt x="62" y="26269"/>
                        <a:pt x="62" y="16948"/>
                      </a:cubicBezTo>
                      <a:cubicBezTo>
                        <a:pt x="62" y="7627"/>
                        <a:pt x="7695" y="70"/>
                        <a:pt x="17110" y="70"/>
                      </a:cubicBezTo>
                      <a:cubicBezTo>
                        <a:pt x="26525" y="70"/>
                        <a:pt x="34158" y="7627"/>
                        <a:pt x="34158" y="16948"/>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47" name="图片 51" descr="icon-32"/>
            <p:cNvGrpSpPr/>
            <p:nvPr/>
          </p:nvGrpSpPr>
          <p:grpSpPr>
            <a:xfrm>
              <a:off x="1992127" y="3494719"/>
              <a:ext cx="169141" cy="370793"/>
              <a:chOff x="1992127" y="3494719"/>
              <a:chExt cx="169141" cy="370793"/>
            </a:xfrm>
            <a:solidFill>
              <a:srgbClr val="FFFFFF"/>
            </a:solidFill>
          </p:grpSpPr>
          <p:grpSp>
            <p:nvGrpSpPr>
              <p:cNvPr id="448" name="图片 51" descr="icon-32"/>
              <p:cNvGrpSpPr/>
              <p:nvPr/>
            </p:nvGrpSpPr>
            <p:grpSpPr>
              <a:xfrm>
                <a:off x="1992127" y="3494719"/>
                <a:ext cx="166584" cy="35800"/>
                <a:chOff x="1992127" y="3494719"/>
                <a:chExt cx="166584" cy="35800"/>
              </a:xfrm>
              <a:solidFill>
                <a:srgbClr val="FFFFFF"/>
              </a:solidFill>
            </p:grpSpPr>
            <p:sp>
              <p:nvSpPr>
                <p:cNvPr id="449" name="任意形状 448"/>
                <p:cNvSpPr/>
                <p:nvPr/>
              </p:nvSpPr>
              <p:spPr>
                <a:xfrm rot="-5400000" flipV="1">
                  <a:off x="2103940" y="3460087"/>
                  <a:ext cx="5114" cy="109541"/>
                </a:xfrm>
                <a:custGeom>
                  <a:avLst/>
                  <a:gdLst>
                    <a:gd name="connsiteX0" fmla="*/ 189 w 5114"/>
                    <a:gd name="connsiteY0" fmla="*/ 76 h 109541"/>
                    <a:gd name="connsiteX1" fmla="*/ 189 w 5114"/>
                    <a:gd name="connsiteY1" fmla="*/ 109617 h 109541"/>
                  </a:gdLst>
                  <a:ahLst/>
                  <a:cxnLst>
                    <a:cxn ang="0">
                      <a:pos x="connsiteX0" y="connsiteY0"/>
                    </a:cxn>
                    <a:cxn ang="0">
                      <a:pos x="connsiteX1" y="connsiteY1"/>
                    </a:cxn>
                  </a:cxnLst>
                  <a:rect l="l" t="t" r="r" b="b"/>
                  <a:pathLst>
                    <a:path w="5114" h="109541">
                      <a:moveTo>
                        <a:pt x="189" y="76"/>
                      </a:moveTo>
                      <a:lnTo>
                        <a:pt x="189" y="10961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 name="任意形状 449"/>
                <p:cNvSpPr/>
                <p:nvPr/>
              </p:nvSpPr>
              <p:spPr>
                <a:xfrm rot="-5400000" flipV="1">
                  <a:off x="1991104" y="3495742"/>
                  <a:ext cx="35800" cy="33755"/>
                </a:xfrm>
                <a:custGeom>
                  <a:avLst/>
                  <a:gdLst>
                    <a:gd name="connsiteX0" fmla="*/ 35971 w 35800"/>
                    <a:gd name="connsiteY0" fmla="*/ 16934 h 33755"/>
                    <a:gd name="connsiteX1" fmla="*/ 18070 w 35800"/>
                    <a:gd name="connsiteY1" fmla="*/ 33812 h 33755"/>
                    <a:gd name="connsiteX2" fmla="*/ 170 w 35800"/>
                    <a:gd name="connsiteY2" fmla="*/ 16934 h 33755"/>
                    <a:gd name="connsiteX3" fmla="*/ 18070 w 35800"/>
                    <a:gd name="connsiteY3" fmla="*/ 57 h 33755"/>
                    <a:gd name="connsiteX4" fmla="*/ 35971 w 35800"/>
                    <a:gd name="connsiteY4" fmla="*/ 1693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0" h="33755">
                      <a:moveTo>
                        <a:pt x="35971" y="16934"/>
                      </a:moveTo>
                      <a:cubicBezTo>
                        <a:pt x="35971" y="26256"/>
                        <a:pt x="27956" y="33812"/>
                        <a:pt x="18070" y="33812"/>
                      </a:cubicBezTo>
                      <a:cubicBezTo>
                        <a:pt x="8184" y="33812"/>
                        <a:pt x="170" y="26255"/>
                        <a:pt x="170" y="16934"/>
                      </a:cubicBezTo>
                      <a:cubicBezTo>
                        <a:pt x="170" y="7613"/>
                        <a:pt x="8184" y="57"/>
                        <a:pt x="18070" y="57"/>
                      </a:cubicBezTo>
                      <a:cubicBezTo>
                        <a:pt x="27956" y="57"/>
                        <a:pt x="35971" y="7613"/>
                        <a:pt x="35971" y="1693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1" name="图片 51" descr="icon-32"/>
              <p:cNvGrpSpPr/>
              <p:nvPr/>
            </p:nvGrpSpPr>
            <p:grpSpPr>
              <a:xfrm>
                <a:off x="1994684" y="3750013"/>
                <a:ext cx="166584" cy="49012"/>
                <a:chOff x="1994684" y="3750013"/>
                <a:chExt cx="166584" cy="49012"/>
              </a:xfrm>
              <a:solidFill>
                <a:srgbClr val="FFFFFF"/>
              </a:solidFill>
            </p:grpSpPr>
            <p:sp>
              <p:nvSpPr>
                <p:cNvPr id="452" name="任意形状 451"/>
                <p:cNvSpPr/>
                <p:nvPr/>
              </p:nvSpPr>
              <p:spPr>
                <a:xfrm rot="-5400000" flipV="1">
                  <a:off x="2106497" y="3729338"/>
                  <a:ext cx="5114" cy="109541"/>
                </a:xfrm>
                <a:custGeom>
                  <a:avLst/>
                  <a:gdLst>
                    <a:gd name="connsiteX0" fmla="*/ 189 w 5114"/>
                    <a:gd name="connsiteY0" fmla="*/ 128 h 109541"/>
                    <a:gd name="connsiteX1" fmla="*/ 189 w 5114"/>
                    <a:gd name="connsiteY1" fmla="*/ 109670 h 109541"/>
                  </a:gdLst>
                  <a:ahLst/>
                  <a:cxnLst>
                    <a:cxn ang="0">
                      <a:pos x="connsiteX0" y="connsiteY0"/>
                    </a:cxn>
                    <a:cxn ang="0">
                      <a:pos x="connsiteX1" y="connsiteY1"/>
                    </a:cxn>
                  </a:cxnLst>
                  <a:rect l="l" t="t" r="r" b="b"/>
                  <a:pathLst>
                    <a:path w="5114" h="109541">
                      <a:moveTo>
                        <a:pt x="189" y="128"/>
                      </a:moveTo>
                      <a:lnTo>
                        <a:pt x="189" y="109670"/>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3" name="任意形状 452"/>
                <p:cNvSpPr/>
                <p:nvPr/>
              </p:nvSpPr>
              <p:spPr>
                <a:xfrm rot="-5400000" flipV="1">
                  <a:off x="2106497" y="3695242"/>
                  <a:ext cx="5114" cy="109541"/>
                </a:xfrm>
                <a:custGeom>
                  <a:avLst/>
                  <a:gdLst>
                    <a:gd name="connsiteX0" fmla="*/ 183 w 5114"/>
                    <a:gd name="connsiteY0" fmla="*/ 122 h 109541"/>
                    <a:gd name="connsiteX1" fmla="*/ 183 w 5114"/>
                    <a:gd name="connsiteY1" fmla="*/ 109663 h 109541"/>
                  </a:gdLst>
                  <a:ahLst/>
                  <a:cxnLst>
                    <a:cxn ang="0">
                      <a:pos x="connsiteX0" y="connsiteY0"/>
                    </a:cxn>
                    <a:cxn ang="0">
                      <a:pos x="connsiteX1" y="connsiteY1"/>
                    </a:cxn>
                  </a:cxnLst>
                  <a:rect l="l" t="t" r="r" b="b"/>
                  <a:pathLst>
                    <a:path w="5114" h="109541">
                      <a:moveTo>
                        <a:pt x="183" y="122"/>
                      </a:moveTo>
                      <a:lnTo>
                        <a:pt x="183" y="109663"/>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4" name="任意形状 453"/>
                <p:cNvSpPr/>
                <p:nvPr/>
              </p:nvSpPr>
              <p:spPr>
                <a:xfrm rot="-5400000" flipV="1">
                  <a:off x="1994514" y="3765100"/>
                  <a:ext cx="34095" cy="33755"/>
                </a:xfrm>
                <a:custGeom>
                  <a:avLst/>
                  <a:gdLst>
                    <a:gd name="connsiteX0" fmla="*/ 34266 w 34095"/>
                    <a:gd name="connsiteY0" fmla="*/ 16987 h 33755"/>
                    <a:gd name="connsiteX1" fmla="*/ 17218 w 34095"/>
                    <a:gd name="connsiteY1" fmla="*/ 33864 h 33755"/>
                    <a:gd name="connsiteX2" fmla="*/ 170 w 34095"/>
                    <a:gd name="connsiteY2" fmla="*/ 16987 h 33755"/>
                    <a:gd name="connsiteX3" fmla="*/ 17218 w 34095"/>
                    <a:gd name="connsiteY3" fmla="*/ 109 h 33755"/>
                    <a:gd name="connsiteX4" fmla="*/ 34266 w 34095"/>
                    <a:gd name="connsiteY4" fmla="*/ 16987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266" y="16987"/>
                      </a:moveTo>
                      <a:cubicBezTo>
                        <a:pt x="34266" y="26308"/>
                        <a:pt x="26634" y="33864"/>
                        <a:pt x="17218" y="33864"/>
                      </a:cubicBezTo>
                      <a:cubicBezTo>
                        <a:pt x="7803" y="33864"/>
                        <a:pt x="170" y="26308"/>
                        <a:pt x="170" y="16987"/>
                      </a:cubicBezTo>
                      <a:cubicBezTo>
                        <a:pt x="170" y="7666"/>
                        <a:pt x="7803" y="109"/>
                        <a:pt x="17218" y="109"/>
                      </a:cubicBezTo>
                      <a:cubicBezTo>
                        <a:pt x="26634" y="109"/>
                        <a:pt x="34266" y="7666"/>
                        <a:pt x="34266" y="16987"/>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5" name="图片 51" descr="icon-32"/>
              <p:cNvGrpSpPr/>
              <p:nvPr/>
            </p:nvGrpSpPr>
            <p:grpSpPr>
              <a:xfrm>
                <a:off x="1994684" y="3816500"/>
                <a:ext cx="166584" cy="49012"/>
                <a:chOff x="1994684" y="3816500"/>
                <a:chExt cx="166584" cy="49012"/>
              </a:xfrm>
              <a:solidFill>
                <a:srgbClr val="FFFFFF"/>
              </a:solidFill>
            </p:grpSpPr>
            <p:sp>
              <p:nvSpPr>
                <p:cNvPr id="456" name="任意形状 455"/>
                <p:cNvSpPr/>
                <p:nvPr/>
              </p:nvSpPr>
              <p:spPr>
                <a:xfrm rot="-5400000" flipV="1">
                  <a:off x="2106497" y="3795825"/>
                  <a:ext cx="5114" cy="109541"/>
                </a:xfrm>
                <a:custGeom>
                  <a:avLst/>
                  <a:gdLst>
                    <a:gd name="connsiteX0" fmla="*/ 189 w 5114"/>
                    <a:gd name="connsiteY0" fmla="*/ 141 h 109541"/>
                    <a:gd name="connsiteX1" fmla="*/ 189 w 5114"/>
                    <a:gd name="connsiteY1" fmla="*/ 109683 h 109541"/>
                  </a:gdLst>
                  <a:ahLst/>
                  <a:cxnLst>
                    <a:cxn ang="0">
                      <a:pos x="connsiteX0" y="connsiteY0"/>
                    </a:cxn>
                    <a:cxn ang="0">
                      <a:pos x="connsiteX1" y="connsiteY1"/>
                    </a:cxn>
                  </a:cxnLst>
                  <a:rect l="l" t="t" r="r" b="b"/>
                  <a:pathLst>
                    <a:path w="5114" h="109541">
                      <a:moveTo>
                        <a:pt x="189" y="141"/>
                      </a:moveTo>
                      <a:lnTo>
                        <a:pt x="189" y="109683"/>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7" name="任意形状 456"/>
                <p:cNvSpPr/>
                <p:nvPr/>
              </p:nvSpPr>
              <p:spPr>
                <a:xfrm rot="-5400000" flipV="1">
                  <a:off x="2106497" y="3761729"/>
                  <a:ext cx="5114" cy="109541"/>
                </a:xfrm>
                <a:custGeom>
                  <a:avLst/>
                  <a:gdLst>
                    <a:gd name="connsiteX0" fmla="*/ 183 w 5114"/>
                    <a:gd name="connsiteY0" fmla="*/ 135 h 109541"/>
                    <a:gd name="connsiteX1" fmla="*/ 183 w 5114"/>
                    <a:gd name="connsiteY1" fmla="*/ 109676 h 109541"/>
                  </a:gdLst>
                  <a:ahLst/>
                  <a:cxnLst>
                    <a:cxn ang="0">
                      <a:pos x="connsiteX0" y="connsiteY0"/>
                    </a:cxn>
                    <a:cxn ang="0">
                      <a:pos x="connsiteX1" y="connsiteY1"/>
                    </a:cxn>
                  </a:cxnLst>
                  <a:rect l="l" t="t" r="r" b="b"/>
                  <a:pathLst>
                    <a:path w="5114" h="109541">
                      <a:moveTo>
                        <a:pt x="183" y="135"/>
                      </a:moveTo>
                      <a:lnTo>
                        <a:pt x="183" y="109676"/>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8" name="任意形状 457"/>
                <p:cNvSpPr/>
                <p:nvPr/>
              </p:nvSpPr>
              <p:spPr>
                <a:xfrm rot="-5400000" flipV="1">
                  <a:off x="1994514" y="3831588"/>
                  <a:ext cx="34095" cy="33755"/>
                </a:xfrm>
                <a:custGeom>
                  <a:avLst/>
                  <a:gdLst>
                    <a:gd name="connsiteX0" fmla="*/ 34266 w 34095"/>
                    <a:gd name="connsiteY0" fmla="*/ 17000 h 33755"/>
                    <a:gd name="connsiteX1" fmla="*/ 17218 w 34095"/>
                    <a:gd name="connsiteY1" fmla="*/ 33877 h 33755"/>
                    <a:gd name="connsiteX2" fmla="*/ 170 w 34095"/>
                    <a:gd name="connsiteY2" fmla="*/ 17000 h 33755"/>
                    <a:gd name="connsiteX3" fmla="*/ 17218 w 34095"/>
                    <a:gd name="connsiteY3" fmla="*/ 122 h 33755"/>
                    <a:gd name="connsiteX4" fmla="*/ 34266 w 34095"/>
                    <a:gd name="connsiteY4" fmla="*/ 17000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266" y="17000"/>
                      </a:moveTo>
                      <a:cubicBezTo>
                        <a:pt x="34266" y="26321"/>
                        <a:pt x="26634" y="33877"/>
                        <a:pt x="17218" y="33877"/>
                      </a:cubicBezTo>
                      <a:cubicBezTo>
                        <a:pt x="7803" y="33877"/>
                        <a:pt x="170" y="26321"/>
                        <a:pt x="170" y="17000"/>
                      </a:cubicBezTo>
                      <a:cubicBezTo>
                        <a:pt x="170" y="7679"/>
                        <a:pt x="7803" y="122"/>
                        <a:pt x="17218" y="122"/>
                      </a:cubicBezTo>
                      <a:cubicBezTo>
                        <a:pt x="26634" y="122"/>
                        <a:pt x="34266" y="7679"/>
                        <a:pt x="34266" y="17000"/>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9" name="图片 51" descr="icon-32"/>
              <p:cNvGrpSpPr/>
              <p:nvPr/>
            </p:nvGrpSpPr>
            <p:grpSpPr>
              <a:xfrm>
                <a:off x="1994684" y="3683526"/>
                <a:ext cx="166584" cy="49012"/>
                <a:chOff x="1994684" y="3683526"/>
                <a:chExt cx="166584" cy="49012"/>
              </a:xfrm>
              <a:solidFill>
                <a:srgbClr val="FFFFFF"/>
              </a:solidFill>
            </p:grpSpPr>
            <p:sp>
              <p:nvSpPr>
                <p:cNvPr id="460" name="任意形状 459"/>
                <p:cNvSpPr/>
                <p:nvPr/>
              </p:nvSpPr>
              <p:spPr>
                <a:xfrm rot="-5400000" flipV="1">
                  <a:off x="2106497" y="3662851"/>
                  <a:ext cx="5114" cy="109541"/>
                </a:xfrm>
                <a:custGeom>
                  <a:avLst/>
                  <a:gdLst>
                    <a:gd name="connsiteX0" fmla="*/ 189 w 5114"/>
                    <a:gd name="connsiteY0" fmla="*/ 115 h 109541"/>
                    <a:gd name="connsiteX1" fmla="*/ 189 w 5114"/>
                    <a:gd name="connsiteY1" fmla="*/ 109657 h 109541"/>
                  </a:gdLst>
                  <a:ahLst/>
                  <a:cxnLst>
                    <a:cxn ang="0">
                      <a:pos x="connsiteX0" y="connsiteY0"/>
                    </a:cxn>
                    <a:cxn ang="0">
                      <a:pos x="connsiteX1" y="connsiteY1"/>
                    </a:cxn>
                  </a:cxnLst>
                  <a:rect l="l" t="t" r="r" b="b"/>
                  <a:pathLst>
                    <a:path w="5114" h="109541">
                      <a:moveTo>
                        <a:pt x="189" y="115"/>
                      </a:moveTo>
                      <a:lnTo>
                        <a:pt x="189" y="109657"/>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1" name="任意形状 460"/>
                <p:cNvSpPr/>
                <p:nvPr/>
              </p:nvSpPr>
              <p:spPr>
                <a:xfrm rot="-5400000" flipV="1">
                  <a:off x="2106497" y="3628755"/>
                  <a:ext cx="5114" cy="109541"/>
                </a:xfrm>
                <a:custGeom>
                  <a:avLst/>
                  <a:gdLst>
                    <a:gd name="connsiteX0" fmla="*/ 183 w 5114"/>
                    <a:gd name="connsiteY0" fmla="*/ 109 h 109541"/>
                    <a:gd name="connsiteX1" fmla="*/ 183 w 5114"/>
                    <a:gd name="connsiteY1" fmla="*/ 109650 h 109541"/>
                  </a:gdLst>
                  <a:ahLst/>
                  <a:cxnLst>
                    <a:cxn ang="0">
                      <a:pos x="connsiteX0" y="connsiteY0"/>
                    </a:cxn>
                    <a:cxn ang="0">
                      <a:pos x="connsiteX1" y="connsiteY1"/>
                    </a:cxn>
                  </a:cxnLst>
                  <a:rect l="l" t="t" r="r" b="b"/>
                  <a:pathLst>
                    <a:path w="5114" h="109541">
                      <a:moveTo>
                        <a:pt x="183" y="109"/>
                      </a:moveTo>
                      <a:lnTo>
                        <a:pt x="183" y="109650"/>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2" name="任意形状 461"/>
                <p:cNvSpPr/>
                <p:nvPr/>
              </p:nvSpPr>
              <p:spPr>
                <a:xfrm rot="-5400000" flipV="1">
                  <a:off x="1994514" y="3698613"/>
                  <a:ext cx="34095" cy="33755"/>
                </a:xfrm>
                <a:custGeom>
                  <a:avLst/>
                  <a:gdLst>
                    <a:gd name="connsiteX0" fmla="*/ 34266 w 34095"/>
                    <a:gd name="connsiteY0" fmla="*/ 16974 h 33755"/>
                    <a:gd name="connsiteX1" fmla="*/ 17218 w 34095"/>
                    <a:gd name="connsiteY1" fmla="*/ 33851 h 33755"/>
                    <a:gd name="connsiteX2" fmla="*/ 170 w 34095"/>
                    <a:gd name="connsiteY2" fmla="*/ 16974 h 33755"/>
                    <a:gd name="connsiteX3" fmla="*/ 17218 w 34095"/>
                    <a:gd name="connsiteY3" fmla="*/ 96 h 33755"/>
                    <a:gd name="connsiteX4" fmla="*/ 34266 w 34095"/>
                    <a:gd name="connsiteY4" fmla="*/ 16974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266" y="16974"/>
                      </a:moveTo>
                      <a:cubicBezTo>
                        <a:pt x="34266" y="26295"/>
                        <a:pt x="26634" y="33851"/>
                        <a:pt x="17218" y="33851"/>
                      </a:cubicBezTo>
                      <a:cubicBezTo>
                        <a:pt x="7803" y="33851"/>
                        <a:pt x="170" y="26295"/>
                        <a:pt x="170" y="16974"/>
                      </a:cubicBezTo>
                      <a:cubicBezTo>
                        <a:pt x="170" y="7653"/>
                        <a:pt x="7803" y="96"/>
                        <a:pt x="17218" y="96"/>
                      </a:cubicBezTo>
                      <a:cubicBezTo>
                        <a:pt x="26634" y="96"/>
                        <a:pt x="34266" y="7653"/>
                        <a:pt x="34266" y="16974"/>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63" name="图片 51" descr="icon-32"/>
              <p:cNvGrpSpPr/>
              <p:nvPr/>
            </p:nvGrpSpPr>
            <p:grpSpPr>
              <a:xfrm>
                <a:off x="1994684" y="3617039"/>
                <a:ext cx="166584" cy="49012"/>
                <a:chOff x="1994684" y="3617039"/>
                <a:chExt cx="166584" cy="49012"/>
              </a:xfrm>
              <a:solidFill>
                <a:srgbClr val="FFFFFF"/>
              </a:solidFill>
            </p:grpSpPr>
            <p:sp>
              <p:nvSpPr>
                <p:cNvPr id="464" name="任意形状 463"/>
                <p:cNvSpPr/>
                <p:nvPr/>
              </p:nvSpPr>
              <p:spPr>
                <a:xfrm rot="-5400000" flipV="1">
                  <a:off x="2106497" y="3596364"/>
                  <a:ext cx="5114" cy="109541"/>
                </a:xfrm>
                <a:custGeom>
                  <a:avLst/>
                  <a:gdLst>
                    <a:gd name="connsiteX0" fmla="*/ 189 w 5114"/>
                    <a:gd name="connsiteY0" fmla="*/ 102 h 109541"/>
                    <a:gd name="connsiteX1" fmla="*/ 189 w 5114"/>
                    <a:gd name="connsiteY1" fmla="*/ 109644 h 109541"/>
                  </a:gdLst>
                  <a:ahLst/>
                  <a:cxnLst>
                    <a:cxn ang="0">
                      <a:pos x="connsiteX0" y="connsiteY0"/>
                    </a:cxn>
                    <a:cxn ang="0">
                      <a:pos x="connsiteX1" y="connsiteY1"/>
                    </a:cxn>
                  </a:cxnLst>
                  <a:rect l="l" t="t" r="r" b="b"/>
                  <a:pathLst>
                    <a:path w="5114" h="109541">
                      <a:moveTo>
                        <a:pt x="189" y="102"/>
                      </a:moveTo>
                      <a:lnTo>
                        <a:pt x="189" y="109644"/>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5" name="任意形状 464"/>
                <p:cNvSpPr/>
                <p:nvPr/>
              </p:nvSpPr>
              <p:spPr>
                <a:xfrm rot="-5400000" flipV="1">
                  <a:off x="2106497" y="3562268"/>
                  <a:ext cx="5114" cy="109541"/>
                </a:xfrm>
                <a:custGeom>
                  <a:avLst/>
                  <a:gdLst>
                    <a:gd name="connsiteX0" fmla="*/ 183 w 5114"/>
                    <a:gd name="connsiteY0" fmla="*/ 96 h 109541"/>
                    <a:gd name="connsiteX1" fmla="*/ 183 w 5114"/>
                    <a:gd name="connsiteY1" fmla="*/ 109637 h 109541"/>
                  </a:gdLst>
                  <a:ahLst/>
                  <a:cxnLst>
                    <a:cxn ang="0">
                      <a:pos x="connsiteX0" y="connsiteY0"/>
                    </a:cxn>
                    <a:cxn ang="0">
                      <a:pos x="connsiteX1" y="connsiteY1"/>
                    </a:cxn>
                  </a:cxnLst>
                  <a:rect l="l" t="t" r="r" b="b"/>
                  <a:pathLst>
                    <a:path w="5114" h="109541">
                      <a:moveTo>
                        <a:pt x="183" y="96"/>
                      </a:moveTo>
                      <a:lnTo>
                        <a:pt x="183" y="109637"/>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6" name="任意形状 465"/>
                <p:cNvSpPr/>
                <p:nvPr/>
              </p:nvSpPr>
              <p:spPr>
                <a:xfrm rot="-5400000" flipV="1">
                  <a:off x="1994514" y="3632126"/>
                  <a:ext cx="34095" cy="33755"/>
                </a:xfrm>
                <a:custGeom>
                  <a:avLst/>
                  <a:gdLst>
                    <a:gd name="connsiteX0" fmla="*/ 34266 w 34095"/>
                    <a:gd name="connsiteY0" fmla="*/ 16961 h 33755"/>
                    <a:gd name="connsiteX1" fmla="*/ 17218 w 34095"/>
                    <a:gd name="connsiteY1" fmla="*/ 33838 h 33755"/>
                    <a:gd name="connsiteX2" fmla="*/ 170 w 34095"/>
                    <a:gd name="connsiteY2" fmla="*/ 16961 h 33755"/>
                    <a:gd name="connsiteX3" fmla="*/ 17218 w 34095"/>
                    <a:gd name="connsiteY3" fmla="*/ 83 h 33755"/>
                    <a:gd name="connsiteX4" fmla="*/ 34266 w 34095"/>
                    <a:gd name="connsiteY4" fmla="*/ 16961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266" y="16961"/>
                      </a:moveTo>
                      <a:cubicBezTo>
                        <a:pt x="34266" y="26282"/>
                        <a:pt x="26634" y="33838"/>
                        <a:pt x="17218" y="33838"/>
                      </a:cubicBezTo>
                      <a:cubicBezTo>
                        <a:pt x="7803" y="33838"/>
                        <a:pt x="170" y="26282"/>
                        <a:pt x="170" y="16961"/>
                      </a:cubicBezTo>
                      <a:cubicBezTo>
                        <a:pt x="170" y="7640"/>
                        <a:pt x="7803" y="83"/>
                        <a:pt x="17218" y="83"/>
                      </a:cubicBezTo>
                      <a:cubicBezTo>
                        <a:pt x="26634" y="83"/>
                        <a:pt x="34266" y="7640"/>
                        <a:pt x="34266" y="16961"/>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67" name="图片 51" descr="icon-32"/>
              <p:cNvGrpSpPr/>
              <p:nvPr/>
            </p:nvGrpSpPr>
            <p:grpSpPr>
              <a:xfrm>
                <a:off x="1994684" y="3550552"/>
                <a:ext cx="166584" cy="49012"/>
                <a:chOff x="1994684" y="3550552"/>
                <a:chExt cx="166584" cy="49012"/>
              </a:xfrm>
              <a:solidFill>
                <a:srgbClr val="FFFFFF"/>
              </a:solidFill>
            </p:grpSpPr>
            <p:sp>
              <p:nvSpPr>
                <p:cNvPr id="468" name="任意形状 467"/>
                <p:cNvSpPr/>
                <p:nvPr/>
              </p:nvSpPr>
              <p:spPr>
                <a:xfrm rot="-5400000" flipV="1">
                  <a:off x="2106497" y="3529877"/>
                  <a:ext cx="5114" cy="109541"/>
                </a:xfrm>
                <a:custGeom>
                  <a:avLst/>
                  <a:gdLst>
                    <a:gd name="connsiteX0" fmla="*/ 189 w 5114"/>
                    <a:gd name="connsiteY0" fmla="*/ 89 h 109541"/>
                    <a:gd name="connsiteX1" fmla="*/ 189 w 5114"/>
                    <a:gd name="connsiteY1" fmla="*/ 109631 h 109541"/>
                  </a:gdLst>
                  <a:ahLst/>
                  <a:cxnLst>
                    <a:cxn ang="0">
                      <a:pos x="connsiteX0" y="connsiteY0"/>
                    </a:cxn>
                    <a:cxn ang="0">
                      <a:pos x="connsiteX1" y="connsiteY1"/>
                    </a:cxn>
                  </a:cxnLst>
                  <a:rect l="l" t="t" r="r" b="b"/>
                  <a:pathLst>
                    <a:path w="5114" h="109541">
                      <a:moveTo>
                        <a:pt x="189" y="89"/>
                      </a:moveTo>
                      <a:lnTo>
                        <a:pt x="189" y="109631"/>
                      </a:lnTo>
                    </a:path>
                  </a:pathLst>
                </a:custGeom>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9" name="任意形状 468"/>
                <p:cNvSpPr/>
                <p:nvPr/>
              </p:nvSpPr>
              <p:spPr>
                <a:xfrm rot="-5400000" flipV="1">
                  <a:off x="2106497" y="3495781"/>
                  <a:ext cx="5114" cy="109541"/>
                </a:xfrm>
                <a:custGeom>
                  <a:avLst/>
                  <a:gdLst>
                    <a:gd name="connsiteX0" fmla="*/ 183 w 5114"/>
                    <a:gd name="connsiteY0" fmla="*/ 83 h 109541"/>
                    <a:gd name="connsiteX1" fmla="*/ 183 w 5114"/>
                    <a:gd name="connsiteY1" fmla="*/ 109624 h 109541"/>
                  </a:gdLst>
                  <a:ahLst/>
                  <a:cxnLst>
                    <a:cxn ang="0">
                      <a:pos x="connsiteX0" y="connsiteY0"/>
                    </a:cxn>
                    <a:cxn ang="0">
                      <a:pos x="connsiteX1" y="connsiteY1"/>
                    </a:cxn>
                  </a:cxnLst>
                  <a:rect l="l" t="t" r="r" b="b"/>
                  <a:pathLst>
                    <a:path w="5114" h="109541">
                      <a:moveTo>
                        <a:pt x="183" y="83"/>
                      </a:moveTo>
                      <a:lnTo>
                        <a:pt x="183" y="109624"/>
                      </a:lnTo>
                    </a:path>
                  </a:pathLst>
                </a:custGeom>
                <a:ln w="10160"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0" name="任意形状 469"/>
                <p:cNvSpPr/>
                <p:nvPr/>
              </p:nvSpPr>
              <p:spPr>
                <a:xfrm rot="-5400000" flipV="1">
                  <a:off x="1994514" y="3565639"/>
                  <a:ext cx="34095" cy="33755"/>
                </a:xfrm>
                <a:custGeom>
                  <a:avLst/>
                  <a:gdLst>
                    <a:gd name="connsiteX0" fmla="*/ 34266 w 34095"/>
                    <a:gd name="connsiteY0" fmla="*/ 16948 h 33755"/>
                    <a:gd name="connsiteX1" fmla="*/ 17218 w 34095"/>
                    <a:gd name="connsiteY1" fmla="*/ 33825 h 33755"/>
                    <a:gd name="connsiteX2" fmla="*/ 170 w 34095"/>
                    <a:gd name="connsiteY2" fmla="*/ 16948 h 33755"/>
                    <a:gd name="connsiteX3" fmla="*/ 17218 w 34095"/>
                    <a:gd name="connsiteY3" fmla="*/ 70 h 33755"/>
                    <a:gd name="connsiteX4" fmla="*/ 34266 w 34095"/>
                    <a:gd name="connsiteY4" fmla="*/ 16948 h 3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5" h="33755">
                      <a:moveTo>
                        <a:pt x="34266" y="16948"/>
                      </a:moveTo>
                      <a:cubicBezTo>
                        <a:pt x="34266" y="26269"/>
                        <a:pt x="26634" y="33825"/>
                        <a:pt x="17218" y="33825"/>
                      </a:cubicBezTo>
                      <a:cubicBezTo>
                        <a:pt x="7803" y="33825"/>
                        <a:pt x="170" y="26269"/>
                        <a:pt x="170" y="16948"/>
                      </a:cubicBezTo>
                      <a:cubicBezTo>
                        <a:pt x="170" y="7627"/>
                        <a:pt x="7803" y="70"/>
                        <a:pt x="17218" y="70"/>
                      </a:cubicBezTo>
                      <a:cubicBezTo>
                        <a:pt x="26634" y="70"/>
                        <a:pt x="34266" y="7627"/>
                        <a:pt x="34266" y="16948"/>
                      </a:cubicBezTo>
                      <a:close/>
                    </a:path>
                  </a:pathLst>
                </a:custGeom>
                <a:solidFill>
                  <a:schemeClr val="bg1"/>
                </a:solidFill>
                <a:ln w="10160"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141" name="图片 52" descr="icon-33"/>
          <p:cNvGrpSpPr/>
          <p:nvPr/>
        </p:nvGrpSpPr>
        <p:grpSpPr>
          <a:xfrm>
            <a:off x="10172730" y="1577749"/>
            <a:ext cx="789328" cy="822879"/>
            <a:chOff x="10172730" y="1577749"/>
            <a:chExt cx="789328" cy="822879"/>
          </a:xfrm>
        </p:grpSpPr>
        <p:sp>
          <p:nvSpPr>
            <p:cNvPr id="142" name="任意形状 141"/>
            <p:cNvSpPr/>
            <p:nvPr/>
          </p:nvSpPr>
          <p:spPr>
            <a:xfrm>
              <a:off x="10172730" y="1577749"/>
              <a:ext cx="584899" cy="584899"/>
            </a:xfrm>
            <a:custGeom>
              <a:avLst/>
              <a:gdLst>
                <a:gd name="connsiteX0" fmla="*/ 584899 w 584899"/>
                <a:gd name="connsiteY0" fmla="*/ 292450 h 584899"/>
                <a:gd name="connsiteX1" fmla="*/ 292450 w 584899"/>
                <a:gd name="connsiteY1" fmla="*/ 584899 h 584899"/>
                <a:gd name="connsiteX2" fmla="*/ 0 w 584899"/>
                <a:gd name="connsiteY2" fmla="*/ 292450 h 584899"/>
                <a:gd name="connsiteX3" fmla="*/ 292450 w 584899"/>
                <a:gd name="connsiteY3" fmla="*/ 0 h 584899"/>
                <a:gd name="connsiteX4" fmla="*/ 584899 w 584899"/>
                <a:gd name="connsiteY4" fmla="*/ 292450 h 58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899" h="584899">
                  <a:moveTo>
                    <a:pt x="584899" y="292450"/>
                  </a:moveTo>
                  <a:cubicBezTo>
                    <a:pt x="584899" y="453965"/>
                    <a:pt x="453965" y="584899"/>
                    <a:pt x="292450" y="584899"/>
                  </a:cubicBezTo>
                  <a:cubicBezTo>
                    <a:pt x="130934" y="584899"/>
                    <a:pt x="0" y="453965"/>
                    <a:pt x="0" y="292450"/>
                  </a:cubicBezTo>
                  <a:cubicBezTo>
                    <a:pt x="0" y="130934"/>
                    <a:pt x="130934" y="0"/>
                    <a:pt x="292450" y="0"/>
                  </a:cubicBezTo>
                  <a:cubicBezTo>
                    <a:pt x="453965" y="0"/>
                    <a:pt x="584899" y="130934"/>
                    <a:pt x="584899" y="292450"/>
                  </a:cubicBezTo>
                  <a:close/>
                </a:path>
              </a:pathLst>
            </a:custGeom>
            <a:solidFill>
              <a:schemeClr val="bg2"/>
            </a:solidFill>
            <a:ln w="4842"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43" name="任意形状 142"/>
            <p:cNvSpPr/>
            <p:nvPr/>
          </p:nvSpPr>
          <p:spPr>
            <a:xfrm>
              <a:off x="10375244" y="2181917"/>
              <a:ext cx="1182" cy="218659"/>
            </a:xfrm>
            <a:custGeom>
              <a:avLst/>
              <a:gdLst>
                <a:gd name="connsiteX0" fmla="*/ 1183 w 1182"/>
                <a:gd name="connsiteY0" fmla="*/ 0 h 218659"/>
                <a:gd name="connsiteX1" fmla="*/ 0 w 1182"/>
                <a:gd name="connsiteY1" fmla="*/ 218660 h 218659"/>
              </a:gdLst>
              <a:ahLst/>
              <a:cxnLst>
                <a:cxn ang="0">
                  <a:pos x="connsiteX0" y="connsiteY0"/>
                </a:cxn>
                <a:cxn ang="0">
                  <a:pos x="connsiteX1" y="connsiteY1"/>
                </a:cxn>
              </a:cxnLst>
              <a:rect l="l" t="t" r="r" b="b"/>
              <a:pathLst>
                <a:path w="1182" h="218659">
                  <a:moveTo>
                    <a:pt x="1183" y="0"/>
                  </a:moveTo>
                  <a:lnTo>
                    <a:pt x="0" y="21866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4" name="任意形状 143"/>
            <p:cNvSpPr/>
            <p:nvPr/>
          </p:nvSpPr>
          <p:spPr>
            <a:xfrm>
              <a:off x="10375731" y="1618531"/>
              <a:ext cx="392017" cy="446913"/>
            </a:xfrm>
            <a:custGeom>
              <a:avLst/>
              <a:gdLst>
                <a:gd name="connsiteX0" fmla="*/ 0 w 392017"/>
                <a:gd name="connsiteY0" fmla="*/ 333379 h 446913"/>
                <a:gd name="connsiteX1" fmla="*/ 196648 w 392017"/>
                <a:gd name="connsiteY1" fmla="*/ 446913 h 446913"/>
                <a:gd name="connsiteX2" fmla="*/ 392017 w 392017"/>
                <a:gd name="connsiteY2" fmla="*/ 333377 h 446913"/>
                <a:gd name="connsiteX3" fmla="*/ 392017 w 392017"/>
                <a:gd name="connsiteY3" fmla="*/ 113534 h 446913"/>
                <a:gd name="connsiteX4" fmla="*/ 193823 w 392017"/>
                <a:gd name="connsiteY4" fmla="*/ 0 h 446913"/>
                <a:gd name="connsiteX5" fmla="*/ 0 w 392017"/>
                <a:gd name="connsiteY5" fmla="*/ 113535 h 44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017" h="446913">
                  <a:moveTo>
                    <a:pt x="0" y="333379"/>
                  </a:moveTo>
                  <a:lnTo>
                    <a:pt x="196648" y="446913"/>
                  </a:lnTo>
                  <a:lnTo>
                    <a:pt x="392017" y="333377"/>
                  </a:lnTo>
                  <a:lnTo>
                    <a:pt x="392017" y="113534"/>
                  </a:lnTo>
                  <a:lnTo>
                    <a:pt x="193823" y="0"/>
                  </a:lnTo>
                  <a:lnTo>
                    <a:pt x="0" y="113535"/>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5" name="任意形状 144"/>
            <p:cNvSpPr/>
            <p:nvPr/>
          </p:nvSpPr>
          <p:spPr>
            <a:xfrm>
              <a:off x="10572379" y="1732065"/>
              <a:ext cx="195369" cy="333378"/>
            </a:xfrm>
            <a:custGeom>
              <a:avLst/>
              <a:gdLst>
                <a:gd name="connsiteX0" fmla="*/ 0 w 195369"/>
                <a:gd name="connsiteY0" fmla="*/ 333379 h 333378"/>
                <a:gd name="connsiteX1" fmla="*/ 195370 w 195369"/>
                <a:gd name="connsiteY1" fmla="*/ 219842 h 333378"/>
                <a:gd name="connsiteX2" fmla="*/ 195370 w 195369"/>
                <a:gd name="connsiteY2" fmla="*/ 0 h 333378"/>
                <a:gd name="connsiteX3" fmla="*/ 1060 w 195369"/>
                <a:gd name="connsiteY3" fmla="*/ 109922 h 333378"/>
              </a:gdLst>
              <a:ahLst/>
              <a:cxnLst>
                <a:cxn ang="0">
                  <a:pos x="connsiteX0" y="connsiteY0"/>
                </a:cxn>
                <a:cxn ang="0">
                  <a:pos x="connsiteX1" y="connsiteY1"/>
                </a:cxn>
                <a:cxn ang="0">
                  <a:pos x="connsiteX2" y="connsiteY2"/>
                </a:cxn>
                <a:cxn ang="0">
                  <a:pos x="connsiteX3" y="connsiteY3"/>
                </a:cxn>
              </a:cxnLst>
              <a:rect l="l" t="t" r="r" b="b"/>
              <a:pathLst>
                <a:path w="195369" h="333378">
                  <a:moveTo>
                    <a:pt x="0" y="333379"/>
                  </a:moveTo>
                  <a:lnTo>
                    <a:pt x="195370" y="219842"/>
                  </a:lnTo>
                  <a:lnTo>
                    <a:pt x="195370" y="0"/>
                  </a:lnTo>
                  <a:lnTo>
                    <a:pt x="1060" y="109922"/>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6" name="任意形状 145"/>
            <p:cNvSpPr/>
            <p:nvPr/>
          </p:nvSpPr>
          <p:spPr>
            <a:xfrm>
              <a:off x="10373211" y="2067250"/>
              <a:ext cx="195369" cy="333378"/>
            </a:xfrm>
            <a:custGeom>
              <a:avLst/>
              <a:gdLst>
                <a:gd name="connsiteX0" fmla="*/ 0 w 195369"/>
                <a:gd name="connsiteY0" fmla="*/ 333379 h 333378"/>
                <a:gd name="connsiteX1" fmla="*/ 195370 w 195369"/>
                <a:gd name="connsiteY1" fmla="*/ 219842 h 333378"/>
                <a:gd name="connsiteX2" fmla="*/ 195370 w 195369"/>
                <a:gd name="connsiteY2" fmla="*/ 0 h 333378"/>
                <a:gd name="connsiteX3" fmla="*/ 1060 w 195369"/>
                <a:gd name="connsiteY3" fmla="*/ 109922 h 333378"/>
              </a:gdLst>
              <a:ahLst/>
              <a:cxnLst>
                <a:cxn ang="0">
                  <a:pos x="connsiteX0" y="connsiteY0"/>
                </a:cxn>
                <a:cxn ang="0">
                  <a:pos x="connsiteX1" y="connsiteY1"/>
                </a:cxn>
                <a:cxn ang="0">
                  <a:pos x="connsiteX2" y="connsiteY2"/>
                </a:cxn>
                <a:cxn ang="0">
                  <a:pos x="connsiteX3" y="connsiteY3"/>
                </a:cxn>
              </a:cxnLst>
              <a:rect l="l" t="t" r="r" b="b"/>
              <a:pathLst>
                <a:path w="195369" h="333378">
                  <a:moveTo>
                    <a:pt x="0" y="333379"/>
                  </a:moveTo>
                  <a:lnTo>
                    <a:pt x="195370" y="219842"/>
                  </a:lnTo>
                  <a:lnTo>
                    <a:pt x="195370" y="0"/>
                  </a:lnTo>
                  <a:lnTo>
                    <a:pt x="1060" y="109922"/>
                  </a:lnTo>
                  <a:close/>
                </a:path>
              </a:pathLst>
            </a:custGeom>
            <a:solidFill>
              <a:schemeClr val="accent1">
                <a:lumMod val="20000"/>
                <a:lumOff val="8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7" name="任意形状 146"/>
            <p:cNvSpPr/>
            <p:nvPr/>
          </p:nvSpPr>
          <p:spPr>
            <a:xfrm>
              <a:off x="10181421" y="1953716"/>
              <a:ext cx="392017" cy="446913"/>
            </a:xfrm>
            <a:custGeom>
              <a:avLst/>
              <a:gdLst>
                <a:gd name="connsiteX0" fmla="*/ 0 w 392017"/>
                <a:gd name="connsiteY0" fmla="*/ 333379 h 446913"/>
                <a:gd name="connsiteX1" fmla="*/ 196648 w 392017"/>
                <a:gd name="connsiteY1" fmla="*/ 446913 h 446913"/>
                <a:gd name="connsiteX2" fmla="*/ 392017 w 392017"/>
                <a:gd name="connsiteY2" fmla="*/ 333377 h 446913"/>
                <a:gd name="connsiteX3" fmla="*/ 392017 w 392017"/>
                <a:gd name="connsiteY3" fmla="*/ 113534 h 446913"/>
                <a:gd name="connsiteX4" fmla="*/ 193823 w 392017"/>
                <a:gd name="connsiteY4" fmla="*/ 0 h 446913"/>
                <a:gd name="connsiteX5" fmla="*/ 0 w 392017"/>
                <a:gd name="connsiteY5" fmla="*/ 113535 h 44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017" h="446913">
                  <a:moveTo>
                    <a:pt x="0" y="333379"/>
                  </a:moveTo>
                  <a:lnTo>
                    <a:pt x="196648" y="446913"/>
                  </a:lnTo>
                  <a:lnTo>
                    <a:pt x="392017" y="333377"/>
                  </a:lnTo>
                  <a:lnTo>
                    <a:pt x="392017" y="113534"/>
                  </a:lnTo>
                  <a:lnTo>
                    <a:pt x="193823" y="0"/>
                  </a:lnTo>
                  <a:lnTo>
                    <a:pt x="0" y="113535"/>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8" name="任意形状 147"/>
            <p:cNvSpPr/>
            <p:nvPr/>
          </p:nvSpPr>
          <p:spPr>
            <a:xfrm>
              <a:off x="10375731" y="1618531"/>
              <a:ext cx="392017" cy="227070"/>
            </a:xfrm>
            <a:custGeom>
              <a:avLst/>
              <a:gdLst>
                <a:gd name="connsiteX0" fmla="*/ 0 w 392017"/>
                <a:gd name="connsiteY0" fmla="*/ 113536 h 227070"/>
                <a:gd name="connsiteX1" fmla="*/ 196648 w 392017"/>
                <a:gd name="connsiteY1" fmla="*/ 227071 h 227070"/>
                <a:gd name="connsiteX2" fmla="*/ 392017 w 392017"/>
                <a:gd name="connsiteY2" fmla="*/ 113534 h 227070"/>
                <a:gd name="connsiteX3" fmla="*/ 195370 w 392017"/>
                <a:gd name="connsiteY3" fmla="*/ 0 h 227070"/>
              </a:gdLst>
              <a:ahLst/>
              <a:cxnLst>
                <a:cxn ang="0">
                  <a:pos x="connsiteX0" y="connsiteY0"/>
                </a:cxn>
                <a:cxn ang="0">
                  <a:pos x="connsiteX1" y="connsiteY1"/>
                </a:cxn>
                <a:cxn ang="0">
                  <a:pos x="connsiteX2" y="connsiteY2"/>
                </a:cxn>
                <a:cxn ang="0">
                  <a:pos x="connsiteX3" y="connsiteY3"/>
                </a:cxn>
              </a:cxnLst>
              <a:rect l="l" t="t" r="r" b="b"/>
              <a:pathLst>
                <a:path w="392017" h="227070">
                  <a:moveTo>
                    <a:pt x="0" y="113536"/>
                  </a:moveTo>
                  <a:lnTo>
                    <a:pt x="196648" y="227071"/>
                  </a:lnTo>
                  <a:lnTo>
                    <a:pt x="392017" y="113534"/>
                  </a:lnTo>
                  <a:lnTo>
                    <a:pt x="195370" y="0"/>
                  </a:lnTo>
                  <a:close/>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9" name="任意形状 148"/>
            <p:cNvSpPr/>
            <p:nvPr/>
          </p:nvSpPr>
          <p:spPr>
            <a:xfrm>
              <a:off x="10181421" y="1953716"/>
              <a:ext cx="392017" cy="227070"/>
            </a:xfrm>
            <a:custGeom>
              <a:avLst/>
              <a:gdLst>
                <a:gd name="connsiteX0" fmla="*/ 0 w 392017"/>
                <a:gd name="connsiteY0" fmla="*/ 113536 h 227070"/>
                <a:gd name="connsiteX1" fmla="*/ 196648 w 392017"/>
                <a:gd name="connsiteY1" fmla="*/ 227071 h 227070"/>
                <a:gd name="connsiteX2" fmla="*/ 392017 w 392017"/>
                <a:gd name="connsiteY2" fmla="*/ 113534 h 227070"/>
                <a:gd name="connsiteX3" fmla="*/ 195370 w 392017"/>
                <a:gd name="connsiteY3" fmla="*/ 0 h 227070"/>
              </a:gdLst>
              <a:ahLst/>
              <a:cxnLst>
                <a:cxn ang="0">
                  <a:pos x="connsiteX0" y="connsiteY0"/>
                </a:cxn>
                <a:cxn ang="0">
                  <a:pos x="connsiteX1" y="connsiteY1"/>
                </a:cxn>
                <a:cxn ang="0">
                  <a:pos x="connsiteX2" y="connsiteY2"/>
                </a:cxn>
                <a:cxn ang="0">
                  <a:pos x="connsiteX3" y="connsiteY3"/>
                </a:cxn>
              </a:cxnLst>
              <a:rect l="l" t="t" r="r" b="b"/>
              <a:pathLst>
                <a:path w="392017" h="227070">
                  <a:moveTo>
                    <a:pt x="0" y="113536"/>
                  </a:moveTo>
                  <a:lnTo>
                    <a:pt x="196648" y="227071"/>
                  </a:lnTo>
                  <a:lnTo>
                    <a:pt x="392017" y="113534"/>
                  </a:lnTo>
                  <a:lnTo>
                    <a:pt x="195370" y="0"/>
                  </a:lnTo>
                  <a:close/>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0" name="任意形状 149"/>
            <p:cNvSpPr/>
            <p:nvPr/>
          </p:nvSpPr>
          <p:spPr>
            <a:xfrm>
              <a:off x="10570041" y="1953716"/>
              <a:ext cx="392017" cy="446913"/>
            </a:xfrm>
            <a:custGeom>
              <a:avLst/>
              <a:gdLst>
                <a:gd name="connsiteX0" fmla="*/ 0 w 392017"/>
                <a:gd name="connsiteY0" fmla="*/ 333379 h 446913"/>
                <a:gd name="connsiteX1" fmla="*/ 196648 w 392017"/>
                <a:gd name="connsiteY1" fmla="*/ 446913 h 446913"/>
                <a:gd name="connsiteX2" fmla="*/ 392017 w 392017"/>
                <a:gd name="connsiteY2" fmla="*/ 333377 h 446913"/>
                <a:gd name="connsiteX3" fmla="*/ 392017 w 392017"/>
                <a:gd name="connsiteY3" fmla="*/ 113534 h 446913"/>
                <a:gd name="connsiteX4" fmla="*/ 193823 w 392017"/>
                <a:gd name="connsiteY4" fmla="*/ 0 h 446913"/>
                <a:gd name="connsiteX5" fmla="*/ 0 w 392017"/>
                <a:gd name="connsiteY5" fmla="*/ 113535 h 44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017" h="446913">
                  <a:moveTo>
                    <a:pt x="0" y="333379"/>
                  </a:moveTo>
                  <a:lnTo>
                    <a:pt x="196648" y="446913"/>
                  </a:lnTo>
                  <a:lnTo>
                    <a:pt x="392017" y="333377"/>
                  </a:lnTo>
                  <a:lnTo>
                    <a:pt x="392017" y="113534"/>
                  </a:lnTo>
                  <a:lnTo>
                    <a:pt x="193823" y="0"/>
                  </a:lnTo>
                  <a:lnTo>
                    <a:pt x="0" y="113535"/>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1" name="任意形状 150"/>
            <p:cNvSpPr/>
            <p:nvPr/>
          </p:nvSpPr>
          <p:spPr>
            <a:xfrm>
              <a:off x="10570041" y="1953716"/>
              <a:ext cx="392017" cy="227070"/>
            </a:xfrm>
            <a:custGeom>
              <a:avLst/>
              <a:gdLst>
                <a:gd name="connsiteX0" fmla="*/ 0 w 392017"/>
                <a:gd name="connsiteY0" fmla="*/ 113536 h 227070"/>
                <a:gd name="connsiteX1" fmla="*/ 196648 w 392017"/>
                <a:gd name="connsiteY1" fmla="*/ 227071 h 227070"/>
                <a:gd name="connsiteX2" fmla="*/ 392017 w 392017"/>
                <a:gd name="connsiteY2" fmla="*/ 113534 h 227070"/>
                <a:gd name="connsiteX3" fmla="*/ 195370 w 392017"/>
                <a:gd name="connsiteY3" fmla="*/ 0 h 227070"/>
              </a:gdLst>
              <a:ahLst/>
              <a:cxnLst>
                <a:cxn ang="0">
                  <a:pos x="connsiteX0" y="connsiteY0"/>
                </a:cxn>
                <a:cxn ang="0">
                  <a:pos x="connsiteX1" y="connsiteY1"/>
                </a:cxn>
                <a:cxn ang="0">
                  <a:pos x="connsiteX2" y="connsiteY2"/>
                </a:cxn>
                <a:cxn ang="0">
                  <a:pos x="connsiteX3" y="connsiteY3"/>
                </a:cxn>
              </a:cxnLst>
              <a:rect l="l" t="t" r="r" b="b"/>
              <a:pathLst>
                <a:path w="392017" h="227070">
                  <a:moveTo>
                    <a:pt x="0" y="113536"/>
                  </a:moveTo>
                  <a:lnTo>
                    <a:pt x="196648" y="227071"/>
                  </a:lnTo>
                  <a:lnTo>
                    <a:pt x="392017" y="113534"/>
                  </a:lnTo>
                  <a:lnTo>
                    <a:pt x="195370" y="0"/>
                  </a:lnTo>
                  <a:close/>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2" name="任意形状 151"/>
            <p:cNvSpPr/>
            <p:nvPr/>
          </p:nvSpPr>
          <p:spPr>
            <a:xfrm>
              <a:off x="10763864" y="2181917"/>
              <a:ext cx="1182" cy="218659"/>
            </a:xfrm>
            <a:custGeom>
              <a:avLst/>
              <a:gdLst>
                <a:gd name="connsiteX0" fmla="*/ 1183 w 1182"/>
                <a:gd name="connsiteY0" fmla="*/ 0 h 218659"/>
                <a:gd name="connsiteX1" fmla="*/ 0 w 1182"/>
                <a:gd name="connsiteY1" fmla="*/ 218660 h 218659"/>
              </a:gdLst>
              <a:ahLst/>
              <a:cxnLst>
                <a:cxn ang="0">
                  <a:pos x="connsiteX0" y="connsiteY0"/>
                </a:cxn>
                <a:cxn ang="0">
                  <a:pos x="connsiteX1" y="connsiteY1"/>
                </a:cxn>
              </a:cxnLst>
              <a:rect l="l" t="t" r="r" b="b"/>
              <a:pathLst>
                <a:path w="1182" h="218659">
                  <a:moveTo>
                    <a:pt x="1183" y="0"/>
                  </a:moveTo>
                  <a:lnTo>
                    <a:pt x="0" y="21866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3" name="任意形状 152"/>
            <p:cNvSpPr/>
            <p:nvPr/>
          </p:nvSpPr>
          <p:spPr>
            <a:xfrm>
              <a:off x="10574412" y="1618418"/>
              <a:ext cx="1182" cy="218659"/>
            </a:xfrm>
            <a:custGeom>
              <a:avLst/>
              <a:gdLst>
                <a:gd name="connsiteX0" fmla="*/ 1183 w 1182"/>
                <a:gd name="connsiteY0" fmla="*/ 0 h 218659"/>
                <a:gd name="connsiteX1" fmla="*/ 0 w 1182"/>
                <a:gd name="connsiteY1" fmla="*/ 218660 h 218659"/>
              </a:gdLst>
              <a:ahLst/>
              <a:cxnLst>
                <a:cxn ang="0">
                  <a:pos x="connsiteX0" y="connsiteY0"/>
                </a:cxn>
                <a:cxn ang="0">
                  <a:pos x="connsiteX1" y="connsiteY1"/>
                </a:cxn>
              </a:cxnLst>
              <a:rect l="l" t="t" r="r" b="b"/>
              <a:pathLst>
                <a:path w="1182" h="218659">
                  <a:moveTo>
                    <a:pt x="1183" y="0"/>
                  </a:moveTo>
                  <a:lnTo>
                    <a:pt x="0" y="218660"/>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4" name="任意形状 153"/>
            <p:cNvSpPr/>
            <p:nvPr/>
          </p:nvSpPr>
          <p:spPr>
            <a:xfrm>
              <a:off x="10370386" y="1963318"/>
              <a:ext cx="1182" cy="218659"/>
            </a:xfrm>
            <a:custGeom>
              <a:avLst/>
              <a:gdLst>
                <a:gd name="connsiteX0" fmla="*/ 1183 w 1182"/>
                <a:gd name="connsiteY0" fmla="*/ 0 h 218659"/>
                <a:gd name="connsiteX1" fmla="*/ 0 w 1182"/>
                <a:gd name="connsiteY1" fmla="*/ 218660 h 218659"/>
              </a:gdLst>
              <a:ahLst/>
              <a:cxnLst>
                <a:cxn ang="0">
                  <a:pos x="connsiteX0" y="connsiteY0"/>
                </a:cxn>
                <a:cxn ang="0">
                  <a:pos x="connsiteX1" y="connsiteY1"/>
                </a:cxn>
              </a:cxnLst>
              <a:rect l="l" t="t" r="r" b="b"/>
              <a:pathLst>
                <a:path w="1182" h="218659">
                  <a:moveTo>
                    <a:pt x="1183" y="0"/>
                  </a:moveTo>
                  <a:lnTo>
                    <a:pt x="0" y="218660"/>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5" name="任意形状 154"/>
            <p:cNvSpPr/>
            <p:nvPr/>
          </p:nvSpPr>
          <p:spPr>
            <a:xfrm>
              <a:off x="10763864" y="1963318"/>
              <a:ext cx="1182" cy="218659"/>
            </a:xfrm>
            <a:custGeom>
              <a:avLst/>
              <a:gdLst>
                <a:gd name="connsiteX0" fmla="*/ 1183 w 1182"/>
                <a:gd name="connsiteY0" fmla="*/ 0 h 218659"/>
                <a:gd name="connsiteX1" fmla="*/ 0 w 1182"/>
                <a:gd name="connsiteY1" fmla="*/ 218660 h 218659"/>
              </a:gdLst>
              <a:ahLst/>
              <a:cxnLst>
                <a:cxn ang="0">
                  <a:pos x="connsiteX0" y="connsiteY0"/>
                </a:cxn>
                <a:cxn ang="0">
                  <a:pos x="connsiteX1" y="connsiteY1"/>
                </a:cxn>
              </a:cxnLst>
              <a:rect l="l" t="t" r="r" b="b"/>
              <a:pathLst>
                <a:path w="1182" h="218659">
                  <a:moveTo>
                    <a:pt x="1183" y="0"/>
                  </a:moveTo>
                  <a:lnTo>
                    <a:pt x="0" y="218660"/>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6" name="任意形状 155"/>
            <p:cNvSpPr/>
            <p:nvPr/>
          </p:nvSpPr>
          <p:spPr>
            <a:xfrm>
              <a:off x="10573438" y="2181978"/>
              <a:ext cx="190425" cy="105114"/>
            </a:xfrm>
            <a:custGeom>
              <a:avLst/>
              <a:gdLst>
                <a:gd name="connsiteX0" fmla="*/ 0 w 190425"/>
                <a:gd name="connsiteY0" fmla="*/ 105115 h 105114"/>
                <a:gd name="connsiteX1" fmla="*/ 190426 w 190425"/>
                <a:gd name="connsiteY1" fmla="*/ 0 h 105114"/>
              </a:gdLst>
              <a:ahLst/>
              <a:cxnLst>
                <a:cxn ang="0">
                  <a:pos x="connsiteX0" y="connsiteY0"/>
                </a:cxn>
                <a:cxn ang="0">
                  <a:pos x="connsiteX1" y="connsiteY1"/>
                </a:cxn>
              </a:cxnLst>
              <a:rect l="l" t="t" r="r" b="b"/>
              <a:pathLst>
                <a:path w="190425" h="105114">
                  <a:moveTo>
                    <a:pt x="0" y="105115"/>
                  </a:moveTo>
                  <a:lnTo>
                    <a:pt x="190426" y="0"/>
                  </a:lnTo>
                </a:path>
              </a:pathLst>
            </a:custGeom>
            <a:ln w="9684" cap="rnd">
              <a:solidFill>
                <a:schemeClr val="tx2">
                  <a:alpha val="50000"/>
                </a:schemeClr>
              </a:solidFill>
              <a:custDash>
                <a:ds d="375000" sp="375000"/>
              </a:custDash>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57" name="任意形状 156"/>
            <p:cNvSpPr/>
            <p:nvPr/>
          </p:nvSpPr>
          <p:spPr>
            <a:xfrm>
              <a:off x="10184818" y="2181978"/>
              <a:ext cx="190425" cy="105114"/>
            </a:xfrm>
            <a:custGeom>
              <a:avLst/>
              <a:gdLst>
                <a:gd name="connsiteX0" fmla="*/ 0 w 190425"/>
                <a:gd name="connsiteY0" fmla="*/ 105115 h 105114"/>
                <a:gd name="connsiteX1" fmla="*/ 190426 w 190425"/>
                <a:gd name="connsiteY1" fmla="*/ 0 h 105114"/>
              </a:gdLst>
              <a:ahLst/>
              <a:cxnLst>
                <a:cxn ang="0">
                  <a:pos x="connsiteX0" y="connsiteY0"/>
                </a:cxn>
                <a:cxn ang="0">
                  <a:pos x="connsiteX1" y="connsiteY1"/>
                </a:cxn>
              </a:cxnLst>
              <a:rect l="l" t="t" r="r" b="b"/>
              <a:pathLst>
                <a:path w="190425" h="105114">
                  <a:moveTo>
                    <a:pt x="0" y="105115"/>
                  </a:moveTo>
                  <a:lnTo>
                    <a:pt x="190426" y="0"/>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8" name="任意形状 157"/>
            <p:cNvSpPr/>
            <p:nvPr/>
          </p:nvSpPr>
          <p:spPr>
            <a:xfrm>
              <a:off x="10379128" y="1846793"/>
              <a:ext cx="190425" cy="105114"/>
            </a:xfrm>
            <a:custGeom>
              <a:avLst/>
              <a:gdLst>
                <a:gd name="connsiteX0" fmla="*/ 0 w 190425"/>
                <a:gd name="connsiteY0" fmla="*/ 105115 h 105114"/>
                <a:gd name="connsiteX1" fmla="*/ 190426 w 190425"/>
                <a:gd name="connsiteY1" fmla="*/ 0 h 105114"/>
              </a:gdLst>
              <a:ahLst/>
              <a:cxnLst>
                <a:cxn ang="0">
                  <a:pos x="connsiteX0" y="connsiteY0"/>
                </a:cxn>
                <a:cxn ang="0">
                  <a:pos x="connsiteX1" y="connsiteY1"/>
                </a:cxn>
              </a:cxnLst>
              <a:rect l="l" t="t" r="r" b="b"/>
              <a:pathLst>
                <a:path w="190425" h="105114">
                  <a:moveTo>
                    <a:pt x="0" y="105115"/>
                  </a:moveTo>
                  <a:lnTo>
                    <a:pt x="190426" y="0"/>
                  </a:lnTo>
                </a:path>
              </a:pathLst>
            </a:custGeom>
            <a:ln w="9684" cap="rnd">
              <a:solidFill>
                <a:schemeClr val="tx2">
                  <a:alpha val="50000"/>
                </a:schemeClr>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7" name="图片 53" descr="icon-34"/>
          <p:cNvGrpSpPr/>
          <p:nvPr/>
        </p:nvGrpSpPr>
        <p:grpSpPr>
          <a:xfrm>
            <a:off x="8270304" y="1555273"/>
            <a:ext cx="801528" cy="838804"/>
            <a:chOff x="8270304" y="1555273"/>
            <a:chExt cx="801528" cy="838804"/>
          </a:xfrm>
        </p:grpSpPr>
        <p:sp>
          <p:nvSpPr>
            <p:cNvPr id="108" name="任意形状 107"/>
            <p:cNvSpPr/>
            <p:nvPr/>
          </p:nvSpPr>
          <p:spPr>
            <a:xfrm>
              <a:off x="8321310" y="1824878"/>
              <a:ext cx="4857" cy="548925"/>
            </a:xfrm>
            <a:custGeom>
              <a:avLst/>
              <a:gdLst>
                <a:gd name="connsiteX0" fmla="*/ 0 w 4857"/>
                <a:gd name="connsiteY0" fmla="*/ 0 h 548925"/>
                <a:gd name="connsiteX1" fmla="*/ 0 w 4857"/>
                <a:gd name="connsiteY1" fmla="*/ 548926 h 548925"/>
              </a:gdLst>
              <a:ahLst/>
              <a:cxnLst>
                <a:cxn ang="0">
                  <a:pos x="connsiteX0" y="connsiteY0"/>
                </a:cxn>
                <a:cxn ang="0">
                  <a:pos x="connsiteX1" y="connsiteY1"/>
                </a:cxn>
              </a:cxnLst>
              <a:rect l="l" t="t" r="r" b="b"/>
              <a:pathLst>
                <a:path w="4857" h="548925">
                  <a:moveTo>
                    <a:pt x="0" y="0"/>
                  </a:moveTo>
                  <a:lnTo>
                    <a:pt x="0" y="548926"/>
                  </a:lnTo>
                </a:path>
              </a:pathLst>
            </a:custGeom>
            <a:ln w="9684" cap="rnd">
              <a:solidFill>
                <a:schemeClr val="tx2">
                  <a:alpha val="82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9" name="任意形状 108"/>
            <p:cNvSpPr/>
            <p:nvPr/>
          </p:nvSpPr>
          <p:spPr>
            <a:xfrm>
              <a:off x="8537480" y="1555273"/>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0" name="任意形状 109"/>
            <p:cNvSpPr/>
            <p:nvPr/>
          </p:nvSpPr>
          <p:spPr>
            <a:xfrm>
              <a:off x="8270304" y="1694562"/>
              <a:ext cx="571861" cy="130350"/>
            </a:xfrm>
            <a:custGeom>
              <a:avLst/>
              <a:gdLst>
                <a:gd name="connsiteX0" fmla="*/ 38862 w 571861"/>
                <a:gd name="connsiteY0" fmla="*/ 0 h 130350"/>
                <a:gd name="connsiteX1" fmla="*/ 532999 w 571861"/>
                <a:gd name="connsiteY1" fmla="*/ 0 h 130350"/>
                <a:gd name="connsiteX2" fmla="*/ 571861 w 571861"/>
                <a:gd name="connsiteY2" fmla="*/ 38862 h 130350"/>
                <a:gd name="connsiteX3" fmla="*/ 571861 w 571861"/>
                <a:gd name="connsiteY3" fmla="*/ 130351 h 130350"/>
                <a:gd name="connsiteX4" fmla="*/ 571861 w 571861"/>
                <a:gd name="connsiteY4" fmla="*/ 130351 h 130350"/>
                <a:gd name="connsiteX5" fmla="*/ 0 w 571861"/>
                <a:gd name="connsiteY5" fmla="*/ 130351 h 130350"/>
                <a:gd name="connsiteX6" fmla="*/ 0 w 571861"/>
                <a:gd name="connsiteY6" fmla="*/ 38862 h 130350"/>
                <a:gd name="connsiteX7" fmla="*/ 38862 w 571861"/>
                <a:gd name="connsiteY7" fmla="*/ 0 h 13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861" h="130350">
                  <a:moveTo>
                    <a:pt x="38862" y="0"/>
                  </a:moveTo>
                  <a:lnTo>
                    <a:pt x="532999" y="0"/>
                  </a:lnTo>
                  <a:cubicBezTo>
                    <a:pt x="554462" y="0"/>
                    <a:pt x="571861" y="17399"/>
                    <a:pt x="571861" y="38862"/>
                  </a:cubicBezTo>
                  <a:lnTo>
                    <a:pt x="571861" y="130351"/>
                  </a:lnTo>
                  <a:lnTo>
                    <a:pt x="571861" y="130351"/>
                  </a:lnTo>
                  <a:lnTo>
                    <a:pt x="0" y="130351"/>
                  </a:lnTo>
                  <a:lnTo>
                    <a:pt x="0" y="38862"/>
                  </a:lnTo>
                  <a:cubicBezTo>
                    <a:pt x="0" y="17399"/>
                    <a:pt x="17399" y="0"/>
                    <a:pt x="38862" y="0"/>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1" name="任意形状 110"/>
            <p:cNvSpPr/>
            <p:nvPr/>
          </p:nvSpPr>
          <p:spPr>
            <a:xfrm>
              <a:off x="8270304" y="1866961"/>
              <a:ext cx="571861" cy="130350"/>
            </a:xfrm>
            <a:custGeom>
              <a:avLst/>
              <a:gdLst>
                <a:gd name="connsiteX0" fmla="*/ 0 w 571861"/>
                <a:gd name="connsiteY0" fmla="*/ 0 h 130350"/>
                <a:gd name="connsiteX1" fmla="*/ 571861 w 571861"/>
                <a:gd name="connsiteY1" fmla="*/ 0 h 130350"/>
                <a:gd name="connsiteX2" fmla="*/ 571861 w 571861"/>
                <a:gd name="connsiteY2" fmla="*/ 130351 h 130350"/>
                <a:gd name="connsiteX3" fmla="*/ 0 w 571861"/>
                <a:gd name="connsiteY3" fmla="*/ 130351 h 130350"/>
              </a:gdLst>
              <a:ahLst/>
              <a:cxnLst>
                <a:cxn ang="0">
                  <a:pos x="connsiteX0" y="connsiteY0"/>
                </a:cxn>
                <a:cxn ang="0">
                  <a:pos x="connsiteX1" y="connsiteY1"/>
                </a:cxn>
                <a:cxn ang="0">
                  <a:pos x="connsiteX2" y="connsiteY2"/>
                </a:cxn>
                <a:cxn ang="0">
                  <a:pos x="connsiteX3" y="connsiteY3"/>
                </a:cxn>
              </a:cxnLst>
              <a:rect l="l" t="t" r="r" b="b"/>
              <a:pathLst>
                <a:path w="571861" h="130350">
                  <a:moveTo>
                    <a:pt x="0" y="0"/>
                  </a:moveTo>
                  <a:lnTo>
                    <a:pt x="571861" y="0"/>
                  </a:lnTo>
                  <a:lnTo>
                    <a:pt x="571861" y="130351"/>
                  </a:lnTo>
                  <a:lnTo>
                    <a:pt x="0" y="130351"/>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2" name="任意形状 111"/>
            <p:cNvSpPr/>
            <p:nvPr/>
          </p:nvSpPr>
          <p:spPr>
            <a:xfrm>
              <a:off x="8270304" y="2039361"/>
              <a:ext cx="571861" cy="130350"/>
            </a:xfrm>
            <a:custGeom>
              <a:avLst/>
              <a:gdLst>
                <a:gd name="connsiteX0" fmla="*/ 0 w 571861"/>
                <a:gd name="connsiteY0" fmla="*/ 0 h 130350"/>
                <a:gd name="connsiteX1" fmla="*/ 571861 w 571861"/>
                <a:gd name="connsiteY1" fmla="*/ 0 h 130350"/>
                <a:gd name="connsiteX2" fmla="*/ 571861 w 571861"/>
                <a:gd name="connsiteY2" fmla="*/ 130351 h 130350"/>
                <a:gd name="connsiteX3" fmla="*/ 0 w 571861"/>
                <a:gd name="connsiteY3" fmla="*/ 130351 h 130350"/>
              </a:gdLst>
              <a:ahLst/>
              <a:cxnLst>
                <a:cxn ang="0">
                  <a:pos x="connsiteX0" y="connsiteY0"/>
                </a:cxn>
                <a:cxn ang="0">
                  <a:pos x="connsiteX1" y="connsiteY1"/>
                </a:cxn>
                <a:cxn ang="0">
                  <a:pos x="connsiteX2" y="connsiteY2"/>
                </a:cxn>
                <a:cxn ang="0">
                  <a:pos x="connsiteX3" y="connsiteY3"/>
                </a:cxn>
              </a:cxnLst>
              <a:rect l="l" t="t" r="r" b="b"/>
              <a:pathLst>
                <a:path w="571861" h="130350">
                  <a:moveTo>
                    <a:pt x="0" y="0"/>
                  </a:moveTo>
                  <a:lnTo>
                    <a:pt x="571861" y="0"/>
                  </a:lnTo>
                  <a:lnTo>
                    <a:pt x="571861" y="130351"/>
                  </a:lnTo>
                  <a:lnTo>
                    <a:pt x="0" y="130351"/>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3" name="任意形状 112"/>
            <p:cNvSpPr/>
            <p:nvPr/>
          </p:nvSpPr>
          <p:spPr>
            <a:xfrm>
              <a:off x="8270304" y="2211760"/>
              <a:ext cx="571861" cy="130350"/>
            </a:xfrm>
            <a:custGeom>
              <a:avLst/>
              <a:gdLst>
                <a:gd name="connsiteX0" fmla="*/ 0 w 571861"/>
                <a:gd name="connsiteY0" fmla="*/ 0 h 130350"/>
                <a:gd name="connsiteX1" fmla="*/ 571861 w 571861"/>
                <a:gd name="connsiteY1" fmla="*/ 0 h 130350"/>
                <a:gd name="connsiteX2" fmla="*/ 571861 w 571861"/>
                <a:gd name="connsiteY2" fmla="*/ 91489 h 130350"/>
                <a:gd name="connsiteX3" fmla="*/ 532999 w 571861"/>
                <a:gd name="connsiteY3" fmla="*/ 130351 h 130350"/>
                <a:gd name="connsiteX4" fmla="*/ 38862 w 571861"/>
                <a:gd name="connsiteY4" fmla="*/ 130351 h 130350"/>
                <a:gd name="connsiteX5" fmla="*/ 0 w 571861"/>
                <a:gd name="connsiteY5" fmla="*/ 91489 h 130350"/>
                <a:gd name="connsiteX6" fmla="*/ 0 w 571861"/>
                <a:gd name="connsiteY6" fmla="*/ 0 h 130350"/>
                <a:gd name="connsiteX7" fmla="*/ 0 w 571861"/>
                <a:gd name="connsiteY7" fmla="*/ 0 h 13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861" h="130350">
                  <a:moveTo>
                    <a:pt x="0" y="0"/>
                  </a:moveTo>
                  <a:lnTo>
                    <a:pt x="571861" y="0"/>
                  </a:lnTo>
                  <a:lnTo>
                    <a:pt x="571861" y="91489"/>
                  </a:lnTo>
                  <a:cubicBezTo>
                    <a:pt x="571861" y="112952"/>
                    <a:pt x="554462" y="130351"/>
                    <a:pt x="532999" y="130351"/>
                  </a:cubicBezTo>
                  <a:lnTo>
                    <a:pt x="38862" y="130351"/>
                  </a:lnTo>
                  <a:cubicBezTo>
                    <a:pt x="17399" y="130351"/>
                    <a:pt x="0" y="112952"/>
                    <a:pt x="0" y="91489"/>
                  </a:cubicBezTo>
                  <a:lnTo>
                    <a:pt x="0" y="0"/>
                  </a:lnTo>
                  <a:lnTo>
                    <a:pt x="0" y="0"/>
                  </a:ln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4" name="任意形状 113"/>
            <p:cNvSpPr/>
            <p:nvPr/>
          </p:nvSpPr>
          <p:spPr>
            <a:xfrm>
              <a:off x="8343335" y="1748119"/>
              <a:ext cx="43819" cy="24343"/>
            </a:xfrm>
            <a:custGeom>
              <a:avLst/>
              <a:gdLst>
                <a:gd name="connsiteX0" fmla="*/ 0 w 43819"/>
                <a:gd name="connsiteY0" fmla="*/ 0 h 24343"/>
                <a:gd name="connsiteX1" fmla="*/ 43819 w 43819"/>
                <a:gd name="connsiteY1" fmla="*/ 0 h 24343"/>
                <a:gd name="connsiteX2" fmla="*/ 43819 w 43819"/>
                <a:gd name="connsiteY2" fmla="*/ 24344 h 24343"/>
                <a:gd name="connsiteX3" fmla="*/ 0 w 43819"/>
                <a:gd name="connsiteY3" fmla="*/ 24344 h 24343"/>
              </a:gdLst>
              <a:ahLst/>
              <a:cxnLst>
                <a:cxn ang="0">
                  <a:pos x="connsiteX0" y="connsiteY0"/>
                </a:cxn>
                <a:cxn ang="0">
                  <a:pos x="connsiteX1" y="connsiteY1"/>
                </a:cxn>
                <a:cxn ang="0">
                  <a:pos x="connsiteX2" y="connsiteY2"/>
                </a:cxn>
                <a:cxn ang="0">
                  <a:pos x="connsiteX3" y="connsiteY3"/>
                </a:cxn>
              </a:cxnLst>
              <a:rect l="l" t="t" r="r" b="b"/>
              <a:pathLst>
                <a:path w="43819" h="24343">
                  <a:moveTo>
                    <a:pt x="0" y="0"/>
                  </a:moveTo>
                  <a:lnTo>
                    <a:pt x="43819" y="0"/>
                  </a:lnTo>
                  <a:lnTo>
                    <a:pt x="43819" y="24344"/>
                  </a:lnTo>
                  <a:lnTo>
                    <a:pt x="0" y="2434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5" name="任意形状 114"/>
            <p:cNvSpPr/>
            <p:nvPr/>
          </p:nvSpPr>
          <p:spPr>
            <a:xfrm>
              <a:off x="8343335" y="1918526"/>
              <a:ext cx="43819" cy="24343"/>
            </a:xfrm>
            <a:custGeom>
              <a:avLst/>
              <a:gdLst>
                <a:gd name="connsiteX0" fmla="*/ 0 w 43819"/>
                <a:gd name="connsiteY0" fmla="*/ 0 h 24343"/>
                <a:gd name="connsiteX1" fmla="*/ 43819 w 43819"/>
                <a:gd name="connsiteY1" fmla="*/ 0 h 24343"/>
                <a:gd name="connsiteX2" fmla="*/ 43819 w 43819"/>
                <a:gd name="connsiteY2" fmla="*/ 24344 h 24343"/>
                <a:gd name="connsiteX3" fmla="*/ 0 w 43819"/>
                <a:gd name="connsiteY3" fmla="*/ 24344 h 24343"/>
              </a:gdLst>
              <a:ahLst/>
              <a:cxnLst>
                <a:cxn ang="0">
                  <a:pos x="connsiteX0" y="connsiteY0"/>
                </a:cxn>
                <a:cxn ang="0">
                  <a:pos x="connsiteX1" y="connsiteY1"/>
                </a:cxn>
                <a:cxn ang="0">
                  <a:pos x="connsiteX2" y="connsiteY2"/>
                </a:cxn>
                <a:cxn ang="0">
                  <a:pos x="connsiteX3" y="connsiteY3"/>
                </a:cxn>
              </a:cxnLst>
              <a:rect l="l" t="t" r="r" b="b"/>
              <a:pathLst>
                <a:path w="43819" h="24343">
                  <a:moveTo>
                    <a:pt x="0" y="0"/>
                  </a:moveTo>
                  <a:lnTo>
                    <a:pt x="43819" y="0"/>
                  </a:lnTo>
                  <a:lnTo>
                    <a:pt x="43819" y="24344"/>
                  </a:lnTo>
                  <a:lnTo>
                    <a:pt x="0" y="2434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6" name="任意形状 115"/>
            <p:cNvSpPr/>
            <p:nvPr/>
          </p:nvSpPr>
          <p:spPr>
            <a:xfrm>
              <a:off x="8343335" y="2093803"/>
              <a:ext cx="43819" cy="24343"/>
            </a:xfrm>
            <a:custGeom>
              <a:avLst/>
              <a:gdLst>
                <a:gd name="connsiteX0" fmla="*/ 0 w 43819"/>
                <a:gd name="connsiteY0" fmla="*/ 0 h 24343"/>
                <a:gd name="connsiteX1" fmla="*/ 43819 w 43819"/>
                <a:gd name="connsiteY1" fmla="*/ 0 h 24343"/>
                <a:gd name="connsiteX2" fmla="*/ 43819 w 43819"/>
                <a:gd name="connsiteY2" fmla="*/ 24344 h 24343"/>
                <a:gd name="connsiteX3" fmla="*/ 0 w 43819"/>
                <a:gd name="connsiteY3" fmla="*/ 24344 h 24343"/>
              </a:gdLst>
              <a:ahLst/>
              <a:cxnLst>
                <a:cxn ang="0">
                  <a:pos x="connsiteX0" y="connsiteY0"/>
                </a:cxn>
                <a:cxn ang="0">
                  <a:pos x="connsiteX1" y="connsiteY1"/>
                </a:cxn>
                <a:cxn ang="0">
                  <a:pos x="connsiteX2" y="connsiteY2"/>
                </a:cxn>
                <a:cxn ang="0">
                  <a:pos x="connsiteX3" y="connsiteY3"/>
                </a:cxn>
              </a:cxnLst>
              <a:rect l="l" t="t" r="r" b="b"/>
              <a:pathLst>
                <a:path w="43819" h="24343">
                  <a:moveTo>
                    <a:pt x="0" y="0"/>
                  </a:moveTo>
                  <a:lnTo>
                    <a:pt x="43819" y="0"/>
                  </a:lnTo>
                  <a:lnTo>
                    <a:pt x="43819" y="24344"/>
                  </a:lnTo>
                  <a:lnTo>
                    <a:pt x="0" y="2434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7" name="任意形状 116"/>
            <p:cNvSpPr/>
            <p:nvPr/>
          </p:nvSpPr>
          <p:spPr>
            <a:xfrm>
              <a:off x="8343335" y="2264210"/>
              <a:ext cx="43819" cy="24343"/>
            </a:xfrm>
            <a:custGeom>
              <a:avLst/>
              <a:gdLst>
                <a:gd name="connsiteX0" fmla="*/ 0 w 43819"/>
                <a:gd name="connsiteY0" fmla="*/ 0 h 24343"/>
                <a:gd name="connsiteX1" fmla="*/ 43819 w 43819"/>
                <a:gd name="connsiteY1" fmla="*/ 0 h 24343"/>
                <a:gd name="connsiteX2" fmla="*/ 43819 w 43819"/>
                <a:gd name="connsiteY2" fmla="*/ 24344 h 24343"/>
                <a:gd name="connsiteX3" fmla="*/ 0 w 43819"/>
                <a:gd name="connsiteY3" fmla="*/ 24344 h 24343"/>
              </a:gdLst>
              <a:ahLst/>
              <a:cxnLst>
                <a:cxn ang="0">
                  <a:pos x="connsiteX0" y="connsiteY0"/>
                </a:cxn>
                <a:cxn ang="0">
                  <a:pos x="connsiteX1" y="connsiteY1"/>
                </a:cxn>
                <a:cxn ang="0">
                  <a:pos x="connsiteX2" y="connsiteY2"/>
                </a:cxn>
                <a:cxn ang="0">
                  <a:pos x="connsiteX3" y="connsiteY3"/>
                </a:cxn>
              </a:cxnLst>
              <a:rect l="l" t="t" r="r" b="b"/>
              <a:pathLst>
                <a:path w="43819" h="24343">
                  <a:moveTo>
                    <a:pt x="0" y="0"/>
                  </a:moveTo>
                  <a:lnTo>
                    <a:pt x="43819" y="0"/>
                  </a:lnTo>
                  <a:lnTo>
                    <a:pt x="43819" y="24344"/>
                  </a:lnTo>
                  <a:lnTo>
                    <a:pt x="0" y="2434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18" name="图片 53" descr="icon-34"/>
            <p:cNvGrpSpPr/>
            <p:nvPr/>
          </p:nvGrpSpPr>
          <p:grpSpPr>
            <a:xfrm>
              <a:off x="8457327" y="1761728"/>
              <a:ext cx="272034" cy="4857"/>
              <a:chOff x="8457327" y="1761728"/>
              <a:chExt cx="272034" cy="4857"/>
            </a:xfrm>
          </p:grpSpPr>
          <p:sp>
            <p:nvSpPr>
              <p:cNvPr id="119" name="任意形状 118"/>
              <p:cNvSpPr/>
              <p:nvPr/>
            </p:nvSpPr>
            <p:spPr>
              <a:xfrm>
                <a:off x="8457327" y="1761728"/>
                <a:ext cx="24288" cy="4857"/>
              </a:xfrm>
              <a:custGeom>
                <a:avLst/>
                <a:gdLst>
                  <a:gd name="connsiteX0" fmla="*/ 82 w 24288"/>
                  <a:gd name="connsiteY0" fmla="*/ 67 h 4857"/>
                  <a:gd name="connsiteX1" fmla="*/ 24371 w 24288"/>
                  <a:gd name="connsiteY1" fmla="*/ 67 h 4857"/>
                </a:gdLst>
                <a:ahLst/>
                <a:cxnLst>
                  <a:cxn ang="0">
                    <a:pos x="connsiteX0" y="connsiteY0"/>
                  </a:cxn>
                  <a:cxn ang="0">
                    <a:pos x="connsiteX1" y="connsiteY1"/>
                  </a:cxn>
                </a:cxnLst>
                <a:rect l="l" t="t" r="r" b="b"/>
                <a:pathLst>
                  <a:path w="24288" h="4857">
                    <a:moveTo>
                      <a:pt x="82" y="67"/>
                    </a:moveTo>
                    <a:lnTo>
                      <a:pt x="24371" y="67"/>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0" name="任意形状 119"/>
              <p:cNvSpPr/>
              <p:nvPr/>
            </p:nvSpPr>
            <p:spPr>
              <a:xfrm>
                <a:off x="8539909" y="1761728"/>
                <a:ext cx="24288" cy="4857"/>
              </a:xfrm>
              <a:custGeom>
                <a:avLst/>
                <a:gdLst>
                  <a:gd name="connsiteX0" fmla="*/ 82 w 24288"/>
                  <a:gd name="connsiteY0" fmla="*/ 67 h 4857"/>
                  <a:gd name="connsiteX1" fmla="*/ 24371 w 24288"/>
                  <a:gd name="connsiteY1" fmla="*/ 67 h 4857"/>
                </a:gdLst>
                <a:ahLst/>
                <a:cxnLst>
                  <a:cxn ang="0">
                    <a:pos x="connsiteX0" y="connsiteY0"/>
                  </a:cxn>
                  <a:cxn ang="0">
                    <a:pos x="connsiteX1" y="connsiteY1"/>
                  </a:cxn>
                </a:cxnLst>
                <a:rect l="l" t="t" r="r" b="b"/>
                <a:pathLst>
                  <a:path w="24288" h="4857">
                    <a:moveTo>
                      <a:pt x="82" y="67"/>
                    </a:moveTo>
                    <a:lnTo>
                      <a:pt x="24371" y="67"/>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1" name="任意形状 120"/>
              <p:cNvSpPr/>
              <p:nvPr/>
            </p:nvSpPr>
            <p:spPr>
              <a:xfrm>
                <a:off x="8622490" y="1761728"/>
                <a:ext cx="24288" cy="4857"/>
              </a:xfrm>
              <a:custGeom>
                <a:avLst/>
                <a:gdLst>
                  <a:gd name="connsiteX0" fmla="*/ 82 w 24288"/>
                  <a:gd name="connsiteY0" fmla="*/ 67 h 4857"/>
                  <a:gd name="connsiteX1" fmla="*/ 24371 w 24288"/>
                  <a:gd name="connsiteY1" fmla="*/ 67 h 4857"/>
                </a:gdLst>
                <a:ahLst/>
                <a:cxnLst>
                  <a:cxn ang="0">
                    <a:pos x="connsiteX0" y="connsiteY0"/>
                  </a:cxn>
                  <a:cxn ang="0">
                    <a:pos x="connsiteX1" y="connsiteY1"/>
                  </a:cxn>
                </a:cxnLst>
                <a:rect l="l" t="t" r="r" b="b"/>
                <a:pathLst>
                  <a:path w="24288" h="4857">
                    <a:moveTo>
                      <a:pt x="82" y="67"/>
                    </a:moveTo>
                    <a:lnTo>
                      <a:pt x="24371" y="67"/>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2" name="任意形状 121"/>
              <p:cNvSpPr/>
              <p:nvPr/>
            </p:nvSpPr>
            <p:spPr>
              <a:xfrm>
                <a:off x="8705072" y="1761728"/>
                <a:ext cx="24288" cy="4857"/>
              </a:xfrm>
              <a:custGeom>
                <a:avLst/>
                <a:gdLst>
                  <a:gd name="connsiteX0" fmla="*/ 82 w 24288"/>
                  <a:gd name="connsiteY0" fmla="*/ 67 h 4857"/>
                  <a:gd name="connsiteX1" fmla="*/ 24371 w 24288"/>
                  <a:gd name="connsiteY1" fmla="*/ 67 h 4857"/>
                </a:gdLst>
                <a:ahLst/>
                <a:cxnLst>
                  <a:cxn ang="0">
                    <a:pos x="connsiteX0" y="connsiteY0"/>
                  </a:cxn>
                  <a:cxn ang="0">
                    <a:pos x="connsiteX1" y="connsiteY1"/>
                  </a:cxn>
                </a:cxnLst>
                <a:rect l="l" t="t" r="r" b="b"/>
                <a:pathLst>
                  <a:path w="24288" h="4857">
                    <a:moveTo>
                      <a:pt x="82" y="67"/>
                    </a:moveTo>
                    <a:lnTo>
                      <a:pt x="24371" y="67"/>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3" name="图片 53" descr="icon-34"/>
            <p:cNvGrpSpPr/>
            <p:nvPr/>
          </p:nvGrpSpPr>
          <p:grpSpPr>
            <a:xfrm>
              <a:off x="8457327" y="1931749"/>
              <a:ext cx="272034" cy="4857"/>
              <a:chOff x="8457327" y="1931749"/>
              <a:chExt cx="272034" cy="4857"/>
            </a:xfrm>
          </p:grpSpPr>
          <p:sp>
            <p:nvSpPr>
              <p:cNvPr id="124" name="任意形状 123"/>
              <p:cNvSpPr/>
              <p:nvPr/>
            </p:nvSpPr>
            <p:spPr>
              <a:xfrm>
                <a:off x="8457327" y="1931749"/>
                <a:ext cx="24288" cy="4857"/>
              </a:xfrm>
              <a:custGeom>
                <a:avLst/>
                <a:gdLst>
                  <a:gd name="connsiteX0" fmla="*/ 82 w 24288"/>
                  <a:gd name="connsiteY0" fmla="*/ 102 h 4857"/>
                  <a:gd name="connsiteX1" fmla="*/ 24371 w 24288"/>
                  <a:gd name="connsiteY1" fmla="*/ 102 h 4857"/>
                </a:gdLst>
                <a:ahLst/>
                <a:cxnLst>
                  <a:cxn ang="0">
                    <a:pos x="connsiteX0" y="connsiteY0"/>
                  </a:cxn>
                  <a:cxn ang="0">
                    <a:pos x="connsiteX1" y="connsiteY1"/>
                  </a:cxn>
                </a:cxnLst>
                <a:rect l="l" t="t" r="r" b="b"/>
                <a:pathLst>
                  <a:path w="24288" h="4857">
                    <a:moveTo>
                      <a:pt x="82" y="102"/>
                    </a:moveTo>
                    <a:lnTo>
                      <a:pt x="24371" y="102"/>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5" name="任意形状 124"/>
              <p:cNvSpPr/>
              <p:nvPr/>
            </p:nvSpPr>
            <p:spPr>
              <a:xfrm>
                <a:off x="8539909" y="1931749"/>
                <a:ext cx="24288" cy="4857"/>
              </a:xfrm>
              <a:custGeom>
                <a:avLst/>
                <a:gdLst>
                  <a:gd name="connsiteX0" fmla="*/ 82 w 24288"/>
                  <a:gd name="connsiteY0" fmla="*/ 102 h 4857"/>
                  <a:gd name="connsiteX1" fmla="*/ 24371 w 24288"/>
                  <a:gd name="connsiteY1" fmla="*/ 102 h 4857"/>
                </a:gdLst>
                <a:ahLst/>
                <a:cxnLst>
                  <a:cxn ang="0">
                    <a:pos x="connsiteX0" y="connsiteY0"/>
                  </a:cxn>
                  <a:cxn ang="0">
                    <a:pos x="connsiteX1" y="connsiteY1"/>
                  </a:cxn>
                </a:cxnLst>
                <a:rect l="l" t="t" r="r" b="b"/>
                <a:pathLst>
                  <a:path w="24288" h="4857">
                    <a:moveTo>
                      <a:pt x="82" y="102"/>
                    </a:moveTo>
                    <a:lnTo>
                      <a:pt x="24371" y="102"/>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6" name="任意形状 125"/>
              <p:cNvSpPr/>
              <p:nvPr/>
            </p:nvSpPr>
            <p:spPr>
              <a:xfrm>
                <a:off x="8622490" y="1931749"/>
                <a:ext cx="24288" cy="4857"/>
              </a:xfrm>
              <a:custGeom>
                <a:avLst/>
                <a:gdLst>
                  <a:gd name="connsiteX0" fmla="*/ 82 w 24288"/>
                  <a:gd name="connsiteY0" fmla="*/ 102 h 4857"/>
                  <a:gd name="connsiteX1" fmla="*/ 24371 w 24288"/>
                  <a:gd name="connsiteY1" fmla="*/ 102 h 4857"/>
                </a:gdLst>
                <a:ahLst/>
                <a:cxnLst>
                  <a:cxn ang="0">
                    <a:pos x="connsiteX0" y="connsiteY0"/>
                  </a:cxn>
                  <a:cxn ang="0">
                    <a:pos x="connsiteX1" y="connsiteY1"/>
                  </a:cxn>
                </a:cxnLst>
                <a:rect l="l" t="t" r="r" b="b"/>
                <a:pathLst>
                  <a:path w="24288" h="4857">
                    <a:moveTo>
                      <a:pt x="82" y="102"/>
                    </a:moveTo>
                    <a:lnTo>
                      <a:pt x="24371" y="102"/>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7" name="任意形状 126"/>
              <p:cNvSpPr/>
              <p:nvPr/>
            </p:nvSpPr>
            <p:spPr>
              <a:xfrm>
                <a:off x="8705072" y="1931749"/>
                <a:ext cx="24288" cy="4857"/>
              </a:xfrm>
              <a:custGeom>
                <a:avLst/>
                <a:gdLst>
                  <a:gd name="connsiteX0" fmla="*/ 82 w 24288"/>
                  <a:gd name="connsiteY0" fmla="*/ 102 h 4857"/>
                  <a:gd name="connsiteX1" fmla="*/ 24371 w 24288"/>
                  <a:gd name="connsiteY1" fmla="*/ 102 h 4857"/>
                </a:gdLst>
                <a:ahLst/>
                <a:cxnLst>
                  <a:cxn ang="0">
                    <a:pos x="connsiteX0" y="connsiteY0"/>
                  </a:cxn>
                  <a:cxn ang="0">
                    <a:pos x="connsiteX1" y="connsiteY1"/>
                  </a:cxn>
                </a:cxnLst>
                <a:rect l="l" t="t" r="r" b="b"/>
                <a:pathLst>
                  <a:path w="24288" h="4857">
                    <a:moveTo>
                      <a:pt x="82" y="102"/>
                    </a:moveTo>
                    <a:lnTo>
                      <a:pt x="24371" y="102"/>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8" name="图片 53" descr="icon-34"/>
            <p:cNvGrpSpPr/>
            <p:nvPr/>
          </p:nvGrpSpPr>
          <p:grpSpPr>
            <a:xfrm>
              <a:off x="8457327" y="2106628"/>
              <a:ext cx="272034" cy="4857"/>
              <a:chOff x="8457327" y="2106628"/>
              <a:chExt cx="272034" cy="4857"/>
            </a:xfrm>
          </p:grpSpPr>
          <p:sp>
            <p:nvSpPr>
              <p:cNvPr id="129" name="任意形状 128"/>
              <p:cNvSpPr/>
              <p:nvPr/>
            </p:nvSpPr>
            <p:spPr>
              <a:xfrm>
                <a:off x="8457327" y="2106628"/>
                <a:ext cx="24288" cy="4857"/>
              </a:xfrm>
              <a:custGeom>
                <a:avLst/>
                <a:gdLst>
                  <a:gd name="connsiteX0" fmla="*/ 82 w 24288"/>
                  <a:gd name="connsiteY0" fmla="*/ 138 h 4857"/>
                  <a:gd name="connsiteX1" fmla="*/ 24371 w 24288"/>
                  <a:gd name="connsiteY1" fmla="*/ 138 h 4857"/>
                </a:gdLst>
                <a:ahLst/>
                <a:cxnLst>
                  <a:cxn ang="0">
                    <a:pos x="connsiteX0" y="connsiteY0"/>
                  </a:cxn>
                  <a:cxn ang="0">
                    <a:pos x="connsiteX1" y="connsiteY1"/>
                  </a:cxn>
                </a:cxnLst>
                <a:rect l="l" t="t" r="r" b="b"/>
                <a:pathLst>
                  <a:path w="24288" h="4857">
                    <a:moveTo>
                      <a:pt x="82" y="138"/>
                    </a:moveTo>
                    <a:lnTo>
                      <a:pt x="24371" y="138"/>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0" name="任意形状 129"/>
              <p:cNvSpPr/>
              <p:nvPr/>
            </p:nvSpPr>
            <p:spPr>
              <a:xfrm>
                <a:off x="8539909" y="2106628"/>
                <a:ext cx="24288" cy="4857"/>
              </a:xfrm>
              <a:custGeom>
                <a:avLst/>
                <a:gdLst>
                  <a:gd name="connsiteX0" fmla="*/ 82 w 24288"/>
                  <a:gd name="connsiteY0" fmla="*/ 138 h 4857"/>
                  <a:gd name="connsiteX1" fmla="*/ 24371 w 24288"/>
                  <a:gd name="connsiteY1" fmla="*/ 138 h 4857"/>
                </a:gdLst>
                <a:ahLst/>
                <a:cxnLst>
                  <a:cxn ang="0">
                    <a:pos x="connsiteX0" y="connsiteY0"/>
                  </a:cxn>
                  <a:cxn ang="0">
                    <a:pos x="connsiteX1" y="connsiteY1"/>
                  </a:cxn>
                </a:cxnLst>
                <a:rect l="l" t="t" r="r" b="b"/>
                <a:pathLst>
                  <a:path w="24288" h="4857">
                    <a:moveTo>
                      <a:pt x="82" y="138"/>
                    </a:moveTo>
                    <a:lnTo>
                      <a:pt x="24371" y="138"/>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1" name="任意形状 130"/>
              <p:cNvSpPr/>
              <p:nvPr/>
            </p:nvSpPr>
            <p:spPr>
              <a:xfrm>
                <a:off x="8622490" y="2106628"/>
                <a:ext cx="24288" cy="4857"/>
              </a:xfrm>
              <a:custGeom>
                <a:avLst/>
                <a:gdLst>
                  <a:gd name="connsiteX0" fmla="*/ 82 w 24288"/>
                  <a:gd name="connsiteY0" fmla="*/ 138 h 4857"/>
                  <a:gd name="connsiteX1" fmla="*/ 24371 w 24288"/>
                  <a:gd name="connsiteY1" fmla="*/ 138 h 4857"/>
                </a:gdLst>
                <a:ahLst/>
                <a:cxnLst>
                  <a:cxn ang="0">
                    <a:pos x="connsiteX0" y="connsiteY0"/>
                  </a:cxn>
                  <a:cxn ang="0">
                    <a:pos x="connsiteX1" y="connsiteY1"/>
                  </a:cxn>
                </a:cxnLst>
                <a:rect l="l" t="t" r="r" b="b"/>
                <a:pathLst>
                  <a:path w="24288" h="4857">
                    <a:moveTo>
                      <a:pt x="82" y="138"/>
                    </a:moveTo>
                    <a:lnTo>
                      <a:pt x="24371" y="138"/>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2" name="任意形状 131"/>
              <p:cNvSpPr/>
              <p:nvPr/>
            </p:nvSpPr>
            <p:spPr>
              <a:xfrm>
                <a:off x="8705072" y="2106628"/>
                <a:ext cx="24288" cy="4857"/>
              </a:xfrm>
              <a:custGeom>
                <a:avLst/>
                <a:gdLst>
                  <a:gd name="connsiteX0" fmla="*/ 82 w 24288"/>
                  <a:gd name="connsiteY0" fmla="*/ 138 h 4857"/>
                  <a:gd name="connsiteX1" fmla="*/ 24371 w 24288"/>
                  <a:gd name="connsiteY1" fmla="*/ 138 h 4857"/>
                </a:gdLst>
                <a:ahLst/>
                <a:cxnLst>
                  <a:cxn ang="0">
                    <a:pos x="connsiteX0" y="connsiteY0"/>
                  </a:cxn>
                  <a:cxn ang="0">
                    <a:pos x="connsiteX1" y="connsiteY1"/>
                  </a:cxn>
                </a:cxnLst>
                <a:rect l="l" t="t" r="r" b="b"/>
                <a:pathLst>
                  <a:path w="24288" h="4857">
                    <a:moveTo>
                      <a:pt x="82" y="138"/>
                    </a:moveTo>
                    <a:lnTo>
                      <a:pt x="24371" y="138"/>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3" name="图片 53" descr="icon-34"/>
            <p:cNvGrpSpPr/>
            <p:nvPr/>
          </p:nvGrpSpPr>
          <p:grpSpPr>
            <a:xfrm>
              <a:off x="8457327" y="2276649"/>
              <a:ext cx="272034" cy="4857"/>
              <a:chOff x="8457327" y="2276649"/>
              <a:chExt cx="272034" cy="4857"/>
            </a:xfrm>
          </p:grpSpPr>
          <p:sp>
            <p:nvSpPr>
              <p:cNvPr id="134" name="任意形状 133"/>
              <p:cNvSpPr/>
              <p:nvPr/>
            </p:nvSpPr>
            <p:spPr>
              <a:xfrm>
                <a:off x="8457327" y="2276649"/>
                <a:ext cx="24288" cy="4857"/>
              </a:xfrm>
              <a:custGeom>
                <a:avLst/>
                <a:gdLst>
                  <a:gd name="connsiteX0" fmla="*/ 82 w 24288"/>
                  <a:gd name="connsiteY0" fmla="*/ 173 h 4857"/>
                  <a:gd name="connsiteX1" fmla="*/ 24371 w 24288"/>
                  <a:gd name="connsiteY1" fmla="*/ 173 h 4857"/>
                </a:gdLst>
                <a:ahLst/>
                <a:cxnLst>
                  <a:cxn ang="0">
                    <a:pos x="connsiteX0" y="connsiteY0"/>
                  </a:cxn>
                  <a:cxn ang="0">
                    <a:pos x="connsiteX1" y="connsiteY1"/>
                  </a:cxn>
                </a:cxnLst>
                <a:rect l="l" t="t" r="r" b="b"/>
                <a:pathLst>
                  <a:path w="24288" h="4857">
                    <a:moveTo>
                      <a:pt x="82" y="173"/>
                    </a:moveTo>
                    <a:lnTo>
                      <a:pt x="24371" y="173"/>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5" name="任意形状 134"/>
              <p:cNvSpPr/>
              <p:nvPr/>
            </p:nvSpPr>
            <p:spPr>
              <a:xfrm>
                <a:off x="8539909" y="2276649"/>
                <a:ext cx="24288" cy="4857"/>
              </a:xfrm>
              <a:custGeom>
                <a:avLst/>
                <a:gdLst>
                  <a:gd name="connsiteX0" fmla="*/ 82 w 24288"/>
                  <a:gd name="connsiteY0" fmla="*/ 173 h 4857"/>
                  <a:gd name="connsiteX1" fmla="*/ 24371 w 24288"/>
                  <a:gd name="connsiteY1" fmla="*/ 173 h 4857"/>
                </a:gdLst>
                <a:ahLst/>
                <a:cxnLst>
                  <a:cxn ang="0">
                    <a:pos x="connsiteX0" y="connsiteY0"/>
                  </a:cxn>
                  <a:cxn ang="0">
                    <a:pos x="connsiteX1" y="connsiteY1"/>
                  </a:cxn>
                </a:cxnLst>
                <a:rect l="l" t="t" r="r" b="b"/>
                <a:pathLst>
                  <a:path w="24288" h="4857">
                    <a:moveTo>
                      <a:pt x="82" y="173"/>
                    </a:moveTo>
                    <a:lnTo>
                      <a:pt x="24371" y="173"/>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6" name="任意形状 135"/>
              <p:cNvSpPr/>
              <p:nvPr/>
            </p:nvSpPr>
            <p:spPr>
              <a:xfrm>
                <a:off x="8622490" y="2276649"/>
                <a:ext cx="24288" cy="4857"/>
              </a:xfrm>
              <a:custGeom>
                <a:avLst/>
                <a:gdLst>
                  <a:gd name="connsiteX0" fmla="*/ 82 w 24288"/>
                  <a:gd name="connsiteY0" fmla="*/ 173 h 4857"/>
                  <a:gd name="connsiteX1" fmla="*/ 24371 w 24288"/>
                  <a:gd name="connsiteY1" fmla="*/ 173 h 4857"/>
                </a:gdLst>
                <a:ahLst/>
                <a:cxnLst>
                  <a:cxn ang="0">
                    <a:pos x="connsiteX0" y="connsiteY0"/>
                  </a:cxn>
                  <a:cxn ang="0">
                    <a:pos x="connsiteX1" y="connsiteY1"/>
                  </a:cxn>
                </a:cxnLst>
                <a:rect l="l" t="t" r="r" b="b"/>
                <a:pathLst>
                  <a:path w="24288" h="4857">
                    <a:moveTo>
                      <a:pt x="82" y="173"/>
                    </a:moveTo>
                    <a:lnTo>
                      <a:pt x="24371" y="173"/>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7" name="任意形状 136"/>
              <p:cNvSpPr/>
              <p:nvPr/>
            </p:nvSpPr>
            <p:spPr>
              <a:xfrm>
                <a:off x="8705072" y="2276649"/>
                <a:ext cx="24288" cy="4857"/>
              </a:xfrm>
              <a:custGeom>
                <a:avLst/>
                <a:gdLst>
                  <a:gd name="connsiteX0" fmla="*/ 82 w 24288"/>
                  <a:gd name="connsiteY0" fmla="*/ 173 h 4857"/>
                  <a:gd name="connsiteX1" fmla="*/ 24371 w 24288"/>
                  <a:gd name="connsiteY1" fmla="*/ 173 h 4857"/>
                </a:gdLst>
                <a:ahLst/>
                <a:cxnLst>
                  <a:cxn ang="0">
                    <a:pos x="connsiteX0" y="connsiteY0"/>
                  </a:cxn>
                  <a:cxn ang="0">
                    <a:pos x="connsiteX1" y="connsiteY1"/>
                  </a:cxn>
                </a:cxnLst>
                <a:rect l="l" t="t" r="r" b="b"/>
                <a:pathLst>
                  <a:path w="24288" h="4857">
                    <a:moveTo>
                      <a:pt x="82" y="173"/>
                    </a:moveTo>
                    <a:lnTo>
                      <a:pt x="24371" y="173"/>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38" name="任意形状 137"/>
            <p:cNvSpPr/>
            <p:nvPr/>
          </p:nvSpPr>
          <p:spPr>
            <a:xfrm>
              <a:off x="8594065" y="1946149"/>
              <a:ext cx="417925" cy="447928"/>
            </a:xfrm>
            <a:custGeom>
              <a:avLst/>
              <a:gdLst>
                <a:gd name="connsiteX0" fmla="*/ 0 w 417925"/>
                <a:gd name="connsiteY0" fmla="*/ 85646 h 447928"/>
                <a:gd name="connsiteX1" fmla="*/ 104861 w 417925"/>
                <a:gd name="connsiteY1" fmla="*/ 52742 h 447928"/>
                <a:gd name="connsiteX2" fmla="*/ 202817 w 417925"/>
                <a:gd name="connsiteY2" fmla="*/ 0 h 447928"/>
                <a:gd name="connsiteX3" fmla="*/ 312647 w 417925"/>
                <a:gd name="connsiteY3" fmla="*/ 54855 h 447928"/>
                <a:gd name="connsiteX4" fmla="*/ 417925 w 417925"/>
                <a:gd name="connsiteY4" fmla="*/ 85646 h 447928"/>
                <a:gd name="connsiteX5" fmla="*/ 417925 w 417925"/>
                <a:gd name="connsiteY5" fmla="*/ 101772 h 447928"/>
                <a:gd name="connsiteX6" fmla="*/ 198463 w 417925"/>
                <a:gd name="connsiteY6" fmla="*/ 447929 h 447928"/>
                <a:gd name="connsiteX7" fmla="*/ 198463 w 417925"/>
                <a:gd name="connsiteY7" fmla="*/ 447929 h 447928"/>
                <a:gd name="connsiteX8" fmla="*/ 198463 w 417925"/>
                <a:gd name="connsiteY8" fmla="*/ 447929 h 447928"/>
                <a:gd name="connsiteX9" fmla="*/ 0 w 417925"/>
                <a:gd name="connsiteY9" fmla="*/ 120585 h 447928"/>
                <a:gd name="connsiteX10" fmla="*/ 0 w 417925"/>
                <a:gd name="connsiteY10" fmla="*/ 85646 h 447928"/>
                <a:gd name="connsiteX11" fmla="*/ 0 w 417925"/>
                <a:gd name="connsiteY11" fmla="*/ 85646 h 44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7925" h="447928">
                  <a:moveTo>
                    <a:pt x="0" y="85646"/>
                  </a:moveTo>
                  <a:cubicBezTo>
                    <a:pt x="34589" y="78624"/>
                    <a:pt x="69543" y="67656"/>
                    <a:pt x="104861" y="52742"/>
                  </a:cubicBezTo>
                  <a:cubicBezTo>
                    <a:pt x="140179" y="37827"/>
                    <a:pt x="172831" y="20247"/>
                    <a:pt x="202817" y="0"/>
                  </a:cubicBezTo>
                  <a:cubicBezTo>
                    <a:pt x="239460" y="22007"/>
                    <a:pt x="276070" y="40292"/>
                    <a:pt x="312647" y="54855"/>
                  </a:cubicBezTo>
                  <a:cubicBezTo>
                    <a:pt x="349224" y="69419"/>
                    <a:pt x="384316" y="79682"/>
                    <a:pt x="417925" y="85646"/>
                  </a:cubicBezTo>
                  <a:lnTo>
                    <a:pt x="417925" y="101772"/>
                  </a:lnTo>
                  <a:cubicBezTo>
                    <a:pt x="417925" y="249906"/>
                    <a:pt x="332442" y="384737"/>
                    <a:pt x="198463" y="447929"/>
                  </a:cubicBezTo>
                  <a:lnTo>
                    <a:pt x="198463" y="447929"/>
                  </a:lnTo>
                  <a:lnTo>
                    <a:pt x="198463" y="447929"/>
                  </a:lnTo>
                  <a:cubicBezTo>
                    <a:pt x="76488" y="384312"/>
                    <a:pt x="0" y="258153"/>
                    <a:pt x="0" y="120585"/>
                  </a:cubicBezTo>
                  <a:lnTo>
                    <a:pt x="0" y="85646"/>
                  </a:lnTo>
                  <a:lnTo>
                    <a:pt x="0" y="85646"/>
                  </a:lnTo>
                  <a:close/>
                </a:path>
              </a:pathLst>
            </a:custGeom>
            <a:solidFill>
              <a:schemeClr val="bg1"/>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9" name="任意形状 138"/>
            <p:cNvSpPr/>
            <p:nvPr/>
          </p:nvSpPr>
          <p:spPr>
            <a:xfrm>
              <a:off x="8631096" y="1985839"/>
              <a:ext cx="343862" cy="368548"/>
            </a:xfrm>
            <a:custGeom>
              <a:avLst/>
              <a:gdLst>
                <a:gd name="connsiteX0" fmla="*/ 286424 w 343862"/>
                <a:gd name="connsiteY0" fmla="*/ 55771 h 368548"/>
                <a:gd name="connsiteX1" fmla="*/ 343862 w 343862"/>
                <a:gd name="connsiteY1" fmla="*/ 70468 h 368548"/>
                <a:gd name="connsiteX2" fmla="*/ 343862 w 343862"/>
                <a:gd name="connsiteY2" fmla="*/ 83737 h 368548"/>
                <a:gd name="connsiteX3" fmla="*/ 163293 w 343862"/>
                <a:gd name="connsiteY3" fmla="*/ 368549 h 368548"/>
                <a:gd name="connsiteX4" fmla="*/ 43157 w 343862"/>
                <a:gd name="connsiteY4" fmla="*/ 255282 h 368548"/>
                <a:gd name="connsiteX5" fmla="*/ 19267 w 343862"/>
                <a:gd name="connsiteY5" fmla="*/ 205694 h 368548"/>
                <a:gd name="connsiteX6" fmla="*/ 4869 w 343862"/>
                <a:gd name="connsiteY6" fmla="*/ 153433 h 368548"/>
                <a:gd name="connsiteX7" fmla="*/ 0 w 343862"/>
                <a:gd name="connsiteY7" fmla="*/ 99215 h 368548"/>
                <a:gd name="connsiteX8" fmla="*/ 0 w 343862"/>
                <a:gd name="connsiteY8" fmla="*/ 70468 h 368548"/>
                <a:gd name="connsiteX9" fmla="*/ 86278 w 343862"/>
                <a:gd name="connsiteY9" fmla="*/ 43395 h 368548"/>
                <a:gd name="connsiteX10" fmla="*/ 166874 w 343862"/>
                <a:gd name="connsiteY10" fmla="*/ 0 h 368548"/>
                <a:gd name="connsiteX11" fmla="*/ 230284 w 343862"/>
                <a:gd name="connsiteY11" fmla="*/ 33585 h 368548"/>
                <a:gd name="connsiteX12" fmla="*/ 257241 w 343862"/>
                <a:gd name="connsiteY12" fmla="*/ 45134 h 36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862" h="368548">
                  <a:moveTo>
                    <a:pt x="286424" y="55771"/>
                  </a:moveTo>
                  <a:cubicBezTo>
                    <a:pt x="299556" y="60103"/>
                    <a:pt x="318702" y="65003"/>
                    <a:pt x="343862" y="70468"/>
                  </a:cubicBezTo>
                  <a:lnTo>
                    <a:pt x="343862" y="83737"/>
                  </a:lnTo>
                  <a:cubicBezTo>
                    <a:pt x="343862" y="205619"/>
                    <a:pt x="273529" y="316556"/>
                    <a:pt x="163293" y="368549"/>
                  </a:cubicBezTo>
                  <a:cubicBezTo>
                    <a:pt x="112605" y="342113"/>
                    <a:pt x="71465" y="302550"/>
                    <a:pt x="43157" y="255282"/>
                  </a:cubicBezTo>
                  <a:moveTo>
                    <a:pt x="19267" y="205694"/>
                  </a:moveTo>
                  <a:cubicBezTo>
                    <a:pt x="12955" y="188836"/>
                    <a:pt x="8118" y="171353"/>
                    <a:pt x="4869" y="153433"/>
                  </a:cubicBezTo>
                  <a:cubicBezTo>
                    <a:pt x="1659" y="135728"/>
                    <a:pt x="0" y="117595"/>
                    <a:pt x="0" y="99215"/>
                  </a:cubicBezTo>
                  <a:lnTo>
                    <a:pt x="0" y="70468"/>
                  </a:lnTo>
                  <a:cubicBezTo>
                    <a:pt x="28459" y="64691"/>
                    <a:pt x="57219" y="55666"/>
                    <a:pt x="86278" y="43395"/>
                  </a:cubicBezTo>
                  <a:cubicBezTo>
                    <a:pt x="115337" y="31124"/>
                    <a:pt x="142203" y="16659"/>
                    <a:pt x="166874" y="0"/>
                  </a:cubicBezTo>
                  <a:cubicBezTo>
                    <a:pt x="195065" y="15932"/>
                    <a:pt x="216202" y="27127"/>
                    <a:pt x="230284" y="33585"/>
                  </a:cubicBezTo>
                  <a:cubicBezTo>
                    <a:pt x="239272" y="37708"/>
                    <a:pt x="248258" y="41558"/>
                    <a:pt x="257241" y="45134"/>
                  </a:cubicBezTo>
                </a:path>
              </a:pathLst>
            </a:custGeom>
            <a:solidFill>
              <a:srgbClr val="FFFFFF"/>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0" name="任意形状 139"/>
            <p:cNvSpPr/>
            <p:nvPr/>
          </p:nvSpPr>
          <p:spPr>
            <a:xfrm>
              <a:off x="8717217" y="2089626"/>
              <a:ext cx="184594" cy="136017"/>
            </a:xfrm>
            <a:custGeom>
              <a:avLst/>
              <a:gdLst>
                <a:gd name="connsiteX0" fmla="*/ 159891 w 184594"/>
                <a:gd name="connsiteY0" fmla="*/ 0 h 136017"/>
                <a:gd name="connsiteX1" fmla="*/ 184595 w 184594"/>
                <a:gd name="connsiteY1" fmla="*/ 23184 h 136017"/>
                <a:gd name="connsiteX2" fmla="*/ 74926 w 184594"/>
                <a:gd name="connsiteY2" fmla="*/ 136017 h 136017"/>
                <a:gd name="connsiteX3" fmla="*/ 0 w 184594"/>
                <a:gd name="connsiteY3" fmla="*/ 51514 h 136017"/>
                <a:gd name="connsiteX4" fmla="*/ 25756 w 184594"/>
                <a:gd name="connsiteY4" fmla="*/ 29463 h 136017"/>
                <a:gd name="connsiteX5" fmla="*/ 76082 w 184594"/>
                <a:gd name="connsiteY5" fmla="*/ 86223 h 13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594" h="136017">
                  <a:moveTo>
                    <a:pt x="159891" y="0"/>
                  </a:moveTo>
                  <a:lnTo>
                    <a:pt x="184595" y="23184"/>
                  </a:lnTo>
                  <a:lnTo>
                    <a:pt x="74926" y="136017"/>
                  </a:lnTo>
                  <a:lnTo>
                    <a:pt x="0" y="51514"/>
                  </a:lnTo>
                  <a:lnTo>
                    <a:pt x="25756" y="29463"/>
                  </a:lnTo>
                  <a:lnTo>
                    <a:pt x="76082" y="86223"/>
                  </a:lnTo>
                  <a:close/>
                </a:path>
              </a:pathLst>
            </a:custGeom>
            <a:solidFill>
              <a:schemeClr val="accent1">
                <a:lumMod val="40000"/>
                <a:lumOff val="60000"/>
              </a:schemeClr>
            </a:solid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90" name="图片 54" descr="icon-35"/>
          <p:cNvGrpSpPr/>
          <p:nvPr/>
        </p:nvGrpSpPr>
        <p:grpSpPr>
          <a:xfrm>
            <a:off x="6436963" y="1623282"/>
            <a:ext cx="840898" cy="786955"/>
            <a:chOff x="6436963" y="1623282"/>
            <a:chExt cx="840898" cy="786955"/>
          </a:xfrm>
        </p:grpSpPr>
        <p:sp>
          <p:nvSpPr>
            <p:cNvPr id="91" name="任意形状 90"/>
            <p:cNvSpPr/>
            <p:nvPr/>
          </p:nvSpPr>
          <p:spPr>
            <a:xfrm>
              <a:off x="6692962" y="1723481"/>
              <a:ext cx="584899" cy="584899"/>
            </a:xfrm>
            <a:custGeom>
              <a:avLst/>
              <a:gdLst>
                <a:gd name="connsiteX0" fmla="*/ 584899 w 584899"/>
                <a:gd name="connsiteY0" fmla="*/ 292450 h 584899"/>
                <a:gd name="connsiteX1" fmla="*/ 292450 w 584899"/>
                <a:gd name="connsiteY1" fmla="*/ 584899 h 584899"/>
                <a:gd name="connsiteX2" fmla="*/ 0 w 584899"/>
                <a:gd name="connsiteY2" fmla="*/ 292450 h 584899"/>
                <a:gd name="connsiteX3" fmla="*/ 292450 w 584899"/>
                <a:gd name="connsiteY3" fmla="*/ 0 h 584899"/>
                <a:gd name="connsiteX4" fmla="*/ 584899 w 584899"/>
                <a:gd name="connsiteY4" fmla="*/ 292450 h 58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899" h="584899">
                  <a:moveTo>
                    <a:pt x="584899" y="292450"/>
                  </a:moveTo>
                  <a:cubicBezTo>
                    <a:pt x="584899" y="453965"/>
                    <a:pt x="453965" y="584899"/>
                    <a:pt x="292450" y="584899"/>
                  </a:cubicBezTo>
                  <a:cubicBezTo>
                    <a:pt x="130934" y="584899"/>
                    <a:pt x="0" y="453965"/>
                    <a:pt x="0" y="292450"/>
                  </a:cubicBezTo>
                  <a:cubicBezTo>
                    <a:pt x="0" y="130934"/>
                    <a:pt x="130934" y="0"/>
                    <a:pt x="292450" y="0"/>
                  </a:cubicBezTo>
                  <a:cubicBezTo>
                    <a:pt x="453965" y="0"/>
                    <a:pt x="584899" y="130934"/>
                    <a:pt x="584899" y="292450"/>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2" name="任意形状 91"/>
            <p:cNvSpPr/>
            <p:nvPr/>
          </p:nvSpPr>
          <p:spPr>
            <a:xfrm>
              <a:off x="6465321" y="1816796"/>
              <a:ext cx="291631" cy="404698"/>
            </a:xfrm>
            <a:custGeom>
              <a:avLst/>
              <a:gdLst>
                <a:gd name="connsiteX0" fmla="*/ 74942 w 291631"/>
                <a:gd name="connsiteY0" fmla="*/ 0 h 404698"/>
                <a:gd name="connsiteX1" fmla="*/ 74942 w 291631"/>
                <a:gd name="connsiteY1" fmla="*/ 257647 h 404698"/>
                <a:gd name="connsiteX2" fmla="*/ 0 w 291631"/>
                <a:gd name="connsiteY2" fmla="*/ 257647 h 404698"/>
                <a:gd name="connsiteX3" fmla="*/ 147052 w 291631"/>
                <a:gd name="connsiteY3" fmla="*/ 404699 h 404698"/>
                <a:gd name="connsiteX4" fmla="*/ 291632 w 291631"/>
                <a:gd name="connsiteY4" fmla="*/ 260119 h 404698"/>
                <a:gd name="connsiteX5" fmla="*/ 213723 w 291631"/>
                <a:gd name="connsiteY5" fmla="*/ 260119 h 404698"/>
                <a:gd name="connsiteX6" fmla="*/ 213723 w 291631"/>
                <a:gd name="connsiteY6" fmla="*/ 76032 h 404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631" h="404698">
                  <a:moveTo>
                    <a:pt x="74942" y="0"/>
                  </a:moveTo>
                  <a:lnTo>
                    <a:pt x="74942" y="257647"/>
                  </a:lnTo>
                  <a:lnTo>
                    <a:pt x="0" y="257647"/>
                  </a:lnTo>
                  <a:lnTo>
                    <a:pt x="147052" y="404699"/>
                  </a:lnTo>
                  <a:lnTo>
                    <a:pt x="291632" y="260119"/>
                  </a:lnTo>
                  <a:lnTo>
                    <a:pt x="213723" y="260119"/>
                  </a:lnTo>
                  <a:lnTo>
                    <a:pt x="213723" y="76032"/>
                  </a:lnTo>
                </a:path>
              </a:pathLst>
            </a:custGeom>
            <a:solidFill>
              <a:srgbClr val="FFFFFF"/>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3" name="任意形状 92"/>
            <p:cNvSpPr/>
            <p:nvPr/>
          </p:nvSpPr>
          <p:spPr>
            <a:xfrm>
              <a:off x="6648512" y="1966608"/>
              <a:ext cx="291631" cy="443629"/>
            </a:xfrm>
            <a:custGeom>
              <a:avLst/>
              <a:gdLst>
                <a:gd name="connsiteX0" fmla="*/ 74942 w 291631"/>
                <a:gd name="connsiteY0" fmla="*/ 190848 h 443629"/>
                <a:gd name="connsiteX1" fmla="*/ 74942 w 291631"/>
                <a:gd name="connsiteY1" fmla="*/ 296578 h 443629"/>
                <a:gd name="connsiteX2" fmla="*/ 0 w 291631"/>
                <a:gd name="connsiteY2" fmla="*/ 296578 h 443629"/>
                <a:gd name="connsiteX3" fmla="*/ 147052 w 291631"/>
                <a:gd name="connsiteY3" fmla="*/ 443629 h 443629"/>
                <a:gd name="connsiteX4" fmla="*/ 291632 w 291631"/>
                <a:gd name="connsiteY4" fmla="*/ 299050 h 443629"/>
                <a:gd name="connsiteX5" fmla="*/ 213723 w 291631"/>
                <a:gd name="connsiteY5" fmla="*/ 299050 h 443629"/>
                <a:gd name="connsiteX6" fmla="*/ 213723 w 291631"/>
                <a:gd name="connsiteY6" fmla="*/ 0 h 44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631" h="443629">
                  <a:moveTo>
                    <a:pt x="74942" y="190848"/>
                  </a:moveTo>
                  <a:lnTo>
                    <a:pt x="74942" y="296578"/>
                  </a:lnTo>
                  <a:lnTo>
                    <a:pt x="0" y="296578"/>
                  </a:lnTo>
                  <a:lnTo>
                    <a:pt x="147052" y="443629"/>
                  </a:lnTo>
                  <a:lnTo>
                    <a:pt x="291632" y="299050"/>
                  </a:lnTo>
                  <a:lnTo>
                    <a:pt x="213723" y="299050"/>
                  </a:lnTo>
                  <a:lnTo>
                    <a:pt x="213723" y="0"/>
                  </a:lnTo>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4" name="任意形状 93"/>
            <p:cNvSpPr/>
            <p:nvPr/>
          </p:nvSpPr>
          <p:spPr>
            <a:xfrm>
              <a:off x="6645736" y="1623282"/>
              <a:ext cx="338626" cy="338626"/>
            </a:xfrm>
            <a:custGeom>
              <a:avLst/>
              <a:gdLst>
                <a:gd name="connsiteX0" fmla="*/ 338626 w 338626"/>
                <a:gd name="connsiteY0" fmla="*/ 169313 h 338626"/>
                <a:gd name="connsiteX1" fmla="*/ 169313 w 338626"/>
                <a:gd name="connsiteY1" fmla="*/ 338626 h 338626"/>
                <a:gd name="connsiteX2" fmla="*/ 0 w 338626"/>
                <a:gd name="connsiteY2" fmla="*/ 169313 h 338626"/>
                <a:gd name="connsiteX3" fmla="*/ 169313 w 338626"/>
                <a:gd name="connsiteY3" fmla="*/ 0 h 338626"/>
                <a:gd name="connsiteX4" fmla="*/ 338626 w 338626"/>
                <a:gd name="connsiteY4" fmla="*/ 169313 h 338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26" h="338626">
                  <a:moveTo>
                    <a:pt x="338626" y="169313"/>
                  </a:moveTo>
                  <a:cubicBezTo>
                    <a:pt x="338626" y="262822"/>
                    <a:pt x="262822" y="338626"/>
                    <a:pt x="169313" y="338626"/>
                  </a:cubicBezTo>
                  <a:cubicBezTo>
                    <a:pt x="75804" y="338626"/>
                    <a:pt x="0" y="262822"/>
                    <a:pt x="0" y="169313"/>
                  </a:cubicBezTo>
                  <a:cubicBezTo>
                    <a:pt x="0" y="75804"/>
                    <a:pt x="75804" y="0"/>
                    <a:pt x="169313" y="0"/>
                  </a:cubicBezTo>
                  <a:cubicBezTo>
                    <a:pt x="262822" y="0"/>
                    <a:pt x="338626" y="75804"/>
                    <a:pt x="338626" y="169313"/>
                  </a:cubicBezTo>
                  <a:close/>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5" name="任意形状 94"/>
            <p:cNvSpPr/>
            <p:nvPr/>
          </p:nvSpPr>
          <p:spPr>
            <a:xfrm>
              <a:off x="6750285" y="1709943"/>
              <a:ext cx="149267" cy="156051"/>
            </a:xfrm>
            <a:custGeom>
              <a:avLst/>
              <a:gdLst>
                <a:gd name="connsiteX0" fmla="*/ 0 w 149267"/>
                <a:gd name="connsiteY0" fmla="*/ 156052 h 156051"/>
                <a:gd name="connsiteX1" fmla="*/ 149267 w 149267"/>
                <a:gd name="connsiteY1" fmla="*/ 0 h 156051"/>
              </a:gdLst>
              <a:ahLst/>
              <a:cxnLst>
                <a:cxn ang="0">
                  <a:pos x="connsiteX0" y="connsiteY0"/>
                </a:cxn>
                <a:cxn ang="0">
                  <a:pos x="connsiteX1" y="connsiteY1"/>
                </a:cxn>
              </a:cxnLst>
              <a:rect l="l" t="t" r="r" b="b"/>
              <a:pathLst>
                <a:path w="149267" h="156051">
                  <a:moveTo>
                    <a:pt x="0" y="156052"/>
                  </a:moveTo>
                  <a:lnTo>
                    <a:pt x="149267" y="0"/>
                  </a:lnTo>
                </a:path>
              </a:pathLst>
            </a:custGeom>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6" name="任意形状 95"/>
            <p:cNvSpPr/>
            <p:nvPr/>
          </p:nvSpPr>
          <p:spPr>
            <a:xfrm>
              <a:off x="6828311" y="1828678"/>
              <a:ext cx="61063" cy="61063"/>
            </a:xfrm>
            <a:custGeom>
              <a:avLst/>
              <a:gdLst>
                <a:gd name="connsiteX0" fmla="*/ 61064 w 61063"/>
                <a:gd name="connsiteY0" fmla="*/ 30532 h 61063"/>
                <a:gd name="connsiteX1" fmla="*/ 30532 w 61063"/>
                <a:gd name="connsiteY1" fmla="*/ 61064 h 61063"/>
                <a:gd name="connsiteX2" fmla="*/ 0 w 61063"/>
                <a:gd name="connsiteY2" fmla="*/ 30532 h 61063"/>
                <a:gd name="connsiteX3" fmla="*/ 30532 w 61063"/>
                <a:gd name="connsiteY3" fmla="*/ 0 h 61063"/>
                <a:gd name="connsiteX4" fmla="*/ 61064 w 61063"/>
                <a:gd name="connsiteY4" fmla="*/ 30532 h 6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63" h="61063">
                  <a:moveTo>
                    <a:pt x="61064" y="30532"/>
                  </a:moveTo>
                  <a:cubicBezTo>
                    <a:pt x="61064" y="47394"/>
                    <a:pt x="47394" y="61064"/>
                    <a:pt x="30532" y="61064"/>
                  </a:cubicBezTo>
                  <a:cubicBezTo>
                    <a:pt x="13670" y="61064"/>
                    <a:pt x="0" y="47394"/>
                    <a:pt x="0" y="30532"/>
                  </a:cubicBezTo>
                  <a:cubicBezTo>
                    <a:pt x="0" y="13670"/>
                    <a:pt x="13670" y="0"/>
                    <a:pt x="30532" y="0"/>
                  </a:cubicBezTo>
                  <a:cubicBezTo>
                    <a:pt x="47394" y="0"/>
                    <a:pt x="61064" y="13670"/>
                    <a:pt x="61064" y="30532"/>
                  </a:cubicBezTo>
                  <a:close/>
                </a:path>
              </a:pathLst>
            </a:custGeom>
            <a:solidFill>
              <a:schemeClr val="bg1"/>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7" name="任意形状 96"/>
            <p:cNvSpPr/>
            <p:nvPr/>
          </p:nvSpPr>
          <p:spPr>
            <a:xfrm>
              <a:off x="6740108" y="1706551"/>
              <a:ext cx="61063" cy="61063"/>
            </a:xfrm>
            <a:custGeom>
              <a:avLst/>
              <a:gdLst>
                <a:gd name="connsiteX0" fmla="*/ 61064 w 61063"/>
                <a:gd name="connsiteY0" fmla="*/ 30532 h 61063"/>
                <a:gd name="connsiteX1" fmla="*/ 30532 w 61063"/>
                <a:gd name="connsiteY1" fmla="*/ 61064 h 61063"/>
                <a:gd name="connsiteX2" fmla="*/ 0 w 61063"/>
                <a:gd name="connsiteY2" fmla="*/ 30532 h 61063"/>
                <a:gd name="connsiteX3" fmla="*/ 30532 w 61063"/>
                <a:gd name="connsiteY3" fmla="*/ 0 h 61063"/>
                <a:gd name="connsiteX4" fmla="*/ 61064 w 61063"/>
                <a:gd name="connsiteY4" fmla="*/ 30532 h 6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63" h="61063">
                  <a:moveTo>
                    <a:pt x="61064" y="30532"/>
                  </a:moveTo>
                  <a:cubicBezTo>
                    <a:pt x="61064" y="47394"/>
                    <a:pt x="47394" y="61064"/>
                    <a:pt x="30532" y="61064"/>
                  </a:cubicBezTo>
                  <a:cubicBezTo>
                    <a:pt x="13670" y="61064"/>
                    <a:pt x="0" y="47394"/>
                    <a:pt x="0" y="30532"/>
                  </a:cubicBezTo>
                  <a:cubicBezTo>
                    <a:pt x="0" y="13670"/>
                    <a:pt x="13670" y="0"/>
                    <a:pt x="30532" y="0"/>
                  </a:cubicBezTo>
                  <a:cubicBezTo>
                    <a:pt x="47394" y="0"/>
                    <a:pt x="61064" y="13670"/>
                    <a:pt x="61064" y="30532"/>
                  </a:cubicBezTo>
                  <a:close/>
                </a:path>
              </a:pathLst>
            </a:custGeom>
            <a:solidFill>
              <a:schemeClr val="bg1"/>
            </a:solid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98" name="图片 54" descr="icon-35"/>
            <p:cNvGrpSpPr/>
            <p:nvPr/>
          </p:nvGrpSpPr>
          <p:grpSpPr>
            <a:xfrm>
              <a:off x="6490398" y="1628140"/>
              <a:ext cx="92297" cy="149766"/>
              <a:chOff x="6490398" y="1628140"/>
              <a:chExt cx="92297" cy="149766"/>
            </a:xfrm>
            <a:solidFill>
              <a:srgbClr val="A2BDFC"/>
            </a:solidFill>
          </p:grpSpPr>
          <p:sp>
            <p:nvSpPr>
              <p:cNvPr id="99" name="任意形状 98"/>
              <p:cNvSpPr/>
              <p:nvPr/>
            </p:nvSpPr>
            <p:spPr>
              <a:xfrm>
                <a:off x="6541751" y="1704777"/>
                <a:ext cx="2081" cy="73129"/>
              </a:xfrm>
              <a:custGeom>
                <a:avLst/>
                <a:gdLst>
                  <a:gd name="connsiteX0" fmla="*/ 54 w 2081"/>
                  <a:gd name="connsiteY0" fmla="*/ 40 h 73129"/>
                  <a:gd name="connsiteX1" fmla="*/ 2136 w 2081"/>
                  <a:gd name="connsiteY1" fmla="*/ 73169 h 73129"/>
                </a:gdLst>
                <a:ahLst/>
                <a:cxnLst>
                  <a:cxn ang="0">
                    <a:pos x="connsiteX0" y="connsiteY0"/>
                  </a:cxn>
                  <a:cxn ang="0">
                    <a:pos x="connsiteX1" y="connsiteY1"/>
                  </a:cxn>
                </a:cxnLst>
                <a:rect l="l" t="t" r="r" b="b"/>
                <a:pathLst>
                  <a:path w="2081" h="73129">
                    <a:moveTo>
                      <a:pt x="54" y="40"/>
                    </a:moveTo>
                    <a:lnTo>
                      <a:pt x="2136" y="73169"/>
                    </a:lnTo>
                  </a:path>
                </a:pathLst>
              </a:custGeom>
              <a:ln w="9684"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0" name="任意形状 99"/>
              <p:cNvSpPr/>
              <p:nvPr/>
            </p:nvSpPr>
            <p:spPr>
              <a:xfrm>
                <a:off x="6490398" y="1628140"/>
                <a:ext cx="92297" cy="87439"/>
              </a:xfrm>
              <a:custGeom>
                <a:avLst/>
                <a:gdLst>
                  <a:gd name="connsiteX0" fmla="*/ 92351 w 92297"/>
                  <a:gd name="connsiteY0" fmla="*/ 43760 h 87439"/>
                  <a:gd name="connsiteX1" fmla="*/ 46203 w 92297"/>
                  <a:gd name="connsiteY1" fmla="*/ 87480 h 87439"/>
                  <a:gd name="connsiteX2" fmla="*/ 54 w 92297"/>
                  <a:gd name="connsiteY2" fmla="*/ 43760 h 87439"/>
                  <a:gd name="connsiteX3" fmla="*/ 46203 w 92297"/>
                  <a:gd name="connsiteY3" fmla="*/ 40 h 87439"/>
                  <a:gd name="connsiteX4" fmla="*/ 92351 w 92297"/>
                  <a:gd name="connsiteY4" fmla="*/ 43760 h 8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87439">
                    <a:moveTo>
                      <a:pt x="92351" y="43760"/>
                    </a:moveTo>
                    <a:cubicBezTo>
                      <a:pt x="92351" y="67906"/>
                      <a:pt x="71690" y="87480"/>
                      <a:pt x="46203" y="87480"/>
                    </a:cubicBezTo>
                    <a:cubicBezTo>
                      <a:pt x="20715" y="87480"/>
                      <a:pt x="54" y="67906"/>
                      <a:pt x="54" y="43760"/>
                    </a:cubicBezTo>
                    <a:cubicBezTo>
                      <a:pt x="54" y="19614"/>
                      <a:pt x="20715" y="40"/>
                      <a:pt x="46203" y="40"/>
                    </a:cubicBezTo>
                    <a:cubicBezTo>
                      <a:pt x="71690" y="40"/>
                      <a:pt x="92351" y="19614"/>
                      <a:pt x="92351" y="43760"/>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1" name="图片 54" descr="icon-35"/>
            <p:cNvGrpSpPr/>
            <p:nvPr/>
          </p:nvGrpSpPr>
          <p:grpSpPr>
            <a:xfrm>
              <a:off x="6985888" y="1808447"/>
              <a:ext cx="92297" cy="383191"/>
              <a:chOff x="6985888" y="1808447"/>
              <a:chExt cx="92297" cy="383191"/>
            </a:xfrm>
            <a:solidFill>
              <a:srgbClr val="A2BDFC"/>
            </a:solidFill>
          </p:grpSpPr>
          <p:sp>
            <p:nvSpPr>
              <p:cNvPr id="102" name="任意形状 101"/>
              <p:cNvSpPr/>
              <p:nvPr/>
            </p:nvSpPr>
            <p:spPr>
              <a:xfrm flipV="1">
                <a:off x="7032384" y="1808447"/>
                <a:ext cx="2081" cy="292250"/>
              </a:xfrm>
              <a:custGeom>
                <a:avLst/>
                <a:gdLst>
                  <a:gd name="connsiteX0" fmla="*/ 156 w 2081"/>
                  <a:gd name="connsiteY0" fmla="*/ 59 h 292250"/>
                  <a:gd name="connsiteX1" fmla="*/ 2238 w 2081"/>
                  <a:gd name="connsiteY1" fmla="*/ 292310 h 292250"/>
                </a:gdLst>
                <a:ahLst/>
                <a:cxnLst>
                  <a:cxn ang="0">
                    <a:pos x="connsiteX0" y="connsiteY0"/>
                  </a:cxn>
                  <a:cxn ang="0">
                    <a:pos x="connsiteX1" y="connsiteY1"/>
                  </a:cxn>
                </a:cxnLst>
                <a:rect l="l" t="t" r="r" b="b"/>
                <a:pathLst>
                  <a:path w="2081" h="292250">
                    <a:moveTo>
                      <a:pt x="156" y="59"/>
                    </a:moveTo>
                    <a:lnTo>
                      <a:pt x="2238" y="292310"/>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3" name="任意形状 102"/>
              <p:cNvSpPr/>
              <p:nvPr/>
            </p:nvSpPr>
            <p:spPr>
              <a:xfrm flipV="1">
                <a:off x="6985888" y="2104199"/>
                <a:ext cx="92297" cy="87439"/>
              </a:xfrm>
              <a:custGeom>
                <a:avLst/>
                <a:gdLst>
                  <a:gd name="connsiteX0" fmla="*/ 92453 w 92297"/>
                  <a:gd name="connsiteY0" fmla="*/ 43858 h 87439"/>
                  <a:gd name="connsiteX1" fmla="*/ 46305 w 92297"/>
                  <a:gd name="connsiteY1" fmla="*/ 87578 h 87439"/>
                  <a:gd name="connsiteX2" fmla="*/ 156 w 92297"/>
                  <a:gd name="connsiteY2" fmla="*/ 43858 h 87439"/>
                  <a:gd name="connsiteX3" fmla="*/ 46305 w 92297"/>
                  <a:gd name="connsiteY3" fmla="*/ 139 h 87439"/>
                  <a:gd name="connsiteX4" fmla="*/ 92453 w 92297"/>
                  <a:gd name="connsiteY4" fmla="*/ 43858 h 8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87439">
                    <a:moveTo>
                      <a:pt x="92453" y="43858"/>
                    </a:moveTo>
                    <a:cubicBezTo>
                      <a:pt x="92453" y="68004"/>
                      <a:pt x="71792" y="87578"/>
                      <a:pt x="46305" y="87578"/>
                    </a:cubicBezTo>
                    <a:cubicBezTo>
                      <a:pt x="20817" y="87578"/>
                      <a:pt x="156" y="68004"/>
                      <a:pt x="156" y="43858"/>
                    </a:cubicBezTo>
                    <a:cubicBezTo>
                      <a:pt x="156" y="19713"/>
                      <a:pt x="20817" y="139"/>
                      <a:pt x="46305" y="139"/>
                    </a:cubicBezTo>
                    <a:cubicBezTo>
                      <a:pt x="71792" y="139"/>
                      <a:pt x="92453" y="19713"/>
                      <a:pt x="92453" y="4385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4" name="图片 54" descr="icon-35"/>
            <p:cNvGrpSpPr/>
            <p:nvPr/>
          </p:nvGrpSpPr>
          <p:grpSpPr>
            <a:xfrm>
              <a:off x="6436963" y="1657286"/>
              <a:ext cx="643651" cy="359473"/>
              <a:chOff x="6436963" y="1657286"/>
              <a:chExt cx="643651" cy="359473"/>
            </a:xfrm>
          </p:grpSpPr>
          <p:sp>
            <p:nvSpPr>
              <p:cNvPr id="105" name="任意形状 104"/>
              <p:cNvSpPr/>
              <p:nvPr/>
            </p:nvSpPr>
            <p:spPr>
              <a:xfrm>
                <a:off x="7078186" y="1657286"/>
                <a:ext cx="2428" cy="273378"/>
              </a:xfrm>
              <a:custGeom>
                <a:avLst/>
                <a:gdLst>
                  <a:gd name="connsiteX0" fmla="*/ 42 w 2428"/>
                  <a:gd name="connsiteY0" fmla="*/ 46 h 273378"/>
                  <a:gd name="connsiteX1" fmla="*/ 2471 w 2428"/>
                  <a:gd name="connsiteY1" fmla="*/ 273425 h 273378"/>
                </a:gdLst>
                <a:ahLst/>
                <a:cxnLst>
                  <a:cxn ang="0">
                    <a:pos x="connsiteX0" y="connsiteY0"/>
                  </a:cxn>
                  <a:cxn ang="0">
                    <a:pos x="connsiteX1" y="connsiteY1"/>
                  </a:cxn>
                </a:cxnLst>
                <a:rect l="l" t="t" r="r" b="b"/>
                <a:pathLst>
                  <a:path w="2428" h="273378">
                    <a:moveTo>
                      <a:pt x="42" y="46"/>
                    </a:moveTo>
                    <a:lnTo>
                      <a:pt x="2471" y="273425"/>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6" name="任意形状 105"/>
              <p:cNvSpPr/>
              <p:nvPr/>
            </p:nvSpPr>
            <p:spPr>
              <a:xfrm flipV="1">
                <a:off x="6436963" y="1743381"/>
                <a:ext cx="2428" cy="273378"/>
              </a:xfrm>
              <a:custGeom>
                <a:avLst/>
                <a:gdLst>
                  <a:gd name="connsiteX0" fmla="*/ 42 w 2428"/>
                  <a:gd name="connsiteY0" fmla="*/ 47 h 273378"/>
                  <a:gd name="connsiteX1" fmla="*/ 2471 w 2428"/>
                  <a:gd name="connsiteY1" fmla="*/ 273425 h 273378"/>
                </a:gdLst>
                <a:ahLst/>
                <a:cxnLst>
                  <a:cxn ang="0">
                    <a:pos x="connsiteX0" y="connsiteY0"/>
                  </a:cxn>
                  <a:cxn ang="0">
                    <a:pos x="connsiteX1" y="connsiteY1"/>
                  </a:cxn>
                </a:cxnLst>
                <a:rect l="l" t="t" r="r" b="b"/>
                <a:pathLst>
                  <a:path w="2428" h="273378">
                    <a:moveTo>
                      <a:pt x="42" y="47"/>
                    </a:moveTo>
                    <a:lnTo>
                      <a:pt x="2471" y="273425"/>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1" name="图片 55" descr="icon-36"/>
          <p:cNvGrpSpPr/>
          <p:nvPr/>
        </p:nvGrpSpPr>
        <p:grpSpPr>
          <a:xfrm>
            <a:off x="4772310" y="1530985"/>
            <a:ext cx="893826" cy="825293"/>
            <a:chOff x="4772310" y="1530985"/>
            <a:chExt cx="893826" cy="825293"/>
          </a:xfrm>
        </p:grpSpPr>
        <p:sp>
          <p:nvSpPr>
            <p:cNvPr id="32" name="任意形状 31"/>
            <p:cNvSpPr/>
            <p:nvPr/>
          </p:nvSpPr>
          <p:spPr>
            <a:xfrm>
              <a:off x="5131784" y="1530985"/>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3" name="图片 55" descr="icon-36"/>
            <p:cNvGrpSpPr/>
            <p:nvPr/>
          </p:nvGrpSpPr>
          <p:grpSpPr>
            <a:xfrm>
              <a:off x="5129149" y="1773872"/>
              <a:ext cx="260095" cy="500348"/>
              <a:chOff x="5129149" y="1773872"/>
              <a:chExt cx="260095" cy="500348"/>
            </a:xfrm>
          </p:grpSpPr>
          <p:sp>
            <p:nvSpPr>
              <p:cNvPr id="34" name="任意形状 33"/>
              <p:cNvSpPr/>
              <p:nvPr/>
            </p:nvSpPr>
            <p:spPr>
              <a:xfrm>
                <a:off x="5131784" y="1773872"/>
                <a:ext cx="257460" cy="500348"/>
              </a:xfrm>
              <a:custGeom>
                <a:avLst/>
                <a:gdLst>
                  <a:gd name="connsiteX0" fmla="*/ 106 w 257460"/>
                  <a:gd name="connsiteY0" fmla="*/ 70 h 500348"/>
                  <a:gd name="connsiteX1" fmla="*/ 238136 w 257460"/>
                  <a:gd name="connsiteY1" fmla="*/ 70 h 500348"/>
                  <a:gd name="connsiteX2" fmla="*/ 257567 w 257460"/>
                  <a:gd name="connsiteY2" fmla="*/ 19501 h 500348"/>
                  <a:gd name="connsiteX3" fmla="*/ 257567 w 257460"/>
                  <a:gd name="connsiteY3" fmla="*/ 480987 h 500348"/>
                  <a:gd name="connsiteX4" fmla="*/ 238136 w 257460"/>
                  <a:gd name="connsiteY4" fmla="*/ 500418 h 500348"/>
                  <a:gd name="connsiteX5" fmla="*/ 106 w 257460"/>
                  <a:gd name="connsiteY5" fmla="*/ 500418 h 500348"/>
                  <a:gd name="connsiteX6" fmla="*/ 106 w 257460"/>
                  <a:gd name="connsiteY6" fmla="*/ 500418 h 500348"/>
                  <a:gd name="connsiteX7" fmla="*/ 106 w 257460"/>
                  <a:gd name="connsiteY7" fmla="*/ 70 h 50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460" h="500348">
                    <a:moveTo>
                      <a:pt x="106" y="70"/>
                    </a:moveTo>
                    <a:lnTo>
                      <a:pt x="238136" y="70"/>
                    </a:lnTo>
                    <a:cubicBezTo>
                      <a:pt x="248867" y="70"/>
                      <a:pt x="257567" y="8769"/>
                      <a:pt x="257567" y="19501"/>
                    </a:cubicBezTo>
                    <a:lnTo>
                      <a:pt x="257567" y="480987"/>
                    </a:lnTo>
                    <a:cubicBezTo>
                      <a:pt x="257567" y="491719"/>
                      <a:pt x="248867" y="500418"/>
                      <a:pt x="238136" y="500418"/>
                    </a:cubicBezTo>
                    <a:lnTo>
                      <a:pt x="106" y="500418"/>
                    </a:lnTo>
                    <a:lnTo>
                      <a:pt x="106" y="500418"/>
                    </a:lnTo>
                    <a:lnTo>
                      <a:pt x="106" y="70"/>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 name="任意形状 34"/>
              <p:cNvSpPr/>
              <p:nvPr/>
            </p:nvSpPr>
            <p:spPr>
              <a:xfrm>
                <a:off x="5194935" y="2201354"/>
                <a:ext cx="38862" cy="24288"/>
              </a:xfrm>
              <a:custGeom>
                <a:avLst/>
                <a:gdLst>
                  <a:gd name="connsiteX0" fmla="*/ 106 w 38862"/>
                  <a:gd name="connsiteY0" fmla="*/ 70 h 24288"/>
                  <a:gd name="connsiteX1" fmla="*/ 38968 w 38862"/>
                  <a:gd name="connsiteY1" fmla="*/ 70 h 24288"/>
                  <a:gd name="connsiteX2" fmla="*/ 38968 w 38862"/>
                  <a:gd name="connsiteY2" fmla="*/ 24359 h 24288"/>
                  <a:gd name="connsiteX3" fmla="*/ 106 w 38862"/>
                  <a:gd name="connsiteY3" fmla="*/ 24359 h 24288"/>
                </a:gdLst>
                <a:ahLst/>
                <a:cxnLst>
                  <a:cxn ang="0">
                    <a:pos x="connsiteX0" y="connsiteY0"/>
                  </a:cxn>
                  <a:cxn ang="0">
                    <a:pos x="connsiteX1" y="connsiteY1"/>
                  </a:cxn>
                  <a:cxn ang="0">
                    <a:pos x="connsiteX2" y="connsiteY2"/>
                  </a:cxn>
                  <a:cxn ang="0">
                    <a:pos x="connsiteX3" y="connsiteY3"/>
                  </a:cxn>
                </a:cxnLst>
                <a:rect l="l" t="t" r="r" b="b"/>
                <a:pathLst>
                  <a:path w="38862" h="24288">
                    <a:moveTo>
                      <a:pt x="106" y="70"/>
                    </a:moveTo>
                    <a:lnTo>
                      <a:pt x="38968" y="70"/>
                    </a:lnTo>
                    <a:lnTo>
                      <a:pt x="38968" y="24359"/>
                    </a:lnTo>
                    <a:lnTo>
                      <a:pt x="106" y="24359"/>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 name="任意形状 35"/>
              <p:cNvSpPr/>
              <p:nvPr/>
            </p:nvSpPr>
            <p:spPr>
              <a:xfrm>
                <a:off x="5282374" y="2201354"/>
                <a:ext cx="38862" cy="24288"/>
              </a:xfrm>
              <a:custGeom>
                <a:avLst/>
                <a:gdLst>
                  <a:gd name="connsiteX0" fmla="*/ 106 w 38862"/>
                  <a:gd name="connsiteY0" fmla="*/ 70 h 24288"/>
                  <a:gd name="connsiteX1" fmla="*/ 38968 w 38862"/>
                  <a:gd name="connsiteY1" fmla="*/ 70 h 24288"/>
                  <a:gd name="connsiteX2" fmla="*/ 38968 w 38862"/>
                  <a:gd name="connsiteY2" fmla="*/ 24359 h 24288"/>
                  <a:gd name="connsiteX3" fmla="*/ 106 w 38862"/>
                  <a:gd name="connsiteY3" fmla="*/ 24359 h 24288"/>
                </a:gdLst>
                <a:ahLst/>
                <a:cxnLst>
                  <a:cxn ang="0">
                    <a:pos x="connsiteX0" y="connsiteY0"/>
                  </a:cxn>
                  <a:cxn ang="0">
                    <a:pos x="connsiteX1" y="connsiteY1"/>
                  </a:cxn>
                  <a:cxn ang="0">
                    <a:pos x="connsiteX2" y="connsiteY2"/>
                  </a:cxn>
                  <a:cxn ang="0">
                    <a:pos x="connsiteX3" y="connsiteY3"/>
                  </a:cxn>
                </a:cxnLst>
                <a:rect l="l" t="t" r="r" b="b"/>
                <a:pathLst>
                  <a:path w="38862" h="24288">
                    <a:moveTo>
                      <a:pt x="106" y="70"/>
                    </a:moveTo>
                    <a:lnTo>
                      <a:pt x="38968" y="70"/>
                    </a:lnTo>
                    <a:lnTo>
                      <a:pt x="38968" y="24359"/>
                    </a:lnTo>
                    <a:lnTo>
                      <a:pt x="106" y="24359"/>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 name="任意形状 37"/>
              <p:cNvSpPr/>
              <p:nvPr/>
            </p:nvSpPr>
            <p:spPr>
              <a:xfrm>
                <a:off x="5129149" y="1888029"/>
                <a:ext cx="257872" cy="4857"/>
              </a:xfrm>
              <a:custGeom>
                <a:avLst/>
                <a:gdLst>
                  <a:gd name="connsiteX0" fmla="*/ 106 w 257872"/>
                  <a:gd name="connsiteY0" fmla="*/ 70 h 4857"/>
                  <a:gd name="connsiteX1" fmla="*/ 257978 w 257872"/>
                  <a:gd name="connsiteY1" fmla="*/ 70 h 4857"/>
                </a:gdLst>
                <a:ahLst/>
                <a:cxnLst>
                  <a:cxn ang="0">
                    <a:pos x="connsiteX0" y="connsiteY0"/>
                  </a:cxn>
                  <a:cxn ang="0">
                    <a:pos x="connsiteX1" y="connsiteY1"/>
                  </a:cxn>
                </a:cxnLst>
                <a:rect l="l" t="t" r="r" b="b"/>
                <a:pathLst>
                  <a:path w="257872" h="4857">
                    <a:moveTo>
                      <a:pt x="106" y="70"/>
                    </a:moveTo>
                    <a:lnTo>
                      <a:pt x="257978" y="7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 name="任意形状 38"/>
              <p:cNvSpPr/>
              <p:nvPr/>
            </p:nvSpPr>
            <p:spPr>
              <a:xfrm>
                <a:off x="5129149" y="2014331"/>
                <a:ext cx="257872" cy="4857"/>
              </a:xfrm>
              <a:custGeom>
                <a:avLst/>
                <a:gdLst>
                  <a:gd name="connsiteX0" fmla="*/ 106 w 257872"/>
                  <a:gd name="connsiteY0" fmla="*/ 70 h 4857"/>
                  <a:gd name="connsiteX1" fmla="*/ 257978 w 257872"/>
                  <a:gd name="connsiteY1" fmla="*/ 70 h 4857"/>
                </a:gdLst>
                <a:ahLst/>
                <a:cxnLst>
                  <a:cxn ang="0">
                    <a:pos x="connsiteX0" y="connsiteY0"/>
                  </a:cxn>
                  <a:cxn ang="0">
                    <a:pos x="connsiteX1" y="connsiteY1"/>
                  </a:cxn>
                </a:cxnLst>
                <a:rect l="l" t="t" r="r" b="b"/>
                <a:pathLst>
                  <a:path w="257872" h="4857">
                    <a:moveTo>
                      <a:pt x="106" y="70"/>
                    </a:moveTo>
                    <a:lnTo>
                      <a:pt x="257978" y="7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 name="任意形状 39"/>
              <p:cNvSpPr/>
              <p:nvPr/>
            </p:nvSpPr>
            <p:spPr>
              <a:xfrm>
                <a:off x="5129149" y="2145490"/>
                <a:ext cx="257872" cy="4857"/>
              </a:xfrm>
              <a:custGeom>
                <a:avLst/>
                <a:gdLst>
                  <a:gd name="connsiteX0" fmla="*/ 106 w 257872"/>
                  <a:gd name="connsiteY0" fmla="*/ 70 h 4857"/>
                  <a:gd name="connsiteX1" fmla="*/ 257978 w 257872"/>
                  <a:gd name="connsiteY1" fmla="*/ 70 h 4857"/>
                </a:gdLst>
                <a:ahLst/>
                <a:cxnLst>
                  <a:cxn ang="0">
                    <a:pos x="connsiteX0" y="connsiteY0"/>
                  </a:cxn>
                  <a:cxn ang="0">
                    <a:pos x="connsiteX1" y="connsiteY1"/>
                  </a:cxn>
                </a:cxnLst>
                <a:rect l="l" t="t" r="r" b="b"/>
                <a:pathLst>
                  <a:path w="257872" h="4857">
                    <a:moveTo>
                      <a:pt x="106" y="70"/>
                    </a:moveTo>
                    <a:lnTo>
                      <a:pt x="257978" y="70"/>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2" name="图片 55" descr="icon-36"/>
            <p:cNvGrpSpPr/>
            <p:nvPr/>
          </p:nvGrpSpPr>
          <p:grpSpPr>
            <a:xfrm>
              <a:off x="5172128" y="1798161"/>
              <a:ext cx="445430" cy="451770"/>
              <a:chOff x="5172128" y="1798161"/>
              <a:chExt cx="445430" cy="451770"/>
            </a:xfrm>
          </p:grpSpPr>
          <p:sp>
            <p:nvSpPr>
              <p:cNvPr id="76" name="任意形状 75"/>
              <p:cNvSpPr/>
              <p:nvPr/>
            </p:nvSpPr>
            <p:spPr>
              <a:xfrm>
                <a:off x="5389245" y="1798161"/>
                <a:ext cx="228314" cy="451770"/>
              </a:xfrm>
              <a:custGeom>
                <a:avLst/>
                <a:gdLst>
                  <a:gd name="connsiteX0" fmla="*/ 115 w 228314"/>
                  <a:gd name="connsiteY0" fmla="*/ 75 h 451770"/>
                  <a:gd name="connsiteX1" fmla="*/ 208998 w 228314"/>
                  <a:gd name="connsiteY1" fmla="*/ 75 h 451770"/>
                  <a:gd name="connsiteX2" fmla="*/ 228429 w 228314"/>
                  <a:gd name="connsiteY2" fmla="*/ 19506 h 451770"/>
                  <a:gd name="connsiteX3" fmla="*/ 228429 w 228314"/>
                  <a:gd name="connsiteY3" fmla="*/ 432415 h 451770"/>
                  <a:gd name="connsiteX4" fmla="*/ 208998 w 228314"/>
                  <a:gd name="connsiteY4" fmla="*/ 451846 h 451770"/>
                  <a:gd name="connsiteX5" fmla="*/ 115 w 228314"/>
                  <a:gd name="connsiteY5" fmla="*/ 451846 h 451770"/>
                  <a:gd name="connsiteX6" fmla="*/ 115 w 228314"/>
                  <a:gd name="connsiteY6" fmla="*/ 451846 h 451770"/>
                  <a:gd name="connsiteX7" fmla="*/ 115 w 228314"/>
                  <a:gd name="connsiteY7" fmla="*/ 75 h 4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314" h="451770">
                    <a:moveTo>
                      <a:pt x="115" y="75"/>
                    </a:moveTo>
                    <a:lnTo>
                      <a:pt x="208998" y="75"/>
                    </a:lnTo>
                    <a:cubicBezTo>
                      <a:pt x="219730" y="75"/>
                      <a:pt x="228429" y="8775"/>
                      <a:pt x="228429" y="19506"/>
                    </a:cubicBezTo>
                    <a:lnTo>
                      <a:pt x="228429" y="432415"/>
                    </a:lnTo>
                    <a:cubicBezTo>
                      <a:pt x="228429" y="443146"/>
                      <a:pt x="219730" y="451846"/>
                      <a:pt x="208998" y="451846"/>
                    </a:cubicBezTo>
                    <a:lnTo>
                      <a:pt x="115" y="451846"/>
                    </a:lnTo>
                    <a:lnTo>
                      <a:pt x="115" y="451846"/>
                    </a:lnTo>
                    <a:lnTo>
                      <a:pt x="115" y="75"/>
                    </a:lnTo>
                    <a:close/>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7" name="任意形状 76"/>
              <p:cNvSpPr/>
              <p:nvPr/>
            </p:nvSpPr>
            <p:spPr>
              <a:xfrm>
                <a:off x="5442680" y="1953609"/>
                <a:ext cx="34004" cy="24288"/>
              </a:xfrm>
              <a:custGeom>
                <a:avLst/>
                <a:gdLst>
                  <a:gd name="connsiteX0" fmla="*/ 115 w 34004"/>
                  <a:gd name="connsiteY0" fmla="*/ 75 h 24288"/>
                  <a:gd name="connsiteX1" fmla="*/ 34119 w 34004"/>
                  <a:gd name="connsiteY1" fmla="*/ 75 h 24288"/>
                  <a:gd name="connsiteX2" fmla="*/ 34119 w 34004"/>
                  <a:gd name="connsiteY2" fmla="*/ 24364 h 24288"/>
                  <a:gd name="connsiteX3" fmla="*/ 115 w 34004"/>
                  <a:gd name="connsiteY3" fmla="*/ 24364 h 24288"/>
                </a:gdLst>
                <a:ahLst/>
                <a:cxnLst>
                  <a:cxn ang="0">
                    <a:pos x="connsiteX0" y="connsiteY0"/>
                  </a:cxn>
                  <a:cxn ang="0">
                    <a:pos x="connsiteX1" y="connsiteY1"/>
                  </a:cxn>
                  <a:cxn ang="0">
                    <a:pos x="connsiteX2" y="connsiteY2"/>
                  </a:cxn>
                  <a:cxn ang="0">
                    <a:pos x="connsiteX3" y="connsiteY3"/>
                  </a:cxn>
                </a:cxnLst>
                <a:rect l="l" t="t" r="r" b="b"/>
                <a:pathLst>
                  <a:path w="34004" h="24288">
                    <a:moveTo>
                      <a:pt x="115" y="75"/>
                    </a:moveTo>
                    <a:lnTo>
                      <a:pt x="34119" y="75"/>
                    </a:lnTo>
                    <a:lnTo>
                      <a:pt x="34119" y="24364"/>
                    </a:lnTo>
                    <a:lnTo>
                      <a:pt x="115" y="2436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8" name="任意形状 77"/>
              <p:cNvSpPr/>
              <p:nvPr/>
            </p:nvSpPr>
            <p:spPr>
              <a:xfrm>
                <a:off x="5525262" y="1953609"/>
                <a:ext cx="34004" cy="24288"/>
              </a:xfrm>
              <a:custGeom>
                <a:avLst/>
                <a:gdLst>
                  <a:gd name="connsiteX0" fmla="*/ 115 w 34004"/>
                  <a:gd name="connsiteY0" fmla="*/ 75 h 24288"/>
                  <a:gd name="connsiteX1" fmla="*/ 34119 w 34004"/>
                  <a:gd name="connsiteY1" fmla="*/ 75 h 24288"/>
                  <a:gd name="connsiteX2" fmla="*/ 34119 w 34004"/>
                  <a:gd name="connsiteY2" fmla="*/ 24364 h 24288"/>
                  <a:gd name="connsiteX3" fmla="*/ 115 w 34004"/>
                  <a:gd name="connsiteY3" fmla="*/ 24364 h 24288"/>
                </a:gdLst>
                <a:ahLst/>
                <a:cxnLst>
                  <a:cxn ang="0">
                    <a:pos x="connsiteX0" y="connsiteY0"/>
                  </a:cxn>
                  <a:cxn ang="0">
                    <a:pos x="connsiteX1" y="connsiteY1"/>
                  </a:cxn>
                  <a:cxn ang="0">
                    <a:pos x="connsiteX2" y="connsiteY2"/>
                  </a:cxn>
                  <a:cxn ang="0">
                    <a:pos x="connsiteX3" y="connsiteY3"/>
                  </a:cxn>
                </a:cxnLst>
                <a:rect l="l" t="t" r="r" b="b"/>
                <a:pathLst>
                  <a:path w="34004" h="24288">
                    <a:moveTo>
                      <a:pt x="115" y="75"/>
                    </a:moveTo>
                    <a:lnTo>
                      <a:pt x="34119" y="75"/>
                    </a:lnTo>
                    <a:lnTo>
                      <a:pt x="34119" y="24364"/>
                    </a:lnTo>
                    <a:lnTo>
                      <a:pt x="115" y="24364"/>
                    </a:ln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9" name="任意形状 78"/>
              <p:cNvSpPr/>
              <p:nvPr/>
            </p:nvSpPr>
            <p:spPr>
              <a:xfrm>
                <a:off x="5386363" y="1902602"/>
                <a:ext cx="229219" cy="4857"/>
              </a:xfrm>
              <a:custGeom>
                <a:avLst/>
                <a:gdLst>
                  <a:gd name="connsiteX0" fmla="*/ 115 w 229219"/>
                  <a:gd name="connsiteY0" fmla="*/ 75 h 4857"/>
                  <a:gd name="connsiteX1" fmla="*/ 229335 w 229219"/>
                  <a:gd name="connsiteY1" fmla="*/ 75 h 4857"/>
                </a:gdLst>
                <a:ahLst/>
                <a:cxnLst>
                  <a:cxn ang="0">
                    <a:pos x="connsiteX0" y="connsiteY0"/>
                  </a:cxn>
                  <a:cxn ang="0">
                    <a:pos x="connsiteX1" y="connsiteY1"/>
                  </a:cxn>
                </a:cxnLst>
                <a:rect l="l" t="t" r="r" b="b"/>
                <a:pathLst>
                  <a:path w="229219" h="4857">
                    <a:moveTo>
                      <a:pt x="115" y="75"/>
                    </a:moveTo>
                    <a:lnTo>
                      <a:pt x="229335" y="75"/>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0" name="任意形状 79"/>
              <p:cNvSpPr/>
              <p:nvPr/>
            </p:nvSpPr>
            <p:spPr>
              <a:xfrm>
                <a:off x="5386363" y="2019188"/>
                <a:ext cx="229219" cy="4857"/>
              </a:xfrm>
              <a:custGeom>
                <a:avLst/>
                <a:gdLst>
                  <a:gd name="connsiteX0" fmla="*/ 115 w 229219"/>
                  <a:gd name="connsiteY0" fmla="*/ 75 h 4857"/>
                  <a:gd name="connsiteX1" fmla="*/ 229335 w 229219"/>
                  <a:gd name="connsiteY1" fmla="*/ 75 h 4857"/>
                </a:gdLst>
                <a:ahLst/>
                <a:cxnLst>
                  <a:cxn ang="0">
                    <a:pos x="connsiteX0" y="connsiteY0"/>
                  </a:cxn>
                  <a:cxn ang="0">
                    <a:pos x="connsiteX1" y="connsiteY1"/>
                  </a:cxn>
                </a:cxnLst>
                <a:rect l="l" t="t" r="r" b="b"/>
                <a:pathLst>
                  <a:path w="229219" h="4857">
                    <a:moveTo>
                      <a:pt x="115" y="75"/>
                    </a:moveTo>
                    <a:lnTo>
                      <a:pt x="229335" y="75"/>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1" name="任意形状 80"/>
              <p:cNvSpPr/>
              <p:nvPr/>
            </p:nvSpPr>
            <p:spPr>
              <a:xfrm>
                <a:off x="5386363" y="2140632"/>
                <a:ext cx="229219" cy="4857"/>
              </a:xfrm>
              <a:custGeom>
                <a:avLst/>
                <a:gdLst>
                  <a:gd name="connsiteX0" fmla="*/ 115 w 229219"/>
                  <a:gd name="connsiteY0" fmla="*/ 75 h 4857"/>
                  <a:gd name="connsiteX1" fmla="*/ 229335 w 229219"/>
                  <a:gd name="connsiteY1" fmla="*/ 75 h 4857"/>
                </a:gdLst>
                <a:ahLst/>
                <a:cxnLst>
                  <a:cxn ang="0">
                    <a:pos x="connsiteX0" y="connsiteY0"/>
                  </a:cxn>
                  <a:cxn ang="0">
                    <a:pos x="connsiteX1" y="connsiteY1"/>
                  </a:cxn>
                </a:cxnLst>
                <a:rect l="l" t="t" r="r" b="b"/>
                <a:pathLst>
                  <a:path w="229219" h="4857">
                    <a:moveTo>
                      <a:pt x="115" y="75"/>
                    </a:moveTo>
                    <a:lnTo>
                      <a:pt x="229335" y="75"/>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2" name="任意形状 81"/>
              <p:cNvSpPr/>
              <p:nvPr/>
            </p:nvSpPr>
            <p:spPr>
              <a:xfrm>
                <a:off x="5415015" y="1849167"/>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3" name="任意形状 82"/>
              <p:cNvSpPr/>
              <p:nvPr/>
            </p:nvSpPr>
            <p:spPr>
              <a:xfrm>
                <a:off x="5172128" y="1951180"/>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4" name="任意形状 83"/>
              <p:cNvSpPr/>
              <p:nvPr/>
            </p:nvSpPr>
            <p:spPr>
              <a:xfrm>
                <a:off x="5415015" y="2087197"/>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任意形状 84"/>
              <p:cNvSpPr/>
              <p:nvPr/>
            </p:nvSpPr>
            <p:spPr>
              <a:xfrm>
                <a:off x="5172128" y="1834594"/>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6" name="任意形状 85"/>
              <p:cNvSpPr/>
              <p:nvPr/>
            </p:nvSpPr>
            <p:spPr>
              <a:xfrm>
                <a:off x="5415015" y="2194067"/>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7" name="任意形状 86"/>
              <p:cNvSpPr/>
              <p:nvPr/>
            </p:nvSpPr>
            <p:spPr>
              <a:xfrm>
                <a:off x="5172128" y="2082339"/>
                <a:ext cx="171914" cy="4857"/>
              </a:xfrm>
              <a:custGeom>
                <a:avLst/>
                <a:gdLst>
                  <a:gd name="connsiteX0" fmla="*/ 115 w 171914"/>
                  <a:gd name="connsiteY0" fmla="*/ 75 h 4857"/>
                  <a:gd name="connsiteX1" fmla="*/ 172030 w 171914"/>
                  <a:gd name="connsiteY1" fmla="*/ 75 h 4857"/>
                </a:gdLst>
                <a:ahLst/>
                <a:cxnLst>
                  <a:cxn ang="0">
                    <a:pos x="connsiteX0" y="connsiteY0"/>
                  </a:cxn>
                  <a:cxn ang="0">
                    <a:pos x="connsiteX1" y="connsiteY1"/>
                  </a:cxn>
                </a:cxnLst>
                <a:rect l="l" t="t" r="r" b="b"/>
                <a:pathLst>
                  <a:path w="171914" h="4857">
                    <a:moveTo>
                      <a:pt x="115" y="75"/>
                    </a:moveTo>
                    <a:lnTo>
                      <a:pt x="172030" y="75"/>
                    </a:lnTo>
                  </a:path>
                </a:pathLst>
              </a:custGeom>
              <a:ln w="9684" cap="rnd">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88" name="任意形状 87"/>
            <p:cNvSpPr/>
            <p:nvPr/>
          </p:nvSpPr>
          <p:spPr>
            <a:xfrm>
              <a:off x="4772310" y="1677236"/>
              <a:ext cx="358165" cy="679042"/>
            </a:xfrm>
            <a:custGeom>
              <a:avLst/>
              <a:gdLst>
                <a:gd name="connsiteX0" fmla="*/ 14773 w 358165"/>
                <a:gd name="connsiteY0" fmla="*/ 79412 h 679042"/>
                <a:gd name="connsiteX1" fmla="*/ 334077 w 358165"/>
                <a:gd name="connsiteY1" fmla="*/ 571 h 679042"/>
                <a:gd name="connsiteX2" fmla="*/ 357599 w 358165"/>
                <a:gd name="connsiteY2" fmla="*/ 14778 h 679042"/>
                <a:gd name="connsiteX3" fmla="*/ 358166 w 358165"/>
                <a:gd name="connsiteY3" fmla="*/ 19436 h 679042"/>
                <a:gd name="connsiteX4" fmla="*/ 358166 w 358165"/>
                <a:gd name="connsiteY4" fmla="*/ 659611 h 679042"/>
                <a:gd name="connsiteX5" fmla="*/ 338735 w 358165"/>
                <a:gd name="connsiteY5" fmla="*/ 679042 h 679042"/>
                <a:gd name="connsiteX6" fmla="*/ 334077 w 358165"/>
                <a:gd name="connsiteY6" fmla="*/ 678476 h 679042"/>
                <a:gd name="connsiteX7" fmla="*/ 14773 w 358165"/>
                <a:gd name="connsiteY7" fmla="*/ 599635 h 679042"/>
                <a:gd name="connsiteX8" fmla="*/ 0 w 358165"/>
                <a:gd name="connsiteY8" fmla="*/ 580771 h 679042"/>
                <a:gd name="connsiteX9" fmla="*/ 0 w 358165"/>
                <a:gd name="connsiteY9" fmla="*/ 98276 h 679042"/>
                <a:gd name="connsiteX10" fmla="*/ 14773 w 358165"/>
                <a:gd name="connsiteY10" fmla="*/ 79412 h 67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165" h="679042">
                  <a:moveTo>
                    <a:pt x="14773" y="79412"/>
                  </a:moveTo>
                  <a:lnTo>
                    <a:pt x="334077" y="571"/>
                  </a:lnTo>
                  <a:cubicBezTo>
                    <a:pt x="344495" y="-2001"/>
                    <a:pt x="355027" y="4359"/>
                    <a:pt x="357599" y="14778"/>
                  </a:cubicBezTo>
                  <a:cubicBezTo>
                    <a:pt x="357975" y="16302"/>
                    <a:pt x="358166" y="17866"/>
                    <a:pt x="358166" y="19436"/>
                  </a:cubicBezTo>
                  <a:lnTo>
                    <a:pt x="358166" y="659611"/>
                  </a:lnTo>
                  <a:cubicBezTo>
                    <a:pt x="358166" y="670343"/>
                    <a:pt x="349466" y="679042"/>
                    <a:pt x="338735" y="679042"/>
                  </a:cubicBezTo>
                  <a:cubicBezTo>
                    <a:pt x="337165" y="679042"/>
                    <a:pt x="335601" y="678852"/>
                    <a:pt x="334077" y="678476"/>
                  </a:cubicBezTo>
                  <a:lnTo>
                    <a:pt x="14773" y="599635"/>
                  </a:lnTo>
                  <a:cubicBezTo>
                    <a:pt x="6096" y="597493"/>
                    <a:pt x="0" y="589708"/>
                    <a:pt x="0" y="580771"/>
                  </a:cubicBezTo>
                  <a:lnTo>
                    <a:pt x="0" y="98276"/>
                  </a:lnTo>
                  <a:cubicBezTo>
                    <a:pt x="0" y="89339"/>
                    <a:pt x="6096" y="81554"/>
                    <a:pt x="14773" y="79412"/>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9" name="任意形状 88"/>
            <p:cNvSpPr/>
            <p:nvPr/>
          </p:nvSpPr>
          <p:spPr>
            <a:xfrm>
              <a:off x="4909386" y="1986679"/>
              <a:ext cx="84014" cy="79592"/>
            </a:xfrm>
            <a:custGeom>
              <a:avLst/>
              <a:gdLst>
                <a:gd name="connsiteX0" fmla="*/ 84014 w 84014"/>
                <a:gd name="connsiteY0" fmla="*/ 39796 h 79592"/>
                <a:gd name="connsiteX1" fmla="*/ 42007 w 84014"/>
                <a:gd name="connsiteY1" fmla="*/ 79592 h 79592"/>
                <a:gd name="connsiteX2" fmla="*/ 0 w 84014"/>
                <a:gd name="connsiteY2" fmla="*/ 39796 h 79592"/>
                <a:gd name="connsiteX3" fmla="*/ 42007 w 84014"/>
                <a:gd name="connsiteY3" fmla="*/ 0 h 79592"/>
                <a:gd name="connsiteX4" fmla="*/ 84014 w 84014"/>
                <a:gd name="connsiteY4" fmla="*/ 39796 h 7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4" h="79592">
                  <a:moveTo>
                    <a:pt x="84014" y="39796"/>
                  </a:moveTo>
                  <a:cubicBezTo>
                    <a:pt x="84014" y="61775"/>
                    <a:pt x="65207" y="79592"/>
                    <a:pt x="42007" y="79592"/>
                  </a:cubicBezTo>
                  <a:cubicBezTo>
                    <a:pt x="18807" y="79592"/>
                    <a:pt x="0" y="61775"/>
                    <a:pt x="0" y="39796"/>
                  </a:cubicBezTo>
                  <a:cubicBezTo>
                    <a:pt x="0" y="17817"/>
                    <a:pt x="18807" y="0"/>
                    <a:pt x="42007" y="0"/>
                  </a:cubicBezTo>
                  <a:cubicBezTo>
                    <a:pt x="65207" y="0"/>
                    <a:pt x="84014" y="17817"/>
                    <a:pt x="84014" y="39796"/>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0" name="图片 56" descr="icon-37"/>
          <p:cNvGrpSpPr/>
          <p:nvPr/>
        </p:nvGrpSpPr>
        <p:grpSpPr>
          <a:xfrm>
            <a:off x="3027838" y="1540700"/>
            <a:ext cx="919222" cy="910124"/>
            <a:chOff x="3027838" y="1540700"/>
            <a:chExt cx="919222" cy="910124"/>
          </a:xfrm>
        </p:grpSpPr>
        <p:sp>
          <p:nvSpPr>
            <p:cNvPr id="21" name="任意形状 20"/>
            <p:cNvSpPr/>
            <p:nvPr/>
          </p:nvSpPr>
          <p:spPr>
            <a:xfrm>
              <a:off x="3027838" y="1540700"/>
              <a:ext cx="534352" cy="534352"/>
            </a:xfrm>
            <a:custGeom>
              <a:avLst/>
              <a:gdLst>
                <a:gd name="connsiteX0" fmla="*/ 534353 w 534352"/>
                <a:gd name="connsiteY0" fmla="*/ 267176 h 534352"/>
                <a:gd name="connsiteX1" fmla="*/ 267176 w 534352"/>
                <a:gd name="connsiteY1" fmla="*/ 534353 h 534352"/>
                <a:gd name="connsiteX2" fmla="*/ 0 w 534352"/>
                <a:gd name="connsiteY2" fmla="*/ 267176 h 534352"/>
                <a:gd name="connsiteX3" fmla="*/ 267176 w 534352"/>
                <a:gd name="connsiteY3" fmla="*/ 0 h 534352"/>
                <a:gd name="connsiteX4" fmla="*/ 534353 w 534352"/>
                <a:gd name="connsiteY4" fmla="*/ 267176 h 534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352" h="534352">
                  <a:moveTo>
                    <a:pt x="534353" y="267176"/>
                  </a:moveTo>
                  <a:cubicBezTo>
                    <a:pt x="534353" y="414734"/>
                    <a:pt x="414734" y="534353"/>
                    <a:pt x="267176" y="534353"/>
                  </a:cubicBezTo>
                  <a:cubicBezTo>
                    <a:pt x="119619" y="534353"/>
                    <a:pt x="0" y="414734"/>
                    <a:pt x="0" y="267176"/>
                  </a:cubicBezTo>
                  <a:cubicBezTo>
                    <a:pt x="0" y="119619"/>
                    <a:pt x="119619" y="0"/>
                    <a:pt x="267176" y="0"/>
                  </a:cubicBezTo>
                  <a:cubicBezTo>
                    <a:pt x="414734" y="0"/>
                    <a:pt x="534353" y="119619"/>
                    <a:pt x="534353" y="267176"/>
                  </a:cubicBezTo>
                  <a:close/>
                </a:path>
              </a:pathLst>
            </a:custGeom>
            <a:solidFill>
              <a:schemeClr val="bg2"/>
            </a:solidFill>
            <a:ln w="48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 name="任意形状 21"/>
            <p:cNvSpPr/>
            <p:nvPr/>
          </p:nvSpPr>
          <p:spPr>
            <a:xfrm>
              <a:off x="3071558" y="1735010"/>
              <a:ext cx="553783" cy="553783"/>
            </a:xfrm>
            <a:custGeom>
              <a:avLst/>
              <a:gdLst>
                <a:gd name="connsiteX0" fmla="*/ 326314 w 553783"/>
                <a:gd name="connsiteY0" fmla="*/ 0 h 553783"/>
                <a:gd name="connsiteX1" fmla="*/ 337214 w 553783"/>
                <a:gd name="connsiteY1" fmla="*/ 78792 h 553783"/>
                <a:gd name="connsiteX2" fmla="*/ 371763 w 553783"/>
                <a:gd name="connsiteY2" fmla="*/ 93623 h 553783"/>
                <a:gd name="connsiteX3" fmla="*/ 432228 w 553783"/>
                <a:gd name="connsiteY3" fmla="*/ 47930 h 553783"/>
                <a:gd name="connsiteX4" fmla="*/ 503425 w 553783"/>
                <a:gd name="connsiteY4" fmla="*/ 119127 h 553783"/>
                <a:gd name="connsiteX5" fmla="*/ 458439 w 553783"/>
                <a:gd name="connsiteY5" fmla="*/ 178878 h 553783"/>
                <a:gd name="connsiteX6" fmla="*/ 475000 w 553783"/>
                <a:gd name="connsiteY6" fmla="*/ 216594 h 553783"/>
                <a:gd name="connsiteX7" fmla="*/ 553784 w 553783"/>
                <a:gd name="connsiteY7" fmla="*/ 227469 h 553783"/>
                <a:gd name="connsiteX8" fmla="*/ 553784 w 553783"/>
                <a:gd name="connsiteY8" fmla="*/ 326314 h 553783"/>
                <a:gd name="connsiteX9" fmla="*/ 479413 w 553783"/>
                <a:gd name="connsiteY9" fmla="*/ 336448 h 553783"/>
                <a:gd name="connsiteX10" fmla="*/ 461479 w 553783"/>
                <a:gd name="connsiteY10" fmla="*/ 383843 h 553783"/>
                <a:gd name="connsiteX11" fmla="*/ 503425 w 553783"/>
                <a:gd name="connsiteY11" fmla="*/ 439514 h 553783"/>
                <a:gd name="connsiteX12" fmla="*/ 432228 w 553783"/>
                <a:gd name="connsiteY12" fmla="*/ 510711 h 553783"/>
                <a:gd name="connsiteX13" fmla="*/ 379149 w 553783"/>
                <a:gd name="connsiteY13" fmla="*/ 470577 h 553783"/>
                <a:gd name="connsiteX14" fmla="*/ 334962 w 553783"/>
                <a:gd name="connsiteY14" fmla="*/ 490292 h 553783"/>
                <a:gd name="connsiteX15" fmla="*/ 326314 w 553783"/>
                <a:gd name="connsiteY15" fmla="*/ 553784 h 553783"/>
                <a:gd name="connsiteX16" fmla="*/ 227469 w 553783"/>
                <a:gd name="connsiteY16" fmla="*/ 553784 h 553783"/>
                <a:gd name="connsiteX17" fmla="*/ 219277 w 553783"/>
                <a:gd name="connsiteY17" fmla="*/ 494459 h 553783"/>
                <a:gd name="connsiteX18" fmla="*/ 162815 w 553783"/>
                <a:gd name="connsiteY18" fmla="*/ 472171 h 553783"/>
                <a:gd name="connsiteX19" fmla="*/ 111841 w 553783"/>
                <a:gd name="connsiteY19" fmla="*/ 510711 h 553783"/>
                <a:gd name="connsiteX20" fmla="*/ 40643 w 553783"/>
                <a:gd name="connsiteY20" fmla="*/ 439514 h 553783"/>
                <a:gd name="connsiteX21" fmla="*/ 79743 w 553783"/>
                <a:gd name="connsiteY21" fmla="*/ 387617 h 553783"/>
                <a:gd name="connsiteX22" fmla="*/ 59329 w 553783"/>
                <a:gd name="connsiteY22" fmla="*/ 334526 h 553783"/>
                <a:gd name="connsiteX23" fmla="*/ 0 w 553783"/>
                <a:gd name="connsiteY23" fmla="*/ 326314 h 553783"/>
                <a:gd name="connsiteX24" fmla="*/ 0 w 553783"/>
                <a:gd name="connsiteY24" fmla="*/ 227469 h 553783"/>
                <a:gd name="connsiteX25" fmla="*/ 63497 w 553783"/>
                <a:gd name="connsiteY25" fmla="*/ 218802 h 553783"/>
                <a:gd name="connsiteX26" fmla="*/ 82870 w 553783"/>
                <a:gd name="connsiteY26" fmla="*/ 175208 h 553783"/>
                <a:gd name="connsiteX27" fmla="*/ 40643 w 553783"/>
                <a:gd name="connsiteY27" fmla="*/ 119127 h 553783"/>
                <a:gd name="connsiteX28" fmla="*/ 111841 w 553783"/>
                <a:gd name="connsiteY28" fmla="*/ 47930 h 553783"/>
                <a:gd name="connsiteX29" fmla="*/ 170311 w 553783"/>
                <a:gd name="connsiteY29" fmla="*/ 92112 h 553783"/>
                <a:gd name="connsiteX30" fmla="*/ 217306 w 553783"/>
                <a:gd name="connsiteY30" fmla="*/ 74378 h 553783"/>
                <a:gd name="connsiteX31" fmla="*/ 227469 w 553783"/>
                <a:gd name="connsiteY31" fmla="*/ 0 h 553783"/>
                <a:gd name="connsiteX32" fmla="*/ 326314 w 553783"/>
                <a:gd name="connsiteY32" fmla="*/ 0 h 553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53783" h="553783">
                  <a:moveTo>
                    <a:pt x="326314" y="0"/>
                  </a:moveTo>
                  <a:lnTo>
                    <a:pt x="337214" y="78792"/>
                  </a:lnTo>
                  <a:cubicBezTo>
                    <a:pt x="349230" y="82745"/>
                    <a:pt x="360781" y="87723"/>
                    <a:pt x="371763" y="93623"/>
                  </a:cubicBezTo>
                  <a:lnTo>
                    <a:pt x="432228" y="47930"/>
                  </a:lnTo>
                  <a:lnTo>
                    <a:pt x="503425" y="119127"/>
                  </a:lnTo>
                  <a:lnTo>
                    <a:pt x="458439" y="178878"/>
                  </a:lnTo>
                  <a:cubicBezTo>
                    <a:pt x="465101" y="190799"/>
                    <a:pt x="470667" y="203417"/>
                    <a:pt x="475000" y="216594"/>
                  </a:cubicBezTo>
                  <a:lnTo>
                    <a:pt x="553784" y="227469"/>
                  </a:lnTo>
                  <a:lnTo>
                    <a:pt x="553784" y="326314"/>
                  </a:lnTo>
                  <a:lnTo>
                    <a:pt x="479413" y="336448"/>
                  </a:lnTo>
                  <a:cubicBezTo>
                    <a:pt x="475280" y="353092"/>
                    <a:pt x="469218" y="368974"/>
                    <a:pt x="461479" y="383843"/>
                  </a:cubicBezTo>
                  <a:lnTo>
                    <a:pt x="503425" y="439514"/>
                  </a:lnTo>
                  <a:lnTo>
                    <a:pt x="432228" y="510711"/>
                  </a:lnTo>
                  <a:lnTo>
                    <a:pt x="379149" y="470577"/>
                  </a:lnTo>
                  <a:cubicBezTo>
                    <a:pt x="365331" y="478715"/>
                    <a:pt x="350528" y="485361"/>
                    <a:pt x="334962" y="490292"/>
                  </a:cubicBezTo>
                  <a:lnTo>
                    <a:pt x="326314" y="553784"/>
                  </a:lnTo>
                  <a:lnTo>
                    <a:pt x="227469" y="553784"/>
                  </a:lnTo>
                  <a:lnTo>
                    <a:pt x="219277" y="494459"/>
                  </a:lnTo>
                  <a:cubicBezTo>
                    <a:pt x="199228" y="489678"/>
                    <a:pt x="180263" y="482104"/>
                    <a:pt x="162815" y="472171"/>
                  </a:cubicBezTo>
                  <a:lnTo>
                    <a:pt x="111841" y="510711"/>
                  </a:lnTo>
                  <a:lnTo>
                    <a:pt x="40643" y="439514"/>
                  </a:lnTo>
                  <a:lnTo>
                    <a:pt x="79743" y="387617"/>
                  </a:lnTo>
                  <a:cubicBezTo>
                    <a:pt x="70729" y="371106"/>
                    <a:pt x="63806" y="353291"/>
                    <a:pt x="59329" y="334526"/>
                  </a:cubicBezTo>
                  <a:lnTo>
                    <a:pt x="0" y="326314"/>
                  </a:lnTo>
                  <a:lnTo>
                    <a:pt x="0" y="227469"/>
                  </a:lnTo>
                  <a:lnTo>
                    <a:pt x="63497" y="218802"/>
                  </a:lnTo>
                  <a:cubicBezTo>
                    <a:pt x="68360" y="203458"/>
                    <a:pt x="74888" y="188856"/>
                    <a:pt x="82870" y="175208"/>
                  </a:cubicBezTo>
                  <a:lnTo>
                    <a:pt x="40643" y="119127"/>
                  </a:lnTo>
                  <a:lnTo>
                    <a:pt x="111841" y="47930"/>
                  </a:lnTo>
                  <a:lnTo>
                    <a:pt x="170311" y="92112"/>
                  </a:lnTo>
                  <a:cubicBezTo>
                    <a:pt x="185065" y="84469"/>
                    <a:pt x="200811" y="78476"/>
                    <a:pt x="217306" y="74378"/>
                  </a:cubicBezTo>
                  <a:lnTo>
                    <a:pt x="227469" y="0"/>
                  </a:lnTo>
                  <a:lnTo>
                    <a:pt x="326314" y="0"/>
                  </a:lnTo>
                  <a:close/>
                </a:path>
              </a:pathLst>
            </a:custGeom>
            <a:solidFill>
              <a:schemeClr val="bg1"/>
            </a:solid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 name="任意形状 22"/>
            <p:cNvSpPr/>
            <p:nvPr/>
          </p:nvSpPr>
          <p:spPr>
            <a:xfrm>
              <a:off x="3236722" y="1909396"/>
              <a:ext cx="213741" cy="213740"/>
            </a:xfrm>
            <a:custGeom>
              <a:avLst/>
              <a:gdLst>
                <a:gd name="connsiteX0" fmla="*/ 213741 w 213741"/>
                <a:gd name="connsiteY0" fmla="*/ 106870 h 213740"/>
                <a:gd name="connsiteX1" fmla="*/ 106871 w 213741"/>
                <a:gd name="connsiteY1" fmla="*/ 213741 h 213740"/>
                <a:gd name="connsiteX2" fmla="*/ 0 w 213741"/>
                <a:gd name="connsiteY2" fmla="*/ 106870 h 213740"/>
                <a:gd name="connsiteX3" fmla="*/ 106871 w 213741"/>
                <a:gd name="connsiteY3" fmla="*/ 0 h 213740"/>
                <a:gd name="connsiteX4" fmla="*/ 213741 w 213741"/>
                <a:gd name="connsiteY4" fmla="*/ 106870 h 213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41" h="213740">
                  <a:moveTo>
                    <a:pt x="213741" y="106870"/>
                  </a:moveTo>
                  <a:cubicBezTo>
                    <a:pt x="213741" y="165893"/>
                    <a:pt x="165893" y="213741"/>
                    <a:pt x="106871" y="213741"/>
                  </a:cubicBezTo>
                  <a:cubicBezTo>
                    <a:pt x="47848" y="213741"/>
                    <a:pt x="0" y="165893"/>
                    <a:pt x="0" y="106870"/>
                  </a:cubicBezTo>
                  <a:cubicBezTo>
                    <a:pt x="0" y="47848"/>
                    <a:pt x="47848" y="0"/>
                    <a:pt x="106871" y="0"/>
                  </a:cubicBezTo>
                  <a:cubicBezTo>
                    <a:pt x="165893" y="0"/>
                    <a:pt x="213741" y="47848"/>
                    <a:pt x="213741" y="106870"/>
                  </a:cubicBezTo>
                  <a:close/>
                </a:path>
              </a:pathLst>
            </a:custGeom>
            <a:solidFill>
              <a:schemeClr val="bg1"/>
            </a:solidFill>
            <a:ln w="9684"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 name="任意形状 23"/>
            <p:cNvSpPr/>
            <p:nvPr/>
          </p:nvSpPr>
          <p:spPr>
            <a:xfrm rot="8100000">
              <a:off x="3258948" y="2004371"/>
              <a:ext cx="291465" cy="145732"/>
            </a:xfrm>
            <a:custGeom>
              <a:avLst/>
              <a:gdLst>
                <a:gd name="connsiteX0" fmla="*/ 291465 w 291465"/>
                <a:gd name="connsiteY0" fmla="*/ 145733 h 145732"/>
                <a:gd name="connsiteX1" fmla="*/ 145733 w 291465"/>
                <a:gd name="connsiteY1" fmla="*/ 0 h 145732"/>
                <a:gd name="connsiteX2" fmla="*/ 0 w 291465"/>
                <a:gd name="connsiteY2" fmla="*/ 145733 h 145732"/>
              </a:gdLst>
              <a:ahLst/>
              <a:cxnLst>
                <a:cxn ang="0">
                  <a:pos x="connsiteX0" y="connsiteY0"/>
                </a:cxn>
                <a:cxn ang="0">
                  <a:pos x="connsiteX1" y="connsiteY1"/>
                </a:cxn>
                <a:cxn ang="0">
                  <a:pos x="connsiteX2" y="connsiteY2"/>
                </a:cxn>
              </a:cxnLst>
              <a:rect l="l" t="t" r="r" b="b"/>
              <a:pathLst>
                <a:path w="291465" h="145732">
                  <a:moveTo>
                    <a:pt x="291465" y="145733"/>
                  </a:moveTo>
                  <a:cubicBezTo>
                    <a:pt x="291465" y="65247"/>
                    <a:pt x="226218" y="0"/>
                    <a:pt x="145733" y="0"/>
                  </a:cubicBezTo>
                  <a:cubicBezTo>
                    <a:pt x="65247" y="0"/>
                    <a:pt x="0" y="65247"/>
                    <a:pt x="0" y="145733"/>
                  </a:cubicBezTo>
                </a:path>
              </a:pathLst>
            </a:custGeom>
            <a:noFill/>
            <a:ln w="9684" cap="rnd">
              <a:solidFill>
                <a:schemeClr val="tx2"/>
              </a:solidFill>
              <a:custDash>
                <a:ds d="375000" sp="375000"/>
              </a:custDash>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 name="任意形状 24"/>
            <p:cNvSpPr/>
            <p:nvPr/>
          </p:nvSpPr>
          <p:spPr>
            <a:xfrm rot="-5400000">
              <a:off x="3448271" y="1514837"/>
              <a:ext cx="291631" cy="443629"/>
            </a:xfrm>
            <a:custGeom>
              <a:avLst/>
              <a:gdLst>
                <a:gd name="connsiteX0" fmla="*/ 74942 w 291631"/>
                <a:gd name="connsiteY0" fmla="*/ 190848 h 443629"/>
                <a:gd name="connsiteX1" fmla="*/ 74942 w 291631"/>
                <a:gd name="connsiteY1" fmla="*/ 296578 h 443629"/>
                <a:gd name="connsiteX2" fmla="*/ 0 w 291631"/>
                <a:gd name="connsiteY2" fmla="*/ 296578 h 443629"/>
                <a:gd name="connsiteX3" fmla="*/ 147052 w 291631"/>
                <a:gd name="connsiteY3" fmla="*/ 443630 h 443629"/>
                <a:gd name="connsiteX4" fmla="*/ 291632 w 291631"/>
                <a:gd name="connsiteY4" fmla="*/ 299050 h 443629"/>
                <a:gd name="connsiteX5" fmla="*/ 213723 w 291631"/>
                <a:gd name="connsiteY5" fmla="*/ 299050 h 443629"/>
                <a:gd name="connsiteX6" fmla="*/ 213723 w 291631"/>
                <a:gd name="connsiteY6" fmla="*/ 0 h 44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631" h="443629">
                  <a:moveTo>
                    <a:pt x="74942" y="190848"/>
                  </a:moveTo>
                  <a:lnTo>
                    <a:pt x="74942" y="296578"/>
                  </a:lnTo>
                  <a:lnTo>
                    <a:pt x="0" y="296578"/>
                  </a:lnTo>
                  <a:lnTo>
                    <a:pt x="147052" y="443630"/>
                  </a:lnTo>
                  <a:lnTo>
                    <a:pt x="291632" y="299050"/>
                  </a:lnTo>
                  <a:lnTo>
                    <a:pt x="213723" y="299050"/>
                  </a:lnTo>
                  <a:lnTo>
                    <a:pt x="213723" y="0"/>
                  </a:lnTo>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 name="任意形状 25"/>
            <p:cNvSpPr/>
            <p:nvPr/>
          </p:nvSpPr>
          <p:spPr>
            <a:xfrm rot="-5400000">
              <a:off x="3654955" y="1881827"/>
              <a:ext cx="291631" cy="292579"/>
            </a:xfrm>
            <a:custGeom>
              <a:avLst/>
              <a:gdLst>
                <a:gd name="connsiteX0" fmla="*/ 74942 w 291631"/>
                <a:gd name="connsiteY0" fmla="*/ 0 h 292579"/>
                <a:gd name="connsiteX1" fmla="*/ 74942 w 291631"/>
                <a:gd name="connsiteY1" fmla="*/ 145528 h 292579"/>
                <a:gd name="connsiteX2" fmla="*/ 0 w 291631"/>
                <a:gd name="connsiteY2" fmla="*/ 145528 h 292579"/>
                <a:gd name="connsiteX3" fmla="*/ 147052 w 291631"/>
                <a:gd name="connsiteY3" fmla="*/ 292580 h 292579"/>
                <a:gd name="connsiteX4" fmla="*/ 291632 w 291631"/>
                <a:gd name="connsiteY4" fmla="*/ 148000 h 292579"/>
                <a:gd name="connsiteX5" fmla="*/ 213723 w 291631"/>
                <a:gd name="connsiteY5" fmla="*/ 148000 h 292579"/>
                <a:gd name="connsiteX6" fmla="*/ 213723 w 291631"/>
                <a:gd name="connsiteY6" fmla="*/ 0 h 2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631" h="292579">
                  <a:moveTo>
                    <a:pt x="74942" y="0"/>
                  </a:moveTo>
                  <a:lnTo>
                    <a:pt x="74942" y="145528"/>
                  </a:lnTo>
                  <a:lnTo>
                    <a:pt x="0" y="145528"/>
                  </a:lnTo>
                  <a:lnTo>
                    <a:pt x="147052" y="292580"/>
                  </a:lnTo>
                  <a:lnTo>
                    <a:pt x="291632" y="148000"/>
                  </a:lnTo>
                  <a:lnTo>
                    <a:pt x="213723" y="148000"/>
                  </a:lnTo>
                  <a:lnTo>
                    <a:pt x="213723" y="0"/>
                  </a:lnTo>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 name="任意形状 26"/>
            <p:cNvSpPr/>
            <p:nvPr/>
          </p:nvSpPr>
          <p:spPr>
            <a:xfrm rot="-5400000">
              <a:off x="3334347" y="2027563"/>
              <a:ext cx="291631" cy="554891"/>
            </a:xfrm>
            <a:custGeom>
              <a:avLst/>
              <a:gdLst>
                <a:gd name="connsiteX0" fmla="*/ 74942 w 291631"/>
                <a:gd name="connsiteY0" fmla="*/ 0 h 554891"/>
                <a:gd name="connsiteX1" fmla="*/ 74942 w 291631"/>
                <a:gd name="connsiteY1" fmla="*/ 88991 h 554891"/>
                <a:gd name="connsiteX2" fmla="*/ 74942 w 291631"/>
                <a:gd name="connsiteY2" fmla="*/ 169923 h 554891"/>
                <a:gd name="connsiteX3" fmla="*/ 74942 w 291631"/>
                <a:gd name="connsiteY3" fmla="*/ 407839 h 554891"/>
                <a:gd name="connsiteX4" fmla="*/ 0 w 291631"/>
                <a:gd name="connsiteY4" fmla="*/ 407839 h 554891"/>
                <a:gd name="connsiteX5" fmla="*/ 147052 w 291631"/>
                <a:gd name="connsiteY5" fmla="*/ 554891 h 554891"/>
                <a:gd name="connsiteX6" fmla="*/ 291632 w 291631"/>
                <a:gd name="connsiteY6" fmla="*/ 410311 h 554891"/>
                <a:gd name="connsiteX7" fmla="*/ 213723 w 291631"/>
                <a:gd name="connsiteY7" fmla="*/ 410311 h 554891"/>
                <a:gd name="connsiteX8" fmla="*/ 213723 w 291631"/>
                <a:gd name="connsiteY8" fmla="*/ 352204 h 55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631" h="554891">
                  <a:moveTo>
                    <a:pt x="74942" y="0"/>
                  </a:moveTo>
                  <a:lnTo>
                    <a:pt x="74942" y="88991"/>
                  </a:lnTo>
                  <a:moveTo>
                    <a:pt x="74942" y="169923"/>
                  </a:moveTo>
                  <a:lnTo>
                    <a:pt x="74942" y="407839"/>
                  </a:lnTo>
                  <a:lnTo>
                    <a:pt x="0" y="407839"/>
                  </a:lnTo>
                  <a:lnTo>
                    <a:pt x="147052" y="554891"/>
                  </a:lnTo>
                  <a:lnTo>
                    <a:pt x="291632" y="410311"/>
                  </a:lnTo>
                  <a:lnTo>
                    <a:pt x="213723" y="410311"/>
                  </a:lnTo>
                  <a:lnTo>
                    <a:pt x="213723" y="352204"/>
                  </a:lnTo>
                </a:path>
              </a:pathLst>
            </a:custGeom>
            <a:noFill/>
            <a:ln w="9684"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 name="任意形状 28"/>
            <p:cNvSpPr/>
            <p:nvPr/>
          </p:nvSpPr>
          <p:spPr>
            <a:xfrm>
              <a:off x="3320362" y="1627205"/>
              <a:ext cx="84014" cy="79592"/>
            </a:xfrm>
            <a:custGeom>
              <a:avLst/>
              <a:gdLst>
                <a:gd name="connsiteX0" fmla="*/ 84014 w 84014"/>
                <a:gd name="connsiteY0" fmla="*/ 39796 h 79592"/>
                <a:gd name="connsiteX1" fmla="*/ 42007 w 84014"/>
                <a:gd name="connsiteY1" fmla="*/ 79592 h 79592"/>
                <a:gd name="connsiteX2" fmla="*/ 0 w 84014"/>
                <a:gd name="connsiteY2" fmla="*/ 39796 h 79592"/>
                <a:gd name="connsiteX3" fmla="*/ 42007 w 84014"/>
                <a:gd name="connsiteY3" fmla="*/ 0 h 79592"/>
                <a:gd name="connsiteX4" fmla="*/ 84014 w 84014"/>
                <a:gd name="connsiteY4" fmla="*/ 39796 h 7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4" h="79592">
                  <a:moveTo>
                    <a:pt x="84014" y="39796"/>
                  </a:moveTo>
                  <a:cubicBezTo>
                    <a:pt x="84014" y="61775"/>
                    <a:pt x="65207" y="79592"/>
                    <a:pt x="42007" y="79592"/>
                  </a:cubicBezTo>
                  <a:cubicBezTo>
                    <a:pt x="18807" y="79592"/>
                    <a:pt x="0" y="61775"/>
                    <a:pt x="0" y="39796"/>
                  </a:cubicBezTo>
                  <a:cubicBezTo>
                    <a:pt x="0" y="17817"/>
                    <a:pt x="18807" y="0"/>
                    <a:pt x="42007" y="0"/>
                  </a:cubicBezTo>
                  <a:cubicBezTo>
                    <a:pt x="65207" y="0"/>
                    <a:pt x="84014" y="17817"/>
                    <a:pt x="84014" y="39796"/>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 name="任意形状 29"/>
            <p:cNvSpPr/>
            <p:nvPr/>
          </p:nvSpPr>
          <p:spPr>
            <a:xfrm>
              <a:off x="3650689" y="1925396"/>
              <a:ext cx="71786" cy="68008"/>
            </a:xfrm>
            <a:custGeom>
              <a:avLst/>
              <a:gdLst>
                <a:gd name="connsiteX0" fmla="*/ 71787 w 71786"/>
                <a:gd name="connsiteY0" fmla="*/ 34004 h 68008"/>
                <a:gd name="connsiteX1" fmla="*/ 35893 w 71786"/>
                <a:gd name="connsiteY1" fmla="*/ 68008 h 68008"/>
                <a:gd name="connsiteX2" fmla="*/ 0 w 71786"/>
                <a:gd name="connsiteY2" fmla="*/ 34004 h 68008"/>
                <a:gd name="connsiteX3" fmla="*/ 35893 w 71786"/>
                <a:gd name="connsiteY3" fmla="*/ 0 h 68008"/>
                <a:gd name="connsiteX4" fmla="*/ 71787 w 71786"/>
                <a:gd name="connsiteY4" fmla="*/ 34004 h 68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86" h="68008">
                  <a:moveTo>
                    <a:pt x="71787" y="34004"/>
                  </a:moveTo>
                  <a:cubicBezTo>
                    <a:pt x="71787" y="52784"/>
                    <a:pt x="55717" y="68008"/>
                    <a:pt x="35893" y="68008"/>
                  </a:cubicBezTo>
                  <a:cubicBezTo>
                    <a:pt x="16070" y="68008"/>
                    <a:pt x="0" y="52784"/>
                    <a:pt x="0" y="34004"/>
                  </a:cubicBezTo>
                  <a:cubicBezTo>
                    <a:pt x="0" y="15224"/>
                    <a:pt x="16070" y="0"/>
                    <a:pt x="35893" y="0"/>
                  </a:cubicBezTo>
                  <a:cubicBezTo>
                    <a:pt x="55717" y="0"/>
                    <a:pt x="71787" y="15224"/>
                    <a:pt x="71787" y="34004"/>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58" name="副标题 5"/>
          <p:cNvSpPr>
            <a:spLocks noGrp="1"/>
          </p:cNvSpPr>
          <p:nvPr/>
        </p:nvSpPr>
        <p:spPr>
          <a:xfrm>
            <a:off x="1040765"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服务</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团队</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9" name="副标题 5"/>
          <p:cNvSpPr>
            <a:spLocks noGrp="1"/>
          </p:cNvSpPr>
          <p:nvPr/>
        </p:nvSpPr>
        <p:spPr>
          <a:xfrm>
            <a:off x="2824480"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保障</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应用体验</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副标题 5"/>
          <p:cNvSpPr>
            <a:spLocks noGrp="1"/>
          </p:cNvSpPr>
          <p:nvPr/>
        </p:nvSpPr>
        <p:spPr>
          <a:xfrm>
            <a:off x="4530090"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提升效率</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副标题 5"/>
          <p:cNvSpPr>
            <a:spLocks noGrp="1"/>
          </p:cNvSpPr>
          <p:nvPr/>
        </p:nvSpPr>
        <p:spPr>
          <a:xfrm>
            <a:off x="6075045"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降本增效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副标题 5"/>
          <p:cNvSpPr>
            <a:spLocks noGrp="1"/>
          </p:cNvSpPr>
          <p:nvPr/>
        </p:nvSpPr>
        <p:spPr>
          <a:xfrm>
            <a:off x="7974648"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可靠</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运行</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3" name="副标题 5"/>
          <p:cNvSpPr>
            <a:spLocks noGrp="1"/>
          </p:cNvSpPr>
          <p:nvPr/>
        </p:nvSpPr>
        <p:spPr>
          <a:xfrm>
            <a:off x="9902825" y="267525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简单</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敏捷</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4" name="副标题 5"/>
          <p:cNvSpPr>
            <a:spLocks noGrp="1"/>
          </p:cNvSpPr>
          <p:nvPr/>
        </p:nvSpPr>
        <p:spPr>
          <a:xfrm>
            <a:off x="1040765" y="428244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智能</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高效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5" name="副标题 5"/>
          <p:cNvSpPr>
            <a:spLocks noGrp="1"/>
          </p:cNvSpPr>
          <p:nvPr/>
        </p:nvSpPr>
        <p:spPr>
          <a:xfrm>
            <a:off x="2824480" y="428244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计算</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环境</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6" name="副标题 5"/>
          <p:cNvSpPr>
            <a:spLocks noGrp="1"/>
          </p:cNvSpPr>
          <p:nvPr/>
        </p:nvSpPr>
        <p:spPr>
          <a:xfrm>
            <a:off x="4530090" y="428244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运行</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副标题 5"/>
          <p:cNvSpPr>
            <a:spLocks noGrp="1"/>
          </p:cNvSpPr>
          <p:nvPr/>
        </p:nvSpPr>
        <p:spPr>
          <a:xfrm>
            <a:off x="6146165" y="4282758"/>
            <a:ext cx="1329690" cy="21082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热线</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咨询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8" name="副标题 5"/>
          <p:cNvSpPr>
            <a:spLocks noGrp="1"/>
          </p:cNvSpPr>
          <p:nvPr/>
        </p:nvSpPr>
        <p:spPr>
          <a:xfrm>
            <a:off x="7974648" y="428244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发明</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专利</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占比</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9" name="副标题 5"/>
          <p:cNvSpPr>
            <a:spLocks noGrp="1"/>
          </p:cNvSpPr>
          <p:nvPr/>
        </p:nvSpPr>
        <p:spPr>
          <a:xfrm>
            <a:off x="9902825" y="428244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地区</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机构</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副标题 5"/>
          <p:cNvSpPr>
            <a:spLocks noGrp="1"/>
          </p:cNvSpPr>
          <p:nvPr/>
        </p:nvSpPr>
        <p:spPr>
          <a:xfrm>
            <a:off x="1040765"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市场</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销售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团队</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副标题 5"/>
          <p:cNvSpPr>
            <a:spLocks noGrp="1"/>
          </p:cNvSpPr>
          <p:nvPr/>
        </p:nvSpPr>
        <p:spPr>
          <a:xfrm>
            <a:off x="2824480"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机构</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分支</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2" name="副标题 5"/>
          <p:cNvSpPr>
            <a:spLocks noGrp="1"/>
          </p:cNvSpPr>
          <p:nvPr/>
        </p:nvSpPr>
        <p:spPr>
          <a:xfrm>
            <a:off x="4530090"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产业</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副标题 5"/>
          <p:cNvSpPr>
            <a:spLocks noGrp="1"/>
          </p:cNvSpPr>
          <p:nvPr/>
        </p:nvSpPr>
        <p:spPr>
          <a:xfrm>
            <a:off x="6146165"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基地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4" name="副标题 5"/>
          <p:cNvSpPr>
            <a:spLocks noGrp="1"/>
          </p:cNvSpPr>
          <p:nvPr/>
        </p:nvSpPr>
        <p:spPr>
          <a:xfrm>
            <a:off x="7974648"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安全服务能力</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5" name="副标题 5"/>
          <p:cNvSpPr>
            <a:spLocks noGrp="1"/>
          </p:cNvSpPr>
          <p:nvPr/>
        </p:nvSpPr>
        <p:spPr>
          <a:xfrm>
            <a:off x="9902825" y="578612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丰富经验</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262" name="图片 44" descr="icon-25"/>
          <p:cNvGrpSpPr/>
          <p:nvPr/>
        </p:nvGrpSpPr>
        <p:grpSpPr>
          <a:xfrm>
            <a:off x="3066700" y="4787900"/>
            <a:ext cx="845248" cy="771816"/>
            <a:chOff x="3066700" y="4787900"/>
            <a:chExt cx="845248" cy="771816"/>
          </a:xfrm>
        </p:grpSpPr>
        <p:sp>
          <p:nvSpPr>
            <p:cNvPr id="263" name="任意形状 262"/>
            <p:cNvSpPr/>
            <p:nvPr/>
          </p:nvSpPr>
          <p:spPr>
            <a:xfrm>
              <a:off x="3213021" y="4938836"/>
              <a:ext cx="547782" cy="547782"/>
            </a:xfrm>
            <a:custGeom>
              <a:avLst/>
              <a:gdLst>
                <a:gd name="connsiteX0" fmla="*/ 547816 w 547782"/>
                <a:gd name="connsiteY0" fmla="*/ 273932 h 547782"/>
                <a:gd name="connsiteX1" fmla="*/ 273924 w 547782"/>
                <a:gd name="connsiteY1" fmla="*/ 547823 h 547782"/>
                <a:gd name="connsiteX2" fmla="*/ 33 w 547782"/>
                <a:gd name="connsiteY2" fmla="*/ 273932 h 547782"/>
                <a:gd name="connsiteX3" fmla="*/ 273924 w 547782"/>
                <a:gd name="connsiteY3" fmla="*/ 40 h 547782"/>
                <a:gd name="connsiteX4" fmla="*/ 547816 w 547782"/>
                <a:gd name="connsiteY4" fmla="*/ 273932 h 547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782" h="547782">
                  <a:moveTo>
                    <a:pt x="547816" y="273932"/>
                  </a:moveTo>
                  <a:cubicBezTo>
                    <a:pt x="547816" y="425198"/>
                    <a:pt x="425191" y="547823"/>
                    <a:pt x="273924" y="547823"/>
                  </a:cubicBezTo>
                  <a:cubicBezTo>
                    <a:pt x="122658" y="547823"/>
                    <a:pt x="33" y="425198"/>
                    <a:pt x="33" y="273932"/>
                  </a:cubicBezTo>
                  <a:cubicBezTo>
                    <a:pt x="33" y="122666"/>
                    <a:pt x="122658" y="40"/>
                    <a:pt x="273924" y="40"/>
                  </a:cubicBezTo>
                  <a:cubicBezTo>
                    <a:pt x="425191" y="40"/>
                    <a:pt x="547816" y="122666"/>
                    <a:pt x="547816" y="273932"/>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4" name="任意形状 263"/>
            <p:cNvSpPr/>
            <p:nvPr/>
          </p:nvSpPr>
          <p:spPr>
            <a:xfrm>
              <a:off x="3358834" y="4938836"/>
              <a:ext cx="260098" cy="547782"/>
            </a:xfrm>
            <a:custGeom>
              <a:avLst/>
              <a:gdLst>
                <a:gd name="connsiteX0" fmla="*/ 260131 w 260098"/>
                <a:gd name="connsiteY0" fmla="*/ 273932 h 547782"/>
                <a:gd name="connsiteX1" fmla="*/ 130082 w 260098"/>
                <a:gd name="connsiteY1" fmla="*/ 547823 h 547782"/>
                <a:gd name="connsiteX2" fmla="*/ 33 w 260098"/>
                <a:gd name="connsiteY2" fmla="*/ 273932 h 547782"/>
                <a:gd name="connsiteX3" fmla="*/ 130082 w 260098"/>
                <a:gd name="connsiteY3" fmla="*/ 40 h 547782"/>
                <a:gd name="connsiteX4" fmla="*/ 260131 w 260098"/>
                <a:gd name="connsiteY4" fmla="*/ 273932 h 547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98" h="547782">
                  <a:moveTo>
                    <a:pt x="260131" y="273932"/>
                  </a:moveTo>
                  <a:cubicBezTo>
                    <a:pt x="260131" y="425198"/>
                    <a:pt x="201906" y="547823"/>
                    <a:pt x="130082" y="547823"/>
                  </a:cubicBezTo>
                  <a:cubicBezTo>
                    <a:pt x="58258" y="547823"/>
                    <a:pt x="33" y="425198"/>
                    <a:pt x="33" y="273932"/>
                  </a:cubicBezTo>
                  <a:cubicBezTo>
                    <a:pt x="33" y="122666"/>
                    <a:pt x="58258" y="40"/>
                    <a:pt x="130082" y="40"/>
                  </a:cubicBezTo>
                  <a:cubicBezTo>
                    <a:pt x="201906" y="40"/>
                    <a:pt x="260131" y="122666"/>
                    <a:pt x="260131" y="273932"/>
                  </a:cubicBezTo>
                  <a:close/>
                </a:path>
              </a:pathLst>
            </a:custGeom>
            <a:solidFill>
              <a:schemeClr val="bg1"/>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5" name="任意形状 264"/>
            <p:cNvSpPr/>
            <p:nvPr/>
          </p:nvSpPr>
          <p:spPr>
            <a:xfrm>
              <a:off x="3489392" y="4939345"/>
              <a:ext cx="1461" cy="545303"/>
            </a:xfrm>
            <a:custGeom>
              <a:avLst/>
              <a:gdLst>
                <a:gd name="connsiteX0" fmla="*/ 33 w 1461"/>
                <a:gd name="connsiteY0" fmla="*/ 40 h 545303"/>
                <a:gd name="connsiteX1" fmla="*/ 1495 w 1461"/>
                <a:gd name="connsiteY1" fmla="*/ 545344 h 545303"/>
              </a:gdLst>
              <a:ahLst/>
              <a:cxnLst>
                <a:cxn ang="0">
                  <a:pos x="connsiteX0" y="connsiteY0"/>
                </a:cxn>
                <a:cxn ang="0">
                  <a:pos x="connsiteX1" y="connsiteY1"/>
                </a:cxn>
              </a:cxnLst>
              <a:rect l="l" t="t" r="r" b="b"/>
              <a:pathLst>
                <a:path w="1461" h="545303">
                  <a:moveTo>
                    <a:pt x="33" y="40"/>
                  </a:moveTo>
                  <a:lnTo>
                    <a:pt x="1495" y="545344"/>
                  </a:lnTo>
                </a:path>
              </a:pathLst>
            </a:custGeom>
            <a:ln w="9684"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6" name="任意形状 265"/>
            <p:cNvSpPr/>
            <p:nvPr/>
          </p:nvSpPr>
          <p:spPr>
            <a:xfrm>
              <a:off x="3211051" y="5212728"/>
              <a:ext cx="547782" cy="4857"/>
            </a:xfrm>
            <a:custGeom>
              <a:avLst/>
              <a:gdLst>
                <a:gd name="connsiteX0" fmla="*/ 33 w 547782"/>
                <a:gd name="connsiteY0" fmla="*/ 40 h 4857"/>
                <a:gd name="connsiteX1" fmla="*/ 547816 w 547782"/>
                <a:gd name="connsiteY1" fmla="*/ 40 h 4857"/>
              </a:gdLst>
              <a:ahLst/>
              <a:cxnLst>
                <a:cxn ang="0">
                  <a:pos x="connsiteX0" y="connsiteY0"/>
                </a:cxn>
                <a:cxn ang="0">
                  <a:pos x="connsiteX1" y="connsiteY1"/>
                </a:cxn>
              </a:cxnLst>
              <a:rect l="l" t="t" r="r" b="b"/>
              <a:pathLst>
                <a:path w="547782" h="4857">
                  <a:moveTo>
                    <a:pt x="33" y="40"/>
                  </a:moveTo>
                  <a:lnTo>
                    <a:pt x="547816" y="40"/>
                  </a:lnTo>
                </a:path>
              </a:pathLst>
            </a:custGeom>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7" name="任意形状 266"/>
            <p:cNvSpPr/>
            <p:nvPr/>
          </p:nvSpPr>
          <p:spPr>
            <a:xfrm>
              <a:off x="3291582" y="5028585"/>
              <a:ext cx="396579" cy="66474"/>
            </a:xfrm>
            <a:custGeom>
              <a:avLst/>
              <a:gdLst>
                <a:gd name="connsiteX0" fmla="*/ 33 w 396579"/>
                <a:gd name="connsiteY0" fmla="*/ 40 h 66474"/>
                <a:gd name="connsiteX1" fmla="*/ 396612 w 396579"/>
                <a:gd name="connsiteY1" fmla="*/ 40 h 66474"/>
              </a:gdLst>
              <a:ahLst/>
              <a:cxnLst>
                <a:cxn ang="0">
                  <a:pos x="connsiteX0" y="connsiteY0"/>
                </a:cxn>
                <a:cxn ang="0">
                  <a:pos x="connsiteX1" y="connsiteY1"/>
                </a:cxn>
              </a:cxnLst>
              <a:rect l="l" t="t" r="r" b="b"/>
              <a:pathLst>
                <a:path w="396579" h="66474">
                  <a:moveTo>
                    <a:pt x="33" y="40"/>
                  </a:moveTo>
                  <a:cubicBezTo>
                    <a:pt x="126664" y="88673"/>
                    <a:pt x="258857" y="88673"/>
                    <a:pt x="396612" y="40"/>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8" name="任意形状 267"/>
            <p:cNvSpPr/>
            <p:nvPr/>
          </p:nvSpPr>
          <p:spPr>
            <a:xfrm flipV="1">
              <a:off x="3291582" y="5328092"/>
              <a:ext cx="396579" cy="66474"/>
            </a:xfrm>
            <a:custGeom>
              <a:avLst/>
              <a:gdLst>
                <a:gd name="connsiteX0" fmla="*/ 33 w 396579"/>
                <a:gd name="connsiteY0" fmla="*/ 40 h 66474"/>
                <a:gd name="connsiteX1" fmla="*/ 396612 w 396579"/>
                <a:gd name="connsiteY1" fmla="*/ 40 h 66474"/>
              </a:gdLst>
              <a:ahLst/>
              <a:cxnLst>
                <a:cxn ang="0">
                  <a:pos x="connsiteX0" y="connsiteY0"/>
                </a:cxn>
                <a:cxn ang="0">
                  <a:pos x="connsiteX1" y="connsiteY1"/>
                </a:cxn>
              </a:cxnLst>
              <a:rect l="l" t="t" r="r" b="b"/>
              <a:pathLst>
                <a:path w="396579" h="66474">
                  <a:moveTo>
                    <a:pt x="33" y="40"/>
                  </a:moveTo>
                  <a:cubicBezTo>
                    <a:pt x="126664" y="88673"/>
                    <a:pt x="258857" y="88673"/>
                    <a:pt x="396612" y="40"/>
                  </a:cubicBezTo>
                </a:path>
              </a:pathLst>
            </a:custGeom>
            <a:no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69" name="图片 44" descr="icon-25"/>
            <p:cNvGrpSpPr/>
            <p:nvPr/>
          </p:nvGrpSpPr>
          <p:grpSpPr>
            <a:xfrm>
              <a:off x="3066700" y="4787900"/>
              <a:ext cx="150590" cy="174878"/>
              <a:chOff x="3066700" y="4787900"/>
              <a:chExt cx="150590" cy="174878"/>
            </a:xfrm>
          </p:grpSpPr>
          <p:sp>
            <p:nvSpPr>
              <p:cNvPr id="270" name="任意形状 269"/>
              <p:cNvSpPr/>
              <p:nvPr/>
            </p:nvSpPr>
            <p:spPr>
              <a:xfrm>
                <a:off x="3066700" y="4904486"/>
                <a:ext cx="150590" cy="58292"/>
              </a:xfrm>
              <a:custGeom>
                <a:avLst/>
                <a:gdLst>
                  <a:gd name="connsiteX0" fmla="*/ 33 w 150590"/>
                  <a:gd name="connsiteY0" fmla="*/ 58333 h 58292"/>
                  <a:gd name="connsiteX1" fmla="*/ 33 w 150590"/>
                  <a:gd name="connsiteY1" fmla="*/ 48618 h 58292"/>
                  <a:gd name="connsiteX2" fmla="*/ 48611 w 150590"/>
                  <a:gd name="connsiteY2" fmla="*/ 40 h 58292"/>
                  <a:gd name="connsiteX3" fmla="*/ 102046 w 150590"/>
                  <a:gd name="connsiteY3" fmla="*/ 40 h 58292"/>
                  <a:gd name="connsiteX4" fmla="*/ 150623 w 150590"/>
                  <a:gd name="connsiteY4" fmla="*/ 48618 h 58292"/>
                  <a:gd name="connsiteX5" fmla="*/ 150623 w 150590"/>
                  <a:gd name="connsiteY5" fmla="*/ 58333 h 58292"/>
                  <a:gd name="connsiteX6" fmla="*/ 150623 w 150590"/>
                  <a:gd name="connsiteY6" fmla="*/ 58333 h 5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590" h="58292">
                    <a:moveTo>
                      <a:pt x="33" y="58333"/>
                    </a:moveTo>
                    <a:lnTo>
                      <a:pt x="33" y="48618"/>
                    </a:lnTo>
                    <a:cubicBezTo>
                      <a:pt x="33" y="21789"/>
                      <a:pt x="21782" y="40"/>
                      <a:pt x="48611" y="40"/>
                    </a:cubicBezTo>
                    <a:lnTo>
                      <a:pt x="102046" y="40"/>
                    </a:lnTo>
                    <a:cubicBezTo>
                      <a:pt x="128874" y="40"/>
                      <a:pt x="150623" y="21789"/>
                      <a:pt x="150623" y="48618"/>
                    </a:cubicBezTo>
                    <a:lnTo>
                      <a:pt x="150623" y="58333"/>
                    </a:lnTo>
                    <a:lnTo>
                      <a:pt x="150623" y="58333"/>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1" name="任意形状 270"/>
              <p:cNvSpPr/>
              <p:nvPr/>
            </p:nvSpPr>
            <p:spPr>
              <a:xfrm>
                <a:off x="3095847" y="4787900"/>
                <a:ext cx="92297" cy="92297"/>
              </a:xfrm>
              <a:custGeom>
                <a:avLst/>
                <a:gdLst>
                  <a:gd name="connsiteX0" fmla="*/ 92330 w 92297"/>
                  <a:gd name="connsiteY0" fmla="*/ 46189 h 92297"/>
                  <a:gd name="connsiteX1" fmla="*/ 46182 w 92297"/>
                  <a:gd name="connsiteY1" fmla="*/ 92338 h 92297"/>
                  <a:gd name="connsiteX2" fmla="*/ 33 w 92297"/>
                  <a:gd name="connsiteY2" fmla="*/ 46189 h 92297"/>
                  <a:gd name="connsiteX3" fmla="*/ 46182 w 92297"/>
                  <a:gd name="connsiteY3" fmla="*/ 40 h 92297"/>
                  <a:gd name="connsiteX4" fmla="*/ 92330 w 92297"/>
                  <a:gd name="connsiteY4" fmla="*/ 46189 h 9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92297">
                    <a:moveTo>
                      <a:pt x="92330" y="46189"/>
                    </a:moveTo>
                    <a:cubicBezTo>
                      <a:pt x="92330" y="71676"/>
                      <a:pt x="71669" y="92338"/>
                      <a:pt x="46182" y="92338"/>
                    </a:cubicBezTo>
                    <a:cubicBezTo>
                      <a:pt x="20694" y="92338"/>
                      <a:pt x="33" y="71676"/>
                      <a:pt x="33" y="46189"/>
                    </a:cubicBezTo>
                    <a:cubicBezTo>
                      <a:pt x="33" y="20702"/>
                      <a:pt x="20694" y="40"/>
                      <a:pt x="46182" y="40"/>
                    </a:cubicBezTo>
                    <a:cubicBezTo>
                      <a:pt x="71669" y="40"/>
                      <a:pt x="92330" y="20702"/>
                      <a:pt x="92330" y="46189"/>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2" name="图片 44" descr="icon-25"/>
            <p:cNvGrpSpPr/>
            <p:nvPr/>
          </p:nvGrpSpPr>
          <p:grpSpPr>
            <a:xfrm>
              <a:off x="3761358" y="4787900"/>
              <a:ext cx="150590" cy="174878"/>
              <a:chOff x="3761358" y="4787900"/>
              <a:chExt cx="150590" cy="174878"/>
            </a:xfrm>
          </p:grpSpPr>
          <p:sp>
            <p:nvSpPr>
              <p:cNvPr id="273" name="任意形状 272"/>
              <p:cNvSpPr/>
              <p:nvPr/>
            </p:nvSpPr>
            <p:spPr>
              <a:xfrm>
                <a:off x="3761358" y="4904486"/>
                <a:ext cx="150590" cy="58292"/>
              </a:xfrm>
              <a:custGeom>
                <a:avLst/>
                <a:gdLst>
                  <a:gd name="connsiteX0" fmla="*/ 177 w 150590"/>
                  <a:gd name="connsiteY0" fmla="*/ 58333 h 58292"/>
                  <a:gd name="connsiteX1" fmla="*/ 177 w 150590"/>
                  <a:gd name="connsiteY1" fmla="*/ 48618 h 58292"/>
                  <a:gd name="connsiteX2" fmla="*/ 48754 w 150590"/>
                  <a:gd name="connsiteY2" fmla="*/ 40 h 58292"/>
                  <a:gd name="connsiteX3" fmla="*/ 102190 w 150590"/>
                  <a:gd name="connsiteY3" fmla="*/ 40 h 58292"/>
                  <a:gd name="connsiteX4" fmla="*/ 150767 w 150590"/>
                  <a:gd name="connsiteY4" fmla="*/ 48618 h 58292"/>
                  <a:gd name="connsiteX5" fmla="*/ 150767 w 150590"/>
                  <a:gd name="connsiteY5" fmla="*/ 58333 h 58292"/>
                  <a:gd name="connsiteX6" fmla="*/ 150767 w 150590"/>
                  <a:gd name="connsiteY6" fmla="*/ 58333 h 5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590" h="58292">
                    <a:moveTo>
                      <a:pt x="177" y="58333"/>
                    </a:moveTo>
                    <a:lnTo>
                      <a:pt x="177" y="48618"/>
                    </a:lnTo>
                    <a:cubicBezTo>
                      <a:pt x="177" y="21789"/>
                      <a:pt x="21926" y="40"/>
                      <a:pt x="48754" y="40"/>
                    </a:cubicBezTo>
                    <a:lnTo>
                      <a:pt x="102190" y="40"/>
                    </a:lnTo>
                    <a:cubicBezTo>
                      <a:pt x="129018" y="40"/>
                      <a:pt x="150767" y="21789"/>
                      <a:pt x="150767" y="48618"/>
                    </a:cubicBezTo>
                    <a:lnTo>
                      <a:pt x="150767" y="58333"/>
                    </a:lnTo>
                    <a:lnTo>
                      <a:pt x="150767" y="58333"/>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4" name="任意形状 273"/>
              <p:cNvSpPr/>
              <p:nvPr/>
            </p:nvSpPr>
            <p:spPr>
              <a:xfrm>
                <a:off x="3790505" y="4787900"/>
                <a:ext cx="92297" cy="92297"/>
              </a:xfrm>
              <a:custGeom>
                <a:avLst/>
                <a:gdLst>
                  <a:gd name="connsiteX0" fmla="*/ 92474 w 92297"/>
                  <a:gd name="connsiteY0" fmla="*/ 46189 h 92297"/>
                  <a:gd name="connsiteX1" fmla="*/ 46325 w 92297"/>
                  <a:gd name="connsiteY1" fmla="*/ 92338 h 92297"/>
                  <a:gd name="connsiteX2" fmla="*/ 177 w 92297"/>
                  <a:gd name="connsiteY2" fmla="*/ 46189 h 92297"/>
                  <a:gd name="connsiteX3" fmla="*/ 46325 w 92297"/>
                  <a:gd name="connsiteY3" fmla="*/ 40 h 92297"/>
                  <a:gd name="connsiteX4" fmla="*/ 92474 w 92297"/>
                  <a:gd name="connsiteY4" fmla="*/ 46189 h 9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92297">
                    <a:moveTo>
                      <a:pt x="92474" y="46189"/>
                    </a:moveTo>
                    <a:cubicBezTo>
                      <a:pt x="92474" y="71676"/>
                      <a:pt x="71813" y="92338"/>
                      <a:pt x="46325" y="92338"/>
                    </a:cubicBezTo>
                    <a:cubicBezTo>
                      <a:pt x="20838" y="92338"/>
                      <a:pt x="177" y="71676"/>
                      <a:pt x="177" y="46189"/>
                    </a:cubicBezTo>
                    <a:cubicBezTo>
                      <a:pt x="177" y="20702"/>
                      <a:pt x="20838" y="40"/>
                      <a:pt x="46325" y="40"/>
                    </a:cubicBezTo>
                    <a:cubicBezTo>
                      <a:pt x="71813" y="40"/>
                      <a:pt x="92474" y="20702"/>
                      <a:pt x="92474" y="46189"/>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5" name="图片 44" descr="icon-25"/>
            <p:cNvGrpSpPr/>
            <p:nvPr/>
          </p:nvGrpSpPr>
          <p:grpSpPr>
            <a:xfrm>
              <a:off x="3761359" y="5365972"/>
              <a:ext cx="150590" cy="174879"/>
              <a:chOff x="3761359" y="5365972"/>
              <a:chExt cx="150590" cy="174879"/>
            </a:xfrm>
          </p:grpSpPr>
          <p:sp>
            <p:nvSpPr>
              <p:cNvPr id="276" name="任意形状 275"/>
              <p:cNvSpPr/>
              <p:nvPr/>
            </p:nvSpPr>
            <p:spPr>
              <a:xfrm>
                <a:off x="3761359" y="5482558"/>
                <a:ext cx="150590" cy="58293"/>
              </a:xfrm>
              <a:custGeom>
                <a:avLst/>
                <a:gdLst>
                  <a:gd name="connsiteX0" fmla="*/ 176 w 150590"/>
                  <a:gd name="connsiteY0" fmla="*/ 58452 h 58293"/>
                  <a:gd name="connsiteX1" fmla="*/ 176 w 150590"/>
                  <a:gd name="connsiteY1" fmla="*/ 48737 h 58293"/>
                  <a:gd name="connsiteX2" fmla="*/ 48754 w 150590"/>
                  <a:gd name="connsiteY2" fmla="*/ 159 h 58293"/>
                  <a:gd name="connsiteX3" fmla="*/ 102189 w 150590"/>
                  <a:gd name="connsiteY3" fmla="*/ 159 h 58293"/>
                  <a:gd name="connsiteX4" fmla="*/ 150766 w 150590"/>
                  <a:gd name="connsiteY4" fmla="*/ 48737 h 58293"/>
                  <a:gd name="connsiteX5" fmla="*/ 150766 w 150590"/>
                  <a:gd name="connsiteY5" fmla="*/ 58452 h 58293"/>
                  <a:gd name="connsiteX6" fmla="*/ 150766 w 150590"/>
                  <a:gd name="connsiteY6" fmla="*/ 58452 h 5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590" h="58293">
                    <a:moveTo>
                      <a:pt x="176" y="58452"/>
                    </a:moveTo>
                    <a:lnTo>
                      <a:pt x="176" y="48737"/>
                    </a:lnTo>
                    <a:cubicBezTo>
                      <a:pt x="176" y="21908"/>
                      <a:pt x="21925" y="159"/>
                      <a:pt x="48754" y="159"/>
                    </a:cubicBezTo>
                    <a:lnTo>
                      <a:pt x="102189" y="159"/>
                    </a:lnTo>
                    <a:cubicBezTo>
                      <a:pt x="129017" y="159"/>
                      <a:pt x="150766" y="21908"/>
                      <a:pt x="150766" y="48737"/>
                    </a:cubicBezTo>
                    <a:lnTo>
                      <a:pt x="150766" y="58452"/>
                    </a:lnTo>
                    <a:lnTo>
                      <a:pt x="150766" y="58452"/>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7" name="任意形状 276"/>
              <p:cNvSpPr/>
              <p:nvPr/>
            </p:nvSpPr>
            <p:spPr>
              <a:xfrm>
                <a:off x="3790505" y="5365972"/>
                <a:ext cx="92297" cy="92297"/>
              </a:xfrm>
              <a:custGeom>
                <a:avLst/>
                <a:gdLst>
                  <a:gd name="connsiteX0" fmla="*/ 92473 w 92297"/>
                  <a:gd name="connsiteY0" fmla="*/ 46308 h 92297"/>
                  <a:gd name="connsiteX1" fmla="*/ 46325 w 92297"/>
                  <a:gd name="connsiteY1" fmla="*/ 92456 h 92297"/>
                  <a:gd name="connsiteX2" fmla="*/ 176 w 92297"/>
                  <a:gd name="connsiteY2" fmla="*/ 46308 h 92297"/>
                  <a:gd name="connsiteX3" fmla="*/ 46325 w 92297"/>
                  <a:gd name="connsiteY3" fmla="*/ 159 h 92297"/>
                  <a:gd name="connsiteX4" fmla="*/ 92473 w 92297"/>
                  <a:gd name="connsiteY4" fmla="*/ 46308 h 9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92297">
                    <a:moveTo>
                      <a:pt x="92473" y="46308"/>
                    </a:moveTo>
                    <a:cubicBezTo>
                      <a:pt x="92473" y="71795"/>
                      <a:pt x="71812" y="92456"/>
                      <a:pt x="46325" y="92456"/>
                    </a:cubicBezTo>
                    <a:cubicBezTo>
                      <a:pt x="20837" y="92456"/>
                      <a:pt x="176" y="71795"/>
                      <a:pt x="176" y="46308"/>
                    </a:cubicBezTo>
                    <a:cubicBezTo>
                      <a:pt x="176" y="20820"/>
                      <a:pt x="20837" y="159"/>
                      <a:pt x="46325" y="159"/>
                    </a:cubicBezTo>
                    <a:cubicBezTo>
                      <a:pt x="71812" y="159"/>
                      <a:pt x="92473" y="20820"/>
                      <a:pt x="92473" y="4630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8" name="图片 44" descr="icon-25"/>
            <p:cNvGrpSpPr/>
            <p:nvPr/>
          </p:nvGrpSpPr>
          <p:grpSpPr>
            <a:xfrm>
              <a:off x="3066700" y="5365972"/>
              <a:ext cx="150590" cy="174878"/>
              <a:chOff x="3066700" y="5365972"/>
              <a:chExt cx="150590" cy="174878"/>
            </a:xfrm>
          </p:grpSpPr>
          <p:sp>
            <p:nvSpPr>
              <p:cNvPr id="279" name="任意形状 278"/>
              <p:cNvSpPr/>
              <p:nvPr/>
            </p:nvSpPr>
            <p:spPr>
              <a:xfrm>
                <a:off x="3066700" y="5482558"/>
                <a:ext cx="150590" cy="58292"/>
              </a:xfrm>
              <a:custGeom>
                <a:avLst/>
                <a:gdLst>
                  <a:gd name="connsiteX0" fmla="*/ 33 w 150590"/>
                  <a:gd name="connsiteY0" fmla="*/ 58452 h 58292"/>
                  <a:gd name="connsiteX1" fmla="*/ 33 w 150590"/>
                  <a:gd name="connsiteY1" fmla="*/ 48737 h 58292"/>
                  <a:gd name="connsiteX2" fmla="*/ 48611 w 150590"/>
                  <a:gd name="connsiteY2" fmla="*/ 159 h 58292"/>
                  <a:gd name="connsiteX3" fmla="*/ 102046 w 150590"/>
                  <a:gd name="connsiteY3" fmla="*/ 159 h 58292"/>
                  <a:gd name="connsiteX4" fmla="*/ 150623 w 150590"/>
                  <a:gd name="connsiteY4" fmla="*/ 48737 h 58292"/>
                  <a:gd name="connsiteX5" fmla="*/ 150623 w 150590"/>
                  <a:gd name="connsiteY5" fmla="*/ 58452 h 58292"/>
                  <a:gd name="connsiteX6" fmla="*/ 150623 w 150590"/>
                  <a:gd name="connsiteY6" fmla="*/ 58452 h 5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590" h="58292">
                    <a:moveTo>
                      <a:pt x="33" y="58452"/>
                    </a:moveTo>
                    <a:lnTo>
                      <a:pt x="33" y="48737"/>
                    </a:lnTo>
                    <a:cubicBezTo>
                      <a:pt x="33" y="21908"/>
                      <a:pt x="21782" y="159"/>
                      <a:pt x="48611" y="159"/>
                    </a:cubicBezTo>
                    <a:lnTo>
                      <a:pt x="102046" y="159"/>
                    </a:lnTo>
                    <a:cubicBezTo>
                      <a:pt x="128874" y="159"/>
                      <a:pt x="150623" y="21908"/>
                      <a:pt x="150623" y="48737"/>
                    </a:cubicBezTo>
                    <a:lnTo>
                      <a:pt x="150623" y="58452"/>
                    </a:lnTo>
                    <a:lnTo>
                      <a:pt x="150623" y="58452"/>
                    </a:lnTo>
                  </a:path>
                </a:pathLst>
              </a:custGeom>
              <a:solidFill>
                <a:srgbClr val="FFFFFF"/>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0" name="任意形状 279"/>
              <p:cNvSpPr/>
              <p:nvPr/>
            </p:nvSpPr>
            <p:spPr>
              <a:xfrm>
                <a:off x="3095847" y="5365972"/>
                <a:ext cx="92297" cy="92297"/>
              </a:xfrm>
              <a:custGeom>
                <a:avLst/>
                <a:gdLst>
                  <a:gd name="connsiteX0" fmla="*/ 92330 w 92297"/>
                  <a:gd name="connsiteY0" fmla="*/ 46308 h 92297"/>
                  <a:gd name="connsiteX1" fmla="*/ 46182 w 92297"/>
                  <a:gd name="connsiteY1" fmla="*/ 92456 h 92297"/>
                  <a:gd name="connsiteX2" fmla="*/ 33 w 92297"/>
                  <a:gd name="connsiteY2" fmla="*/ 46308 h 92297"/>
                  <a:gd name="connsiteX3" fmla="*/ 46182 w 92297"/>
                  <a:gd name="connsiteY3" fmla="*/ 159 h 92297"/>
                  <a:gd name="connsiteX4" fmla="*/ 92330 w 92297"/>
                  <a:gd name="connsiteY4" fmla="*/ 46308 h 9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7" h="92297">
                    <a:moveTo>
                      <a:pt x="92330" y="46308"/>
                    </a:moveTo>
                    <a:cubicBezTo>
                      <a:pt x="92330" y="71795"/>
                      <a:pt x="71669" y="92456"/>
                      <a:pt x="46182" y="92456"/>
                    </a:cubicBezTo>
                    <a:cubicBezTo>
                      <a:pt x="20694" y="92456"/>
                      <a:pt x="33" y="71795"/>
                      <a:pt x="33" y="46308"/>
                    </a:cubicBezTo>
                    <a:cubicBezTo>
                      <a:pt x="33" y="20821"/>
                      <a:pt x="20694" y="159"/>
                      <a:pt x="46182" y="159"/>
                    </a:cubicBezTo>
                    <a:cubicBezTo>
                      <a:pt x="71669" y="159"/>
                      <a:pt x="92330" y="20821"/>
                      <a:pt x="92330" y="46308"/>
                    </a:cubicBezTo>
                    <a:close/>
                  </a:path>
                </a:pathLst>
              </a:custGeom>
              <a:solidFill>
                <a:schemeClr val="accent1">
                  <a:lumMod val="40000"/>
                  <a:lumOff val="60000"/>
                </a:schemeClr>
              </a:solidFill>
              <a:ln w="9684"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81" name="任意形状 280"/>
            <p:cNvSpPr/>
            <p:nvPr/>
          </p:nvSpPr>
          <p:spPr>
            <a:xfrm rot="-5400000">
              <a:off x="3490051" y="5417265"/>
              <a:ext cx="1844" cy="283058"/>
            </a:xfrm>
            <a:custGeom>
              <a:avLst/>
              <a:gdLst>
                <a:gd name="connsiteX0" fmla="*/ 33 w 1844"/>
                <a:gd name="connsiteY0" fmla="*/ 41 h 283058"/>
                <a:gd name="connsiteX1" fmla="*/ 1877 w 1844"/>
                <a:gd name="connsiteY1" fmla="*/ 283099 h 283058"/>
              </a:gdLst>
              <a:ahLst/>
              <a:cxnLst>
                <a:cxn ang="0">
                  <a:pos x="connsiteX0" y="connsiteY0"/>
                </a:cxn>
                <a:cxn ang="0">
                  <a:pos x="connsiteX1" y="connsiteY1"/>
                </a:cxn>
              </a:cxnLst>
              <a:rect l="l" t="t" r="r" b="b"/>
              <a:pathLst>
                <a:path w="1844" h="283058">
                  <a:moveTo>
                    <a:pt x="33" y="41"/>
                  </a:moveTo>
                  <a:lnTo>
                    <a:pt x="1877" y="283099"/>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2" name="任意形状 281"/>
            <p:cNvSpPr/>
            <p:nvPr/>
          </p:nvSpPr>
          <p:spPr>
            <a:xfrm>
              <a:off x="3139193" y="5032782"/>
              <a:ext cx="1844" cy="280311"/>
            </a:xfrm>
            <a:custGeom>
              <a:avLst/>
              <a:gdLst>
                <a:gd name="connsiteX0" fmla="*/ 33 w 1844"/>
                <a:gd name="connsiteY0" fmla="*/ 40 h 280311"/>
                <a:gd name="connsiteX1" fmla="*/ 1877 w 1844"/>
                <a:gd name="connsiteY1" fmla="*/ 280352 h 280311"/>
              </a:gdLst>
              <a:ahLst/>
              <a:cxnLst>
                <a:cxn ang="0">
                  <a:pos x="connsiteX0" y="connsiteY0"/>
                </a:cxn>
                <a:cxn ang="0">
                  <a:pos x="connsiteX1" y="connsiteY1"/>
                </a:cxn>
              </a:cxnLst>
              <a:rect l="l" t="t" r="r" b="b"/>
              <a:pathLst>
                <a:path w="1844" h="280311">
                  <a:moveTo>
                    <a:pt x="33" y="40"/>
                  </a:moveTo>
                  <a:lnTo>
                    <a:pt x="1877" y="280352"/>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3" name="任意形状 282"/>
            <p:cNvSpPr/>
            <p:nvPr/>
          </p:nvSpPr>
          <p:spPr>
            <a:xfrm flipV="1">
              <a:off x="3837747" y="5032782"/>
              <a:ext cx="1844" cy="280311"/>
            </a:xfrm>
            <a:custGeom>
              <a:avLst/>
              <a:gdLst>
                <a:gd name="connsiteX0" fmla="*/ 33 w 1844"/>
                <a:gd name="connsiteY0" fmla="*/ 40 h 280311"/>
                <a:gd name="connsiteX1" fmla="*/ 1877 w 1844"/>
                <a:gd name="connsiteY1" fmla="*/ 280352 h 280311"/>
              </a:gdLst>
              <a:ahLst/>
              <a:cxnLst>
                <a:cxn ang="0">
                  <a:pos x="connsiteX0" y="connsiteY0"/>
                </a:cxn>
                <a:cxn ang="0">
                  <a:pos x="connsiteX1" y="connsiteY1"/>
                </a:cxn>
              </a:cxnLst>
              <a:rect l="l" t="t" r="r" b="b"/>
              <a:pathLst>
                <a:path w="1844" h="280311">
                  <a:moveTo>
                    <a:pt x="33" y="40"/>
                  </a:moveTo>
                  <a:lnTo>
                    <a:pt x="1877" y="280352"/>
                  </a:lnTo>
                </a:path>
              </a:pathLst>
            </a:custGeom>
            <a:ln w="9684"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4" name="任意形状 283"/>
            <p:cNvSpPr/>
            <p:nvPr/>
          </p:nvSpPr>
          <p:spPr>
            <a:xfrm>
              <a:off x="3350817" y="4833862"/>
              <a:ext cx="283058" cy="1844"/>
            </a:xfrm>
            <a:custGeom>
              <a:avLst/>
              <a:gdLst>
                <a:gd name="connsiteX0" fmla="*/ 283091 w 283058"/>
                <a:gd name="connsiteY0" fmla="*/ 40 h 1844"/>
                <a:gd name="connsiteX1" fmla="*/ 33 w 283058"/>
                <a:gd name="connsiteY1" fmla="*/ 1885 h 1844"/>
              </a:gdLst>
              <a:ahLst/>
              <a:cxnLst>
                <a:cxn ang="0">
                  <a:pos x="connsiteX0" y="connsiteY0"/>
                </a:cxn>
                <a:cxn ang="0">
                  <a:pos x="connsiteX1" y="connsiteY1"/>
                </a:cxn>
              </a:cxnLst>
              <a:rect l="l" t="t" r="r" b="b"/>
              <a:pathLst>
                <a:path w="283058" h="1844">
                  <a:moveTo>
                    <a:pt x="283091" y="40"/>
                  </a:moveTo>
                  <a:lnTo>
                    <a:pt x="33" y="1885"/>
                  </a:lnTo>
                </a:path>
              </a:pathLst>
            </a:custGeom>
            <a:ln w="9684" cap="rnd">
              <a:gradFill>
                <a:gsLst>
                  <a:gs pos="0">
                    <a:schemeClr val="tx2">
                      <a:alpha val="0"/>
                    </a:schemeClr>
                  </a:gs>
                  <a:gs pos="100000">
                    <a:schemeClr val="tx2"/>
                  </a:gs>
                </a:gsLst>
                <a:lin ang="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插画图标</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8" name="副标题 5"/>
          <p:cNvSpPr>
            <a:spLocks noGrp="1"/>
          </p:cNvSpPr>
          <p:nvPr/>
        </p:nvSpPr>
        <p:spPr>
          <a:xfrm>
            <a:off x="1044258"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融合</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多业务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9" name="副标题 5"/>
          <p:cNvSpPr>
            <a:spLocks noGrp="1"/>
          </p:cNvSpPr>
          <p:nvPr/>
        </p:nvSpPr>
        <p:spPr>
          <a:xfrm>
            <a:off x="2887663"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技术创新</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实践</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副标题 5"/>
          <p:cNvSpPr>
            <a:spLocks noGrp="1"/>
          </p:cNvSpPr>
          <p:nvPr/>
        </p:nvSpPr>
        <p:spPr>
          <a:xfrm>
            <a:off x="4593273"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安全</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多业务</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副标题 5"/>
          <p:cNvSpPr>
            <a:spLocks noGrp="1"/>
          </p:cNvSpPr>
          <p:nvPr/>
        </p:nvSpPr>
        <p:spPr>
          <a:xfrm>
            <a:off x="6138228"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智能</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管理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副标题 5"/>
          <p:cNvSpPr>
            <a:spLocks noGrp="1"/>
          </p:cNvSpPr>
          <p:nvPr/>
        </p:nvSpPr>
        <p:spPr>
          <a:xfrm>
            <a:off x="7953693"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存储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3" name="副标题 5"/>
          <p:cNvSpPr>
            <a:spLocks noGrp="1"/>
          </p:cNvSpPr>
          <p:nvPr/>
        </p:nvSpPr>
        <p:spPr>
          <a:xfrm>
            <a:off x="9891395" y="262636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多重数据保护</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4" name="副标题 5"/>
          <p:cNvSpPr>
            <a:spLocks noGrp="1"/>
          </p:cNvSpPr>
          <p:nvPr/>
        </p:nvSpPr>
        <p:spPr>
          <a:xfrm>
            <a:off x="1044258" y="415798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分层级</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智能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5" name="副标题 5"/>
          <p:cNvSpPr>
            <a:spLocks noGrp="1"/>
          </p:cNvSpPr>
          <p:nvPr/>
        </p:nvSpPr>
        <p:spPr>
          <a:xfrm>
            <a:off x="2887663" y="415798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高效</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性能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6" name="副标题 5"/>
          <p:cNvSpPr>
            <a:spLocks noGrp="1"/>
          </p:cNvSpPr>
          <p:nvPr/>
        </p:nvSpPr>
        <p:spPr>
          <a:xfrm>
            <a:off x="4593273" y="415798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结合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副标题 5"/>
          <p:cNvSpPr>
            <a:spLocks noGrp="1"/>
          </p:cNvSpPr>
          <p:nvPr/>
        </p:nvSpPr>
        <p:spPr>
          <a:xfrm>
            <a:off x="6138228" y="415798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生态</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融合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8" name="副标题 5"/>
          <p:cNvSpPr>
            <a:spLocks noGrp="1"/>
          </p:cNvSpPr>
          <p:nvPr/>
        </p:nvSpPr>
        <p:spPr>
          <a:xfrm>
            <a:off x="7851140" y="4154170"/>
            <a:ext cx="1534795" cy="2152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以客户为中心</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驱动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9" name="副标题 5"/>
          <p:cNvSpPr>
            <a:spLocks noGrp="1"/>
          </p:cNvSpPr>
          <p:nvPr/>
        </p:nvSpPr>
        <p:spPr>
          <a:xfrm>
            <a:off x="9891395" y="4157980"/>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AI</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赋能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副标题 5"/>
          <p:cNvSpPr>
            <a:spLocks noGrp="1"/>
          </p:cNvSpPr>
          <p:nvPr/>
        </p:nvSpPr>
        <p:spPr>
          <a:xfrm>
            <a:off x="1044258"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智能融合</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/AI</a:t>
            </a:r>
            <a:endPar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副标题 5"/>
          <p:cNvSpPr>
            <a:spLocks noGrp="1"/>
          </p:cNvSpPr>
          <p:nvPr/>
        </p:nvSpPr>
        <p:spPr>
          <a:xfrm>
            <a:off x="2887663"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安全</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融合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2" name="副标题 5"/>
          <p:cNvSpPr>
            <a:spLocks noGrp="1"/>
          </p:cNvSpPr>
          <p:nvPr/>
        </p:nvSpPr>
        <p:spPr>
          <a:xfrm>
            <a:off x="4593273"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交换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副标题 5"/>
          <p:cNvSpPr>
            <a:spLocks noGrp="1"/>
          </p:cNvSpPr>
          <p:nvPr/>
        </p:nvSpPr>
        <p:spPr>
          <a:xfrm>
            <a:off x="6138228"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智能</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4" name="副标题 5"/>
          <p:cNvSpPr>
            <a:spLocks noGrp="1"/>
          </p:cNvSpPr>
          <p:nvPr/>
        </p:nvSpPr>
        <p:spPr>
          <a:xfrm>
            <a:off x="7953693"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优化</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融合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5" name="副标题 5"/>
          <p:cNvSpPr>
            <a:spLocks noGrp="1"/>
          </p:cNvSpPr>
          <p:nvPr/>
        </p:nvSpPr>
        <p:spPr>
          <a:xfrm>
            <a:off x="9891395" y="5688965"/>
            <a:ext cx="1329690" cy="21145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性能</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优化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5" name="图片 2" descr="icon-38"/>
          <p:cNvGrpSpPr/>
          <p:nvPr/>
        </p:nvGrpSpPr>
        <p:grpSpPr>
          <a:xfrm>
            <a:off x="1310677" y="1549579"/>
            <a:ext cx="745889" cy="847812"/>
            <a:chOff x="1310677" y="1549579"/>
            <a:chExt cx="745889" cy="847812"/>
          </a:xfrm>
        </p:grpSpPr>
        <p:sp>
          <p:nvSpPr>
            <p:cNvPr id="21" name="任意形状 20"/>
            <p:cNvSpPr/>
            <p:nvPr/>
          </p:nvSpPr>
          <p:spPr>
            <a:xfrm>
              <a:off x="1489964" y="1793391"/>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 name="任意形状 22"/>
            <p:cNvSpPr/>
            <p:nvPr/>
          </p:nvSpPr>
          <p:spPr>
            <a:xfrm>
              <a:off x="1336258" y="1577377"/>
              <a:ext cx="690093" cy="796850"/>
            </a:xfrm>
            <a:custGeom>
              <a:avLst/>
              <a:gdLst>
                <a:gd name="connsiteX0" fmla="*/ 345047 w 690093"/>
                <a:gd name="connsiteY0" fmla="*/ 0 h 796850"/>
                <a:gd name="connsiteX1" fmla="*/ 690093 w 690093"/>
                <a:gd name="connsiteY1" fmla="*/ 199213 h 796850"/>
                <a:gd name="connsiteX2" fmla="*/ 690093 w 690093"/>
                <a:gd name="connsiteY2" fmla="*/ 597638 h 796850"/>
                <a:gd name="connsiteX3" fmla="*/ 345047 w 690093"/>
                <a:gd name="connsiteY3" fmla="*/ 796851 h 796850"/>
                <a:gd name="connsiteX4" fmla="*/ 0 w 690093"/>
                <a:gd name="connsiteY4" fmla="*/ 597638 h 796850"/>
                <a:gd name="connsiteX5" fmla="*/ 0 w 690093"/>
                <a:gd name="connsiteY5" fmla="*/ 199213 h 7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093" h="796850">
                  <a:moveTo>
                    <a:pt x="345047" y="0"/>
                  </a:moveTo>
                  <a:lnTo>
                    <a:pt x="690093" y="199213"/>
                  </a:lnTo>
                  <a:lnTo>
                    <a:pt x="690093" y="597638"/>
                  </a:lnTo>
                  <a:lnTo>
                    <a:pt x="345047" y="796851"/>
                  </a:lnTo>
                  <a:lnTo>
                    <a:pt x="0" y="597638"/>
                  </a:lnTo>
                  <a:lnTo>
                    <a:pt x="0" y="199213"/>
                  </a:lnTo>
                  <a:close/>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 name="任意形状 23"/>
            <p:cNvSpPr/>
            <p:nvPr/>
          </p:nvSpPr>
          <p:spPr>
            <a:xfrm>
              <a:off x="1336258" y="1776589"/>
              <a:ext cx="690194" cy="391476"/>
            </a:xfrm>
            <a:custGeom>
              <a:avLst/>
              <a:gdLst>
                <a:gd name="connsiteX0" fmla="*/ 0 w 690194"/>
                <a:gd name="connsiteY0" fmla="*/ 0 h 391476"/>
                <a:gd name="connsiteX1" fmla="*/ 690194 w 690194"/>
                <a:gd name="connsiteY1" fmla="*/ 391476 h 391476"/>
              </a:gdLst>
              <a:ahLst/>
              <a:cxnLst>
                <a:cxn ang="0">
                  <a:pos x="connsiteX0" y="connsiteY0"/>
                </a:cxn>
                <a:cxn ang="0">
                  <a:pos x="connsiteX1" y="connsiteY1"/>
                </a:cxn>
              </a:cxnLst>
              <a:rect l="l" t="t" r="r" b="b"/>
              <a:pathLst>
                <a:path w="690194" h="391476">
                  <a:moveTo>
                    <a:pt x="0" y="0"/>
                  </a:moveTo>
                  <a:lnTo>
                    <a:pt x="690194" y="391476"/>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 name="任意形状 24"/>
            <p:cNvSpPr/>
            <p:nvPr/>
          </p:nvSpPr>
          <p:spPr>
            <a:xfrm rot="10800000" flipV="1">
              <a:off x="1336258" y="1776589"/>
              <a:ext cx="690194" cy="398425"/>
            </a:xfrm>
            <a:custGeom>
              <a:avLst/>
              <a:gdLst>
                <a:gd name="connsiteX0" fmla="*/ 0 w 690194"/>
                <a:gd name="connsiteY0" fmla="*/ 0 h 398425"/>
                <a:gd name="connsiteX1" fmla="*/ 690194 w 690194"/>
                <a:gd name="connsiteY1" fmla="*/ 398425 h 398425"/>
              </a:gdLst>
              <a:ahLst/>
              <a:cxnLst>
                <a:cxn ang="0">
                  <a:pos x="connsiteX0" y="connsiteY0"/>
                </a:cxn>
                <a:cxn ang="0">
                  <a:pos x="connsiteX1" y="connsiteY1"/>
                </a:cxn>
              </a:cxnLst>
              <a:rect l="l" t="t" r="r" b="b"/>
              <a:pathLst>
                <a:path w="690194" h="398425">
                  <a:moveTo>
                    <a:pt x="0" y="0"/>
                  </a:moveTo>
                  <a:lnTo>
                    <a:pt x="690194" y="398425"/>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 name="任意形状 25"/>
            <p:cNvSpPr/>
            <p:nvPr/>
          </p:nvSpPr>
          <p:spPr>
            <a:xfrm>
              <a:off x="1681355" y="1577377"/>
              <a:ext cx="1969" cy="796850"/>
            </a:xfrm>
            <a:custGeom>
              <a:avLst/>
              <a:gdLst>
                <a:gd name="connsiteX0" fmla="*/ 0 w 1969"/>
                <a:gd name="connsiteY0" fmla="*/ 0 h 796850"/>
                <a:gd name="connsiteX1" fmla="*/ 1970 w 1969"/>
                <a:gd name="connsiteY1" fmla="*/ 796851 h 796850"/>
              </a:gdLst>
              <a:ahLst/>
              <a:cxnLst>
                <a:cxn ang="0">
                  <a:pos x="connsiteX0" y="connsiteY0"/>
                </a:cxn>
                <a:cxn ang="0">
                  <a:pos x="connsiteX1" y="connsiteY1"/>
                </a:cxn>
              </a:cxnLst>
              <a:rect l="l" t="t" r="r" b="b"/>
              <a:pathLst>
                <a:path w="1969" h="796850">
                  <a:moveTo>
                    <a:pt x="0" y="0"/>
                  </a:moveTo>
                  <a:lnTo>
                    <a:pt x="1970" y="796851"/>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 name="任意形状 26"/>
            <p:cNvSpPr/>
            <p:nvPr/>
          </p:nvSpPr>
          <p:spPr>
            <a:xfrm rot="-5400000">
              <a:off x="1518826" y="1778904"/>
              <a:ext cx="328997" cy="379894"/>
            </a:xfrm>
            <a:custGeom>
              <a:avLst/>
              <a:gdLst>
                <a:gd name="connsiteX0" fmla="*/ 164499 w 328997"/>
                <a:gd name="connsiteY0" fmla="*/ 0 h 379894"/>
                <a:gd name="connsiteX1" fmla="*/ 328998 w 328997"/>
                <a:gd name="connsiteY1" fmla="*/ 94974 h 379894"/>
                <a:gd name="connsiteX2" fmla="*/ 328998 w 328997"/>
                <a:gd name="connsiteY2" fmla="*/ 284921 h 379894"/>
                <a:gd name="connsiteX3" fmla="*/ 164499 w 328997"/>
                <a:gd name="connsiteY3" fmla="*/ 379894 h 379894"/>
                <a:gd name="connsiteX4" fmla="*/ 0 w 328997"/>
                <a:gd name="connsiteY4" fmla="*/ 284921 h 379894"/>
                <a:gd name="connsiteX5" fmla="*/ 0 w 328997"/>
                <a:gd name="connsiteY5" fmla="*/ 94974 h 37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97" h="379894">
                  <a:moveTo>
                    <a:pt x="164499" y="0"/>
                  </a:moveTo>
                  <a:lnTo>
                    <a:pt x="328998" y="94974"/>
                  </a:lnTo>
                  <a:lnTo>
                    <a:pt x="328998" y="284921"/>
                  </a:lnTo>
                  <a:lnTo>
                    <a:pt x="164499" y="379894"/>
                  </a:lnTo>
                  <a:lnTo>
                    <a:pt x="0" y="284921"/>
                  </a:lnTo>
                  <a:lnTo>
                    <a:pt x="0" y="94974"/>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8" name="图片 2" descr="icon-38"/>
            <p:cNvGrpSpPr/>
            <p:nvPr/>
          </p:nvGrpSpPr>
          <p:grpSpPr>
            <a:xfrm>
              <a:off x="1588648" y="1887778"/>
              <a:ext cx="180681" cy="180681"/>
              <a:chOff x="1588648" y="1887778"/>
              <a:chExt cx="180681" cy="180681"/>
            </a:xfrm>
            <a:solidFill>
              <a:srgbClr val="FFFFFF"/>
            </a:solidFill>
          </p:grpSpPr>
          <p:sp>
            <p:nvSpPr>
              <p:cNvPr id="29" name="任意形状 28"/>
              <p:cNvSpPr/>
              <p:nvPr/>
            </p:nvSpPr>
            <p:spPr>
              <a:xfrm>
                <a:off x="1639609" y="188777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 name="任意形状 29"/>
              <p:cNvSpPr/>
              <p:nvPr/>
            </p:nvSpPr>
            <p:spPr>
              <a:xfrm>
                <a:off x="1588648" y="193873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 name="任意形状 30"/>
              <p:cNvSpPr/>
              <p:nvPr/>
            </p:nvSpPr>
            <p:spPr>
              <a:xfrm>
                <a:off x="1639609" y="193873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 name="任意形状 31"/>
              <p:cNvSpPr/>
              <p:nvPr/>
            </p:nvSpPr>
            <p:spPr>
              <a:xfrm>
                <a:off x="1685938" y="193873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 name="任意形状 32"/>
              <p:cNvSpPr/>
              <p:nvPr/>
            </p:nvSpPr>
            <p:spPr>
              <a:xfrm>
                <a:off x="1736899" y="193873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 name="任意形状 33"/>
              <p:cNvSpPr/>
              <p:nvPr/>
            </p:nvSpPr>
            <p:spPr>
              <a:xfrm>
                <a:off x="1736899" y="198506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 name="任意形状 34"/>
              <p:cNvSpPr/>
              <p:nvPr/>
            </p:nvSpPr>
            <p:spPr>
              <a:xfrm>
                <a:off x="1588648" y="198506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 name="任意形状 35"/>
              <p:cNvSpPr/>
              <p:nvPr/>
            </p:nvSpPr>
            <p:spPr>
              <a:xfrm>
                <a:off x="1639609" y="198506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 name="任意形状 36"/>
              <p:cNvSpPr/>
              <p:nvPr/>
            </p:nvSpPr>
            <p:spPr>
              <a:xfrm>
                <a:off x="1685938" y="198506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 name="任意形状 37"/>
              <p:cNvSpPr/>
              <p:nvPr/>
            </p:nvSpPr>
            <p:spPr>
              <a:xfrm>
                <a:off x="1685938" y="1887778"/>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 name="任意形状 38"/>
              <p:cNvSpPr/>
              <p:nvPr/>
            </p:nvSpPr>
            <p:spPr>
              <a:xfrm>
                <a:off x="1685938" y="203602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 name="任意形状 39"/>
              <p:cNvSpPr/>
              <p:nvPr/>
            </p:nvSpPr>
            <p:spPr>
              <a:xfrm>
                <a:off x="1639609" y="2036029"/>
                <a:ext cx="32429" cy="32429"/>
              </a:xfrm>
              <a:custGeom>
                <a:avLst/>
                <a:gdLst>
                  <a:gd name="connsiteX0" fmla="*/ 32524 w 32429"/>
                  <a:gd name="connsiteY0" fmla="*/ 16316 h 32429"/>
                  <a:gd name="connsiteX1" fmla="*/ 16309 w 32429"/>
                  <a:gd name="connsiteY1" fmla="*/ 32531 h 32429"/>
                  <a:gd name="connsiteX2" fmla="*/ 94 w 32429"/>
                  <a:gd name="connsiteY2" fmla="*/ 16316 h 32429"/>
                  <a:gd name="connsiteX3" fmla="*/ 16309 w 32429"/>
                  <a:gd name="connsiteY3" fmla="*/ 101 h 32429"/>
                  <a:gd name="connsiteX4" fmla="*/ 32524 w 32429"/>
                  <a:gd name="connsiteY4" fmla="*/ 16316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 h="32429">
                    <a:moveTo>
                      <a:pt x="32524" y="16316"/>
                    </a:moveTo>
                    <a:cubicBezTo>
                      <a:pt x="32524" y="25271"/>
                      <a:pt x="25264" y="32531"/>
                      <a:pt x="16309" y="32531"/>
                    </a:cubicBezTo>
                    <a:cubicBezTo>
                      <a:pt x="7354" y="32531"/>
                      <a:pt x="94" y="25271"/>
                      <a:pt x="94" y="16316"/>
                    </a:cubicBezTo>
                    <a:cubicBezTo>
                      <a:pt x="94" y="7361"/>
                      <a:pt x="7354" y="101"/>
                      <a:pt x="16309" y="101"/>
                    </a:cubicBezTo>
                    <a:cubicBezTo>
                      <a:pt x="25264" y="101"/>
                      <a:pt x="32524" y="7361"/>
                      <a:pt x="32524" y="16316"/>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1" name="任意形状 40"/>
            <p:cNvSpPr/>
            <p:nvPr/>
          </p:nvSpPr>
          <p:spPr>
            <a:xfrm>
              <a:off x="1310677" y="1748792"/>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 name="任意形状 41"/>
            <p:cNvSpPr/>
            <p:nvPr/>
          </p:nvSpPr>
          <p:spPr>
            <a:xfrm>
              <a:off x="1653508" y="1549579"/>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 name="任意形状 42"/>
            <p:cNvSpPr/>
            <p:nvPr/>
          </p:nvSpPr>
          <p:spPr>
            <a:xfrm>
              <a:off x="1996339" y="1748792"/>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 name="任意形状 43"/>
            <p:cNvSpPr/>
            <p:nvPr/>
          </p:nvSpPr>
          <p:spPr>
            <a:xfrm>
              <a:off x="2000972" y="2142585"/>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 name="任意形状 44"/>
            <p:cNvSpPr/>
            <p:nvPr/>
          </p:nvSpPr>
          <p:spPr>
            <a:xfrm>
              <a:off x="1653508" y="2341797"/>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 name="任意形状 45"/>
            <p:cNvSpPr/>
            <p:nvPr/>
          </p:nvSpPr>
          <p:spPr>
            <a:xfrm>
              <a:off x="1310677" y="2147218"/>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31" name="图片 3" descr="icon-40"/>
          <p:cNvGrpSpPr/>
          <p:nvPr/>
        </p:nvGrpSpPr>
        <p:grpSpPr>
          <a:xfrm>
            <a:off x="8206213" y="4748191"/>
            <a:ext cx="811113" cy="815382"/>
            <a:chOff x="8206213" y="4748191"/>
            <a:chExt cx="811113" cy="815382"/>
          </a:xfrm>
        </p:grpSpPr>
        <p:sp>
          <p:nvSpPr>
            <p:cNvPr id="332" name="任意形状 331"/>
            <p:cNvSpPr/>
            <p:nvPr/>
          </p:nvSpPr>
          <p:spPr>
            <a:xfrm>
              <a:off x="8349831" y="4891809"/>
              <a:ext cx="528145" cy="528145"/>
            </a:xfrm>
            <a:custGeom>
              <a:avLst/>
              <a:gdLst>
                <a:gd name="connsiteX0" fmla="*/ 311207 w 528145"/>
                <a:gd name="connsiteY0" fmla="*/ 0 h 528145"/>
                <a:gd name="connsiteX1" fmla="*/ 320936 w 528145"/>
                <a:gd name="connsiteY1" fmla="*/ 70293 h 528145"/>
                <a:gd name="connsiteX2" fmla="*/ 354718 w 528145"/>
                <a:gd name="connsiteY2" fmla="*/ 84745 h 528145"/>
                <a:gd name="connsiteX3" fmla="*/ 412932 w 528145"/>
                <a:gd name="connsiteY3" fmla="*/ 40753 h 528145"/>
                <a:gd name="connsiteX4" fmla="*/ 480988 w 528145"/>
                <a:gd name="connsiteY4" fmla="*/ 108810 h 528145"/>
                <a:gd name="connsiteX5" fmla="*/ 437528 w 528145"/>
                <a:gd name="connsiteY5" fmla="*/ 166527 h 528145"/>
                <a:gd name="connsiteX6" fmla="*/ 454535 w 528145"/>
                <a:gd name="connsiteY6" fmla="*/ 206776 h 528145"/>
                <a:gd name="connsiteX7" fmla="*/ 528145 w 528145"/>
                <a:gd name="connsiteY7" fmla="*/ 216938 h 528145"/>
                <a:gd name="connsiteX8" fmla="*/ 528145 w 528145"/>
                <a:gd name="connsiteY8" fmla="*/ 311207 h 528145"/>
                <a:gd name="connsiteX9" fmla="*/ 455963 w 528145"/>
                <a:gd name="connsiteY9" fmla="*/ 321044 h 528145"/>
                <a:gd name="connsiteX10" fmla="*/ 440305 w 528145"/>
                <a:gd name="connsiteY10" fmla="*/ 361072 h 528145"/>
                <a:gd name="connsiteX11" fmla="*/ 480988 w 528145"/>
                <a:gd name="connsiteY11" fmla="*/ 415066 h 528145"/>
                <a:gd name="connsiteX12" fmla="*/ 412932 w 528145"/>
                <a:gd name="connsiteY12" fmla="*/ 483123 h 528145"/>
                <a:gd name="connsiteX13" fmla="*/ 361487 w 528145"/>
                <a:gd name="connsiteY13" fmla="*/ 444222 h 528145"/>
                <a:gd name="connsiteX14" fmla="*/ 320124 w 528145"/>
                <a:gd name="connsiteY14" fmla="*/ 462747 h 528145"/>
                <a:gd name="connsiteX15" fmla="*/ 311207 w 528145"/>
                <a:gd name="connsiteY15" fmla="*/ 528145 h 528145"/>
                <a:gd name="connsiteX16" fmla="*/ 216938 w 528145"/>
                <a:gd name="connsiteY16" fmla="*/ 528145 h 528145"/>
                <a:gd name="connsiteX17" fmla="*/ 208468 w 528145"/>
                <a:gd name="connsiteY17" fmla="*/ 466776 h 528145"/>
                <a:gd name="connsiteX18" fmla="*/ 155801 w 528145"/>
                <a:gd name="connsiteY18" fmla="*/ 445976 h 528145"/>
                <a:gd name="connsiteX19" fmla="*/ 106676 w 528145"/>
                <a:gd name="connsiteY19" fmla="*/ 483123 h 528145"/>
                <a:gd name="connsiteX20" fmla="*/ 38619 w 528145"/>
                <a:gd name="connsiteY20" fmla="*/ 415066 h 528145"/>
                <a:gd name="connsiteX21" fmla="*/ 76160 w 528145"/>
                <a:gd name="connsiteY21" fmla="*/ 365238 h 528145"/>
                <a:gd name="connsiteX22" fmla="*/ 57787 w 528145"/>
                <a:gd name="connsiteY22" fmla="*/ 319199 h 528145"/>
                <a:gd name="connsiteX23" fmla="*/ 0 w 528145"/>
                <a:gd name="connsiteY23" fmla="*/ 311207 h 528145"/>
                <a:gd name="connsiteX24" fmla="*/ 0 w 528145"/>
                <a:gd name="connsiteY24" fmla="*/ 216938 h 528145"/>
                <a:gd name="connsiteX25" fmla="*/ 59093 w 528145"/>
                <a:gd name="connsiteY25" fmla="*/ 208866 h 528145"/>
                <a:gd name="connsiteX26" fmla="*/ 79026 w 528145"/>
                <a:gd name="connsiteY26" fmla="*/ 162476 h 528145"/>
                <a:gd name="connsiteX27" fmla="*/ 38619 w 528145"/>
                <a:gd name="connsiteY27" fmla="*/ 108810 h 528145"/>
                <a:gd name="connsiteX28" fmla="*/ 106676 w 528145"/>
                <a:gd name="connsiteY28" fmla="*/ 40753 h 528145"/>
                <a:gd name="connsiteX29" fmla="*/ 162685 w 528145"/>
                <a:gd name="connsiteY29" fmla="*/ 83081 h 528145"/>
                <a:gd name="connsiteX30" fmla="*/ 207904 w 528145"/>
                <a:gd name="connsiteY30" fmla="*/ 66139 h 528145"/>
                <a:gd name="connsiteX31" fmla="*/ 216938 w 528145"/>
                <a:gd name="connsiteY31" fmla="*/ 0 h 528145"/>
                <a:gd name="connsiteX32" fmla="*/ 311207 w 528145"/>
                <a:gd name="connsiteY32" fmla="*/ 0 h 5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8145" h="528145">
                  <a:moveTo>
                    <a:pt x="311207" y="0"/>
                  </a:moveTo>
                  <a:lnTo>
                    <a:pt x="320936" y="70293"/>
                  </a:lnTo>
                  <a:cubicBezTo>
                    <a:pt x="332696" y="74117"/>
                    <a:pt x="343992" y="78970"/>
                    <a:pt x="354718" y="84745"/>
                  </a:cubicBezTo>
                  <a:lnTo>
                    <a:pt x="412932" y="40753"/>
                  </a:lnTo>
                  <a:lnTo>
                    <a:pt x="480988" y="108810"/>
                  </a:lnTo>
                  <a:lnTo>
                    <a:pt x="437528" y="166527"/>
                  </a:lnTo>
                  <a:cubicBezTo>
                    <a:pt x="444551" y="179186"/>
                    <a:pt x="450279" y="192662"/>
                    <a:pt x="454535" y="206776"/>
                  </a:cubicBezTo>
                  <a:lnTo>
                    <a:pt x="528145" y="216938"/>
                  </a:lnTo>
                  <a:lnTo>
                    <a:pt x="528145" y="311207"/>
                  </a:lnTo>
                  <a:lnTo>
                    <a:pt x="455963" y="321044"/>
                  </a:lnTo>
                  <a:cubicBezTo>
                    <a:pt x="452125" y="335038"/>
                    <a:pt x="446850" y="348437"/>
                    <a:pt x="440305" y="361072"/>
                  </a:cubicBezTo>
                  <a:lnTo>
                    <a:pt x="480988" y="415066"/>
                  </a:lnTo>
                  <a:lnTo>
                    <a:pt x="412932" y="483123"/>
                  </a:lnTo>
                  <a:lnTo>
                    <a:pt x="361487" y="444222"/>
                  </a:lnTo>
                  <a:cubicBezTo>
                    <a:pt x="348537" y="451838"/>
                    <a:pt x="334683" y="458080"/>
                    <a:pt x="320124" y="462747"/>
                  </a:cubicBezTo>
                  <a:lnTo>
                    <a:pt x="311207" y="528145"/>
                  </a:lnTo>
                  <a:lnTo>
                    <a:pt x="216938" y="528145"/>
                  </a:lnTo>
                  <a:lnTo>
                    <a:pt x="208468" y="466776"/>
                  </a:lnTo>
                  <a:cubicBezTo>
                    <a:pt x="189790" y="462257"/>
                    <a:pt x="172105" y="455195"/>
                    <a:pt x="155801" y="445976"/>
                  </a:cubicBezTo>
                  <a:lnTo>
                    <a:pt x="106676" y="483123"/>
                  </a:lnTo>
                  <a:lnTo>
                    <a:pt x="38619" y="415066"/>
                  </a:lnTo>
                  <a:lnTo>
                    <a:pt x="76160" y="365238"/>
                  </a:lnTo>
                  <a:cubicBezTo>
                    <a:pt x="68283" y="350847"/>
                    <a:pt x="62072" y="335414"/>
                    <a:pt x="57787" y="319199"/>
                  </a:cubicBezTo>
                  <a:lnTo>
                    <a:pt x="0" y="311207"/>
                  </a:lnTo>
                  <a:lnTo>
                    <a:pt x="0" y="216938"/>
                  </a:lnTo>
                  <a:lnTo>
                    <a:pt x="59093" y="208866"/>
                  </a:lnTo>
                  <a:cubicBezTo>
                    <a:pt x="63848" y="192468"/>
                    <a:pt x="70585" y="176913"/>
                    <a:pt x="79026" y="162476"/>
                  </a:cubicBezTo>
                  <a:lnTo>
                    <a:pt x="38619" y="108810"/>
                  </a:lnTo>
                  <a:lnTo>
                    <a:pt x="106676" y="40753"/>
                  </a:lnTo>
                  <a:lnTo>
                    <a:pt x="162685" y="83081"/>
                  </a:lnTo>
                  <a:cubicBezTo>
                    <a:pt x="176877" y="75754"/>
                    <a:pt x="192030" y="70028"/>
                    <a:pt x="207904" y="66139"/>
                  </a:cubicBezTo>
                  <a:lnTo>
                    <a:pt x="216938" y="0"/>
                  </a:lnTo>
                  <a:lnTo>
                    <a:pt x="311207" y="0"/>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3" name="任意形状 332"/>
            <p:cNvSpPr/>
            <p:nvPr/>
          </p:nvSpPr>
          <p:spPr>
            <a:xfrm>
              <a:off x="8507478" y="5053442"/>
              <a:ext cx="204313" cy="204313"/>
            </a:xfrm>
            <a:custGeom>
              <a:avLst/>
              <a:gdLst>
                <a:gd name="connsiteX0" fmla="*/ 204314 w 204313"/>
                <a:gd name="connsiteY0" fmla="*/ 102157 h 204313"/>
                <a:gd name="connsiteX1" fmla="*/ 102157 w 204313"/>
                <a:gd name="connsiteY1" fmla="*/ 204314 h 204313"/>
                <a:gd name="connsiteX2" fmla="*/ 0 w 204313"/>
                <a:gd name="connsiteY2" fmla="*/ 102157 h 204313"/>
                <a:gd name="connsiteX3" fmla="*/ 102157 w 204313"/>
                <a:gd name="connsiteY3" fmla="*/ 0 h 204313"/>
                <a:gd name="connsiteX4" fmla="*/ 204314 w 204313"/>
                <a:gd name="connsiteY4" fmla="*/ 102157 h 204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13" h="204313">
                  <a:moveTo>
                    <a:pt x="204314" y="102157"/>
                  </a:moveTo>
                  <a:cubicBezTo>
                    <a:pt x="204314" y="158576"/>
                    <a:pt x="158577" y="204314"/>
                    <a:pt x="102157" y="204314"/>
                  </a:cubicBezTo>
                  <a:cubicBezTo>
                    <a:pt x="45737" y="204314"/>
                    <a:pt x="0" y="158576"/>
                    <a:pt x="0" y="102157"/>
                  </a:cubicBezTo>
                  <a:cubicBezTo>
                    <a:pt x="0" y="45737"/>
                    <a:pt x="45737" y="0"/>
                    <a:pt x="102157" y="0"/>
                  </a:cubicBezTo>
                  <a:cubicBezTo>
                    <a:pt x="158577" y="0"/>
                    <a:pt x="204314" y="45737"/>
                    <a:pt x="204314" y="10215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34" name="图片 3" descr="icon-40"/>
            <p:cNvGrpSpPr/>
            <p:nvPr/>
          </p:nvGrpSpPr>
          <p:grpSpPr>
            <a:xfrm>
              <a:off x="8206213" y="4748191"/>
              <a:ext cx="811113" cy="815382"/>
              <a:chOff x="8206213" y="4748191"/>
              <a:chExt cx="811113" cy="815382"/>
            </a:xfrm>
          </p:grpSpPr>
          <p:sp>
            <p:nvSpPr>
              <p:cNvPr id="335" name="任意形状 334"/>
              <p:cNvSpPr/>
              <p:nvPr/>
            </p:nvSpPr>
            <p:spPr>
              <a:xfrm>
                <a:off x="8206213" y="4938383"/>
                <a:ext cx="258285" cy="593353"/>
              </a:xfrm>
              <a:custGeom>
                <a:avLst/>
                <a:gdLst>
                  <a:gd name="connsiteX0" fmla="*/ 61875 w 258285"/>
                  <a:gd name="connsiteY0" fmla="*/ 32 h 593353"/>
                  <a:gd name="connsiteX1" fmla="*/ 31 w 258285"/>
                  <a:gd name="connsiteY1" fmla="*/ 215396 h 593353"/>
                  <a:gd name="connsiteX2" fmla="*/ 258317 w 258285"/>
                  <a:gd name="connsiteY2" fmla="*/ 593385 h 593353"/>
                </a:gdLst>
                <a:ahLst/>
                <a:cxnLst>
                  <a:cxn ang="0">
                    <a:pos x="connsiteX0" y="connsiteY0"/>
                  </a:cxn>
                  <a:cxn ang="0">
                    <a:pos x="connsiteX1" y="connsiteY1"/>
                  </a:cxn>
                  <a:cxn ang="0">
                    <a:pos x="connsiteX2" y="connsiteY2"/>
                  </a:cxn>
                </a:cxnLst>
                <a:rect l="l" t="t" r="r" b="b"/>
                <a:pathLst>
                  <a:path w="258285" h="593353">
                    <a:moveTo>
                      <a:pt x="61875" y="32"/>
                    </a:moveTo>
                    <a:cubicBezTo>
                      <a:pt x="22691" y="62437"/>
                      <a:pt x="31" y="136270"/>
                      <a:pt x="31" y="215396"/>
                    </a:cubicBezTo>
                    <a:cubicBezTo>
                      <a:pt x="31" y="387428"/>
                      <a:pt x="107144" y="534443"/>
                      <a:pt x="258317" y="593385"/>
                    </a:cubicBezTo>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6" name="任意形状 335"/>
              <p:cNvSpPr/>
              <p:nvPr/>
            </p:nvSpPr>
            <p:spPr>
              <a:xfrm>
                <a:off x="8750011" y="4950846"/>
                <a:ext cx="267315" cy="584287"/>
              </a:xfrm>
              <a:custGeom>
                <a:avLst/>
                <a:gdLst>
                  <a:gd name="connsiteX0" fmla="*/ 31 w 267315"/>
                  <a:gd name="connsiteY0" fmla="*/ 584320 h 584287"/>
                  <a:gd name="connsiteX1" fmla="*/ 267347 w 267315"/>
                  <a:gd name="connsiteY1" fmla="*/ 202934 h 584287"/>
                  <a:gd name="connsiteX2" fmla="*/ 213019 w 267315"/>
                  <a:gd name="connsiteY2" fmla="*/ 32 h 584287"/>
                </a:gdLst>
                <a:ahLst/>
                <a:cxnLst>
                  <a:cxn ang="0">
                    <a:pos x="connsiteX0" y="connsiteY0"/>
                  </a:cxn>
                  <a:cxn ang="0">
                    <a:pos x="connsiteX1" y="connsiteY1"/>
                  </a:cxn>
                  <a:cxn ang="0">
                    <a:pos x="connsiteX2" y="connsiteY2"/>
                  </a:cxn>
                </a:cxnLst>
                <a:rect l="l" t="t" r="r" b="b"/>
                <a:pathLst>
                  <a:path w="267315" h="584287">
                    <a:moveTo>
                      <a:pt x="31" y="584320"/>
                    </a:moveTo>
                    <a:cubicBezTo>
                      <a:pt x="155950" y="527792"/>
                      <a:pt x="267347" y="378372"/>
                      <a:pt x="267347" y="202934"/>
                    </a:cubicBezTo>
                    <a:cubicBezTo>
                      <a:pt x="267347" y="129013"/>
                      <a:pt x="247570" y="59712"/>
                      <a:pt x="213019" y="32"/>
                    </a:cubicBezTo>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7" name="任意形状 336"/>
              <p:cNvSpPr/>
              <p:nvPr/>
            </p:nvSpPr>
            <p:spPr>
              <a:xfrm>
                <a:off x="8413508" y="4748191"/>
                <a:ext cx="398243" cy="52653"/>
              </a:xfrm>
              <a:custGeom>
                <a:avLst/>
                <a:gdLst>
                  <a:gd name="connsiteX0" fmla="*/ 398274 w 398243"/>
                  <a:gd name="connsiteY0" fmla="*/ 52685 h 52653"/>
                  <a:gd name="connsiteX1" fmla="*/ 198292 w 398243"/>
                  <a:gd name="connsiteY1" fmla="*/ 32 h 52653"/>
                  <a:gd name="connsiteX2" fmla="*/ 31 w 398243"/>
                  <a:gd name="connsiteY2" fmla="*/ 51714 h 52653"/>
                </a:gdLst>
                <a:ahLst/>
                <a:cxnLst>
                  <a:cxn ang="0">
                    <a:pos x="connsiteX0" y="connsiteY0"/>
                  </a:cxn>
                  <a:cxn ang="0">
                    <a:pos x="connsiteX1" y="connsiteY1"/>
                  </a:cxn>
                  <a:cxn ang="0">
                    <a:pos x="connsiteX2" y="connsiteY2"/>
                  </a:cxn>
                </a:cxnLst>
                <a:rect l="l" t="t" r="r" b="b"/>
                <a:pathLst>
                  <a:path w="398243" h="52653">
                    <a:moveTo>
                      <a:pt x="398274" y="52685"/>
                    </a:moveTo>
                    <a:cubicBezTo>
                      <a:pt x="339258" y="19171"/>
                      <a:pt x="271010" y="32"/>
                      <a:pt x="198292" y="32"/>
                    </a:cubicBezTo>
                    <a:cubicBezTo>
                      <a:pt x="126280" y="32"/>
                      <a:pt x="58651" y="18801"/>
                      <a:pt x="31" y="51714"/>
                    </a:cubicBezTo>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8" name="任意形状 337"/>
              <p:cNvSpPr/>
              <p:nvPr/>
            </p:nvSpPr>
            <p:spPr>
              <a:xfrm>
                <a:off x="8304400" y="4833571"/>
                <a:ext cx="64035" cy="64035"/>
              </a:xfrm>
              <a:custGeom>
                <a:avLst/>
                <a:gdLst>
                  <a:gd name="connsiteX0" fmla="*/ 64066 w 64035"/>
                  <a:gd name="connsiteY0" fmla="*/ 32050 h 64035"/>
                  <a:gd name="connsiteX1" fmla="*/ 32049 w 64035"/>
                  <a:gd name="connsiteY1" fmla="*/ 64067 h 64035"/>
                  <a:gd name="connsiteX2" fmla="*/ 31 w 64035"/>
                  <a:gd name="connsiteY2" fmla="*/ 32050 h 64035"/>
                  <a:gd name="connsiteX3" fmla="*/ 32049 w 64035"/>
                  <a:gd name="connsiteY3" fmla="*/ 32 h 64035"/>
                  <a:gd name="connsiteX4" fmla="*/ 64066 w 64035"/>
                  <a:gd name="connsiteY4" fmla="*/ 32050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66" y="32050"/>
                    </a:moveTo>
                    <a:cubicBezTo>
                      <a:pt x="64066" y="49732"/>
                      <a:pt x="49731" y="64067"/>
                      <a:pt x="32049" y="64067"/>
                    </a:cubicBezTo>
                    <a:cubicBezTo>
                      <a:pt x="14366" y="64067"/>
                      <a:pt x="31" y="49732"/>
                      <a:pt x="31" y="32050"/>
                    </a:cubicBezTo>
                    <a:cubicBezTo>
                      <a:pt x="31" y="14367"/>
                      <a:pt x="14366" y="32"/>
                      <a:pt x="32049" y="32"/>
                    </a:cubicBezTo>
                    <a:cubicBezTo>
                      <a:pt x="49731" y="32"/>
                      <a:pt x="64066" y="14367"/>
                      <a:pt x="64066" y="3205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9" name="任意形状 338"/>
              <p:cNvSpPr/>
              <p:nvPr/>
            </p:nvSpPr>
            <p:spPr>
              <a:xfrm>
                <a:off x="8850835" y="4833571"/>
                <a:ext cx="64035" cy="64035"/>
              </a:xfrm>
              <a:custGeom>
                <a:avLst/>
                <a:gdLst>
                  <a:gd name="connsiteX0" fmla="*/ 64066 w 64035"/>
                  <a:gd name="connsiteY0" fmla="*/ 32050 h 64035"/>
                  <a:gd name="connsiteX1" fmla="*/ 32049 w 64035"/>
                  <a:gd name="connsiteY1" fmla="*/ 64067 h 64035"/>
                  <a:gd name="connsiteX2" fmla="*/ 31 w 64035"/>
                  <a:gd name="connsiteY2" fmla="*/ 32050 h 64035"/>
                  <a:gd name="connsiteX3" fmla="*/ 32049 w 64035"/>
                  <a:gd name="connsiteY3" fmla="*/ 32 h 64035"/>
                  <a:gd name="connsiteX4" fmla="*/ 64066 w 64035"/>
                  <a:gd name="connsiteY4" fmla="*/ 32050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66" y="32050"/>
                    </a:moveTo>
                    <a:cubicBezTo>
                      <a:pt x="64066" y="49732"/>
                      <a:pt x="49731" y="64067"/>
                      <a:pt x="32049" y="64067"/>
                    </a:cubicBezTo>
                    <a:cubicBezTo>
                      <a:pt x="14366" y="64067"/>
                      <a:pt x="31" y="49732"/>
                      <a:pt x="31" y="32050"/>
                    </a:cubicBezTo>
                    <a:cubicBezTo>
                      <a:pt x="31" y="14367"/>
                      <a:pt x="14366" y="32"/>
                      <a:pt x="32049" y="32"/>
                    </a:cubicBezTo>
                    <a:cubicBezTo>
                      <a:pt x="49731" y="32"/>
                      <a:pt x="64066" y="14367"/>
                      <a:pt x="64066" y="3205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0" name="任意形状 339"/>
              <p:cNvSpPr/>
              <p:nvPr/>
            </p:nvSpPr>
            <p:spPr>
              <a:xfrm>
                <a:off x="8577617" y="5499538"/>
                <a:ext cx="64035" cy="64035"/>
              </a:xfrm>
              <a:custGeom>
                <a:avLst/>
                <a:gdLst>
                  <a:gd name="connsiteX0" fmla="*/ 64066 w 64035"/>
                  <a:gd name="connsiteY0" fmla="*/ 32050 h 64035"/>
                  <a:gd name="connsiteX1" fmla="*/ 32049 w 64035"/>
                  <a:gd name="connsiteY1" fmla="*/ 64067 h 64035"/>
                  <a:gd name="connsiteX2" fmla="*/ 31 w 64035"/>
                  <a:gd name="connsiteY2" fmla="*/ 32050 h 64035"/>
                  <a:gd name="connsiteX3" fmla="*/ 32049 w 64035"/>
                  <a:gd name="connsiteY3" fmla="*/ 32 h 64035"/>
                  <a:gd name="connsiteX4" fmla="*/ 64066 w 64035"/>
                  <a:gd name="connsiteY4" fmla="*/ 32050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66" y="32050"/>
                    </a:moveTo>
                    <a:cubicBezTo>
                      <a:pt x="64066" y="49732"/>
                      <a:pt x="49732" y="64067"/>
                      <a:pt x="32049" y="64067"/>
                    </a:cubicBezTo>
                    <a:cubicBezTo>
                      <a:pt x="14366" y="64067"/>
                      <a:pt x="31" y="49732"/>
                      <a:pt x="31" y="32050"/>
                    </a:cubicBezTo>
                    <a:cubicBezTo>
                      <a:pt x="31" y="14367"/>
                      <a:pt x="14366" y="32"/>
                      <a:pt x="32049" y="32"/>
                    </a:cubicBezTo>
                    <a:cubicBezTo>
                      <a:pt x="49731" y="32"/>
                      <a:pt x="64066" y="14367"/>
                      <a:pt x="64066" y="3205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08" name="图片 5" descr="icon-41"/>
          <p:cNvGrpSpPr/>
          <p:nvPr/>
        </p:nvGrpSpPr>
        <p:grpSpPr>
          <a:xfrm>
            <a:off x="6409279" y="4775988"/>
            <a:ext cx="839030" cy="750671"/>
            <a:chOff x="6409279" y="4775988"/>
            <a:chExt cx="839030" cy="750671"/>
          </a:xfrm>
        </p:grpSpPr>
        <p:sp>
          <p:nvSpPr>
            <p:cNvPr id="309" name="任意形状 308"/>
            <p:cNvSpPr/>
            <p:nvPr/>
          </p:nvSpPr>
          <p:spPr>
            <a:xfrm>
              <a:off x="6690489" y="4968838"/>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0" name="任意形状 309"/>
            <p:cNvSpPr/>
            <p:nvPr/>
          </p:nvSpPr>
          <p:spPr>
            <a:xfrm>
              <a:off x="6442271" y="4807658"/>
              <a:ext cx="690295" cy="690295"/>
            </a:xfrm>
            <a:custGeom>
              <a:avLst/>
              <a:gdLst>
                <a:gd name="connsiteX0" fmla="*/ 690295 w 690295"/>
                <a:gd name="connsiteY0" fmla="*/ 345148 h 690295"/>
                <a:gd name="connsiteX1" fmla="*/ 345148 w 690295"/>
                <a:gd name="connsiteY1" fmla="*/ 690295 h 690295"/>
                <a:gd name="connsiteX2" fmla="*/ 0 w 690295"/>
                <a:gd name="connsiteY2" fmla="*/ 345148 h 690295"/>
                <a:gd name="connsiteX3" fmla="*/ 345148 w 690295"/>
                <a:gd name="connsiteY3" fmla="*/ 0 h 690295"/>
                <a:gd name="connsiteX4" fmla="*/ 690295 w 690295"/>
                <a:gd name="connsiteY4" fmla="*/ 345148 h 690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295" h="690295">
                  <a:moveTo>
                    <a:pt x="690295" y="345148"/>
                  </a:moveTo>
                  <a:cubicBezTo>
                    <a:pt x="690295" y="535767"/>
                    <a:pt x="535767" y="690295"/>
                    <a:pt x="345148" y="690295"/>
                  </a:cubicBezTo>
                  <a:cubicBezTo>
                    <a:pt x="154528" y="690295"/>
                    <a:pt x="0" y="535767"/>
                    <a:pt x="0" y="345148"/>
                  </a:cubicBezTo>
                  <a:cubicBezTo>
                    <a:pt x="0" y="154528"/>
                    <a:pt x="154528" y="0"/>
                    <a:pt x="345148" y="0"/>
                  </a:cubicBezTo>
                  <a:cubicBezTo>
                    <a:pt x="535767" y="0"/>
                    <a:pt x="690295" y="154528"/>
                    <a:pt x="690295" y="345148"/>
                  </a:cubicBezTo>
                  <a:close/>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1" name="任意形状 310"/>
            <p:cNvSpPr/>
            <p:nvPr/>
          </p:nvSpPr>
          <p:spPr>
            <a:xfrm>
              <a:off x="6622952" y="4807658"/>
              <a:ext cx="347464" cy="690295"/>
            </a:xfrm>
            <a:custGeom>
              <a:avLst/>
              <a:gdLst>
                <a:gd name="connsiteX0" fmla="*/ 173732 w 347464"/>
                <a:gd name="connsiteY0" fmla="*/ 690295 h 690295"/>
                <a:gd name="connsiteX1" fmla="*/ 347464 w 347464"/>
                <a:gd name="connsiteY1" fmla="*/ 345148 h 690295"/>
                <a:gd name="connsiteX2" fmla="*/ 173732 w 347464"/>
                <a:gd name="connsiteY2" fmla="*/ 0 h 690295"/>
                <a:gd name="connsiteX3" fmla="*/ 0 w 347464"/>
                <a:gd name="connsiteY3" fmla="*/ 345148 h 690295"/>
                <a:gd name="connsiteX4" fmla="*/ 173732 w 347464"/>
                <a:gd name="connsiteY4" fmla="*/ 690295 h 690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464" h="690295">
                  <a:moveTo>
                    <a:pt x="173732" y="690295"/>
                  </a:moveTo>
                  <a:cubicBezTo>
                    <a:pt x="193385" y="690295"/>
                    <a:pt x="347464" y="535767"/>
                    <a:pt x="347464" y="345148"/>
                  </a:cubicBezTo>
                  <a:cubicBezTo>
                    <a:pt x="347464" y="154528"/>
                    <a:pt x="196620" y="0"/>
                    <a:pt x="173732" y="0"/>
                  </a:cubicBezTo>
                  <a:cubicBezTo>
                    <a:pt x="150844" y="0"/>
                    <a:pt x="0" y="154528"/>
                    <a:pt x="0" y="345148"/>
                  </a:cubicBezTo>
                  <a:cubicBezTo>
                    <a:pt x="0" y="535767"/>
                    <a:pt x="154079" y="690295"/>
                    <a:pt x="173732" y="690295"/>
                  </a:cubicBezTo>
                  <a:close/>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2" name="任意形状 311"/>
            <p:cNvSpPr/>
            <p:nvPr/>
          </p:nvSpPr>
          <p:spPr>
            <a:xfrm>
              <a:off x="6800756" y="4806102"/>
              <a:ext cx="4632" cy="690295"/>
            </a:xfrm>
            <a:custGeom>
              <a:avLst/>
              <a:gdLst>
                <a:gd name="connsiteX0" fmla="*/ 0 w 4632"/>
                <a:gd name="connsiteY0" fmla="*/ 0 h 690295"/>
                <a:gd name="connsiteX1" fmla="*/ 0 w 4632"/>
                <a:gd name="connsiteY1" fmla="*/ 690295 h 690295"/>
              </a:gdLst>
              <a:ahLst/>
              <a:cxnLst>
                <a:cxn ang="0">
                  <a:pos x="connsiteX0" y="connsiteY0"/>
                </a:cxn>
                <a:cxn ang="0">
                  <a:pos x="connsiteX1" y="connsiteY1"/>
                </a:cxn>
              </a:cxnLst>
              <a:rect l="l" t="t" r="r" b="b"/>
              <a:pathLst>
                <a:path w="4632" h="690295">
                  <a:moveTo>
                    <a:pt x="0" y="0"/>
                  </a:moveTo>
                  <a:lnTo>
                    <a:pt x="0" y="690295"/>
                  </a:lnTo>
                </a:path>
              </a:pathLst>
            </a:custGeom>
            <a:ln w="9208" cap="rnd">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3" name="任意形状 312"/>
            <p:cNvSpPr/>
            <p:nvPr/>
          </p:nvSpPr>
          <p:spPr>
            <a:xfrm>
              <a:off x="6566796" y="4947404"/>
              <a:ext cx="338198" cy="4632"/>
            </a:xfrm>
            <a:custGeom>
              <a:avLst/>
              <a:gdLst>
                <a:gd name="connsiteX0" fmla="*/ 0 w 338198"/>
                <a:gd name="connsiteY0" fmla="*/ 0 h 4632"/>
                <a:gd name="connsiteX1" fmla="*/ 338198 w 338198"/>
                <a:gd name="connsiteY1" fmla="*/ 0 h 4632"/>
              </a:gdLst>
              <a:ahLst/>
              <a:cxnLst>
                <a:cxn ang="0">
                  <a:pos x="connsiteX0" y="connsiteY0"/>
                </a:cxn>
                <a:cxn ang="0">
                  <a:pos x="connsiteX1" y="connsiteY1"/>
                </a:cxn>
              </a:cxnLst>
              <a:rect l="l" t="t" r="r" b="b"/>
              <a:pathLst>
                <a:path w="338198" h="4632">
                  <a:moveTo>
                    <a:pt x="0" y="0"/>
                  </a:moveTo>
                  <a:lnTo>
                    <a:pt x="338198"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4" name="任意形状 313"/>
            <p:cNvSpPr/>
            <p:nvPr/>
          </p:nvSpPr>
          <p:spPr>
            <a:xfrm>
              <a:off x="6969855" y="4947404"/>
              <a:ext cx="64859" cy="4632"/>
            </a:xfrm>
            <a:custGeom>
              <a:avLst/>
              <a:gdLst>
                <a:gd name="connsiteX0" fmla="*/ 0 w 64859"/>
                <a:gd name="connsiteY0" fmla="*/ 0 h 4632"/>
                <a:gd name="connsiteX1" fmla="*/ 64860 w 64859"/>
                <a:gd name="connsiteY1" fmla="*/ 0 h 4632"/>
              </a:gdLst>
              <a:ahLst/>
              <a:cxnLst>
                <a:cxn ang="0">
                  <a:pos x="connsiteX0" y="connsiteY0"/>
                </a:cxn>
                <a:cxn ang="0">
                  <a:pos x="connsiteX1" y="connsiteY1"/>
                </a:cxn>
              </a:cxnLst>
              <a:rect l="l" t="t" r="r" b="b"/>
              <a:pathLst>
                <a:path w="64859" h="4632">
                  <a:moveTo>
                    <a:pt x="0" y="0"/>
                  </a:moveTo>
                  <a:lnTo>
                    <a:pt x="64860"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5" name="任意形状 314"/>
            <p:cNvSpPr/>
            <p:nvPr/>
          </p:nvSpPr>
          <p:spPr>
            <a:xfrm>
              <a:off x="6541316" y="5341196"/>
              <a:ext cx="122770" cy="2316"/>
            </a:xfrm>
            <a:custGeom>
              <a:avLst/>
              <a:gdLst>
                <a:gd name="connsiteX0" fmla="*/ 0 w 122770"/>
                <a:gd name="connsiteY0" fmla="*/ 2316 h 2316"/>
                <a:gd name="connsiteX1" fmla="*/ 122771 w 122770"/>
                <a:gd name="connsiteY1" fmla="*/ 0 h 2316"/>
              </a:gdLst>
              <a:ahLst/>
              <a:cxnLst>
                <a:cxn ang="0">
                  <a:pos x="connsiteX0" y="connsiteY0"/>
                </a:cxn>
                <a:cxn ang="0">
                  <a:pos x="connsiteX1" y="connsiteY1"/>
                </a:cxn>
              </a:cxnLst>
              <a:rect l="l" t="t" r="r" b="b"/>
              <a:pathLst>
                <a:path w="122770" h="2316">
                  <a:moveTo>
                    <a:pt x="0" y="2316"/>
                  </a:moveTo>
                  <a:lnTo>
                    <a:pt x="122771"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6" name="任意形状 315"/>
            <p:cNvSpPr/>
            <p:nvPr/>
          </p:nvSpPr>
          <p:spPr>
            <a:xfrm>
              <a:off x="6701149" y="5341196"/>
              <a:ext cx="101922" cy="4632"/>
            </a:xfrm>
            <a:custGeom>
              <a:avLst/>
              <a:gdLst>
                <a:gd name="connsiteX0" fmla="*/ 0 w 101922"/>
                <a:gd name="connsiteY0" fmla="*/ 0 h 4632"/>
                <a:gd name="connsiteX1" fmla="*/ 101923 w 101922"/>
                <a:gd name="connsiteY1" fmla="*/ 0 h 4632"/>
              </a:gdLst>
              <a:ahLst/>
              <a:cxnLst>
                <a:cxn ang="0">
                  <a:pos x="connsiteX0" y="connsiteY0"/>
                </a:cxn>
                <a:cxn ang="0">
                  <a:pos x="connsiteX1" y="connsiteY1"/>
                </a:cxn>
              </a:cxnLst>
              <a:rect l="l" t="t" r="r" b="b"/>
              <a:pathLst>
                <a:path w="101922" h="4632">
                  <a:moveTo>
                    <a:pt x="0" y="0"/>
                  </a:moveTo>
                  <a:lnTo>
                    <a:pt x="10192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7" name="任意形状 316"/>
            <p:cNvSpPr/>
            <p:nvPr/>
          </p:nvSpPr>
          <p:spPr>
            <a:xfrm>
              <a:off x="6835502" y="5341196"/>
              <a:ext cx="101922" cy="4632"/>
            </a:xfrm>
            <a:custGeom>
              <a:avLst/>
              <a:gdLst>
                <a:gd name="connsiteX0" fmla="*/ 0 w 101922"/>
                <a:gd name="connsiteY0" fmla="*/ 0 h 4632"/>
                <a:gd name="connsiteX1" fmla="*/ 101923 w 101922"/>
                <a:gd name="connsiteY1" fmla="*/ 0 h 4632"/>
              </a:gdLst>
              <a:ahLst/>
              <a:cxnLst>
                <a:cxn ang="0">
                  <a:pos x="connsiteX0" y="connsiteY0"/>
                </a:cxn>
                <a:cxn ang="0">
                  <a:pos x="connsiteX1" y="connsiteY1"/>
                </a:cxn>
              </a:cxnLst>
              <a:rect l="l" t="t" r="r" b="b"/>
              <a:pathLst>
                <a:path w="101922" h="4632">
                  <a:moveTo>
                    <a:pt x="0" y="0"/>
                  </a:moveTo>
                  <a:lnTo>
                    <a:pt x="10192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8" name="任意形状 317"/>
            <p:cNvSpPr/>
            <p:nvPr/>
          </p:nvSpPr>
          <p:spPr>
            <a:xfrm>
              <a:off x="6974488" y="5341196"/>
              <a:ext cx="101922" cy="4632"/>
            </a:xfrm>
            <a:custGeom>
              <a:avLst/>
              <a:gdLst>
                <a:gd name="connsiteX0" fmla="*/ 0 w 101922"/>
                <a:gd name="connsiteY0" fmla="*/ 0 h 4632"/>
                <a:gd name="connsiteX1" fmla="*/ 101923 w 101922"/>
                <a:gd name="connsiteY1" fmla="*/ 0 h 4632"/>
              </a:gdLst>
              <a:ahLst/>
              <a:cxnLst>
                <a:cxn ang="0">
                  <a:pos x="connsiteX0" y="connsiteY0"/>
                </a:cxn>
                <a:cxn ang="0">
                  <a:pos x="connsiteX1" y="connsiteY1"/>
                </a:cxn>
              </a:cxnLst>
              <a:rect l="l" t="t" r="r" b="b"/>
              <a:pathLst>
                <a:path w="101922" h="4632">
                  <a:moveTo>
                    <a:pt x="0" y="0"/>
                  </a:moveTo>
                  <a:lnTo>
                    <a:pt x="10192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9" name="任意形状 318"/>
            <p:cNvSpPr/>
            <p:nvPr/>
          </p:nvSpPr>
          <p:spPr>
            <a:xfrm>
              <a:off x="6494987" y="5151249"/>
              <a:ext cx="127403" cy="2316"/>
            </a:xfrm>
            <a:custGeom>
              <a:avLst/>
              <a:gdLst>
                <a:gd name="connsiteX0" fmla="*/ 0 w 127403"/>
                <a:gd name="connsiteY0" fmla="*/ 2316 h 2316"/>
                <a:gd name="connsiteX1" fmla="*/ 127403 w 127403"/>
                <a:gd name="connsiteY1" fmla="*/ 0 h 2316"/>
              </a:gdLst>
              <a:ahLst/>
              <a:cxnLst>
                <a:cxn ang="0">
                  <a:pos x="connsiteX0" y="connsiteY0"/>
                </a:cxn>
                <a:cxn ang="0">
                  <a:pos x="connsiteX1" y="connsiteY1"/>
                </a:cxn>
              </a:cxnLst>
              <a:rect l="l" t="t" r="r" b="b"/>
              <a:pathLst>
                <a:path w="127403" h="2316">
                  <a:moveTo>
                    <a:pt x="0" y="2316"/>
                  </a:moveTo>
                  <a:lnTo>
                    <a:pt x="12740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0" name="任意形状 319"/>
            <p:cNvSpPr/>
            <p:nvPr/>
          </p:nvSpPr>
          <p:spPr>
            <a:xfrm>
              <a:off x="6666403" y="5151249"/>
              <a:ext cx="127403" cy="2316"/>
            </a:xfrm>
            <a:custGeom>
              <a:avLst/>
              <a:gdLst>
                <a:gd name="connsiteX0" fmla="*/ 0 w 127403"/>
                <a:gd name="connsiteY0" fmla="*/ 2316 h 2316"/>
                <a:gd name="connsiteX1" fmla="*/ 127403 w 127403"/>
                <a:gd name="connsiteY1" fmla="*/ 0 h 2316"/>
              </a:gdLst>
              <a:ahLst/>
              <a:cxnLst>
                <a:cxn ang="0">
                  <a:pos x="connsiteX0" y="connsiteY0"/>
                </a:cxn>
                <a:cxn ang="0">
                  <a:pos x="connsiteX1" y="connsiteY1"/>
                </a:cxn>
              </a:cxnLst>
              <a:rect l="l" t="t" r="r" b="b"/>
              <a:pathLst>
                <a:path w="127403" h="2316">
                  <a:moveTo>
                    <a:pt x="0" y="2316"/>
                  </a:moveTo>
                  <a:lnTo>
                    <a:pt x="12740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1" name="任意形状 320"/>
            <p:cNvSpPr/>
            <p:nvPr/>
          </p:nvSpPr>
          <p:spPr>
            <a:xfrm>
              <a:off x="6842451" y="5151249"/>
              <a:ext cx="127403" cy="2316"/>
            </a:xfrm>
            <a:custGeom>
              <a:avLst/>
              <a:gdLst>
                <a:gd name="connsiteX0" fmla="*/ 0 w 127403"/>
                <a:gd name="connsiteY0" fmla="*/ 2316 h 2316"/>
                <a:gd name="connsiteX1" fmla="*/ 127403 w 127403"/>
                <a:gd name="connsiteY1" fmla="*/ 0 h 2316"/>
              </a:gdLst>
              <a:ahLst/>
              <a:cxnLst>
                <a:cxn ang="0">
                  <a:pos x="connsiteX0" y="connsiteY0"/>
                </a:cxn>
                <a:cxn ang="0">
                  <a:pos x="connsiteX1" y="connsiteY1"/>
                </a:cxn>
              </a:cxnLst>
              <a:rect l="l" t="t" r="r" b="b"/>
              <a:pathLst>
                <a:path w="127403" h="2316">
                  <a:moveTo>
                    <a:pt x="0" y="2316"/>
                  </a:moveTo>
                  <a:lnTo>
                    <a:pt x="12740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2" name="任意形状 321"/>
            <p:cNvSpPr/>
            <p:nvPr/>
          </p:nvSpPr>
          <p:spPr>
            <a:xfrm>
              <a:off x="7013867" y="5151249"/>
              <a:ext cx="127403" cy="2316"/>
            </a:xfrm>
            <a:custGeom>
              <a:avLst/>
              <a:gdLst>
                <a:gd name="connsiteX0" fmla="*/ 0 w 127403"/>
                <a:gd name="connsiteY0" fmla="*/ 2316 h 2316"/>
                <a:gd name="connsiteX1" fmla="*/ 127403 w 127403"/>
                <a:gd name="connsiteY1" fmla="*/ 0 h 2316"/>
              </a:gdLst>
              <a:ahLst/>
              <a:cxnLst>
                <a:cxn ang="0">
                  <a:pos x="connsiteX0" y="connsiteY0"/>
                </a:cxn>
                <a:cxn ang="0">
                  <a:pos x="connsiteX1" y="connsiteY1"/>
                </a:cxn>
              </a:cxnLst>
              <a:rect l="l" t="t" r="r" b="b"/>
              <a:pathLst>
                <a:path w="127403" h="2316">
                  <a:moveTo>
                    <a:pt x="0" y="2316"/>
                  </a:moveTo>
                  <a:lnTo>
                    <a:pt x="12740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3" name="任意形状 322"/>
            <p:cNvSpPr/>
            <p:nvPr/>
          </p:nvSpPr>
          <p:spPr>
            <a:xfrm>
              <a:off x="6409279" y="5118819"/>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4" name="任意形状 323"/>
            <p:cNvSpPr/>
            <p:nvPr/>
          </p:nvSpPr>
          <p:spPr>
            <a:xfrm>
              <a:off x="7099575" y="5123452"/>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5" name="任意形状 324"/>
            <p:cNvSpPr/>
            <p:nvPr/>
          </p:nvSpPr>
          <p:spPr>
            <a:xfrm>
              <a:off x="6766009" y="4775988"/>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6" name="任意形状 325"/>
            <p:cNvSpPr/>
            <p:nvPr/>
          </p:nvSpPr>
          <p:spPr>
            <a:xfrm>
              <a:off x="6761376" y="5466283"/>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7" name="任意形状 326"/>
            <p:cNvSpPr/>
            <p:nvPr/>
          </p:nvSpPr>
          <p:spPr>
            <a:xfrm>
              <a:off x="6761376" y="5123452"/>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8" name="任意形状 327"/>
            <p:cNvSpPr/>
            <p:nvPr/>
          </p:nvSpPr>
          <p:spPr>
            <a:xfrm>
              <a:off x="6904995" y="5313399"/>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9" name="任意形状 328"/>
            <p:cNvSpPr/>
            <p:nvPr/>
          </p:nvSpPr>
          <p:spPr>
            <a:xfrm>
              <a:off x="6872565" y="4919606"/>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0" name="任意形状 329"/>
            <p:cNvSpPr/>
            <p:nvPr/>
          </p:nvSpPr>
          <p:spPr>
            <a:xfrm>
              <a:off x="6478772" y="4919606"/>
              <a:ext cx="63573" cy="60227"/>
            </a:xfrm>
            <a:custGeom>
              <a:avLst/>
              <a:gdLst>
                <a:gd name="connsiteX0" fmla="*/ 63573 w 63573"/>
                <a:gd name="connsiteY0" fmla="*/ 30114 h 60227"/>
                <a:gd name="connsiteX1" fmla="*/ 31787 w 63573"/>
                <a:gd name="connsiteY1" fmla="*/ 60227 h 60227"/>
                <a:gd name="connsiteX2" fmla="*/ 0 w 63573"/>
                <a:gd name="connsiteY2" fmla="*/ 30114 h 60227"/>
                <a:gd name="connsiteX3" fmla="*/ 31787 w 63573"/>
                <a:gd name="connsiteY3" fmla="*/ 0 h 60227"/>
                <a:gd name="connsiteX4" fmla="*/ 63573 w 63573"/>
                <a:gd name="connsiteY4" fmla="*/ 30114 h 60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73" h="60227">
                  <a:moveTo>
                    <a:pt x="63573" y="30114"/>
                  </a:moveTo>
                  <a:cubicBezTo>
                    <a:pt x="63573" y="46745"/>
                    <a:pt x="49342" y="60227"/>
                    <a:pt x="31787" y="60227"/>
                  </a:cubicBezTo>
                  <a:cubicBezTo>
                    <a:pt x="14231" y="60227"/>
                    <a:pt x="0" y="46745"/>
                    <a:pt x="0" y="30114"/>
                  </a:cubicBezTo>
                  <a:cubicBezTo>
                    <a:pt x="0" y="13482"/>
                    <a:pt x="14231" y="0"/>
                    <a:pt x="31787" y="0"/>
                  </a:cubicBezTo>
                  <a:cubicBezTo>
                    <a:pt x="49342" y="0"/>
                    <a:pt x="63573" y="13482"/>
                    <a:pt x="63573" y="30114"/>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91" name="图片 6" descr="icon-42"/>
          <p:cNvGrpSpPr/>
          <p:nvPr/>
        </p:nvGrpSpPr>
        <p:grpSpPr>
          <a:xfrm>
            <a:off x="4799019" y="4720313"/>
            <a:ext cx="927714" cy="796850"/>
            <a:chOff x="4799019" y="4720313"/>
            <a:chExt cx="927714" cy="796850"/>
          </a:xfrm>
        </p:grpSpPr>
        <p:sp>
          <p:nvSpPr>
            <p:cNvPr id="292" name="任意形状 291"/>
            <p:cNvSpPr/>
            <p:nvPr/>
          </p:nvSpPr>
          <p:spPr>
            <a:xfrm>
              <a:off x="4799515" y="4720313"/>
              <a:ext cx="530147" cy="530147"/>
            </a:xfrm>
            <a:custGeom>
              <a:avLst/>
              <a:gdLst>
                <a:gd name="connsiteX0" fmla="*/ 530147 w 530147"/>
                <a:gd name="connsiteY0" fmla="*/ 265074 h 530147"/>
                <a:gd name="connsiteX1" fmla="*/ 265074 w 530147"/>
                <a:gd name="connsiteY1" fmla="*/ 530147 h 530147"/>
                <a:gd name="connsiteX2" fmla="*/ 0 w 530147"/>
                <a:gd name="connsiteY2" fmla="*/ 265074 h 530147"/>
                <a:gd name="connsiteX3" fmla="*/ 265074 w 530147"/>
                <a:gd name="connsiteY3" fmla="*/ 0 h 530147"/>
                <a:gd name="connsiteX4" fmla="*/ 530147 w 530147"/>
                <a:gd name="connsiteY4" fmla="*/ 265074 h 530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147" h="530147">
                  <a:moveTo>
                    <a:pt x="530147" y="265074"/>
                  </a:moveTo>
                  <a:cubicBezTo>
                    <a:pt x="530147" y="411470"/>
                    <a:pt x="411470" y="530147"/>
                    <a:pt x="265074" y="530147"/>
                  </a:cubicBezTo>
                  <a:cubicBezTo>
                    <a:pt x="118678" y="530147"/>
                    <a:pt x="0" y="411470"/>
                    <a:pt x="0" y="265074"/>
                  </a:cubicBezTo>
                  <a:cubicBezTo>
                    <a:pt x="0" y="118678"/>
                    <a:pt x="118678" y="0"/>
                    <a:pt x="265074" y="0"/>
                  </a:cubicBezTo>
                  <a:cubicBezTo>
                    <a:pt x="411470" y="0"/>
                    <a:pt x="530147" y="118678"/>
                    <a:pt x="530147" y="265074"/>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3" name="任意形状 292"/>
            <p:cNvSpPr/>
            <p:nvPr/>
          </p:nvSpPr>
          <p:spPr>
            <a:xfrm rot="-5400000">
              <a:off x="5357712" y="4685021"/>
              <a:ext cx="289540" cy="448503"/>
            </a:xfrm>
            <a:custGeom>
              <a:avLst/>
              <a:gdLst>
                <a:gd name="connsiteX0" fmla="*/ 74404 w 289540"/>
                <a:gd name="connsiteY0" fmla="*/ 153724 h 448503"/>
                <a:gd name="connsiteX1" fmla="*/ 74404 w 289540"/>
                <a:gd name="connsiteY1" fmla="*/ 299836 h 448503"/>
                <a:gd name="connsiteX2" fmla="*/ 0 w 289540"/>
                <a:gd name="connsiteY2" fmla="*/ 299836 h 448503"/>
                <a:gd name="connsiteX3" fmla="*/ 145997 w 289540"/>
                <a:gd name="connsiteY3" fmla="*/ 448504 h 448503"/>
                <a:gd name="connsiteX4" fmla="*/ 289540 w 289540"/>
                <a:gd name="connsiteY4" fmla="*/ 302335 h 448503"/>
                <a:gd name="connsiteX5" fmla="*/ 212190 w 289540"/>
                <a:gd name="connsiteY5" fmla="*/ 302335 h 448503"/>
                <a:gd name="connsiteX6" fmla="*/ 212190 w 289540"/>
                <a:gd name="connsiteY6" fmla="*/ 0 h 44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9540" h="448503">
                  <a:moveTo>
                    <a:pt x="74404" y="153724"/>
                  </a:moveTo>
                  <a:lnTo>
                    <a:pt x="74404" y="299836"/>
                  </a:lnTo>
                  <a:lnTo>
                    <a:pt x="0" y="299836"/>
                  </a:lnTo>
                  <a:lnTo>
                    <a:pt x="145997" y="448504"/>
                  </a:lnTo>
                  <a:lnTo>
                    <a:pt x="289540" y="302335"/>
                  </a:lnTo>
                  <a:lnTo>
                    <a:pt x="212190" y="302335"/>
                  </a:lnTo>
                  <a:lnTo>
                    <a:pt x="212190" y="0"/>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4" name="任意形状 293"/>
            <p:cNvSpPr/>
            <p:nvPr/>
          </p:nvSpPr>
          <p:spPr>
            <a:xfrm rot="-5400000" flipV="1">
              <a:off x="4868615" y="5179498"/>
              <a:ext cx="268071" cy="407261"/>
            </a:xfrm>
            <a:custGeom>
              <a:avLst/>
              <a:gdLst>
                <a:gd name="connsiteX0" fmla="*/ 68887 w 268071"/>
                <a:gd name="connsiteY0" fmla="*/ 67321 h 407261"/>
                <a:gd name="connsiteX1" fmla="*/ 68887 w 268071"/>
                <a:gd name="connsiteY1" fmla="*/ 272265 h 407261"/>
                <a:gd name="connsiteX2" fmla="*/ 0 w 268071"/>
                <a:gd name="connsiteY2" fmla="*/ 272265 h 407261"/>
                <a:gd name="connsiteX3" fmla="*/ 135172 w 268071"/>
                <a:gd name="connsiteY3" fmla="*/ 407262 h 407261"/>
                <a:gd name="connsiteX4" fmla="*/ 268071 w 268071"/>
                <a:gd name="connsiteY4" fmla="*/ 274534 h 407261"/>
                <a:gd name="connsiteX5" fmla="*/ 196457 w 268071"/>
                <a:gd name="connsiteY5" fmla="*/ 274534 h 407261"/>
                <a:gd name="connsiteX6" fmla="*/ 196457 w 268071"/>
                <a:gd name="connsiteY6" fmla="*/ 0 h 40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071" h="407261">
                  <a:moveTo>
                    <a:pt x="68887" y="67321"/>
                  </a:moveTo>
                  <a:lnTo>
                    <a:pt x="68887" y="272265"/>
                  </a:lnTo>
                  <a:lnTo>
                    <a:pt x="0" y="272265"/>
                  </a:lnTo>
                  <a:lnTo>
                    <a:pt x="135172" y="407262"/>
                  </a:lnTo>
                  <a:lnTo>
                    <a:pt x="268071" y="274534"/>
                  </a:lnTo>
                  <a:lnTo>
                    <a:pt x="196457" y="274534"/>
                  </a:lnTo>
                  <a:lnTo>
                    <a:pt x="196457" y="0"/>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95" name="图片 6" descr="icon-42"/>
            <p:cNvGrpSpPr/>
            <p:nvPr/>
          </p:nvGrpSpPr>
          <p:grpSpPr>
            <a:xfrm>
              <a:off x="4989411" y="4882544"/>
              <a:ext cx="528145" cy="528145"/>
              <a:chOff x="4989411" y="4882544"/>
              <a:chExt cx="528145" cy="528145"/>
            </a:xfrm>
          </p:grpSpPr>
          <p:sp>
            <p:nvSpPr>
              <p:cNvPr id="296" name="任意形状 295"/>
              <p:cNvSpPr/>
              <p:nvPr/>
            </p:nvSpPr>
            <p:spPr>
              <a:xfrm>
                <a:off x="4989411" y="4979834"/>
                <a:ext cx="528145" cy="125087"/>
              </a:xfrm>
              <a:custGeom>
                <a:avLst/>
                <a:gdLst>
                  <a:gd name="connsiteX0" fmla="*/ 62 w 528145"/>
                  <a:gd name="connsiteY0" fmla="*/ 61 h 125087"/>
                  <a:gd name="connsiteX1" fmla="*/ 528207 w 528145"/>
                  <a:gd name="connsiteY1" fmla="*/ 61 h 125087"/>
                  <a:gd name="connsiteX2" fmla="*/ 528207 w 528145"/>
                  <a:gd name="connsiteY2" fmla="*/ 125148 h 125087"/>
                  <a:gd name="connsiteX3" fmla="*/ 62 w 528145"/>
                  <a:gd name="connsiteY3" fmla="*/ 125148 h 125087"/>
                </a:gdLst>
                <a:ahLst/>
                <a:cxnLst>
                  <a:cxn ang="0">
                    <a:pos x="connsiteX0" y="connsiteY0"/>
                  </a:cxn>
                  <a:cxn ang="0">
                    <a:pos x="connsiteX1" y="connsiteY1"/>
                  </a:cxn>
                  <a:cxn ang="0">
                    <a:pos x="connsiteX2" y="connsiteY2"/>
                  </a:cxn>
                  <a:cxn ang="0">
                    <a:pos x="connsiteX3" y="connsiteY3"/>
                  </a:cxn>
                </a:cxnLst>
                <a:rect l="l" t="t" r="r" b="b"/>
                <a:pathLst>
                  <a:path w="528145" h="125087">
                    <a:moveTo>
                      <a:pt x="62" y="61"/>
                    </a:moveTo>
                    <a:lnTo>
                      <a:pt x="528207" y="61"/>
                    </a:lnTo>
                    <a:lnTo>
                      <a:pt x="528207" y="125148"/>
                    </a:lnTo>
                    <a:lnTo>
                      <a:pt x="62" y="125148"/>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7" name="任意形状 296"/>
              <p:cNvSpPr/>
              <p:nvPr/>
            </p:nvSpPr>
            <p:spPr>
              <a:xfrm>
                <a:off x="4989411" y="5285602"/>
                <a:ext cx="528145" cy="125087"/>
              </a:xfrm>
              <a:custGeom>
                <a:avLst/>
                <a:gdLst>
                  <a:gd name="connsiteX0" fmla="*/ 62 w 528145"/>
                  <a:gd name="connsiteY0" fmla="*/ 61 h 125087"/>
                  <a:gd name="connsiteX1" fmla="*/ 528207 w 528145"/>
                  <a:gd name="connsiteY1" fmla="*/ 61 h 125087"/>
                  <a:gd name="connsiteX2" fmla="*/ 528207 w 528145"/>
                  <a:gd name="connsiteY2" fmla="*/ 125148 h 125087"/>
                  <a:gd name="connsiteX3" fmla="*/ 62 w 528145"/>
                  <a:gd name="connsiteY3" fmla="*/ 125148 h 125087"/>
                </a:gdLst>
                <a:ahLst/>
                <a:cxnLst>
                  <a:cxn ang="0">
                    <a:pos x="connsiteX0" y="connsiteY0"/>
                  </a:cxn>
                  <a:cxn ang="0">
                    <a:pos x="connsiteX1" y="connsiteY1"/>
                  </a:cxn>
                  <a:cxn ang="0">
                    <a:pos x="connsiteX2" y="connsiteY2"/>
                  </a:cxn>
                  <a:cxn ang="0">
                    <a:pos x="connsiteX3" y="connsiteY3"/>
                  </a:cxn>
                </a:cxnLst>
                <a:rect l="l" t="t" r="r" b="b"/>
                <a:pathLst>
                  <a:path w="528145" h="125087">
                    <a:moveTo>
                      <a:pt x="62" y="61"/>
                    </a:moveTo>
                    <a:lnTo>
                      <a:pt x="528207" y="61"/>
                    </a:lnTo>
                    <a:lnTo>
                      <a:pt x="528207" y="125148"/>
                    </a:lnTo>
                    <a:lnTo>
                      <a:pt x="62" y="125148"/>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8" name="任意形状 297"/>
              <p:cNvSpPr/>
              <p:nvPr/>
            </p:nvSpPr>
            <p:spPr>
              <a:xfrm>
                <a:off x="5401735" y="5322665"/>
                <a:ext cx="50961" cy="46328"/>
              </a:xfrm>
              <a:custGeom>
                <a:avLst/>
                <a:gdLst>
                  <a:gd name="connsiteX0" fmla="*/ 51023 w 50961"/>
                  <a:gd name="connsiteY0" fmla="*/ 23225 h 46328"/>
                  <a:gd name="connsiteX1" fmla="*/ 25543 w 50961"/>
                  <a:gd name="connsiteY1" fmla="*/ 46390 h 46328"/>
                  <a:gd name="connsiteX2" fmla="*/ 62 w 50961"/>
                  <a:gd name="connsiteY2" fmla="*/ 23225 h 46328"/>
                  <a:gd name="connsiteX3" fmla="*/ 25543 w 50961"/>
                  <a:gd name="connsiteY3" fmla="*/ 61 h 46328"/>
                  <a:gd name="connsiteX4" fmla="*/ 51023 w 50961"/>
                  <a:gd name="connsiteY4" fmla="*/ 23225 h 46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 h="46328">
                    <a:moveTo>
                      <a:pt x="51023" y="23225"/>
                    </a:moveTo>
                    <a:cubicBezTo>
                      <a:pt x="51023" y="36019"/>
                      <a:pt x="39615" y="46390"/>
                      <a:pt x="25543" y="46390"/>
                    </a:cubicBezTo>
                    <a:cubicBezTo>
                      <a:pt x="11470" y="46390"/>
                      <a:pt x="62" y="36019"/>
                      <a:pt x="62" y="23225"/>
                    </a:cubicBezTo>
                    <a:cubicBezTo>
                      <a:pt x="62" y="10432"/>
                      <a:pt x="11470" y="61"/>
                      <a:pt x="25543" y="61"/>
                    </a:cubicBezTo>
                    <a:cubicBezTo>
                      <a:pt x="39615" y="61"/>
                      <a:pt x="51023" y="10432"/>
                      <a:pt x="51023" y="23225"/>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9" name="任意形状 298"/>
              <p:cNvSpPr/>
              <p:nvPr/>
            </p:nvSpPr>
            <p:spPr>
              <a:xfrm flipV="1">
                <a:off x="4989411" y="4882544"/>
                <a:ext cx="528145" cy="97289"/>
              </a:xfrm>
              <a:custGeom>
                <a:avLst/>
                <a:gdLst>
                  <a:gd name="connsiteX0" fmla="*/ 62 w 528145"/>
                  <a:gd name="connsiteY0" fmla="*/ 61 h 97289"/>
                  <a:gd name="connsiteX1" fmla="*/ 528207 w 528145"/>
                  <a:gd name="connsiteY1" fmla="*/ 61 h 97289"/>
                  <a:gd name="connsiteX2" fmla="*/ 443704 w 528145"/>
                  <a:gd name="connsiteY2" fmla="*/ 97351 h 97289"/>
                  <a:gd name="connsiteX3" fmla="*/ 84565 w 528145"/>
                  <a:gd name="connsiteY3" fmla="*/ 97351 h 97289"/>
                </a:gdLst>
                <a:ahLst/>
                <a:cxnLst>
                  <a:cxn ang="0">
                    <a:pos x="connsiteX0" y="connsiteY0"/>
                  </a:cxn>
                  <a:cxn ang="0">
                    <a:pos x="connsiteX1" y="connsiteY1"/>
                  </a:cxn>
                  <a:cxn ang="0">
                    <a:pos x="connsiteX2" y="connsiteY2"/>
                  </a:cxn>
                  <a:cxn ang="0">
                    <a:pos x="connsiteX3" y="connsiteY3"/>
                  </a:cxn>
                </a:cxnLst>
                <a:rect l="l" t="t" r="r" b="b"/>
                <a:pathLst>
                  <a:path w="528145" h="97289">
                    <a:moveTo>
                      <a:pt x="62" y="61"/>
                    </a:moveTo>
                    <a:lnTo>
                      <a:pt x="528207" y="61"/>
                    </a:lnTo>
                    <a:lnTo>
                      <a:pt x="443704" y="97351"/>
                    </a:lnTo>
                    <a:lnTo>
                      <a:pt x="84565" y="97351"/>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0" name="任意形状 299"/>
              <p:cNvSpPr/>
              <p:nvPr/>
            </p:nvSpPr>
            <p:spPr>
              <a:xfrm>
                <a:off x="5063537" y="5026162"/>
                <a:ext cx="291869" cy="32429"/>
              </a:xfrm>
              <a:custGeom>
                <a:avLst/>
                <a:gdLst>
                  <a:gd name="connsiteX0" fmla="*/ 62 w 291869"/>
                  <a:gd name="connsiteY0" fmla="*/ 61 h 32429"/>
                  <a:gd name="connsiteX1" fmla="*/ 291932 w 291869"/>
                  <a:gd name="connsiteY1" fmla="*/ 61 h 32429"/>
                  <a:gd name="connsiteX2" fmla="*/ 291932 w 291869"/>
                  <a:gd name="connsiteY2" fmla="*/ 32491 h 32429"/>
                  <a:gd name="connsiteX3" fmla="*/ 62 w 291869"/>
                  <a:gd name="connsiteY3" fmla="*/ 32491 h 32429"/>
                </a:gdLst>
                <a:ahLst/>
                <a:cxnLst>
                  <a:cxn ang="0">
                    <a:pos x="connsiteX0" y="connsiteY0"/>
                  </a:cxn>
                  <a:cxn ang="0">
                    <a:pos x="connsiteX1" y="connsiteY1"/>
                  </a:cxn>
                  <a:cxn ang="0">
                    <a:pos x="connsiteX2" y="connsiteY2"/>
                  </a:cxn>
                  <a:cxn ang="0">
                    <a:pos x="connsiteX3" y="connsiteY3"/>
                  </a:cxn>
                </a:cxnLst>
                <a:rect l="l" t="t" r="r" b="b"/>
                <a:pathLst>
                  <a:path w="291869" h="32429">
                    <a:moveTo>
                      <a:pt x="62" y="61"/>
                    </a:moveTo>
                    <a:lnTo>
                      <a:pt x="291932" y="61"/>
                    </a:lnTo>
                    <a:lnTo>
                      <a:pt x="291932" y="32491"/>
                    </a:lnTo>
                    <a:lnTo>
                      <a:pt x="62" y="32491"/>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1" name="任意形状 300"/>
              <p:cNvSpPr/>
              <p:nvPr/>
            </p:nvSpPr>
            <p:spPr>
              <a:xfrm>
                <a:off x="4989411" y="5128085"/>
                <a:ext cx="528145" cy="125087"/>
              </a:xfrm>
              <a:custGeom>
                <a:avLst/>
                <a:gdLst>
                  <a:gd name="connsiteX0" fmla="*/ 62 w 528145"/>
                  <a:gd name="connsiteY0" fmla="*/ 61 h 125087"/>
                  <a:gd name="connsiteX1" fmla="*/ 528207 w 528145"/>
                  <a:gd name="connsiteY1" fmla="*/ 61 h 125087"/>
                  <a:gd name="connsiteX2" fmla="*/ 528207 w 528145"/>
                  <a:gd name="connsiteY2" fmla="*/ 125148 h 125087"/>
                  <a:gd name="connsiteX3" fmla="*/ 62 w 528145"/>
                  <a:gd name="connsiteY3" fmla="*/ 125148 h 125087"/>
                </a:gdLst>
                <a:ahLst/>
                <a:cxnLst>
                  <a:cxn ang="0">
                    <a:pos x="connsiteX0" y="connsiteY0"/>
                  </a:cxn>
                  <a:cxn ang="0">
                    <a:pos x="connsiteX1" y="connsiteY1"/>
                  </a:cxn>
                  <a:cxn ang="0">
                    <a:pos x="connsiteX2" y="connsiteY2"/>
                  </a:cxn>
                  <a:cxn ang="0">
                    <a:pos x="connsiteX3" y="connsiteY3"/>
                  </a:cxn>
                </a:cxnLst>
                <a:rect l="l" t="t" r="r" b="b"/>
                <a:pathLst>
                  <a:path w="528145" h="125087">
                    <a:moveTo>
                      <a:pt x="62" y="61"/>
                    </a:moveTo>
                    <a:lnTo>
                      <a:pt x="528207" y="61"/>
                    </a:lnTo>
                    <a:lnTo>
                      <a:pt x="528207" y="125148"/>
                    </a:lnTo>
                    <a:lnTo>
                      <a:pt x="62" y="125148"/>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2" name="任意形状 301"/>
              <p:cNvSpPr/>
              <p:nvPr/>
            </p:nvSpPr>
            <p:spPr>
              <a:xfrm>
                <a:off x="5401735" y="5021529"/>
                <a:ext cx="50961" cy="46328"/>
              </a:xfrm>
              <a:custGeom>
                <a:avLst/>
                <a:gdLst>
                  <a:gd name="connsiteX0" fmla="*/ 51023 w 50961"/>
                  <a:gd name="connsiteY0" fmla="*/ 23225 h 46328"/>
                  <a:gd name="connsiteX1" fmla="*/ 25543 w 50961"/>
                  <a:gd name="connsiteY1" fmla="*/ 46390 h 46328"/>
                  <a:gd name="connsiteX2" fmla="*/ 62 w 50961"/>
                  <a:gd name="connsiteY2" fmla="*/ 23225 h 46328"/>
                  <a:gd name="connsiteX3" fmla="*/ 25543 w 50961"/>
                  <a:gd name="connsiteY3" fmla="*/ 61 h 46328"/>
                  <a:gd name="connsiteX4" fmla="*/ 51023 w 50961"/>
                  <a:gd name="connsiteY4" fmla="*/ 23225 h 46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 h="46328">
                    <a:moveTo>
                      <a:pt x="51023" y="23225"/>
                    </a:moveTo>
                    <a:cubicBezTo>
                      <a:pt x="51023" y="36019"/>
                      <a:pt x="39615" y="46390"/>
                      <a:pt x="25543" y="46390"/>
                    </a:cubicBezTo>
                    <a:cubicBezTo>
                      <a:pt x="11470" y="46390"/>
                      <a:pt x="62" y="36019"/>
                      <a:pt x="62" y="23225"/>
                    </a:cubicBezTo>
                    <a:cubicBezTo>
                      <a:pt x="62" y="10432"/>
                      <a:pt x="11470" y="61"/>
                      <a:pt x="25543" y="61"/>
                    </a:cubicBezTo>
                    <a:cubicBezTo>
                      <a:pt x="39615" y="61"/>
                      <a:pt x="51023" y="10432"/>
                      <a:pt x="51023" y="23225"/>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3" name="任意形状 302"/>
              <p:cNvSpPr/>
              <p:nvPr/>
            </p:nvSpPr>
            <p:spPr>
              <a:xfrm>
                <a:off x="5063537" y="5327298"/>
                <a:ext cx="291869" cy="32429"/>
              </a:xfrm>
              <a:custGeom>
                <a:avLst/>
                <a:gdLst>
                  <a:gd name="connsiteX0" fmla="*/ 62 w 291869"/>
                  <a:gd name="connsiteY0" fmla="*/ 61 h 32429"/>
                  <a:gd name="connsiteX1" fmla="*/ 291932 w 291869"/>
                  <a:gd name="connsiteY1" fmla="*/ 61 h 32429"/>
                  <a:gd name="connsiteX2" fmla="*/ 291932 w 291869"/>
                  <a:gd name="connsiteY2" fmla="*/ 32491 h 32429"/>
                  <a:gd name="connsiteX3" fmla="*/ 62 w 291869"/>
                  <a:gd name="connsiteY3" fmla="*/ 32491 h 32429"/>
                </a:gdLst>
                <a:ahLst/>
                <a:cxnLst>
                  <a:cxn ang="0">
                    <a:pos x="connsiteX0" y="connsiteY0"/>
                  </a:cxn>
                  <a:cxn ang="0">
                    <a:pos x="connsiteX1" y="connsiteY1"/>
                  </a:cxn>
                  <a:cxn ang="0">
                    <a:pos x="connsiteX2" y="connsiteY2"/>
                  </a:cxn>
                  <a:cxn ang="0">
                    <a:pos x="connsiteX3" y="connsiteY3"/>
                  </a:cxn>
                </a:cxnLst>
                <a:rect l="l" t="t" r="r" b="b"/>
                <a:pathLst>
                  <a:path w="291869" h="32429">
                    <a:moveTo>
                      <a:pt x="62" y="61"/>
                    </a:moveTo>
                    <a:lnTo>
                      <a:pt x="291932" y="61"/>
                    </a:lnTo>
                    <a:lnTo>
                      <a:pt x="291932" y="32491"/>
                    </a:lnTo>
                    <a:lnTo>
                      <a:pt x="62" y="32491"/>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4" name="任意形状 303"/>
              <p:cNvSpPr/>
              <p:nvPr/>
            </p:nvSpPr>
            <p:spPr>
              <a:xfrm>
                <a:off x="5063537" y="5179046"/>
                <a:ext cx="291869" cy="32429"/>
              </a:xfrm>
              <a:custGeom>
                <a:avLst/>
                <a:gdLst>
                  <a:gd name="connsiteX0" fmla="*/ 62 w 291869"/>
                  <a:gd name="connsiteY0" fmla="*/ 61 h 32429"/>
                  <a:gd name="connsiteX1" fmla="*/ 291932 w 291869"/>
                  <a:gd name="connsiteY1" fmla="*/ 61 h 32429"/>
                  <a:gd name="connsiteX2" fmla="*/ 291932 w 291869"/>
                  <a:gd name="connsiteY2" fmla="*/ 32491 h 32429"/>
                  <a:gd name="connsiteX3" fmla="*/ 62 w 291869"/>
                  <a:gd name="connsiteY3" fmla="*/ 32491 h 32429"/>
                </a:gdLst>
                <a:ahLst/>
                <a:cxnLst>
                  <a:cxn ang="0">
                    <a:pos x="connsiteX0" y="connsiteY0"/>
                  </a:cxn>
                  <a:cxn ang="0">
                    <a:pos x="connsiteX1" y="connsiteY1"/>
                  </a:cxn>
                  <a:cxn ang="0">
                    <a:pos x="connsiteX2" y="connsiteY2"/>
                  </a:cxn>
                  <a:cxn ang="0">
                    <a:pos x="connsiteX3" y="connsiteY3"/>
                  </a:cxn>
                </a:cxnLst>
                <a:rect l="l" t="t" r="r" b="b"/>
                <a:pathLst>
                  <a:path w="291869" h="32429">
                    <a:moveTo>
                      <a:pt x="62" y="61"/>
                    </a:moveTo>
                    <a:lnTo>
                      <a:pt x="291932" y="61"/>
                    </a:lnTo>
                    <a:lnTo>
                      <a:pt x="291932" y="32491"/>
                    </a:lnTo>
                    <a:lnTo>
                      <a:pt x="62" y="32491"/>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5" name="任意形状 304"/>
              <p:cNvSpPr/>
              <p:nvPr/>
            </p:nvSpPr>
            <p:spPr>
              <a:xfrm>
                <a:off x="5401735" y="5165148"/>
                <a:ext cx="50961" cy="46328"/>
              </a:xfrm>
              <a:custGeom>
                <a:avLst/>
                <a:gdLst>
                  <a:gd name="connsiteX0" fmla="*/ 51023 w 50961"/>
                  <a:gd name="connsiteY0" fmla="*/ 23225 h 46328"/>
                  <a:gd name="connsiteX1" fmla="*/ 25543 w 50961"/>
                  <a:gd name="connsiteY1" fmla="*/ 46390 h 46328"/>
                  <a:gd name="connsiteX2" fmla="*/ 62 w 50961"/>
                  <a:gd name="connsiteY2" fmla="*/ 23225 h 46328"/>
                  <a:gd name="connsiteX3" fmla="*/ 25543 w 50961"/>
                  <a:gd name="connsiteY3" fmla="*/ 61 h 46328"/>
                  <a:gd name="connsiteX4" fmla="*/ 51023 w 50961"/>
                  <a:gd name="connsiteY4" fmla="*/ 23225 h 46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 h="46328">
                    <a:moveTo>
                      <a:pt x="51023" y="23225"/>
                    </a:moveTo>
                    <a:cubicBezTo>
                      <a:pt x="51023" y="36019"/>
                      <a:pt x="39615" y="46390"/>
                      <a:pt x="25543" y="46390"/>
                    </a:cubicBezTo>
                    <a:cubicBezTo>
                      <a:pt x="11470" y="46390"/>
                      <a:pt x="62" y="36019"/>
                      <a:pt x="62" y="23225"/>
                    </a:cubicBezTo>
                    <a:cubicBezTo>
                      <a:pt x="62" y="10432"/>
                      <a:pt x="11470" y="61"/>
                      <a:pt x="25543" y="61"/>
                    </a:cubicBezTo>
                    <a:cubicBezTo>
                      <a:pt x="39615" y="61"/>
                      <a:pt x="51023" y="10432"/>
                      <a:pt x="51023" y="23225"/>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06" name="任意形状 305"/>
            <p:cNvSpPr/>
            <p:nvPr/>
          </p:nvSpPr>
          <p:spPr>
            <a:xfrm>
              <a:off x="5186839" y="4842755"/>
              <a:ext cx="56707" cy="4632"/>
            </a:xfrm>
            <a:custGeom>
              <a:avLst/>
              <a:gdLst>
                <a:gd name="connsiteX0" fmla="*/ 0 w 56707"/>
                <a:gd name="connsiteY0" fmla="*/ 0 h 4632"/>
                <a:gd name="connsiteX1" fmla="*/ 56707 w 56707"/>
                <a:gd name="connsiteY1" fmla="*/ 0 h 4632"/>
              </a:gdLst>
              <a:ahLst/>
              <a:cxnLst>
                <a:cxn ang="0">
                  <a:pos x="connsiteX0" y="connsiteY0"/>
                </a:cxn>
                <a:cxn ang="0">
                  <a:pos x="connsiteX1" y="connsiteY1"/>
                </a:cxn>
              </a:cxnLst>
              <a:rect l="l" t="t" r="r" b="b"/>
              <a:pathLst>
                <a:path w="56707" h="4632">
                  <a:moveTo>
                    <a:pt x="0" y="0"/>
                  </a:moveTo>
                  <a:lnTo>
                    <a:pt x="56707" y="0"/>
                  </a:lnTo>
                </a:path>
              </a:pathLst>
            </a:custGeom>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7" name="任意形状 306"/>
            <p:cNvSpPr/>
            <p:nvPr/>
          </p:nvSpPr>
          <p:spPr>
            <a:xfrm>
              <a:off x="5178423" y="5451070"/>
              <a:ext cx="56707" cy="4632"/>
            </a:xfrm>
            <a:custGeom>
              <a:avLst/>
              <a:gdLst>
                <a:gd name="connsiteX0" fmla="*/ 0 w 56707"/>
                <a:gd name="connsiteY0" fmla="*/ 0 h 4632"/>
                <a:gd name="connsiteX1" fmla="*/ 56707 w 56707"/>
                <a:gd name="connsiteY1" fmla="*/ 0 h 4632"/>
              </a:gdLst>
              <a:ahLst/>
              <a:cxnLst>
                <a:cxn ang="0">
                  <a:pos x="connsiteX0" y="connsiteY0"/>
                </a:cxn>
                <a:cxn ang="0">
                  <a:pos x="connsiteX1" y="connsiteY1"/>
                </a:cxn>
              </a:cxnLst>
              <a:rect l="l" t="t" r="r" b="b"/>
              <a:pathLst>
                <a:path w="56707" h="4632">
                  <a:moveTo>
                    <a:pt x="0" y="0"/>
                  </a:moveTo>
                  <a:lnTo>
                    <a:pt x="56707" y="0"/>
                  </a:lnTo>
                </a:path>
              </a:pathLst>
            </a:custGeom>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82" name="图片 7" descr="icon-43"/>
          <p:cNvGrpSpPr/>
          <p:nvPr/>
        </p:nvGrpSpPr>
        <p:grpSpPr>
          <a:xfrm>
            <a:off x="2941470" y="4562059"/>
            <a:ext cx="1207804" cy="1199920"/>
            <a:chOff x="2941470" y="4562059"/>
            <a:chExt cx="1207804" cy="1199920"/>
          </a:xfrm>
        </p:grpSpPr>
        <p:sp>
          <p:nvSpPr>
            <p:cNvPr id="283" name="任意形状 282"/>
            <p:cNvSpPr/>
            <p:nvPr/>
          </p:nvSpPr>
          <p:spPr>
            <a:xfrm>
              <a:off x="3112417" y="4715680"/>
              <a:ext cx="509613" cy="509613"/>
            </a:xfrm>
            <a:custGeom>
              <a:avLst/>
              <a:gdLst>
                <a:gd name="connsiteX0" fmla="*/ 509614 w 509613"/>
                <a:gd name="connsiteY0" fmla="*/ 254807 h 509613"/>
                <a:gd name="connsiteX1" fmla="*/ 254807 w 509613"/>
                <a:gd name="connsiteY1" fmla="*/ 509614 h 509613"/>
                <a:gd name="connsiteX2" fmla="*/ 0 w 509613"/>
                <a:gd name="connsiteY2" fmla="*/ 254807 h 509613"/>
                <a:gd name="connsiteX3" fmla="*/ 254807 w 509613"/>
                <a:gd name="connsiteY3" fmla="*/ 0 h 509613"/>
                <a:gd name="connsiteX4" fmla="*/ 509614 w 509613"/>
                <a:gd name="connsiteY4" fmla="*/ 254807 h 509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3" h="509613">
                  <a:moveTo>
                    <a:pt x="509614" y="254807"/>
                  </a:moveTo>
                  <a:cubicBezTo>
                    <a:pt x="509614" y="395533"/>
                    <a:pt x="395533" y="509614"/>
                    <a:pt x="254807" y="509614"/>
                  </a:cubicBezTo>
                  <a:cubicBezTo>
                    <a:pt x="114081" y="509614"/>
                    <a:pt x="0" y="395533"/>
                    <a:pt x="0" y="254807"/>
                  </a:cubicBezTo>
                  <a:cubicBezTo>
                    <a:pt x="0" y="114081"/>
                    <a:pt x="114081" y="0"/>
                    <a:pt x="254807" y="0"/>
                  </a:cubicBezTo>
                  <a:cubicBezTo>
                    <a:pt x="395533" y="0"/>
                    <a:pt x="509614" y="114081"/>
                    <a:pt x="509614" y="254807"/>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84" name="图片 7" descr="icon-43"/>
            <p:cNvGrpSpPr/>
            <p:nvPr/>
          </p:nvGrpSpPr>
          <p:grpSpPr>
            <a:xfrm>
              <a:off x="2941470" y="4562059"/>
              <a:ext cx="1207804" cy="1199920"/>
              <a:chOff x="2941470" y="4562059"/>
              <a:chExt cx="1207804" cy="1199920"/>
            </a:xfrm>
          </p:grpSpPr>
          <p:sp>
            <p:nvSpPr>
              <p:cNvPr id="285" name="任意形状 284"/>
              <p:cNvSpPr/>
              <p:nvPr/>
            </p:nvSpPr>
            <p:spPr>
              <a:xfrm rot="-2340000">
                <a:off x="3135550" y="4743477"/>
                <a:ext cx="829280" cy="829280"/>
              </a:xfrm>
              <a:custGeom>
                <a:avLst/>
                <a:gdLst>
                  <a:gd name="connsiteX0" fmla="*/ 795966 w 829280"/>
                  <a:gd name="connsiteY0" fmla="*/ 251504 h 829280"/>
                  <a:gd name="connsiteX1" fmla="*/ 414663 w 829280"/>
                  <a:gd name="connsiteY1" fmla="*/ 31 h 829280"/>
                  <a:gd name="connsiteX2" fmla="*/ 23 w 829280"/>
                  <a:gd name="connsiteY2" fmla="*/ 414671 h 829280"/>
                  <a:gd name="connsiteX3" fmla="*/ 26524 w 829280"/>
                  <a:gd name="connsiteY3" fmla="*/ 560848 h 829280"/>
                  <a:gd name="connsiteX4" fmla="*/ 414663 w 829280"/>
                  <a:gd name="connsiteY4" fmla="*/ 829312 h 829280"/>
                  <a:gd name="connsiteX5" fmla="*/ 829304 w 829280"/>
                  <a:gd name="connsiteY5" fmla="*/ 414671 h 82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9280" h="829280">
                    <a:moveTo>
                      <a:pt x="795966" y="251504"/>
                    </a:moveTo>
                    <a:cubicBezTo>
                      <a:pt x="732603" y="103626"/>
                      <a:pt x="585731" y="31"/>
                      <a:pt x="414663" y="31"/>
                    </a:cubicBezTo>
                    <a:cubicBezTo>
                      <a:pt x="185664" y="31"/>
                      <a:pt x="23" y="185672"/>
                      <a:pt x="23" y="414671"/>
                    </a:cubicBezTo>
                    <a:moveTo>
                      <a:pt x="26524" y="560848"/>
                    </a:moveTo>
                    <a:cubicBezTo>
                      <a:pt x="85633" y="717720"/>
                      <a:pt x="237116" y="829312"/>
                      <a:pt x="414663" y="829312"/>
                    </a:cubicBezTo>
                    <a:cubicBezTo>
                      <a:pt x="643663" y="829312"/>
                      <a:pt x="829304" y="643671"/>
                      <a:pt x="829304" y="414671"/>
                    </a:cubicBezTo>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6" name="任意形状 285"/>
              <p:cNvSpPr/>
              <p:nvPr/>
            </p:nvSpPr>
            <p:spPr>
              <a:xfrm rot="-2340000">
                <a:off x="3782883" y="4812474"/>
                <a:ext cx="64035" cy="64035"/>
              </a:xfrm>
              <a:custGeom>
                <a:avLst/>
                <a:gdLst>
                  <a:gd name="connsiteX0" fmla="*/ 64028 w 64035"/>
                  <a:gd name="connsiteY0" fmla="*/ 31998 h 64035"/>
                  <a:gd name="connsiteX1" fmla="*/ 32011 w 64035"/>
                  <a:gd name="connsiteY1" fmla="*/ 64015 h 64035"/>
                  <a:gd name="connsiteX2" fmla="*/ -7 w 64035"/>
                  <a:gd name="connsiteY2" fmla="*/ 31998 h 64035"/>
                  <a:gd name="connsiteX3" fmla="*/ 32011 w 64035"/>
                  <a:gd name="connsiteY3" fmla="*/ -20 h 64035"/>
                  <a:gd name="connsiteX4" fmla="*/ 64028 w 64035"/>
                  <a:gd name="connsiteY4" fmla="*/ 31998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28" y="31998"/>
                    </a:moveTo>
                    <a:cubicBezTo>
                      <a:pt x="64028" y="49680"/>
                      <a:pt x="49694" y="64015"/>
                      <a:pt x="32011" y="64015"/>
                    </a:cubicBezTo>
                    <a:cubicBezTo>
                      <a:pt x="14328" y="64015"/>
                      <a:pt x="-7" y="49680"/>
                      <a:pt x="-7" y="31998"/>
                    </a:cubicBezTo>
                    <a:cubicBezTo>
                      <a:pt x="-7" y="14315"/>
                      <a:pt x="14328" y="-20"/>
                      <a:pt x="32011" y="-20"/>
                    </a:cubicBezTo>
                    <a:cubicBezTo>
                      <a:pt x="49694" y="-20"/>
                      <a:pt x="64028" y="14315"/>
                      <a:pt x="64028" y="3199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7" name="任意形状 286"/>
              <p:cNvSpPr/>
              <p:nvPr/>
            </p:nvSpPr>
            <p:spPr>
              <a:xfrm rot="-2340000">
                <a:off x="3239138" y="5441741"/>
                <a:ext cx="64035" cy="64035"/>
              </a:xfrm>
              <a:custGeom>
                <a:avLst/>
                <a:gdLst>
                  <a:gd name="connsiteX0" fmla="*/ 64088 w 64035"/>
                  <a:gd name="connsiteY0" fmla="*/ 32102 h 64035"/>
                  <a:gd name="connsiteX1" fmla="*/ 32070 w 64035"/>
                  <a:gd name="connsiteY1" fmla="*/ 64119 h 64035"/>
                  <a:gd name="connsiteX2" fmla="*/ 52 w 64035"/>
                  <a:gd name="connsiteY2" fmla="*/ 32102 h 64035"/>
                  <a:gd name="connsiteX3" fmla="*/ 32070 w 64035"/>
                  <a:gd name="connsiteY3" fmla="*/ 84 h 64035"/>
                  <a:gd name="connsiteX4" fmla="*/ 64088 w 64035"/>
                  <a:gd name="connsiteY4" fmla="*/ 32102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88" y="32102"/>
                    </a:moveTo>
                    <a:cubicBezTo>
                      <a:pt x="64088" y="49785"/>
                      <a:pt x="49753" y="64119"/>
                      <a:pt x="32070" y="64119"/>
                    </a:cubicBezTo>
                    <a:cubicBezTo>
                      <a:pt x="14387" y="64119"/>
                      <a:pt x="52" y="49785"/>
                      <a:pt x="52" y="32102"/>
                    </a:cubicBezTo>
                    <a:cubicBezTo>
                      <a:pt x="52" y="14419"/>
                      <a:pt x="14387" y="84"/>
                      <a:pt x="32070" y="84"/>
                    </a:cubicBezTo>
                    <a:cubicBezTo>
                      <a:pt x="49753" y="84"/>
                      <a:pt x="64088" y="14419"/>
                      <a:pt x="64088" y="3210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88" name="任意形状 287"/>
            <p:cNvSpPr/>
            <p:nvPr/>
          </p:nvSpPr>
          <p:spPr>
            <a:xfrm>
              <a:off x="3300853" y="4886170"/>
              <a:ext cx="501413" cy="537411"/>
            </a:xfrm>
            <a:custGeom>
              <a:avLst/>
              <a:gdLst>
                <a:gd name="connsiteX0" fmla="*/ 0 w 501413"/>
                <a:gd name="connsiteY0" fmla="*/ 102756 h 537411"/>
                <a:gd name="connsiteX1" fmla="*/ 125809 w 501413"/>
                <a:gd name="connsiteY1" fmla="*/ 63278 h 537411"/>
                <a:gd name="connsiteX2" fmla="*/ 243333 w 501413"/>
                <a:gd name="connsiteY2" fmla="*/ 0 h 537411"/>
                <a:gd name="connsiteX3" fmla="*/ 375104 w 501413"/>
                <a:gd name="connsiteY3" fmla="*/ 65814 h 537411"/>
                <a:gd name="connsiteX4" fmla="*/ 501414 w 501413"/>
                <a:gd name="connsiteY4" fmla="*/ 102756 h 537411"/>
                <a:gd name="connsiteX5" fmla="*/ 501414 w 501413"/>
                <a:gd name="connsiteY5" fmla="*/ 122103 h 537411"/>
                <a:gd name="connsiteX6" fmla="*/ 238110 w 501413"/>
                <a:gd name="connsiteY6" fmla="*/ 537411 h 537411"/>
                <a:gd name="connsiteX7" fmla="*/ 238110 w 501413"/>
                <a:gd name="connsiteY7" fmla="*/ 537411 h 537411"/>
                <a:gd name="connsiteX8" fmla="*/ 238110 w 501413"/>
                <a:gd name="connsiteY8" fmla="*/ 537411 h 537411"/>
                <a:gd name="connsiteX9" fmla="*/ 0 w 501413"/>
                <a:gd name="connsiteY9" fmla="*/ 144674 h 537411"/>
                <a:gd name="connsiteX10" fmla="*/ 0 w 501413"/>
                <a:gd name="connsiteY10" fmla="*/ 102756 h 537411"/>
                <a:gd name="connsiteX11" fmla="*/ 0 w 501413"/>
                <a:gd name="connsiteY11" fmla="*/ 102756 h 53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1413" h="537411">
                  <a:moveTo>
                    <a:pt x="0" y="102756"/>
                  </a:moveTo>
                  <a:cubicBezTo>
                    <a:pt x="41499" y="94331"/>
                    <a:pt x="83435" y="81171"/>
                    <a:pt x="125809" y="63278"/>
                  </a:cubicBezTo>
                  <a:cubicBezTo>
                    <a:pt x="168183" y="45384"/>
                    <a:pt x="207357" y="24291"/>
                    <a:pt x="243333" y="0"/>
                  </a:cubicBezTo>
                  <a:cubicBezTo>
                    <a:pt x="287297" y="26403"/>
                    <a:pt x="331220" y="48341"/>
                    <a:pt x="375104" y="65814"/>
                  </a:cubicBezTo>
                  <a:cubicBezTo>
                    <a:pt x="418988" y="83286"/>
                    <a:pt x="461091" y="95600"/>
                    <a:pt x="501414" y="102756"/>
                  </a:cubicBezTo>
                  <a:lnTo>
                    <a:pt x="501414" y="122103"/>
                  </a:lnTo>
                  <a:cubicBezTo>
                    <a:pt x="501414" y="299829"/>
                    <a:pt x="398854" y="461596"/>
                    <a:pt x="238110" y="537411"/>
                  </a:cubicBezTo>
                  <a:lnTo>
                    <a:pt x="238110" y="537411"/>
                  </a:lnTo>
                  <a:lnTo>
                    <a:pt x="238110" y="537411"/>
                  </a:lnTo>
                  <a:cubicBezTo>
                    <a:pt x="91768" y="461086"/>
                    <a:pt x="0" y="309724"/>
                    <a:pt x="0" y="144674"/>
                  </a:cubicBezTo>
                  <a:lnTo>
                    <a:pt x="0" y="102756"/>
                  </a:lnTo>
                  <a:lnTo>
                    <a:pt x="0" y="102756"/>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9" name="任意形状 288"/>
            <p:cNvSpPr/>
            <p:nvPr/>
          </p:nvSpPr>
          <p:spPr>
            <a:xfrm>
              <a:off x="3345282" y="4933789"/>
              <a:ext cx="412555" cy="442173"/>
            </a:xfrm>
            <a:custGeom>
              <a:avLst/>
              <a:gdLst>
                <a:gd name="connsiteX0" fmla="*/ 0 w 412555"/>
                <a:gd name="connsiteY0" fmla="*/ 84546 h 442173"/>
                <a:gd name="connsiteX1" fmla="*/ 103514 w 412555"/>
                <a:gd name="connsiteY1" fmla="*/ 52064 h 442173"/>
                <a:gd name="connsiteX2" fmla="*/ 200211 w 412555"/>
                <a:gd name="connsiteY2" fmla="*/ 0 h 442173"/>
                <a:gd name="connsiteX3" fmla="*/ 308630 w 412555"/>
                <a:gd name="connsiteY3" fmla="*/ 54151 h 442173"/>
                <a:gd name="connsiteX4" fmla="*/ 412556 w 412555"/>
                <a:gd name="connsiteY4" fmla="*/ 84546 h 442173"/>
                <a:gd name="connsiteX5" fmla="*/ 412556 w 412555"/>
                <a:gd name="connsiteY5" fmla="*/ 100465 h 442173"/>
                <a:gd name="connsiteX6" fmla="*/ 195913 w 412555"/>
                <a:gd name="connsiteY6" fmla="*/ 442174 h 442173"/>
                <a:gd name="connsiteX7" fmla="*/ 195913 w 412555"/>
                <a:gd name="connsiteY7" fmla="*/ 442174 h 442173"/>
                <a:gd name="connsiteX8" fmla="*/ 195913 w 412555"/>
                <a:gd name="connsiteY8" fmla="*/ 442174 h 442173"/>
                <a:gd name="connsiteX9" fmla="*/ 0 w 412555"/>
                <a:gd name="connsiteY9" fmla="*/ 119036 h 442173"/>
                <a:gd name="connsiteX10" fmla="*/ 0 w 412555"/>
                <a:gd name="connsiteY10" fmla="*/ 84546 h 442173"/>
                <a:gd name="connsiteX11" fmla="*/ 0 w 412555"/>
                <a:gd name="connsiteY11" fmla="*/ 84546 h 44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2555" h="442173">
                  <a:moveTo>
                    <a:pt x="0" y="84546"/>
                  </a:moveTo>
                  <a:cubicBezTo>
                    <a:pt x="34145" y="77614"/>
                    <a:pt x="68649" y="66787"/>
                    <a:pt x="103514" y="52064"/>
                  </a:cubicBezTo>
                  <a:cubicBezTo>
                    <a:pt x="138378" y="37341"/>
                    <a:pt x="170611" y="19987"/>
                    <a:pt x="200211" y="0"/>
                  </a:cubicBezTo>
                  <a:cubicBezTo>
                    <a:pt x="236383" y="21724"/>
                    <a:pt x="272523" y="39775"/>
                    <a:pt x="308630" y="54151"/>
                  </a:cubicBezTo>
                  <a:cubicBezTo>
                    <a:pt x="344737" y="68527"/>
                    <a:pt x="379379" y="78659"/>
                    <a:pt x="412556" y="84546"/>
                  </a:cubicBezTo>
                  <a:lnTo>
                    <a:pt x="412556" y="100465"/>
                  </a:lnTo>
                  <a:cubicBezTo>
                    <a:pt x="412556" y="246695"/>
                    <a:pt x="328171" y="379794"/>
                    <a:pt x="195913" y="442174"/>
                  </a:cubicBezTo>
                  <a:lnTo>
                    <a:pt x="195913" y="442174"/>
                  </a:lnTo>
                  <a:lnTo>
                    <a:pt x="195913" y="442174"/>
                  </a:lnTo>
                  <a:cubicBezTo>
                    <a:pt x="75505" y="379374"/>
                    <a:pt x="0" y="254837"/>
                    <a:pt x="0" y="119036"/>
                  </a:cubicBezTo>
                  <a:lnTo>
                    <a:pt x="0" y="84546"/>
                  </a:lnTo>
                  <a:lnTo>
                    <a:pt x="0" y="84546"/>
                  </a:lnTo>
                  <a:close/>
                </a:path>
              </a:pathLst>
            </a:custGeom>
            <a:solidFill>
              <a:schemeClr val="bg1"/>
            </a:solid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0" name="任意形状 289"/>
            <p:cNvSpPr/>
            <p:nvPr/>
          </p:nvSpPr>
          <p:spPr>
            <a:xfrm>
              <a:off x="3450584" y="5058592"/>
              <a:ext cx="222377" cy="166782"/>
            </a:xfrm>
            <a:custGeom>
              <a:avLst/>
              <a:gdLst>
                <a:gd name="connsiteX0" fmla="*/ 192617 w 222377"/>
                <a:gd name="connsiteY0" fmla="*/ 0 h 166782"/>
                <a:gd name="connsiteX1" fmla="*/ 222377 w 222377"/>
                <a:gd name="connsiteY1" fmla="*/ 28428 h 166782"/>
                <a:gd name="connsiteX2" fmla="*/ 90262 w 222377"/>
                <a:gd name="connsiteY2" fmla="*/ 166783 h 166782"/>
                <a:gd name="connsiteX3" fmla="*/ 0 w 222377"/>
                <a:gd name="connsiteY3" fmla="*/ 63166 h 166782"/>
                <a:gd name="connsiteX4" fmla="*/ 31028 w 222377"/>
                <a:gd name="connsiteY4" fmla="*/ 36128 h 166782"/>
                <a:gd name="connsiteX5" fmla="*/ 91655 w 222377"/>
                <a:gd name="connsiteY5" fmla="*/ 105726 h 16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377" h="166782">
                  <a:moveTo>
                    <a:pt x="192617" y="0"/>
                  </a:moveTo>
                  <a:lnTo>
                    <a:pt x="222377" y="28428"/>
                  </a:lnTo>
                  <a:lnTo>
                    <a:pt x="90262" y="166783"/>
                  </a:lnTo>
                  <a:lnTo>
                    <a:pt x="0" y="63166"/>
                  </a:lnTo>
                  <a:lnTo>
                    <a:pt x="31028" y="36128"/>
                  </a:lnTo>
                  <a:lnTo>
                    <a:pt x="91655" y="105726"/>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6" name="图片 8" descr="icon-44"/>
          <p:cNvGrpSpPr/>
          <p:nvPr/>
        </p:nvGrpSpPr>
        <p:grpSpPr>
          <a:xfrm>
            <a:off x="1332361" y="4748110"/>
            <a:ext cx="793729" cy="790005"/>
            <a:chOff x="1332361" y="4748110"/>
            <a:chExt cx="793729" cy="790005"/>
          </a:xfrm>
        </p:grpSpPr>
        <p:sp>
          <p:nvSpPr>
            <p:cNvPr id="277" name="任意形状 276"/>
            <p:cNvSpPr/>
            <p:nvPr/>
          </p:nvSpPr>
          <p:spPr>
            <a:xfrm>
              <a:off x="1616476" y="4748110"/>
              <a:ext cx="509613" cy="509613"/>
            </a:xfrm>
            <a:custGeom>
              <a:avLst/>
              <a:gdLst>
                <a:gd name="connsiteX0" fmla="*/ 509614 w 509613"/>
                <a:gd name="connsiteY0" fmla="*/ 254807 h 509613"/>
                <a:gd name="connsiteX1" fmla="*/ 254807 w 509613"/>
                <a:gd name="connsiteY1" fmla="*/ 509614 h 509613"/>
                <a:gd name="connsiteX2" fmla="*/ 0 w 509613"/>
                <a:gd name="connsiteY2" fmla="*/ 254807 h 509613"/>
                <a:gd name="connsiteX3" fmla="*/ 254807 w 509613"/>
                <a:gd name="connsiteY3" fmla="*/ 0 h 509613"/>
                <a:gd name="connsiteX4" fmla="*/ 509614 w 509613"/>
                <a:gd name="connsiteY4" fmla="*/ 254807 h 509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3" h="509613">
                  <a:moveTo>
                    <a:pt x="509614" y="254807"/>
                  </a:moveTo>
                  <a:cubicBezTo>
                    <a:pt x="509614" y="395533"/>
                    <a:pt x="395533" y="509614"/>
                    <a:pt x="254807" y="509614"/>
                  </a:cubicBezTo>
                  <a:cubicBezTo>
                    <a:pt x="114081" y="509614"/>
                    <a:pt x="0" y="395533"/>
                    <a:pt x="0" y="254807"/>
                  </a:cubicBezTo>
                  <a:cubicBezTo>
                    <a:pt x="0" y="114081"/>
                    <a:pt x="114081" y="0"/>
                    <a:pt x="254807" y="0"/>
                  </a:cubicBezTo>
                  <a:cubicBezTo>
                    <a:pt x="395533" y="0"/>
                    <a:pt x="509614" y="114081"/>
                    <a:pt x="509614" y="254807"/>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8" name="任意形状 277"/>
            <p:cNvSpPr/>
            <p:nvPr/>
          </p:nvSpPr>
          <p:spPr>
            <a:xfrm>
              <a:off x="1332361" y="4835513"/>
              <a:ext cx="433386" cy="464499"/>
            </a:xfrm>
            <a:custGeom>
              <a:avLst/>
              <a:gdLst>
                <a:gd name="connsiteX0" fmla="*/ 0 w 433386"/>
                <a:gd name="connsiteY0" fmla="*/ 88815 h 464499"/>
                <a:gd name="connsiteX1" fmla="*/ 108740 w 433386"/>
                <a:gd name="connsiteY1" fmla="*/ 54693 h 464499"/>
                <a:gd name="connsiteX2" fmla="*/ 210320 w 433386"/>
                <a:gd name="connsiteY2" fmla="*/ 0 h 464499"/>
                <a:gd name="connsiteX3" fmla="*/ 324213 w 433386"/>
                <a:gd name="connsiteY3" fmla="*/ 56885 h 464499"/>
                <a:gd name="connsiteX4" fmla="*/ 433386 w 433386"/>
                <a:gd name="connsiteY4" fmla="*/ 88815 h 464499"/>
                <a:gd name="connsiteX5" fmla="*/ 433386 w 433386"/>
                <a:gd name="connsiteY5" fmla="*/ 105537 h 464499"/>
                <a:gd name="connsiteX6" fmla="*/ 205806 w 433386"/>
                <a:gd name="connsiteY6" fmla="*/ 464500 h 464499"/>
                <a:gd name="connsiteX7" fmla="*/ 205806 w 433386"/>
                <a:gd name="connsiteY7" fmla="*/ 464500 h 464499"/>
                <a:gd name="connsiteX8" fmla="*/ 205806 w 433386"/>
                <a:gd name="connsiteY8" fmla="*/ 464500 h 464499"/>
                <a:gd name="connsiteX9" fmla="*/ 0 w 433386"/>
                <a:gd name="connsiteY9" fmla="*/ 125046 h 464499"/>
                <a:gd name="connsiteX10" fmla="*/ 0 w 433386"/>
                <a:gd name="connsiteY10" fmla="*/ 88815 h 464499"/>
                <a:gd name="connsiteX11" fmla="*/ 0 w 433386"/>
                <a:gd name="connsiteY11" fmla="*/ 88815 h 464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386" h="464499">
                  <a:moveTo>
                    <a:pt x="0" y="88815"/>
                  </a:moveTo>
                  <a:cubicBezTo>
                    <a:pt x="35869" y="81533"/>
                    <a:pt x="72116" y="70159"/>
                    <a:pt x="108740" y="54693"/>
                  </a:cubicBezTo>
                  <a:cubicBezTo>
                    <a:pt x="145365" y="39227"/>
                    <a:pt x="179225" y="20996"/>
                    <a:pt x="210320" y="0"/>
                  </a:cubicBezTo>
                  <a:cubicBezTo>
                    <a:pt x="248319" y="22821"/>
                    <a:pt x="286283" y="41783"/>
                    <a:pt x="324213" y="56885"/>
                  </a:cubicBezTo>
                  <a:cubicBezTo>
                    <a:pt x="362143" y="71987"/>
                    <a:pt x="398534" y="82630"/>
                    <a:pt x="433386" y="88815"/>
                  </a:cubicBezTo>
                  <a:lnTo>
                    <a:pt x="433386" y="105537"/>
                  </a:lnTo>
                  <a:cubicBezTo>
                    <a:pt x="433386" y="259151"/>
                    <a:pt x="344741" y="398971"/>
                    <a:pt x="205806" y="464500"/>
                  </a:cubicBezTo>
                  <a:lnTo>
                    <a:pt x="205806" y="464500"/>
                  </a:lnTo>
                  <a:lnTo>
                    <a:pt x="205806" y="464500"/>
                  </a:lnTo>
                  <a:cubicBezTo>
                    <a:pt x="79318" y="398530"/>
                    <a:pt x="0" y="267704"/>
                    <a:pt x="0" y="125046"/>
                  </a:cubicBezTo>
                  <a:lnTo>
                    <a:pt x="0" y="88815"/>
                  </a:lnTo>
                  <a:lnTo>
                    <a:pt x="0" y="8881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9" name="任意形状 278"/>
            <p:cNvSpPr/>
            <p:nvPr/>
          </p:nvSpPr>
          <p:spPr>
            <a:xfrm>
              <a:off x="1370762" y="4876671"/>
              <a:ext cx="356583" cy="382183"/>
            </a:xfrm>
            <a:custGeom>
              <a:avLst/>
              <a:gdLst>
                <a:gd name="connsiteX0" fmla="*/ 0 w 356583"/>
                <a:gd name="connsiteY0" fmla="*/ 73075 h 382183"/>
                <a:gd name="connsiteX1" fmla="*/ 89470 w 356583"/>
                <a:gd name="connsiteY1" fmla="*/ 45000 h 382183"/>
                <a:gd name="connsiteX2" fmla="*/ 173048 w 356583"/>
                <a:gd name="connsiteY2" fmla="*/ 0 h 382183"/>
                <a:gd name="connsiteX3" fmla="*/ 266758 w 356583"/>
                <a:gd name="connsiteY3" fmla="*/ 46804 h 382183"/>
                <a:gd name="connsiteX4" fmla="*/ 356584 w 356583"/>
                <a:gd name="connsiteY4" fmla="*/ 73075 h 382183"/>
                <a:gd name="connsiteX5" fmla="*/ 356584 w 356583"/>
                <a:gd name="connsiteY5" fmla="*/ 86834 h 382183"/>
                <a:gd name="connsiteX6" fmla="*/ 169334 w 356583"/>
                <a:gd name="connsiteY6" fmla="*/ 382183 h 382183"/>
                <a:gd name="connsiteX7" fmla="*/ 169334 w 356583"/>
                <a:gd name="connsiteY7" fmla="*/ 382183 h 382183"/>
                <a:gd name="connsiteX8" fmla="*/ 169334 w 356583"/>
                <a:gd name="connsiteY8" fmla="*/ 382183 h 382183"/>
                <a:gd name="connsiteX9" fmla="*/ 0 w 356583"/>
                <a:gd name="connsiteY9" fmla="*/ 102886 h 382183"/>
                <a:gd name="connsiteX10" fmla="*/ 0 w 356583"/>
                <a:gd name="connsiteY10" fmla="*/ 73075 h 382183"/>
                <a:gd name="connsiteX11" fmla="*/ 0 w 356583"/>
                <a:gd name="connsiteY11" fmla="*/ 73075 h 38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583" h="382183">
                  <a:moveTo>
                    <a:pt x="0" y="73075"/>
                  </a:moveTo>
                  <a:cubicBezTo>
                    <a:pt x="29512" y="67084"/>
                    <a:pt x="59336" y="57726"/>
                    <a:pt x="89470" y="45000"/>
                  </a:cubicBezTo>
                  <a:cubicBezTo>
                    <a:pt x="119604" y="32275"/>
                    <a:pt x="147464" y="17275"/>
                    <a:pt x="173048" y="0"/>
                  </a:cubicBezTo>
                  <a:cubicBezTo>
                    <a:pt x="204313" y="18777"/>
                    <a:pt x="235549" y="34378"/>
                    <a:pt x="266758" y="46804"/>
                  </a:cubicBezTo>
                  <a:cubicBezTo>
                    <a:pt x="297966" y="59230"/>
                    <a:pt x="327908" y="67987"/>
                    <a:pt x="356584" y="73075"/>
                  </a:cubicBezTo>
                  <a:lnTo>
                    <a:pt x="356584" y="86834"/>
                  </a:lnTo>
                  <a:cubicBezTo>
                    <a:pt x="356584" y="213226"/>
                    <a:pt x="283648" y="328267"/>
                    <a:pt x="169334" y="382183"/>
                  </a:cubicBezTo>
                  <a:lnTo>
                    <a:pt x="169334" y="382183"/>
                  </a:lnTo>
                  <a:lnTo>
                    <a:pt x="169334" y="382183"/>
                  </a:lnTo>
                  <a:cubicBezTo>
                    <a:pt x="65261" y="327904"/>
                    <a:pt x="0" y="220263"/>
                    <a:pt x="0" y="102886"/>
                  </a:cubicBezTo>
                  <a:lnTo>
                    <a:pt x="0" y="73075"/>
                  </a:lnTo>
                  <a:lnTo>
                    <a:pt x="0" y="73075"/>
                  </a:lnTo>
                  <a:close/>
                </a:path>
              </a:pathLst>
            </a:custGeom>
            <a:solidFill>
              <a:schemeClr val="bg1"/>
            </a:solid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0" name="任意形状 279"/>
            <p:cNvSpPr/>
            <p:nvPr/>
          </p:nvSpPr>
          <p:spPr>
            <a:xfrm>
              <a:off x="1463561" y="4984466"/>
              <a:ext cx="189947" cy="143618"/>
            </a:xfrm>
            <a:custGeom>
              <a:avLst/>
              <a:gdLst>
                <a:gd name="connsiteX0" fmla="*/ 164527 w 189947"/>
                <a:gd name="connsiteY0" fmla="*/ 0 h 143618"/>
                <a:gd name="connsiteX1" fmla="*/ 189947 w 189947"/>
                <a:gd name="connsiteY1" fmla="*/ 24480 h 143618"/>
                <a:gd name="connsiteX2" fmla="*/ 77099 w 189947"/>
                <a:gd name="connsiteY2" fmla="*/ 143618 h 143618"/>
                <a:gd name="connsiteX3" fmla="*/ 0 w 189947"/>
                <a:gd name="connsiteY3" fmla="*/ 54393 h 143618"/>
                <a:gd name="connsiteX4" fmla="*/ 26503 w 189947"/>
                <a:gd name="connsiteY4" fmla="*/ 31110 h 143618"/>
                <a:gd name="connsiteX5" fmla="*/ 78288 w 189947"/>
                <a:gd name="connsiteY5" fmla="*/ 91042 h 14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947" h="143618">
                  <a:moveTo>
                    <a:pt x="164527" y="0"/>
                  </a:moveTo>
                  <a:lnTo>
                    <a:pt x="189947" y="24480"/>
                  </a:lnTo>
                  <a:lnTo>
                    <a:pt x="77099" y="143618"/>
                  </a:lnTo>
                  <a:lnTo>
                    <a:pt x="0" y="54393"/>
                  </a:lnTo>
                  <a:lnTo>
                    <a:pt x="26503" y="31110"/>
                  </a:lnTo>
                  <a:lnTo>
                    <a:pt x="78288" y="91042"/>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1" name="任意形状 280"/>
            <p:cNvSpPr/>
            <p:nvPr/>
          </p:nvSpPr>
          <p:spPr>
            <a:xfrm>
              <a:off x="1418171" y="4785561"/>
              <a:ext cx="612249" cy="752554"/>
            </a:xfrm>
            <a:custGeom>
              <a:avLst/>
              <a:gdLst>
                <a:gd name="connsiteX0" fmla="*/ 65941 w 612249"/>
                <a:gd name="connsiteY0" fmla="*/ 0 h 752554"/>
                <a:gd name="connsiteX1" fmla="*/ 341437 w 612249"/>
                <a:gd name="connsiteY1" fmla="*/ 0 h 752554"/>
                <a:gd name="connsiteX2" fmla="*/ 542254 w 612249"/>
                <a:gd name="connsiteY2" fmla="*/ 295213 h 752554"/>
                <a:gd name="connsiteX3" fmla="*/ 608998 w 612249"/>
                <a:gd name="connsiteY3" fmla="*/ 444114 h 752554"/>
                <a:gd name="connsiteX4" fmla="*/ 590338 w 612249"/>
                <a:gd name="connsiteY4" fmla="*/ 493095 h 752554"/>
                <a:gd name="connsiteX5" fmla="*/ 575178 w 612249"/>
                <a:gd name="connsiteY5" fmla="*/ 496337 h 752554"/>
                <a:gd name="connsiteX6" fmla="*/ 519090 w 612249"/>
                <a:gd name="connsiteY6" fmla="*/ 496337 h 752554"/>
                <a:gd name="connsiteX7" fmla="*/ 519090 w 612249"/>
                <a:gd name="connsiteY7" fmla="*/ 614004 h 752554"/>
                <a:gd name="connsiteX8" fmla="*/ 472762 w 612249"/>
                <a:gd name="connsiteY8" fmla="*/ 660333 h 752554"/>
                <a:gd name="connsiteX9" fmla="*/ 469371 w 612249"/>
                <a:gd name="connsiteY9" fmla="*/ 660208 h 752554"/>
                <a:gd name="connsiteX10" fmla="*/ 346228 w 612249"/>
                <a:gd name="connsiteY10" fmla="*/ 651172 h 752554"/>
                <a:gd name="connsiteX11" fmla="*/ 346228 w 612249"/>
                <a:gd name="connsiteY11" fmla="*/ 752555 h 752554"/>
                <a:gd name="connsiteX12" fmla="*/ 45013 w 612249"/>
                <a:gd name="connsiteY12" fmla="*/ 752555 h 752554"/>
                <a:gd name="connsiteX13" fmla="*/ 45013 w 612249"/>
                <a:gd name="connsiteY13" fmla="*/ 606721 h 752554"/>
                <a:gd name="connsiteX14" fmla="*/ 0 w 612249"/>
                <a:gd name="connsiteY14" fmla="*/ 501126 h 75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249" h="752554">
                  <a:moveTo>
                    <a:pt x="65941" y="0"/>
                  </a:moveTo>
                  <a:lnTo>
                    <a:pt x="341437" y="0"/>
                  </a:lnTo>
                  <a:cubicBezTo>
                    <a:pt x="472762" y="0"/>
                    <a:pt x="549073" y="163630"/>
                    <a:pt x="542254" y="295213"/>
                  </a:cubicBezTo>
                  <a:lnTo>
                    <a:pt x="608998" y="444114"/>
                  </a:lnTo>
                  <a:cubicBezTo>
                    <a:pt x="617371" y="462793"/>
                    <a:pt x="609016" y="484722"/>
                    <a:pt x="590338" y="493095"/>
                  </a:cubicBezTo>
                  <a:cubicBezTo>
                    <a:pt x="585569" y="495232"/>
                    <a:pt x="580403" y="496337"/>
                    <a:pt x="575178" y="496337"/>
                  </a:cubicBezTo>
                  <a:lnTo>
                    <a:pt x="519090" y="496337"/>
                  </a:lnTo>
                  <a:lnTo>
                    <a:pt x="519090" y="614004"/>
                  </a:lnTo>
                  <a:cubicBezTo>
                    <a:pt x="519090" y="639591"/>
                    <a:pt x="498348" y="660333"/>
                    <a:pt x="472762" y="660333"/>
                  </a:cubicBezTo>
                  <a:cubicBezTo>
                    <a:pt x="471630" y="660333"/>
                    <a:pt x="470499" y="660291"/>
                    <a:pt x="469371" y="660208"/>
                  </a:cubicBezTo>
                  <a:lnTo>
                    <a:pt x="346228" y="651172"/>
                  </a:lnTo>
                  <a:lnTo>
                    <a:pt x="346228" y="752555"/>
                  </a:lnTo>
                  <a:lnTo>
                    <a:pt x="45013" y="752555"/>
                  </a:lnTo>
                  <a:cubicBezTo>
                    <a:pt x="50351" y="685151"/>
                    <a:pt x="50351" y="636540"/>
                    <a:pt x="45013" y="606721"/>
                  </a:cubicBezTo>
                  <a:cubicBezTo>
                    <a:pt x="39674" y="576902"/>
                    <a:pt x="24670" y="541703"/>
                    <a:pt x="0" y="501126"/>
                  </a:cubicBez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9" name="图片 9" descr="icon-45"/>
          <p:cNvGrpSpPr/>
          <p:nvPr/>
        </p:nvGrpSpPr>
        <p:grpSpPr>
          <a:xfrm>
            <a:off x="10175964" y="3268475"/>
            <a:ext cx="801896" cy="782564"/>
            <a:chOff x="10175964" y="3268475"/>
            <a:chExt cx="801896" cy="782564"/>
          </a:xfrm>
        </p:grpSpPr>
        <p:sp>
          <p:nvSpPr>
            <p:cNvPr id="170" name="任意形状 169"/>
            <p:cNvSpPr/>
            <p:nvPr/>
          </p:nvSpPr>
          <p:spPr>
            <a:xfrm>
              <a:off x="10468247" y="3541425"/>
              <a:ext cx="509613" cy="509613"/>
            </a:xfrm>
            <a:custGeom>
              <a:avLst/>
              <a:gdLst>
                <a:gd name="connsiteX0" fmla="*/ 509614 w 509613"/>
                <a:gd name="connsiteY0" fmla="*/ 254807 h 509613"/>
                <a:gd name="connsiteX1" fmla="*/ 254807 w 509613"/>
                <a:gd name="connsiteY1" fmla="*/ 509614 h 509613"/>
                <a:gd name="connsiteX2" fmla="*/ 0 w 509613"/>
                <a:gd name="connsiteY2" fmla="*/ 254807 h 509613"/>
                <a:gd name="connsiteX3" fmla="*/ 254807 w 509613"/>
                <a:gd name="connsiteY3" fmla="*/ 0 h 509613"/>
                <a:gd name="connsiteX4" fmla="*/ 509614 w 509613"/>
                <a:gd name="connsiteY4" fmla="*/ 254807 h 509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3" h="509613">
                  <a:moveTo>
                    <a:pt x="509614" y="254807"/>
                  </a:moveTo>
                  <a:cubicBezTo>
                    <a:pt x="509614" y="395533"/>
                    <a:pt x="395533" y="509614"/>
                    <a:pt x="254807" y="509614"/>
                  </a:cubicBezTo>
                  <a:cubicBezTo>
                    <a:pt x="114081" y="509614"/>
                    <a:pt x="0" y="395533"/>
                    <a:pt x="0" y="254807"/>
                  </a:cubicBezTo>
                  <a:cubicBezTo>
                    <a:pt x="0" y="114081"/>
                    <a:pt x="114081" y="0"/>
                    <a:pt x="254807" y="0"/>
                  </a:cubicBezTo>
                  <a:cubicBezTo>
                    <a:pt x="395533" y="0"/>
                    <a:pt x="509614" y="114081"/>
                    <a:pt x="509614" y="254807"/>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1" name="任意形状 170"/>
            <p:cNvSpPr/>
            <p:nvPr/>
          </p:nvSpPr>
          <p:spPr>
            <a:xfrm>
              <a:off x="10394090" y="3268475"/>
              <a:ext cx="534430" cy="715491"/>
            </a:xfrm>
            <a:custGeom>
              <a:avLst/>
              <a:gdLst>
                <a:gd name="connsiteX0" fmla="*/ 0 w 534430"/>
                <a:gd name="connsiteY0" fmla="*/ 0 h 715491"/>
                <a:gd name="connsiteX1" fmla="*/ 273042 w 534430"/>
                <a:gd name="connsiteY1" fmla="*/ 0 h 715491"/>
                <a:gd name="connsiteX2" fmla="*/ 464435 w 534430"/>
                <a:gd name="connsiteY2" fmla="*/ 258151 h 715491"/>
                <a:gd name="connsiteX3" fmla="*/ 531179 w 534430"/>
                <a:gd name="connsiteY3" fmla="*/ 407052 h 715491"/>
                <a:gd name="connsiteX4" fmla="*/ 512518 w 534430"/>
                <a:gd name="connsiteY4" fmla="*/ 456032 h 715491"/>
                <a:gd name="connsiteX5" fmla="*/ 497359 w 534430"/>
                <a:gd name="connsiteY5" fmla="*/ 459274 h 715491"/>
                <a:gd name="connsiteX6" fmla="*/ 441271 w 534430"/>
                <a:gd name="connsiteY6" fmla="*/ 459274 h 715491"/>
                <a:gd name="connsiteX7" fmla="*/ 441271 w 534430"/>
                <a:gd name="connsiteY7" fmla="*/ 576941 h 715491"/>
                <a:gd name="connsiteX8" fmla="*/ 394942 w 534430"/>
                <a:gd name="connsiteY8" fmla="*/ 623270 h 715491"/>
                <a:gd name="connsiteX9" fmla="*/ 391552 w 534430"/>
                <a:gd name="connsiteY9" fmla="*/ 623146 h 715491"/>
                <a:gd name="connsiteX10" fmla="*/ 273042 w 534430"/>
                <a:gd name="connsiteY10" fmla="*/ 614109 h 715491"/>
                <a:gd name="connsiteX11" fmla="*/ 273042 w 534430"/>
                <a:gd name="connsiteY11" fmla="*/ 715492 h 71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430" h="715491">
                  <a:moveTo>
                    <a:pt x="0" y="0"/>
                  </a:moveTo>
                  <a:lnTo>
                    <a:pt x="273042" y="0"/>
                  </a:lnTo>
                  <a:cubicBezTo>
                    <a:pt x="367749" y="0"/>
                    <a:pt x="471254" y="126567"/>
                    <a:pt x="464435" y="258151"/>
                  </a:cubicBezTo>
                  <a:lnTo>
                    <a:pt x="531179" y="407052"/>
                  </a:lnTo>
                  <a:cubicBezTo>
                    <a:pt x="539552" y="425730"/>
                    <a:pt x="531197" y="447660"/>
                    <a:pt x="512518" y="456032"/>
                  </a:cubicBezTo>
                  <a:cubicBezTo>
                    <a:pt x="507750" y="458169"/>
                    <a:pt x="502584" y="459274"/>
                    <a:pt x="497359" y="459274"/>
                  </a:cubicBezTo>
                  <a:lnTo>
                    <a:pt x="441271" y="459274"/>
                  </a:lnTo>
                  <a:lnTo>
                    <a:pt x="441271" y="576941"/>
                  </a:lnTo>
                  <a:cubicBezTo>
                    <a:pt x="441271" y="602528"/>
                    <a:pt x="420529" y="623270"/>
                    <a:pt x="394942" y="623270"/>
                  </a:cubicBezTo>
                  <a:cubicBezTo>
                    <a:pt x="393811" y="623270"/>
                    <a:pt x="392680" y="623228"/>
                    <a:pt x="391552" y="623146"/>
                  </a:cubicBezTo>
                  <a:lnTo>
                    <a:pt x="273042" y="614109"/>
                  </a:lnTo>
                  <a:lnTo>
                    <a:pt x="273042" y="715492"/>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2" name="任意形状 171"/>
            <p:cNvSpPr/>
            <p:nvPr/>
          </p:nvSpPr>
          <p:spPr>
            <a:xfrm>
              <a:off x="10670541" y="3425684"/>
              <a:ext cx="55731" cy="231642"/>
            </a:xfrm>
            <a:custGeom>
              <a:avLst/>
              <a:gdLst>
                <a:gd name="connsiteX0" fmla="*/ 0 w 55731"/>
                <a:gd name="connsiteY0" fmla="*/ 231643 h 231642"/>
                <a:gd name="connsiteX1" fmla="*/ 55732 w 55731"/>
                <a:gd name="connsiteY1" fmla="*/ 231643 h 231642"/>
                <a:gd name="connsiteX2" fmla="*/ 55732 w 55731"/>
                <a:gd name="connsiteY2" fmla="*/ 0 h 231642"/>
                <a:gd name="connsiteX3" fmla="*/ 0 w 55731"/>
                <a:gd name="connsiteY3" fmla="*/ 0 h 231642"/>
              </a:gdLst>
              <a:ahLst/>
              <a:cxnLst>
                <a:cxn ang="0">
                  <a:pos x="connsiteX0" y="connsiteY0"/>
                </a:cxn>
                <a:cxn ang="0">
                  <a:pos x="connsiteX1" y="connsiteY1"/>
                </a:cxn>
                <a:cxn ang="0">
                  <a:pos x="connsiteX2" y="connsiteY2"/>
                </a:cxn>
                <a:cxn ang="0">
                  <a:pos x="connsiteX3" y="connsiteY3"/>
                </a:cxn>
              </a:cxnLst>
              <a:rect l="l" t="t" r="r" b="b"/>
              <a:pathLst>
                <a:path w="55731" h="231642">
                  <a:moveTo>
                    <a:pt x="0" y="231643"/>
                  </a:moveTo>
                  <a:lnTo>
                    <a:pt x="55732" y="231643"/>
                  </a:lnTo>
                  <a:lnTo>
                    <a:pt x="55732" y="0"/>
                  </a:lnTo>
                  <a:lnTo>
                    <a:pt x="0" y="0"/>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3" name="任意形状 172"/>
            <p:cNvSpPr/>
            <p:nvPr/>
          </p:nvSpPr>
          <p:spPr>
            <a:xfrm>
              <a:off x="10207230" y="3428001"/>
              <a:ext cx="298048" cy="62402"/>
            </a:xfrm>
            <a:custGeom>
              <a:avLst/>
              <a:gdLst>
                <a:gd name="connsiteX0" fmla="*/ 0 w 298048"/>
                <a:gd name="connsiteY0" fmla="*/ 0 h 62402"/>
                <a:gd name="connsiteX1" fmla="*/ 108102 w 298048"/>
                <a:gd name="connsiteY1" fmla="*/ 0 h 62402"/>
                <a:gd name="connsiteX2" fmla="*/ 170505 w 298048"/>
                <a:gd name="connsiteY2" fmla="*/ 62403 h 62402"/>
                <a:gd name="connsiteX3" fmla="*/ 298049 w 298048"/>
                <a:gd name="connsiteY3" fmla="*/ 62403 h 62402"/>
              </a:gdLst>
              <a:ahLst/>
              <a:cxnLst>
                <a:cxn ang="0">
                  <a:pos x="connsiteX0" y="connsiteY0"/>
                </a:cxn>
                <a:cxn ang="0">
                  <a:pos x="connsiteX1" y="connsiteY1"/>
                </a:cxn>
                <a:cxn ang="0">
                  <a:pos x="connsiteX2" y="connsiteY2"/>
                </a:cxn>
                <a:cxn ang="0">
                  <a:pos x="connsiteX3" y="connsiteY3"/>
                </a:cxn>
              </a:cxnLst>
              <a:rect l="l" t="t" r="r" b="b"/>
              <a:pathLst>
                <a:path w="298048" h="62402">
                  <a:moveTo>
                    <a:pt x="0" y="0"/>
                  </a:moveTo>
                  <a:lnTo>
                    <a:pt x="108102" y="0"/>
                  </a:lnTo>
                  <a:lnTo>
                    <a:pt x="170505" y="62403"/>
                  </a:lnTo>
                  <a:lnTo>
                    <a:pt x="298049" y="62403"/>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4" name="任意形状 173"/>
            <p:cNvSpPr/>
            <p:nvPr/>
          </p:nvSpPr>
          <p:spPr>
            <a:xfrm flipV="1">
              <a:off x="10221128" y="3590151"/>
              <a:ext cx="298048" cy="62402"/>
            </a:xfrm>
            <a:custGeom>
              <a:avLst/>
              <a:gdLst>
                <a:gd name="connsiteX0" fmla="*/ 0 w 298048"/>
                <a:gd name="connsiteY0" fmla="*/ 0 h 62402"/>
                <a:gd name="connsiteX1" fmla="*/ 108102 w 298048"/>
                <a:gd name="connsiteY1" fmla="*/ 0 h 62402"/>
                <a:gd name="connsiteX2" fmla="*/ 170505 w 298048"/>
                <a:gd name="connsiteY2" fmla="*/ 62403 h 62402"/>
                <a:gd name="connsiteX3" fmla="*/ 298049 w 298048"/>
                <a:gd name="connsiteY3" fmla="*/ 62403 h 62402"/>
              </a:gdLst>
              <a:ahLst/>
              <a:cxnLst>
                <a:cxn ang="0">
                  <a:pos x="connsiteX0" y="connsiteY0"/>
                </a:cxn>
                <a:cxn ang="0">
                  <a:pos x="connsiteX1" y="connsiteY1"/>
                </a:cxn>
                <a:cxn ang="0">
                  <a:pos x="connsiteX2" y="connsiteY2"/>
                </a:cxn>
                <a:cxn ang="0">
                  <a:pos x="connsiteX3" y="connsiteY3"/>
                </a:cxn>
              </a:cxnLst>
              <a:rect l="l" t="t" r="r" b="b"/>
              <a:pathLst>
                <a:path w="298048" h="62402">
                  <a:moveTo>
                    <a:pt x="0" y="0"/>
                  </a:moveTo>
                  <a:lnTo>
                    <a:pt x="108102" y="0"/>
                  </a:lnTo>
                  <a:lnTo>
                    <a:pt x="170505" y="62403"/>
                  </a:lnTo>
                  <a:lnTo>
                    <a:pt x="298049" y="62403"/>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5" name="任意形状 174"/>
            <p:cNvSpPr/>
            <p:nvPr/>
          </p:nvSpPr>
          <p:spPr>
            <a:xfrm>
              <a:off x="10266687" y="3539189"/>
              <a:ext cx="203845" cy="4632"/>
            </a:xfrm>
            <a:custGeom>
              <a:avLst/>
              <a:gdLst>
                <a:gd name="connsiteX0" fmla="*/ 203846 w 203845"/>
                <a:gd name="connsiteY0" fmla="*/ 0 h 4632"/>
                <a:gd name="connsiteX1" fmla="*/ 0 w 203845"/>
                <a:gd name="connsiteY1" fmla="*/ 0 h 4632"/>
              </a:gdLst>
              <a:ahLst/>
              <a:cxnLst>
                <a:cxn ang="0">
                  <a:pos x="connsiteX0" y="connsiteY0"/>
                </a:cxn>
                <a:cxn ang="0">
                  <a:pos x="connsiteX1" y="connsiteY1"/>
                </a:cxn>
              </a:cxnLst>
              <a:rect l="l" t="t" r="r" b="b"/>
              <a:pathLst>
                <a:path w="203845" h="4632">
                  <a:moveTo>
                    <a:pt x="203846" y="0"/>
                  </a:moveTo>
                  <a:lnTo>
                    <a:pt x="0" y="0"/>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6" name="任意形状 175"/>
            <p:cNvSpPr/>
            <p:nvPr/>
          </p:nvSpPr>
          <p:spPr>
            <a:xfrm>
              <a:off x="10435786" y="3430317"/>
              <a:ext cx="208478" cy="231642"/>
            </a:xfrm>
            <a:custGeom>
              <a:avLst/>
              <a:gdLst>
                <a:gd name="connsiteX0" fmla="*/ 126753 w 208478"/>
                <a:gd name="connsiteY0" fmla="*/ 135436 h 231642"/>
                <a:gd name="connsiteX1" fmla="*/ 121818 w 208478"/>
                <a:gd name="connsiteY1" fmla="*/ 115820 h 231642"/>
                <a:gd name="connsiteX2" fmla="*/ 103623 w 208478"/>
                <a:gd name="connsiteY2" fmla="*/ 41408 h 231642"/>
                <a:gd name="connsiteX3" fmla="*/ 102390 w 208478"/>
                <a:gd name="connsiteY3" fmla="*/ 41408 h 231642"/>
                <a:gd name="connsiteX4" fmla="*/ 84811 w 208478"/>
                <a:gd name="connsiteY4" fmla="*/ 115820 h 231642"/>
                <a:gd name="connsiteX5" fmla="*/ 79875 w 208478"/>
                <a:gd name="connsiteY5" fmla="*/ 135436 h 231642"/>
                <a:gd name="connsiteX6" fmla="*/ 126753 w 208478"/>
                <a:gd name="connsiteY6" fmla="*/ 135436 h 231642"/>
                <a:gd name="connsiteX7" fmla="*/ 137238 w 208478"/>
                <a:gd name="connsiteY7" fmla="*/ 178402 h 231642"/>
                <a:gd name="connsiteX8" fmla="*/ 69390 w 208478"/>
                <a:gd name="connsiteY8" fmla="*/ 178402 h 231642"/>
                <a:gd name="connsiteX9" fmla="*/ 56130 w 208478"/>
                <a:gd name="connsiteY9" fmla="*/ 231643 h 231642"/>
                <a:gd name="connsiteX10" fmla="*/ 0 w 208478"/>
                <a:gd name="connsiteY10" fmla="*/ 231643 h 231642"/>
                <a:gd name="connsiteX11" fmla="*/ 71242 w 208478"/>
                <a:gd name="connsiteY11" fmla="*/ 0 h 231642"/>
                <a:gd name="connsiteX12" fmla="*/ 137238 w 208478"/>
                <a:gd name="connsiteY12" fmla="*/ 0 h 231642"/>
                <a:gd name="connsiteX13" fmla="*/ 208478 w 208478"/>
                <a:gd name="connsiteY13" fmla="*/ 231643 h 231642"/>
                <a:gd name="connsiteX14" fmla="*/ 150500 w 208478"/>
                <a:gd name="connsiteY14" fmla="*/ 231643 h 231642"/>
                <a:gd name="connsiteX15" fmla="*/ 137238 w 208478"/>
                <a:gd name="connsiteY15" fmla="*/ 178402 h 231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8478" h="231642">
                  <a:moveTo>
                    <a:pt x="126753" y="135436"/>
                  </a:moveTo>
                  <a:lnTo>
                    <a:pt x="121818" y="115820"/>
                  </a:lnTo>
                  <a:cubicBezTo>
                    <a:pt x="115650" y="92781"/>
                    <a:pt x="109791" y="65071"/>
                    <a:pt x="103623" y="41408"/>
                  </a:cubicBezTo>
                  <a:lnTo>
                    <a:pt x="102390" y="41408"/>
                  </a:lnTo>
                  <a:cubicBezTo>
                    <a:pt x="96838" y="65694"/>
                    <a:pt x="90670" y="92781"/>
                    <a:pt x="84811" y="115820"/>
                  </a:cubicBezTo>
                  <a:lnTo>
                    <a:pt x="79875" y="135436"/>
                  </a:lnTo>
                  <a:lnTo>
                    <a:pt x="126753" y="135436"/>
                  </a:lnTo>
                  <a:close/>
                  <a:moveTo>
                    <a:pt x="137238" y="178402"/>
                  </a:moveTo>
                  <a:lnTo>
                    <a:pt x="69390" y="178402"/>
                  </a:lnTo>
                  <a:lnTo>
                    <a:pt x="56130" y="231643"/>
                  </a:lnTo>
                  <a:lnTo>
                    <a:pt x="0" y="231643"/>
                  </a:lnTo>
                  <a:lnTo>
                    <a:pt x="71242" y="0"/>
                  </a:lnTo>
                  <a:lnTo>
                    <a:pt x="137238" y="0"/>
                  </a:lnTo>
                  <a:lnTo>
                    <a:pt x="208478" y="231643"/>
                  </a:lnTo>
                  <a:lnTo>
                    <a:pt x="150500" y="231643"/>
                  </a:lnTo>
                  <a:lnTo>
                    <a:pt x="137238" y="178402"/>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7" name="任意形状 176"/>
            <p:cNvSpPr/>
            <p:nvPr/>
          </p:nvSpPr>
          <p:spPr>
            <a:xfrm>
              <a:off x="10175964" y="3398195"/>
              <a:ext cx="64035" cy="64035"/>
            </a:xfrm>
            <a:custGeom>
              <a:avLst/>
              <a:gdLst>
                <a:gd name="connsiteX0" fmla="*/ 64035 w 64035"/>
                <a:gd name="connsiteY0" fmla="*/ 32018 h 64035"/>
                <a:gd name="connsiteX1" fmla="*/ 32018 w 64035"/>
                <a:gd name="connsiteY1" fmla="*/ 64035 h 64035"/>
                <a:gd name="connsiteX2" fmla="*/ 0 w 64035"/>
                <a:gd name="connsiteY2" fmla="*/ 32018 h 64035"/>
                <a:gd name="connsiteX3" fmla="*/ 32018 w 64035"/>
                <a:gd name="connsiteY3" fmla="*/ 0 h 64035"/>
                <a:gd name="connsiteX4" fmla="*/ 64035 w 64035"/>
                <a:gd name="connsiteY4" fmla="*/ 32018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35" y="32018"/>
                  </a:moveTo>
                  <a:cubicBezTo>
                    <a:pt x="64035" y="49700"/>
                    <a:pt x="49700" y="64035"/>
                    <a:pt x="32018" y="64035"/>
                  </a:cubicBezTo>
                  <a:cubicBezTo>
                    <a:pt x="14335" y="64035"/>
                    <a:pt x="0" y="49701"/>
                    <a:pt x="0" y="32018"/>
                  </a:cubicBezTo>
                  <a:cubicBezTo>
                    <a:pt x="0" y="14335"/>
                    <a:pt x="14335" y="0"/>
                    <a:pt x="32018" y="0"/>
                  </a:cubicBezTo>
                  <a:cubicBezTo>
                    <a:pt x="49700" y="0"/>
                    <a:pt x="64035" y="14335"/>
                    <a:pt x="64035" y="3201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8" name="任意形状 177"/>
            <p:cNvSpPr/>
            <p:nvPr/>
          </p:nvSpPr>
          <p:spPr>
            <a:xfrm>
              <a:off x="10189863" y="3620572"/>
              <a:ext cx="64035" cy="64035"/>
            </a:xfrm>
            <a:custGeom>
              <a:avLst/>
              <a:gdLst>
                <a:gd name="connsiteX0" fmla="*/ 64035 w 64035"/>
                <a:gd name="connsiteY0" fmla="*/ 32018 h 64035"/>
                <a:gd name="connsiteX1" fmla="*/ 32018 w 64035"/>
                <a:gd name="connsiteY1" fmla="*/ 64035 h 64035"/>
                <a:gd name="connsiteX2" fmla="*/ 0 w 64035"/>
                <a:gd name="connsiteY2" fmla="*/ 32018 h 64035"/>
                <a:gd name="connsiteX3" fmla="*/ 32018 w 64035"/>
                <a:gd name="connsiteY3" fmla="*/ 0 h 64035"/>
                <a:gd name="connsiteX4" fmla="*/ 64035 w 64035"/>
                <a:gd name="connsiteY4" fmla="*/ 32018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35" y="32018"/>
                  </a:moveTo>
                  <a:cubicBezTo>
                    <a:pt x="64035" y="49700"/>
                    <a:pt x="49700" y="64035"/>
                    <a:pt x="32018" y="64035"/>
                  </a:cubicBezTo>
                  <a:cubicBezTo>
                    <a:pt x="14335" y="64035"/>
                    <a:pt x="0" y="49700"/>
                    <a:pt x="0" y="32018"/>
                  </a:cubicBezTo>
                  <a:cubicBezTo>
                    <a:pt x="0" y="14335"/>
                    <a:pt x="14335" y="0"/>
                    <a:pt x="32018" y="0"/>
                  </a:cubicBezTo>
                  <a:cubicBezTo>
                    <a:pt x="49700" y="0"/>
                    <a:pt x="64035" y="14335"/>
                    <a:pt x="64035" y="3201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9" name="任意形状 178"/>
            <p:cNvSpPr/>
            <p:nvPr/>
          </p:nvSpPr>
          <p:spPr>
            <a:xfrm>
              <a:off x="10268621" y="3509383"/>
              <a:ext cx="64035" cy="64035"/>
            </a:xfrm>
            <a:custGeom>
              <a:avLst/>
              <a:gdLst>
                <a:gd name="connsiteX0" fmla="*/ 64035 w 64035"/>
                <a:gd name="connsiteY0" fmla="*/ 32018 h 64035"/>
                <a:gd name="connsiteX1" fmla="*/ 32018 w 64035"/>
                <a:gd name="connsiteY1" fmla="*/ 64035 h 64035"/>
                <a:gd name="connsiteX2" fmla="*/ 0 w 64035"/>
                <a:gd name="connsiteY2" fmla="*/ 32018 h 64035"/>
                <a:gd name="connsiteX3" fmla="*/ 32018 w 64035"/>
                <a:gd name="connsiteY3" fmla="*/ 0 h 64035"/>
                <a:gd name="connsiteX4" fmla="*/ 64035 w 64035"/>
                <a:gd name="connsiteY4" fmla="*/ 32018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35" y="32018"/>
                  </a:moveTo>
                  <a:cubicBezTo>
                    <a:pt x="64035" y="49700"/>
                    <a:pt x="49701" y="64035"/>
                    <a:pt x="32018" y="64035"/>
                  </a:cubicBezTo>
                  <a:cubicBezTo>
                    <a:pt x="14335" y="64035"/>
                    <a:pt x="0" y="49701"/>
                    <a:pt x="0" y="32018"/>
                  </a:cubicBezTo>
                  <a:cubicBezTo>
                    <a:pt x="0" y="14335"/>
                    <a:pt x="14335" y="0"/>
                    <a:pt x="32018" y="0"/>
                  </a:cubicBezTo>
                  <a:cubicBezTo>
                    <a:pt x="49700" y="0"/>
                    <a:pt x="64035" y="14335"/>
                    <a:pt x="64035" y="3201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0" name="任意形状 179"/>
            <p:cNvSpPr/>
            <p:nvPr/>
          </p:nvSpPr>
          <p:spPr>
            <a:xfrm>
              <a:off x="10361278" y="3708596"/>
              <a:ext cx="64035" cy="64035"/>
            </a:xfrm>
            <a:custGeom>
              <a:avLst/>
              <a:gdLst>
                <a:gd name="connsiteX0" fmla="*/ 64035 w 64035"/>
                <a:gd name="connsiteY0" fmla="*/ 32018 h 64035"/>
                <a:gd name="connsiteX1" fmla="*/ 32018 w 64035"/>
                <a:gd name="connsiteY1" fmla="*/ 64035 h 64035"/>
                <a:gd name="connsiteX2" fmla="*/ 0 w 64035"/>
                <a:gd name="connsiteY2" fmla="*/ 32018 h 64035"/>
                <a:gd name="connsiteX3" fmla="*/ 32018 w 64035"/>
                <a:gd name="connsiteY3" fmla="*/ 0 h 64035"/>
                <a:gd name="connsiteX4" fmla="*/ 64035 w 64035"/>
                <a:gd name="connsiteY4" fmla="*/ 32018 h 6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35" h="64035">
                  <a:moveTo>
                    <a:pt x="64035" y="32018"/>
                  </a:moveTo>
                  <a:cubicBezTo>
                    <a:pt x="64035" y="49700"/>
                    <a:pt x="49701" y="64035"/>
                    <a:pt x="32018" y="64035"/>
                  </a:cubicBezTo>
                  <a:cubicBezTo>
                    <a:pt x="14335" y="64035"/>
                    <a:pt x="0" y="49700"/>
                    <a:pt x="0" y="32018"/>
                  </a:cubicBezTo>
                  <a:cubicBezTo>
                    <a:pt x="0" y="14335"/>
                    <a:pt x="14335" y="0"/>
                    <a:pt x="32018" y="0"/>
                  </a:cubicBezTo>
                  <a:cubicBezTo>
                    <a:pt x="49700" y="0"/>
                    <a:pt x="64035" y="14335"/>
                    <a:pt x="64035" y="32018"/>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1" name="任意形状 180"/>
            <p:cNvSpPr/>
            <p:nvPr/>
          </p:nvSpPr>
          <p:spPr>
            <a:xfrm>
              <a:off x="10426520" y="3657327"/>
              <a:ext cx="251927" cy="83945"/>
            </a:xfrm>
            <a:custGeom>
              <a:avLst/>
              <a:gdLst>
                <a:gd name="connsiteX0" fmla="*/ 251928 w 251927"/>
                <a:gd name="connsiteY0" fmla="*/ 0 h 83945"/>
                <a:gd name="connsiteX1" fmla="*/ 167983 w 251927"/>
                <a:gd name="connsiteY1" fmla="*/ 83945 h 83945"/>
                <a:gd name="connsiteX2" fmla="*/ 0 w 251927"/>
                <a:gd name="connsiteY2" fmla="*/ 83945 h 83945"/>
              </a:gdLst>
              <a:ahLst/>
              <a:cxnLst>
                <a:cxn ang="0">
                  <a:pos x="connsiteX0" y="connsiteY0"/>
                </a:cxn>
                <a:cxn ang="0">
                  <a:pos x="connsiteX1" y="connsiteY1"/>
                </a:cxn>
                <a:cxn ang="0">
                  <a:pos x="connsiteX2" y="connsiteY2"/>
                </a:cxn>
              </a:cxnLst>
              <a:rect l="l" t="t" r="r" b="b"/>
              <a:pathLst>
                <a:path w="251927" h="83945">
                  <a:moveTo>
                    <a:pt x="251928" y="0"/>
                  </a:moveTo>
                  <a:lnTo>
                    <a:pt x="167983" y="83945"/>
                  </a:lnTo>
                  <a:lnTo>
                    <a:pt x="0" y="83945"/>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82" name="图片 10" descr="icon-46"/>
          <p:cNvGrpSpPr/>
          <p:nvPr/>
        </p:nvGrpSpPr>
        <p:grpSpPr>
          <a:xfrm>
            <a:off x="8110895" y="3220109"/>
            <a:ext cx="915935" cy="796263"/>
            <a:chOff x="8110895" y="3220109"/>
            <a:chExt cx="915935" cy="796263"/>
          </a:xfrm>
        </p:grpSpPr>
        <p:sp>
          <p:nvSpPr>
            <p:cNvPr id="183" name="任意形状 182"/>
            <p:cNvSpPr/>
            <p:nvPr/>
          </p:nvSpPr>
          <p:spPr>
            <a:xfrm>
              <a:off x="8218718" y="3220109"/>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4" name="任意形状 183"/>
            <p:cNvSpPr/>
            <p:nvPr/>
          </p:nvSpPr>
          <p:spPr>
            <a:xfrm>
              <a:off x="8355426" y="3347988"/>
              <a:ext cx="543402" cy="543402"/>
            </a:xfrm>
            <a:custGeom>
              <a:avLst/>
              <a:gdLst>
                <a:gd name="connsiteX0" fmla="*/ 543402 w 543402"/>
                <a:gd name="connsiteY0" fmla="*/ 271701 h 543402"/>
                <a:gd name="connsiteX1" fmla="*/ 271701 w 543402"/>
                <a:gd name="connsiteY1" fmla="*/ 543402 h 543402"/>
                <a:gd name="connsiteX2" fmla="*/ 0 w 543402"/>
                <a:gd name="connsiteY2" fmla="*/ 271701 h 543402"/>
                <a:gd name="connsiteX3" fmla="*/ 271701 w 543402"/>
                <a:gd name="connsiteY3" fmla="*/ 0 h 543402"/>
                <a:gd name="connsiteX4" fmla="*/ 543402 w 543402"/>
                <a:gd name="connsiteY4" fmla="*/ 271701 h 543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02" h="543402">
                  <a:moveTo>
                    <a:pt x="543402" y="271701"/>
                  </a:moveTo>
                  <a:cubicBezTo>
                    <a:pt x="543402" y="421758"/>
                    <a:pt x="421758" y="543402"/>
                    <a:pt x="271701" y="543402"/>
                  </a:cubicBezTo>
                  <a:cubicBezTo>
                    <a:pt x="121645" y="543402"/>
                    <a:pt x="0" y="421758"/>
                    <a:pt x="0" y="271701"/>
                  </a:cubicBezTo>
                  <a:cubicBezTo>
                    <a:pt x="0" y="121645"/>
                    <a:pt x="121645" y="0"/>
                    <a:pt x="271701" y="0"/>
                  </a:cubicBezTo>
                  <a:cubicBezTo>
                    <a:pt x="421758" y="0"/>
                    <a:pt x="543402" y="121645"/>
                    <a:pt x="543402" y="271701"/>
                  </a:cubicBezTo>
                  <a:close/>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5" name="任意形状 184"/>
            <p:cNvSpPr/>
            <p:nvPr/>
          </p:nvSpPr>
          <p:spPr>
            <a:xfrm>
              <a:off x="8308136" y="3300597"/>
              <a:ext cx="639333" cy="639333"/>
            </a:xfrm>
            <a:custGeom>
              <a:avLst/>
              <a:gdLst>
                <a:gd name="connsiteX0" fmla="*/ 639334 w 639333"/>
                <a:gd name="connsiteY0" fmla="*/ 319667 h 639333"/>
                <a:gd name="connsiteX1" fmla="*/ 319667 w 639333"/>
                <a:gd name="connsiteY1" fmla="*/ 0 h 639333"/>
                <a:gd name="connsiteX2" fmla="*/ 0 w 639333"/>
                <a:gd name="connsiteY2" fmla="*/ 319667 h 639333"/>
                <a:gd name="connsiteX3" fmla="*/ 319667 w 639333"/>
                <a:gd name="connsiteY3" fmla="*/ 639334 h 639333"/>
              </a:gdLst>
              <a:ahLst/>
              <a:cxnLst>
                <a:cxn ang="0">
                  <a:pos x="connsiteX0" y="connsiteY0"/>
                </a:cxn>
                <a:cxn ang="0">
                  <a:pos x="connsiteX1" y="connsiteY1"/>
                </a:cxn>
                <a:cxn ang="0">
                  <a:pos x="connsiteX2" y="connsiteY2"/>
                </a:cxn>
                <a:cxn ang="0">
                  <a:pos x="connsiteX3" y="connsiteY3"/>
                </a:cxn>
              </a:cxnLst>
              <a:rect l="l" t="t" r="r" b="b"/>
              <a:pathLst>
                <a:path w="639333" h="639333">
                  <a:moveTo>
                    <a:pt x="639334" y="319667"/>
                  </a:moveTo>
                  <a:cubicBezTo>
                    <a:pt x="639334" y="143120"/>
                    <a:pt x="496214" y="0"/>
                    <a:pt x="319667" y="0"/>
                  </a:cubicBezTo>
                  <a:moveTo>
                    <a:pt x="0" y="319667"/>
                  </a:moveTo>
                  <a:cubicBezTo>
                    <a:pt x="0" y="496214"/>
                    <a:pt x="143120" y="639334"/>
                    <a:pt x="319667" y="639334"/>
                  </a:cubicBezTo>
                </a:path>
              </a:pathLst>
            </a:custGeom>
            <a:noFill/>
            <a:ln w="9208" cap="rnd">
              <a:solidFill>
                <a:schemeClr val="tx2">
                  <a:alpha val="5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6" name="任意形状 185"/>
            <p:cNvSpPr/>
            <p:nvPr/>
          </p:nvSpPr>
          <p:spPr>
            <a:xfrm rot="10800000" flipV="1">
              <a:off x="8467162" y="3452343"/>
              <a:ext cx="239264" cy="334735"/>
            </a:xfrm>
            <a:custGeom>
              <a:avLst/>
              <a:gdLst>
                <a:gd name="connsiteX0" fmla="*/ 118808 w 239264"/>
                <a:gd name="connsiteY0" fmla="*/ 0 h 334735"/>
                <a:gd name="connsiteX1" fmla="*/ 208131 w 239264"/>
                <a:gd name="connsiteY1" fmla="*/ 131311 h 334735"/>
                <a:gd name="connsiteX2" fmla="*/ 237819 w 239264"/>
                <a:gd name="connsiteY2" fmla="*/ 197542 h 334735"/>
                <a:gd name="connsiteX3" fmla="*/ 229518 w 239264"/>
                <a:gd name="connsiteY3" fmla="*/ 219328 h 334735"/>
                <a:gd name="connsiteX4" fmla="*/ 222775 w 239264"/>
                <a:gd name="connsiteY4" fmla="*/ 220770 h 334735"/>
                <a:gd name="connsiteX5" fmla="*/ 197828 w 239264"/>
                <a:gd name="connsiteY5" fmla="*/ 220770 h 334735"/>
                <a:gd name="connsiteX6" fmla="*/ 197828 w 239264"/>
                <a:gd name="connsiteY6" fmla="*/ 273109 h 334735"/>
                <a:gd name="connsiteX7" fmla="*/ 177221 w 239264"/>
                <a:gd name="connsiteY7" fmla="*/ 293716 h 334735"/>
                <a:gd name="connsiteX8" fmla="*/ 175713 w 239264"/>
                <a:gd name="connsiteY8" fmla="*/ 293660 h 334735"/>
                <a:gd name="connsiteX9" fmla="*/ 120939 w 239264"/>
                <a:gd name="connsiteY9" fmla="*/ 289641 h 334735"/>
                <a:gd name="connsiteX10" fmla="*/ 120939 w 239264"/>
                <a:gd name="connsiteY10" fmla="*/ 334736 h 334735"/>
                <a:gd name="connsiteX11" fmla="*/ 0 w 239264"/>
                <a:gd name="connsiteY11" fmla="*/ 334736 h 334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9264" h="334735">
                  <a:moveTo>
                    <a:pt x="118808" y="0"/>
                  </a:moveTo>
                  <a:cubicBezTo>
                    <a:pt x="177221" y="0"/>
                    <a:pt x="211164" y="72782"/>
                    <a:pt x="208131" y="131311"/>
                  </a:cubicBezTo>
                  <a:lnTo>
                    <a:pt x="237819" y="197542"/>
                  </a:lnTo>
                  <a:cubicBezTo>
                    <a:pt x="241543" y="205850"/>
                    <a:pt x="237827" y="215604"/>
                    <a:pt x="229518" y="219328"/>
                  </a:cubicBezTo>
                  <a:cubicBezTo>
                    <a:pt x="227398" y="220279"/>
                    <a:pt x="225100" y="220770"/>
                    <a:pt x="222775" y="220770"/>
                  </a:cubicBezTo>
                  <a:lnTo>
                    <a:pt x="197828" y="220770"/>
                  </a:lnTo>
                  <a:lnTo>
                    <a:pt x="197828" y="273109"/>
                  </a:lnTo>
                  <a:cubicBezTo>
                    <a:pt x="197828" y="284490"/>
                    <a:pt x="188602" y="293716"/>
                    <a:pt x="177221" y="293716"/>
                  </a:cubicBezTo>
                  <a:cubicBezTo>
                    <a:pt x="176718" y="293716"/>
                    <a:pt x="176214" y="293697"/>
                    <a:pt x="175713" y="293660"/>
                  </a:cubicBezTo>
                  <a:lnTo>
                    <a:pt x="120939" y="289641"/>
                  </a:lnTo>
                  <a:lnTo>
                    <a:pt x="120939" y="334736"/>
                  </a:lnTo>
                  <a:lnTo>
                    <a:pt x="0" y="334736"/>
                  </a:lnTo>
                </a:path>
              </a:pathLst>
            </a:custGeom>
            <a:noFill/>
            <a:ln w="9208"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7" name="任意形状 186"/>
            <p:cNvSpPr/>
            <p:nvPr/>
          </p:nvSpPr>
          <p:spPr>
            <a:xfrm rot="10800000" flipV="1">
              <a:off x="8532026" y="3448849"/>
              <a:ext cx="234762" cy="338198"/>
            </a:xfrm>
            <a:custGeom>
              <a:avLst/>
              <a:gdLst>
                <a:gd name="connsiteX0" fmla="*/ 234763 w 234762"/>
                <a:gd name="connsiteY0" fmla="*/ 298849 h 338198"/>
                <a:gd name="connsiteX1" fmla="*/ 233156 w 234762"/>
                <a:gd name="connsiteY1" fmla="*/ 298790 h 338198"/>
                <a:gd name="connsiteX2" fmla="*/ 61715 w 234762"/>
                <a:gd name="connsiteY2" fmla="*/ 338198 h 338198"/>
                <a:gd name="connsiteX3" fmla="*/ 61715 w 234762"/>
                <a:gd name="connsiteY3" fmla="*/ 272661 h 338198"/>
                <a:gd name="connsiteX4" fmla="*/ 3032 w 234762"/>
                <a:gd name="connsiteY4" fmla="*/ 103194 h 338198"/>
                <a:gd name="connsiteX5" fmla="*/ 131358 w 234762"/>
                <a:gd name="connsiteY5" fmla="*/ 0 h 338198"/>
                <a:gd name="connsiteX6" fmla="*/ 180682 w 234762"/>
                <a:gd name="connsiteY6" fmla="*/ 0 h 33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62" h="338198">
                  <a:moveTo>
                    <a:pt x="234763" y="298849"/>
                  </a:moveTo>
                  <a:cubicBezTo>
                    <a:pt x="234227" y="298849"/>
                    <a:pt x="233691" y="298829"/>
                    <a:pt x="233156" y="298790"/>
                  </a:cubicBezTo>
                  <a:moveTo>
                    <a:pt x="61715" y="338198"/>
                  </a:moveTo>
                  <a:cubicBezTo>
                    <a:pt x="64092" y="307907"/>
                    <a:pt x="61715" y="311151"/>
                    <a:pt x="61715" y="272661"/>
                  </a:cubicBezTo>
                  <a:cubicBezTo>
                    <a:pt x="61715" y="234170"/>
                    <a:pt x="-16117" y="199585"/>
                    <a:pt x="3032" y="103194"/>
                  </a:cubicBezTo>
                  <a:cubicBezTo>
                    <a:pt x="15798" y="38933"/>
                    <a:pt x="58573" y="4535"/>
                    <a:pt x="131358" y="0"/>
                  </a:cubicBezTo>
                  <a:lnTo>
                    <a:pt x="180682" y="0"/>
                  </a:ln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8" name="任意形状 187"/>
            <p:cNvSpPr/>
            <p:nvPr/>
          </p:nvSpPr>
          <p:spPr>
            <a:xfrm>
              <a:off x="8566266" y="3545787"/>
              <a:ext cx="73902" cy="73902"/>
            </a:xfrm>
            <a:custGeom>
              <a:avLst/>
              <a:gdLst>
                <a:gd name="connsiteX0" fmla="*/ 0 w 73902"/>
                <a:gd name="connsiteY0" fmla="*/ 0 h 73902"/>
                <a:gd name="connsiteX1" fmla="*/ 73903 w 73902"/>
                <a:gd name="connsiteY1" fmla="*/ 0 h 73902"/>
                <a:gd name="connsiteX2" fmla="*/ 73903 w 73902"/>
                <a:gd name="connsiteY2" fmla="*/ 73903 h 73902"/>
                <a:gd name="connsiteX3" fmla="*/ 0 w 73902"/>
                <a:gd name="connsiteY3" fmla="*/ 73903 h 73902"/>
              </a:gdLst>
              <a:ahLst/>
              <a:cxnLst>
                <a:cxn ang="0">
                  <a:pos x="connsiteX0" y="connsiteY0"/>
                </a:cxn>
                <a:cxn ang="0">
                  <a:pos x="connsiteX1" y="connsiteY1"/>
                </a:cxn>
                <a:cxn ang="0">
                  <a:pos x="connsiteX2" y="connsiteY2"/>
                </a:cxn>
                <a:cxn ang="0">
                  <a:pos x="connsiteX3" y="connsiteY3"/>
                </a:cxn>
              </a:cxnLst>
              <a:rect l="l" t="t" r="r" b="b"/>
              <a:pathLst>
                <a:path w="73902" h="73902">
                  <a:moveTo>
                    <a:pt x="0" y="0"/>
                  </a:moveTo>
                  <a:lnTo>
                    <a:pt x="73903" y="0"/>
                  </a:lnTo>
                  <a:lnTo>
                    <a:pt x="73903" y="73903"/>
                  </a:lnTo>
                  <a:lnTo>
                    <a:pt x="0" y="73903"/>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9" name="任意形状 188"/>
            <p:cNvSpPr/>
            <p:nvPr/>
          </p:nvSpPr>
          <p:spPr>
            <a:xfrm>
              <a:off x="8592350" y="3571870"/>
              <a:ext cx="21736" cy="21736"/>
            </a:xfrm>
            <a:custGeom>
              <a:avLst/>
              <a:gdLst>
                <a:gd name="connsiteX0" fmla="*/ 0 w 21736"/>
                <a:gd name="connsiteY0" fmla="*/ 0 h 21736"/>
                <a:gd name="connsiteX1" fmla="*/ 21736 w 21736"/>
                <a:gd name="connsiteY1" fmla="*/ 0 h 21736"/>
                <a:gd name="connsiteX2" fmla="*/ 21736 w 21736"/>
                <a:gd name="connsiteY2" fmla="*/ 21736 h 21736"/>
                <a:gd name="connsiteX3" fmla="*/ 0 w 21736"/>
                <a:gd name="connsiteY3" fmla="*/ 21736 h 21736"/>
              </a:gdLst>
              <a:ahLst/>
              <a:cxnLst>
                <a:cxn ang="0">
                  <a:pos x="connsiteX0" y="connsiteY0"/>
                </a:cxn>
                <a:cxn ang="0">
                  <a:pos x="connsiteX1" y="connsiteY1"/>
                </a:cxn>
                <a:cxn ang="0">
                  <a:pos x="connsiteX2" y="connsiteY2"/>
                </a:cxn>
                <a:cxn ang="0">
                  <a:pos x="connsiteX3" y="connsiteY3"/>
                </a:cxn>
              </a:cxnLst>
              <a:rect l="l" t="t" r="r" b="b"/>
              <a:pathLst>
                <a:path w="21736" h="21736">
                  <a:moveTo>
                    <a:pt x="0" y="0"/>
                  </a:moveTo>
                  <a:lnTo>
                    <a:pt x="21736" y="0"/>
                  </a:lnTo>
                  <a:lnTo>
                    <a:pt x="21736" y="21736"/>
                  </a:lnTo>
                  <a:lnTo>
                    <a:pt x="0" y="21736"/>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0" name="任意形状 189"/>
            <p:cNvSpPr/>
            <p:nvPr/>
          </p:nvSpPr>
          <p:spPr>
            <a:xfrm>
              <a:off x="8826156" y="3319154"/>
              <a:ext cx="161646" cy="117443"/>
            </a:xfrm>
            <a:custGeom>
              <a:avLst/>
              <a:gdLst>
                <a:gd name="connsiteX0" fmla="*/ 0 w 161646"/>
                <a:gd name="connsiteY0" fmla="*/ 117443 h 117443"/>
                <a:gd name="connsiteX1" fmla="*/ 161647 w 161646"/>
                <a:gd name="connsiteY1" fmla="*/ 0 h 117443"/>
              </a:gdLst>
              <a:ahLst/>
              <a:cxnLst>
                <a:cxn ang="0">
                  <a:pos x="connsiteX0" y="connsiteY0"/>
                </a:cxn>
                <a:cxn ang="0">
                  <a:pos x="connsiteX1" y="connsiteY1"/>
                </a:cxn>
              </a:cxnLst>
              <a:rect l="l" t="t" r="r" b="b"/>
              <a:pathLst>
                <a:path w="161646" h="117443">
                  <a:moveTo>
                    <a:pt x="0" y="117443"/>
                  </a:moveTo>
                  <a:lnTo>
                    <a:pt x="161647" y="0"/>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1" name="任意形状 190"/>
            <p:cNvSpPr/>
            <p:nvPr/>
          </p:nvSpPr>
          <p:spPr>
            <a:xfrm>
              <a:off x="8162635" y="3640654"/>
              <a:ext cx="199319" cy="13937"/>
            </a:xfrm>
            <a:custGeom>
              <a:avLst/>
              <a:gdLst>
                <a:gd name="connsiteX0" fmla="*/ 0 w 199319"/>
                <a:gd name="connsiteY0" fmla="*/ 13938 h 13937"/>
                <a:gd name="connsiteX1" fmla="*/ 199320 w 199319"/>
                <a:gd name="connsiteY1" fmla="*/ 0 h 13937"/>
              </a:gdLst>
              <a:ahLst/>
              <a:cxnLst>
                <a:cxn ang="0">
                  <a:pos x="connsiteX0" y="connsiteY0"/>
                </a:cxn>
                <a:cxn ang="0">
                  <a:pos x="connsiteX1" y="connsiteY1"/>
                </a:cxn>
              </a:cxnLst>
              <a:rect l="l" t="t" r="r" b="b"/>
              <a:pathLst>
                <a:path w="199319" h="13937">
                  <a:moveTo>
                    <a:pt x="0" y="13938"/>
                  </a:moveTo>
                  <a:lnTo>
                    <a:pt x="199320" y="0"/>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2" name="任意形状 191"/>
            <p:cNvSpPr/>
            <p:nvPr/>
          </p:nvSpPr>
          <p:spPr>
            <a:xfrm>
              <a:off x="8314671" y="3823465"/>
              <a:ext cx="141284" cy="141284"/>
            </a:xfrm>
            <a:custGeom>
              <a:avLst/>
              <a:gdLst>
                <a:gd name="connsiteX0" fmla="*/ 0 w 141284"/>
                <a:gd name="connsiteY0" fmla="*/ 141285 h 141284"/>
                <a:gd name="connsiteX1" fmla="*/ 141285 w 141284"/>
                <a:gd name="connsiteY1" fmla="*/ 0 h 141284"/>
              </a:gdLst>
              <a:ahLst/>
              <a:cxnLst>
                <a:cxn ang="0">
                  <a:pos x="connsiteX0" y="connsiteY0"/>
                </a:cxn>
                <a:cxn ang="0">
                  <a:pos x="connsiteX1" y="connsiteY1"/>
                </a:cxn>
              </a:cxnLst>
              <a:rect l="l" t="t" r="r" b="b"/>
              <a:pathLst>
                <a:path w="141284" h="141284">
                  <a:moveTo>
                    <a:pt x="0" y="141285"/>
                  </a:moveTo>
                  <a:lnTo>
                    <a:pt x="141285" y="0"/>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3" name="任意形状 192"/>
            <p:cNvSpPr/>
            <p:nvPr/>
          </p:nvSpPr>
          <p:spPr>
            <a:xfrm rot="10800000" flipV="1">
              <a:off x="8836337" y="3785427"/>
              <a:ext cx="141284" cy="141284"/>
            </a:xfrm>
            <a:custGeom>
              <a:avLst/>
              <a:gdLst>
                <a:gd name="connsiteX0" fmla="*/ 0 w 141284"/>
                <a:gd name="connsiteY0" fmla="*/ 141285 h 141284"/>
                <a:gd name="connsiteX1" fmla="*/ 141285 w 141284"/>
                <a:gd name="connsiteY1" fmla="*/ 0 h 141284"/>
              </a:gdLst>
              <a:ahLst/>
              <a:cxnLst>
                <a:cxn ang="0">
                  <a:pos x="connsiteX0" y="connsiteY0"/>
                </a:cxn>
                <a:cxn ang="0">
                  <a:pos x="connsiteX1" y="connsiteY1"/>
                </a:cxn>
              </a:cxnLst>
              <a:rect l="l" t="t" r="r" b="b"/>
              <a:pathLst>
                <a:path w="141284" h="141284">
                  <a:moveTo>
                    <a:pt x="0" y="141285"/>
                  </a:moveTo>
                  <a:lnTo>
                    <a:pt x="141285" y="0"/>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4" name="任意形状 193"/>
            <p:cNvSpPr/>
            <p:nvPr/>
          </p:nvSpPr>
          <p:spPr>
            <a:xfrm>
              <a:off x="8260370" y="3328755"/>
              <a:ext cx="146129" cy="136267"/>
            </a:xfrm>
            <a:custGeom>
              <a:avLst/>
              <a:gdLst>
                <a:gd name="connsiteX0" fmla="*/ 0 w 146129"/>
                <a:gd name="connsiteY0" fmla="*/ 0 h 136267"/>
                <a:gd name="connsiteX1" fmla="*/ 146129 w 146129"/>
                <a:gd name="connsiteY1" fmla="*/ 136268 h 136267"/>
              </a:gdLst>
              <a:ahLst/>
              <a:cxnLst>
                <a:cxn ang="0">
                  <a:pos x="connsiteX0" y="connsiteY0"/>
                </a:cxn>
                <a:cxn ang="0">
                  <a:pos x="connsiteX1" y="connsiteY1"/>
                </a:cxn>
              </a:cxnLst>
              <a:rect l="l" t="t" r="r" b="b"/>
              <a:pathLst>
                <a:path w="146129" h="136267">
                  <a:moveTo>
                    <a:pt x="0" y="0"/>
                  </a:moveTo>
                  <a:lnTo>
                    <a:pt x="146129" y="136268"/>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5" name="任意形状 194"/>
            <p:cNvSpPr/>
            <p:nvPr/>
          </p:nvSpPr>
          <p:spPr>
            <a:xfrm>
              <a:off x="8958603" y="3293648"/>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4"/>
                    <a:pt x="57359" y="27170"/>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6" name="任意形状 195"/>
            <p:cNvSpPr/>
            <p:nvPr/>
          </p:nvSpPr>
          <p:spPr>
            <a:xfrm>
              <a:off x="8969471" y="3913127"/>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5"/>
                    <a:pt x="57359" y="2717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7" name="任意形状 196"/>
            <p:cNvSpPr/>
            <p:nvPr/>
          </p:nvSpPr>
          <p:spPr>
            <a:xfrm>
              <a:off x="8273916" y="3962033"/>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5"/>
                    <a:pt x="57359" y="27170"/>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8" name="任意形状 197"/>
            <p:cNvSpPr/>
            <p:nvPr/>
          </p:nvSpPr>
          <p:spPr>
            <a:xfrm>
              <a:off x="8110895" y="3630557"/>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4"/>
                    <a:pt x="57359" y="2717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9" name="任意形状 198"/>
            <p:cNvSpPr/>
            <p:nvPr/>
          </p:nvSpPr>
          <p:spPr>
            <a:xfrm>
              <a:off x="8225010" y="3299082"/>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4"/>
                    <a:pt x="57359" y="2717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00" name="图片 11" descr="icon-47"/>
          <p:cNvGrpSpPr/>
          <p:nvPr/>
        </p:nvGrpSpPr>
        <p:grpSpPr>
          <a:xfrm>
            <a:off x="6349052" y="3201578"/>
            <a:ext cx="861710" cy="794456"/>
            <a:chOff x="6349052" y="3201578"/>
            <a:chExt cx="861710" cy="794456"/>
          </a:xfrm>
        </p:grpSpPr>
        <p:sp>
          <p:nvSpPr>
            <p:cNvPr id="201" name="任意形状 200"/>
            <p:cNvSpPr/>
            <p:nvPr/>
          </p:nvSpPr>
          <p:spPr>
            <a:xfrm>
              <a:off x="6587088" y="3201578"/>
              <a:ext cx="576686" cy="576686"/>
            </a:xfrm>
            <a:custGeom>
              <a:avLst/>
              <a:gdLst>
                <a:gd name="connsiteX0" fmla="*/ 576686 w 576686"/>
                <a:gd name="connsiteY0" fmla="*/ 288343 h 576686"/>
                <a:gd name="connsiteX1" fmla="*/ 288343 w 576686"/>
                <a:gd name="connsiteY1" fmla="*/ 576686 h 576686"/>
                <a:gd name="connsiteX2" fmla="*/ 0 w 576686"/>
                <a:gd name="connsiteY2" fmla="*/ 288343 h 576686"/>
                <a:gd name="connsiteX3" fmla="*/ 288343 w 576686"/>
                <a:gd name="connsiteY3" fmla="*/ 0 h 576686"/>
                <a:gd name="connsiteX4" fmla="*/ 576686 w 576686"/>
                <a:gd name="connsiteY4" fmla="*/ 288343 h 576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686" h="576686">
                  <a:moveTo>
                    <a:pt x="576686" y="288343"/>
                  </a:moveTo>
                  <a:cubicBezTo>
                    <a:pt x="576686" y="447591"/>
                    <a:pt x="447590" y="576686"/>
                    <a:pt x="288343" y="576686"/>
                  </a:cubicBezTo>
                  <a:cubicBezTo>
                    <a:pt x="129096" y="576686"/>
                    <a:pt x="0" y="447591"/>
                    <a:pt x="0" y="288343"/>
                  </a:cubicBezTo>
                  <a:cubicBezTo>
                    <a:pt x="0" y="129096"/>
                    <a:pt x="129096" y="0"/>
                    <a:pt x="288343" y="0"/>
                  </a:cubicBezTo>
                  <a:cubicBezTo>
                    <a:pt x="447590" y="0"/>
                    <a:pt x="576686" y="129096"/>
                    <a:pt x="576686" y="288343"/>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2" name="任意形状 201"/>
            <p:cNvSpPr/>
            <p:nvPr/>
          </p:nvSpPr>
          <p:spPr>
            <a:xfrm rot="10800000" flipV="1">
              <a:off x="6733579" y="3439583"/>
              <a:ext cx="477183" cy="403058"/>
            </a:xfrm>
            <a:custGeom>
              <a:avLst/>
              <a:gdLst>
                <a:gd name="connsiteX0" fmla="*/ 201075 w 477183"/>
                <a:gd name="connsiteY0" fmla="*/ 0 h 403058"/>
                <a:gd name="connsiteX1" fmla="*/ 399979 w 477183"/>
                <a:gd name="connsiteY1" fmla="*/ 118815 h 403058"/>
                <a:gd name="connsiteX2" fmla="*/ 406066 w 477183"/>
                <a:gd name="connsiteY2" fmla="*/ 124742 h 403058"/>
                <a:gd name="connsiteX3" fmla="*/ 411977 w 477183"/>
                <a:gd name="connsiteY3" fmla="*/ 130591 h 403058"/>
                <a:gd name="connsiteX4" fmla="*/ 417702 w 477183"/>
                <a:gd name="connsiteY4" fmla="*/ 136343 h 403058"/>
                <a:gd name="connsiteX5" fmla="*/ 423230 w 477183"/>
                <a:gd name="connsiteY5" fmla="*/ 141980 h 403058"/>
                <a:gd name="connsiteX6" fmla="*/ 428552 w 477183"/>
                <a:gd name="connsiteY6" fmla="*/ 147481 h 403058"/>
                <a:gd name="connsiteX7" fmla="*/ 433657 w 477183"/>
                <a:gd name="connsiteY7" fmla="*/ 152827 h 403058"/>
                <a:gd name="connsiteX8" fmla="*/ 438533 w 477183"/>
                <a:gd name="connsiteY8" fmla="*/ 157999 h 403058"/>
                <a:gd name="connsiteX9" fmla="*/ 443172 w 477183"/>
                <a:gd name="connsiteY9" fmla="*/ 162977 h 403058"/>
                <a:gd name="connsiteX10" fmla="*/ 447561 w 477183"/>
                <a:gd name="connsiteY10" fmla="*/ 167743 h 403058"/>
                <a:gd name="connsiteX11" fmla="*/ 453655 w 477183"/>
                <a:gd name="connsiteY11" fmla="*/ 174451 h 403058"/>
                <a:gd name="connsiteX12" fmla="*/ 459130 w 477183"/>
                <a:gd name="connsiteY12" fmla="*/ 180570 h 403058"/>
                <a:gd name="connsiteX13" fmla="*/ 463950 w 477183"/>
                <a:gd name="connsiteY13" fmla="*/ 186037 h 403058"/>
                <a:gd name="connsiteX14" fmla="*/ 468080 w 477183"/>
                <a:gd name="connsiteY14" fmla="*/ 190785 h 403058"/>
                <a:gd name="connsiteX15" fmla="*/ 472452 w 477183"/>
                <a:gd name="connsiteY15" fmla="*/ 195886 h 403058"/>
                <a:gd name="connsiteX16" fmla="*/ 477185 w 477183"/>
                <a:gd name="connsiteY16" fmla="*/ 201529 h 403058"/>
                <a:gd name="connsiteX17" fmla="*/ 473333 w 477183"/>
                <a:gd name="connsiteY17" fmla="*/ 206133 h 403058"/>
                <a:gd name="connsiteX18" fmla="*/ 468080 w 477183"/>
                <a:gd name="connsiteY18" fmla="*/ 212273 h 403058"/>
                <a:gd name="connsiteX19" fmla="*/ 462418 w 477183"/>
                <a:gd name="connsiteY19" fmla="*/ 218767 h 403058"/>
                <a:gd name="connsiteX20" fmla="*/ 459130 w 477183"/>
                <a:gd name="connsiteY20" fmla="*/ 222488 h 403058"/>
                <a:gd name="connsiteX21" fmla="*/ 453655 w 477183"/>
                <a:gd name="connsiteY21" fmla="*/ 228608 h 403058"/>
                <a:gd name="connsiteX22" fmla="*/ 447561 w 477183"/>
                <a:gd name="connsiteY22" fmla="*/ 235315 h 403058"/>
                <a:gd name="connsiteX23" fmla="*/ 443172 w 477183"/>
                <a:gd name="connsiteY23" fmla="*/ 240081 h 403058"/>
                <a:gd name="connsiteX24" fmla="*/ 438533 w 477183"/>
                <a:gd name="connsiteY24" fmla="*/ 245059 h 403058"/>
                <a:gd name="connsiteX25" fmla="*/ 433657 w 477183"/>
                <a:gd name="connsiteY25" fmla="*/ 250232 h 403058"/>
                <a:gd name="connsiteX26" fmla="*/ 428552 w 477183"/>
                <a:gd name="connsiteY26" fmla="*/ 255578 h 403058"/>
                <a:gd name="connsiteX27" fmla="*/ 423230 w 477183"/>
                <a:gd name="connsiteY27" fmla="*/ 261079 h 403058"/>
                <a:gd name="connsiteX28" fmla="*/ 417702 w 477183"/>
                <a:gd name="connsiteY28" fmla="*/ 266715 h 403058"/>
                <a:gd name="connsiteX29" fmla="*/ 411977 w 477183"/>
                <a:gd name="connsiteY29" fmla="*/ 272467 h 403058"/>
                <a:gd name="connsiteX30" fmla="*/ 406066 w 477183"/>
                <a:gd name="connsiteY30" fmla="*/ 278317 h 403058"/>
                <a:gd name="connsiteX31" fmla="*/ 399979 w 477183"/>
                <a:gd name="connsiteY31" fmla="*/ 284243 h 403058"/>
                <a:gd name="connsiteX32" fmla="*/ 201075 w 477183"/>
                <a:gd name="connsiteY32" fmla="*/ 403058 h 403058"/>
                <a:gd name="connsiteX33" fmla="*/ 1 w 477183"/>
                <a:gd name="connsiteY33" fmla="*/ 201529 h 403058"/>
                <a:gd name="connsiteX34" fmla="*/ 201075 w 477183"/>
                <a:gd name="connsiteY34" fmla="*/ 0 h 403058"/>
                <a:gd name="connsiteX35" fmla="*/ 203995 w 477183"/>
                <a:gd name="connsiteY35" fmla="*/ 69493 h 403058"/>
                <a:gd name="connsiteX36" fmla="*/ 74126 w 477183"/>
                <a:gd name="connsiteY36" fmla="*/ 199213 h 403058"/>
                <a:gd name="connsiteX37" fmla="*/ 203995 w 477183"/>
                <a:gd name="connsiteY37" fmla="*/ 328933 h 403058"/>
                <a:gd name="connsiteX38" fmla="*/ 255961 w 477183"/>
                <a:gd name="connsiteY38" fmla="*/ 308474 h 403058"/>
                <a:gd name="connsiteX39" fmla="*/ 335932 w 477183"/>
                <a:gd name="connsiteY39" fmla="*/ 246846 h 403058"/>
                <a:gd name="connsiteX40" fmla="*/ 379737 w 477183"/>
                <a:gd name="connsiteY40" fmla="*/ 204212 h 403058"/>
                <a:gd name="connsiteX41" fmla="*/ 384527 w 477183"/>
                <a:gd name="connsiteY41" fmla="*/ 199213 h 403058"/>
                <a:gd name="connsiteX42" fmla="*/ 379737 w 477183"/>
                <a:gd name="connsiteY42" fmla="*/ 194213 h 403058"/>
                <a:gd name="connsiteX43" fmla="*/ 341535 w 477183"/>
                <a:gd name="connsiteY43" fmla="*/ 156726 h 403058"/>
                <a:gd name="connsiteX44" fmla="*/ 335932 w 477183"/>
                <a:gd name="connsiteY44" fmla="*/ 151579 h 403058"/>
                <a:gd name="connsiteX45" fmla="*/ 255961 w 477183"/>
                <a:gd name="connsiteY45" fmla="*/ 89952 h 403058"/>
                <a:gd name="connsiteX46" fmla="*/ 203995 w 477183"/>
                <a:gd name="connsiteY46" fmla="*/ 69493 h 403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77183" h="403058">
                  <a:moveTo>
                    <a:pt x="201075" y="0"/>
                  </a:moveTo>
                  <a:cubicBezTo>
                    <a:pt x="263263" y="0"/>
                    <a:pt x="342389" y="63200"/>
                    <a:pt x="399979" y="118815"/>
                  </a:cubicBezTo>
                  <a:lnTo>
                    <a:pt x="406066" y="124742"/>
                  </a:lnTo>
                  <a:lnTo>
                    <a:pt x="411977" y="130591"/>
                  </a:lnTo>
                  <a:lnTo>
                    <a:pt x="417702" y="136343"/>
                  </a:lnTo>
                  <a:cubicBezTo>
                    <a:pt x="419578" y="138243"/>
                    <a:pt x="421421" y="140122"/>
                    <a:pt x="423230" y="141980"/>
                  </a:cubicBezTo>
                  <a:lnTo>
                    <a:pt x="428552" y="147481"/>
                  </a:lnTo>
                  <a:lnTo>
                    <a:pt x="433657" y="152827"/>
                  </a:lnTo>
                  <a:lnTo>
                    <a:pt x="438533" y="157999"/>
                  </a:lnTo>
                  <a:lnTo>
                    <a:pt x="443172" y="162977"/>
                  </a:lnTo>
                  <a:lnTo>
                    <a:pt x="447561" y="167743"/>
                  </a:lnTo>
                  <a:lnTo>
                    <a:pt x="453655" y="174451"/>
                  </a:lnTo>
                  <a:lnTo>
                    <a:pt x="459130" y="180570"/>
                  </a:lnTo>
                  <a:lnTo>
                    <a:pt x="463950" y="186037"/>
                  </a:lnTo>
                  <a:lnTo>
                    <a:pt x="468080" y="190785"/>
                  </a:lnTo>
                  <a:lnTo>
                    <a:pt x="472452" y="195886"/>
                  </a:lnTo>
                  <a:lnTo>
                    <a:pt x="477185" y="201529"/>
                  </a:lnTo>
                  <a:lnTo>
                    <a:pt x="473333" y="206133"/>
                  </a:lnTo>
                  <a:lnTo>
                    <a:pt x="468080" y="212273"/>
                  </a:lnTo>
                  <a:lnTo>
                    <a:pt x="462418" y="218767"/>
                  </a:lnTo>
                  <a:lnTo>
                    <a:pt x="459130" y="222488"/>
                  </a:lnTo>
                  <a:lnTo>
                    <a:pt x="453655" y="228608"/>
                  </a:lnTo>
                  <a:lnTo>
                    <a:pt x="447561" y="235315"/>
                  </a:lnTo>
                  <a:lnTo>
                    <a:pt x="443172" y="240081"/>
                  </a:lnTo>
                  <a:lnTo>
                    <a:pt x="438533" y="245059"/>
                  </a:lnTo>
                  <a:lnTo>
                    <a:pt x="433657" y="250232"/>
                  </a:lnTo>
                  <a:lnTo>
                    <a:pt x="428552" y="255578"/>
                  </a:lnTo>
                  <a:lnTo>
                    <a:pt x="423230" y="261079"/>
                  </a:lnTo>
                  <a:cubicBezTo>
                    <a:pt x="421421" y="262936"/>
                    <a:pt x="419578" y="264816"/>
                    <a:pt x="417702" y="266715"/>
                  </a:cubicBezTo>
                  <a:lnTo>
                    <a:pt x="411977" y="272467"/>
                  </a:lnTo>
                  <a:lnTo>
                    <a:pt x="406066" y="278317"/>
                  </a:lnTo>
                  <a:lnTo>
                    <a:pt x="399979" y="284243"/>
                  </a:lnTo>
                  <a:cubicBezTo>
                    <a:pt x="342389" y="339859"/>
                    <a:pt x="263263" y="403058"/>
                    <a:pt x="201075" y="403058"/>
                  </a:cubicBezTo>
                  <a:cubicBezTo>
                    <a:pt x="90025" y="403058"/>
                    <a:pt x="1" y="312831"/>
                    <a:pt x="1" y="201529"/>
                  </a:cubicBezTo>
                  <a:cubicBezTo>
                    <a:pt x="1" y="90228"/>
                    <a:pt x="90025" y="0"/>
                    <a:pt x="201075" y="0"/>
                  </a:cubicBezTo>
                  <a:close/>
                  <a:moveTo>
                    <a:pt x="203995" y="69493"/>
                  </a:moveTo>
                  <a:cubicBezTo>
                    <a:pt x="132271" y="69493"/>
                    <a:pt x="74126" y="127570"/>
                    <a:pt x="74126" y="199213"/>
                  </a:cubicBezTo>
                  <a:cubicBezTo>
                    <a:pt x="74126" y="270855"/>
                    <a:pt x="132271" y="328933"/>
                    <a:pt x="203995" y="328933"/>
                  </a:cubicBezTo>
                  <a:cubicBezTo>
                    <a:pt x="214469" y="328933"/>
                    <a:pt x="232848" y="322341"/>
                    <a:pt x="255961" y="308474"/>
                  </a:cubicBezTo>
                  <a:cubicBezTo>
                    <a:pt x="280353" y="293839"/>
                    <a:pt x="307536" y="272702"/>
                    <a:pt x="335932" y="246846"/>
                  </a:cubicBezTo>
                  <a:cubicBezTo>
                    <a:pt x="350909" y="233210"/>
                    <a:pt x="365610" y="218835"/>
                    <a:pt x="379737" y="204212"/>
                  </a:cubicBezTo>
                  <a:lnTo>
                    <a:pt x="384527" y="199213"/>
                  </a:lnTo>
                  <a:lnTo>
                    <a:pt x="379737" y="194213"/>
                  </a:lnTo>
                  <a:cubicBezTo>
                    <a:pt x="367376" y="181418"/>
                    <a:pt x="354575" y="168813"/>
                    <a:pt x="341535" y="156726"/>
                  </a:cubicBezTo>
                  <a:lnTo>
                    <a:pt x="335932" y="151579"/>
                  </a:lnTo>
                  <a:cubicBezTo>
                    <a:pt x="307536" y="125724"/>
                    <a:pt x="280353" y="104586"/>
                    <a:pt x="255961" y="89952"/>
                  </a:cubicBezTo>
                  <a:cubicBezTo>
                    <a:pt x="232848" y="76085"/>
                    <a:pt x="214469" y="69493"/>
                    <a:pt x="203995" y="69493"/>
                  </a:cubicBez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3" name="任意形状 202"/>
            <p:cNvSpPr/>
            <p:nvPr/>
          </p:nvSpPr>
          <p:spPr>
            <a:xfrm>
              <a:off x="6349052" y="3439583"/>
              <a:ext cx="477183" cy="403058"/>
            </a:xfrm>
            <a:custGeom>
              <a:avLst/>
              <a:gdLst>
                <a:gd name="connsiteX0" fmla="*/ 477184 w 477183"/>
                <a:gd name="connsiteY0" fmla="*/ 201529 h 403058"/>
                <a:gd name="connsiteX1" fmla="*/ 473333 w 477183"/>
                <a:gd name="connsiteY1" fmla="*/ 206133 h 403058"/>
                <a:gd name="connsiteX2" fmla="*/ 468080 w 477183"/>
                <a:gd name="connsiteY2" fmla="*/ 212273 h 403058"/>
                <a:gd name="connsiteX3" fmla="*/ 462418 w 477183"/>
                <a:gd name="connsiteY3" fmla="*/ 218767 h 403058"/>
                <a:gd name="connsiteX4" fmla="*/ 459129 w 477183"/>
                <a:gd name="connsiteY4" fmla="*/ 222488 h 403058"/>
                <a:gd name="connsiteX5" fmla="*/ 453655 w 477183"/>
                <a:gd name="connsiteY5" fmla="*/ 228608 h 403058"/>
                <a:gd name="connsiteX6" fmla="*/ 447560 w 477183"/>
                <a:gd name="connsiteY6" fmla="*/ 235315 h 403058"/>
                <a:gd name="connsiteX7" fmla="*/ 443171 w 477183"/>
                <a:gd name="connsiteY7" fmla="*/ 240081 h 403058"/>
                <a:gd name="connsiteX8" fmla="*/ 438533 w 477183"/>
                <a:gd name="connsiteY8" fmla="*/ 245059 h 403058"/>
                <a:gd name="connsiteX9" fmla="*/ 433656 w 477183"/>
                <a:gd name="connsiteY9" fmla="*/ 250232 h 403058"/>
                <a:gd name="connsiteX10" fmla="*/ 428552 w 477183"/>
                <a:gd name="connsiteY10" fmla="*/ 255578 h 403058"/>
                <a:gd name="connsiteX11" fmla="*/ 423230 w 477183"/>
                <a:gd name="connsiteY11" fmla="*/ 261079 h 403058"/>
                <a:gd name="connsiteX12" fmla="*/ 417701 w 477183"/>
                <a:gd name="connsiteY12" fmla="*/ 266715 h 403058"/>
                <a:gd name="connsiteX13" fmla="*/ 411976 w 477183"/>
                <a:gd name="connsiteY13" fmla="*/ 272467 h 403058"/>
                <a:gd name="connsiteX14" fmla="*/ 406065 w 477183"/>
                <a:gd name="connsiteY14" fmla="*/ 278317 h 403058"/>
                <a:gd name="connsiteX15" fmla="*/ 399979 w 477183"/>
                <a:gd name="connsiteY15" fmla="*/ 284243 h 403058"/>
                <a:gd name="connsiteX16" fmla="*/ 201075 w 477183"/>
                <a:gd name="connsiteY16" fmla="*/ 403058 h 403058"/>
                <a:gd name="connsiteX17" fmla="*/ 0 w 477183"/>
                <a:gd name="connsiteY17" fmla="*/ 201529 h 403058"/>
                <a:gd name="connsiteX18" fmla="*/ 201075 w 477183"/>
                <a:gd name="connsiteY18" fmla="*/ 0 h 403058"/>
                <a:gd name="connsiteX19" fmla="*/ 399979 w 477183"/>
                <a:gd name="connsiteY19" fmla="*/ 118815 h 403058"/>
                <a:gd name="connsiteX20" fmla="*/ 406065 w 477183"/>
                <a:gd name="connsiteY20" fmla="*/ 124742 h 403058"/>
                <a:gd name="connsiteX21" fmla="*/ 411976 w 477183"/>
                <a:gd name="connsiteY21" fmla="*/ 130591 h 403058"/>
                <a:gd name="connsiteX22" fmla="*/ 417701 w 477183"/>
                <a:gd name="connsiteY22" fmla="*/ 136343 h 403058"/>
                <a:gd name="connsiteX23" fmla="*/ 423230 w 477183"/>
                <a:gd name="connsiteY23" fmla="*/ 141980 h 403058"/>
                <a:gd name="connsiteX24" fmla="*/ 428552 w 477183"/>
                <a:gd name="connsiteY24" fmla="*/ 147481 h 403058"/>
                <a:gd name="connsiteX25" fmla="*/ 199362 w 477183"/>
                <a:gd name="connsiteY25" fmla="*/ 69493 h 403058"/>
                <a:gd name="connsiteX26" fmla="*/ 69493 w 477183"/>
                <a:gd name="connsiteY26" fmla="*/ 199213 h 403058"/>
                <a:gd name="connsiteX27" fmla="*/ 199362 w 477183"/>
                <a:gd name="connsiteY27" fmla="*/ 328933 h 403058"/>
                <a:gd name="connsiteX28" fmla="*/ 251327 w 477183"/>
                <a:gd name="connsiteY28" fmla="*/ 308474 h 403058"/>
                <a:gd name="connsiteX29" fmla="*/ 331299 w 477183"/>
                <a:gd name="connsiteY29" fmla="*/ 246846 h 403058"/>
                <a:gd name="connsiteX30" fmla="*/ 375104 w 477183"/>
                <a:gd name="connsiteY30" fmla="*/ 204212 h 403058"/>
                <a:gd name="connsiteX31" fmla="*/ 379894 w 477183"/>
                <a:gd name="connsiteY31" fmla="*/ 199213 h 403058"/>
                <a:gd name="connsiteX32" fmla="*/ 375104 w 477183"/>
                <a:gd name="connsiteY32" fmla="*/ 194213 h 403058"/>
                <a:gd name="connsiteX33" fmla="*/ 336902 w 477183"/>
                <a:gd name="connsiteY33" fmla="*/ 156726 h 403058"/>
                <a:gd name="connsiteX34" fmla="*/ 331299 w 477183"/>
                <a:gd name="connsiteY34" fmla="*/ 151579 h 403058"/>
                <a:gd name="connsiteX35" fmla="*/ 251327 w 477183"/>
                <a:gd name="connsiteY35" fmla="*/ 89952 h 403058"/>
                <a:gd name="connsiteX36" fmla="*/ 199362 w 477183"/>
                <a:gd name="connsiteY36" fmla="*/ 69493 h 403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7183" h="403058">
                  <a:moveTo>
                    <a:pt x="477184" y="201529"/>
                  </a:moveTo>
                  <a:lnTo>
                    <a:pt x="473333" y="206133"/>
                  </a:lnTo>
                  <a:lnTo>
                    <a:pt x="468080" y="212273"/>
                  </a:lnTo>
                  <a:lnTo>
                    <a:pt x="462418" y="218767"/>
                  </a:lnTo>
                  <a:lnTo>
                    <a:pt x="459129" y="222488"/>
                  </a:lnTo>
                  <a:lnTo>
                    <a:pt x="453655" y="228608"/>
                  </a:lnTo>
                  <a:lnTo>
                    <a:pt x="447560" y="235315"/>
                  </a:lnTo>
                  <a:lnTo>
                    <a:pt x="443171" y="240081"/>
                  </a:lnTo>
                  <a:lnTo>
                    <a:pt x="438533" y="245059"/>
                  </a:lnTo>
                  <a:lnTo>
                    <a:pt x="433656" y="250232"/>
                  </a:lnTo>
                  <a:lnTo>
                    <a:pt x="428552" y="255578"/>
                  </a:lnTo>
                  <a:lnTo>
                    <a:pt x="423230" y="261079"/>
                  </a:lnTo>
                  <a:cubicBezTo>
                    <a:pt x="421421" y="262936"/>
                    <a:pt x="419577" y="264816"/>
                    <a:pt x="417701" y="266715"/>
                  </a:cubicBezTo>
                  <a:lnTo>
                    <a:pt x="411976" y="272467"/>
                  </a:lnTo>
                  <a:lnTo>
                    <a:pt x="406065" y="278317"/>
                  </a:lnTo>
                  <a:lnTo>
                    <a:pt x="399979" y="284243"/>
                  </a:lnTo>
                  <a:cubicBezTo>
                    <a:pt x="342388" y="339859"/>
                    <a:pt x="263263" y="403058"/>
                    <a:pt x="201075" y="403058"/>
                  </a:cubicBezTo>
                  <a:cubicBezTo>
                    <a:pt x="90024" y="403058"/>
                    <a:pt x="0" y="312831"/>
                    <a:pt x="0" y="201529"/>
                  </a:cubicBezTo>
                  <a:cubicBezTo>
                    <a:pt x="0" y="90228"/>
                    <a:pt x="90024" y="0"/>
                    <a:pt x="201075" y="0"/>
                  </a:cubicBezTo>
                  <a:cubicBezTo>
                    <a:pt x="263263" y="0"/>
                    <a:pt x="342388" y="63200"/>
                    <a:pt x="399979" y="118815"/>
                  </a:cubicBezTo>
                  <a:lnTo>
                    <a:pt x="406065" y="124742"/>
                  </a:lnTo>
                  <a:lnTo>
                    <a:pt x="411976" y="130591"/>
                  </a:lnTo>
                  <a:lnTo>
                    <a:pt x="417701" y="136343"/>
                  </a:lnTo>
                  <a:cubicBezTo>
                    <a:pt x="419577" y="138243"/>
                    <a:pt x="421421" y="140122"/>
                    <a:pt x="423230" y="141980"/>
                  </a:cubicBezTo>
                  <a:lnTo>
                    <a:pt x="428552" y="147481"/>
                  </a:lnTo>
                  <a:moveTo>
                    <a:pt x="199362" y="69493"/>
                  </a:moveTo>
                  <a:cubicBezTo>
                    <a:pt x="127637" y="69493"/>
                    <a:pt x="69493" y="127570"/>
                    <a:pt x="69493" y="199213"/>
                  </a:cubicBezTo>
                  <a:cubicBezTo>
                    <a:pt x="69493" y="270855"/>
                    <a:pt x="127637" y="328933"/>
                    <a:pt x="199362" y="328933"/>
                  </a:cubicBezTo>
                  <a:cubicBezTo>
                    <a:pt x="209836" y="328933"/>
                    <a:pt x="228214" y="322341"/>
                    <a:pt x="251327" y="308474"/>
                  </a:cubicBezTo>
                  <a:cubicBezTo>
                    <a:pt x="275720" y="293839"/>
                    <a:pt x="302902" y="272702"/>
                    <a:pt x="331299" y="246846"/>
                  </a:cubicBezTo>
                  <a:cubicBezTo>
                    <a:pt x="346276" y="233210"/>
                    <a:pt x="360976" y="218835"/>
                    <a:pt x="375104" y="204212"/>
                  </a:cubicBezTo>
                  <a:lnTo>
                    <a:pt x="379894" y="199213"/>
                  </a:lnTo>
                  <a:lnTo>
                    <a:pt x="375104" y="194213"/>
                  </a:lnTo>
                  <a:cubicBezTo>
                    <a:pt x="362742" y="181418"/>
                    <a:pt x="349942" y="168813"/>
                    <a:pt x="336902" y="156726"/>
                  </a:cubicBezTo>
                  <a:lnTo>
                    <a:pt x="331299" y="151579"/>
                  </a:lnTo>
                  <a:cubicBezTo>
                    <a:pt x="302902" y="125724"/>
                    <a:pt x="275720" y="104586"/>
                    <a:pt x="251327" y="89952"/>
                  </a:cubicBezTo>
                  <a:cubicBezTo>
                    <a:pt x="228214" y="76085"/>
                    <a:pt x="209836" y="69493"/>
                    <a:pt x="199362" y="69493"/>
                  </a:cubicBez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4" name="任意形状 203"/>
            <p:cNvSpPr/>
            <p:nvPr/>
          </p:nvSpPr>
          <p:spPr>
            <a:xfrm>
              <a:off x="6721376" y="3556651"/>
              <a:ext cx="88077" cy="91461"/>
            </a:xfrm>
            <a:custGeom>
              <a:avLst/>
              <a:gdLst>
                <a:gd name="connsiteX0" fmla="*/ 0 w 88077"/>
                <a:gd name="connsiteY0" fmla="*/ 91462 h 91461"/>
                <a:gd name="connsiteX1" fmla="*/ 88077 w 88077"/>
                <a:gd name="connsiteY1" fmla="*/ 0 h 91461"/>
              </a:gdLst>
              <a:ahLst/>
              <a:cxnLst>
                <a:cxn ang="0">
                  <a:pos x="connsiteX0" y="connsiteY0"/>
                </a:cxn>
                <a:cxn ang="0">
                  <a:pos x="connsiteX1" y="connsiteY1"/>
                </a:cxn>
              </a:cxnLst>
              <a:rect l="l" t="t" r="r" b="b"/>
              <a:pathLst>
                <a:path w="88077" h="91461">
                  <a:moveTo>
                    <a:pt x="0" y="91462"/>
                  </a:moveTo>
                  <a:lnTo>
                    <a:pt x="88077" y="0"/>
                  </a:lnTo>
                </a:path>
              </a:pathLst>
            </a:custGeom>
            <a:ln w="9208"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5" name="任意形状 204"/>
            <p:cNvSpPr/>
            <p:nvPr/>
          </p:nvSpPr>
          <p:spPr>
            <a:xfrm>
              <a:off x="6595775" y="3285353"/>
              <a:ext cx="130791" cy="202062"/>
            </a:xfrm>
            <a:custGeom>
              <a:avLst/>
              <a:gdLst>
                <a:gd name="connsiteX0" fmla="*/ 0 w 130791"/>
                <a:gd name="connsiteY0" fmla="*/ 0 h 202062"/>
                <a:gd name="connsiteX1" fmla="*/ 130791 w 130791"/>
                <a:gd name="connsiteY1" fmla="*/ 202063 h 202062"/>
              </a:gdLst>
              <a:ahLst/>
              <a:cxnLst>
                <a:cxn ang="0">
                  <a:pos x="connsiteX0" y="connsiteY0"/>
                </a:cxn>
                <a:cxn ang="0">
                  <a:pos x="connsiteX1" y="connsiteY1"/>
                </a:cxn>
              </a:cxnLst>
              <a:rect l="l" t="t" r="r" b="b"/>
              <a:pathLst>
                <a:path w="130791" h="202062">
                  <a:moveTo>
                    <a:pt x="0" y="0"/>
                  </a:moveTo>
                  <a:cubicBezTo>
                    <a:pt x="77889" y="48836"/>
                    <a:pt x="121486" y="116191"/>
                    <a:pt x="130791" y="202063"/>
                  </a:cubicBez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6" name="任意形状 205"/>
            <p:cNvSpPr/>
            <p:nvPr/>
          </p:nvSpPr>
          <p:spPr>
            <a:xfrm rot="10800000" flipV="1">
              <a:off x="6835252" y="3285353"/>
              <a:ext cx="130791" cy="202062"/>
            </a:xfrm>
            <a:custGeom>
              <a:avLst/>
              <a:gdLst>
                <a:gd name="connsiteX0" fmla="*/ 0 w 130791"/>
                <a:gd name="connsiteY0" fmla="*/ 0 h 202062"/>
                <a:gd name="connsiteX1" fmla="*/ 130791 w 130791"/>
                <a:gd name="connsiteY1" fmla="*/ 202063 h 202062"/>
              </a:gdLst>
              <a:ahLst/>
              <a:cxnLst>
                <a:cxn ang="0">
                  <a:pos x="connsiteX0" y="connsiteY0"/>
                </a:cxn>
                <a:cxn ang="0">
                  <a:pos x="connsiteX1" y="connsiteY1"/>
                </a:cxn>
              </a:cxnLst>
              <a:rect l="l" t="t" r="r" b="b"/>
              <a:pathLst>
                <a:path w="130791" h="202062">
                  <a:moveTo>
                    <a:pt x="0" y="0"/>
                  </a:moveTo>
                  <a:cubicBezTo>
                    <a:pt x="77889" y="48836"/>
                    <a:pt x="121486" y="116191"/>
                    <a:pt x="130791" y="202063"/>
                  </a:cubicBez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7" name="任意形状 206"/>
            <p:cNvSpPr/>
            <p:nvPr/>
          </p:nvSpPr>
          <p:spPr>
            <a:xfrm>
              <a:off x="6782505" y="3248866"/>
              <a:ext cx="4632" cy="239476"/>
            </a:xfrm>
            <a:custGeom>
              <a:avLst/>
              <a:gdLst>
                <a:gd name="connsiteX0" fmla="*/ 0 w 4632"/>
                <a:gd name="connsiteY0" fmla="*/ 239477 h 239476"/>
                <a:gd name="connsiteX1" fmla="*/ 0 w 4632"/>
                <a:gd name="connsiteY1" fmla="*/ 0 h 239476"/>
              </a:gdLst>
              <a:ahLst/>
              <a:cxnLst>
                <a:cxn ang="0">
                  <a:pos x="connsiteX0" y="connsiteY0"/>
                </a:cxn>
                <a:cxn ang="0">
                  <a:pos x="connsiteX1" y="connsiteY1"/>
                </a:cxn>
              </a:cxnLst>
              <a:rect l="l" t="t" r="r" b="b"/>
              <a:pathLst>
                <a:path w="4632" h="239476">
                  <a:moveTo>
                    <a:pt x="0" y="239477"/>
                  </a:moveTo>
                  <a:lnTo>
                    <a:pt x="0" y="0"/>
                  </a:lnTo>
                </a:path>
              </a:pathLst>
            </a:custGeom>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8" name="任意形状 207"/>
            <p:cNvSpPr/>
            <p:nvPr/>
          </p:nvSpPr>
          <p:spPr>
            <a:xfrm flipV="1">
              <a:off x="6782505" y="3756557"/>
              <a:ext cx="4632" cy="239476"/>
            </a:xfrm>
            <a:custGeom>
              <a:avLst/>
              <a:gdLst>
                <a:gd name="connsiteX0" fmla="*/ 0 w 4632"/>
                <a:gd name="connsiteY0" fmla="*/ 239477 h 239476"/>
                <a:gd name="connsiteX1" fmla="*/ 0 w 4632"/>
                <a:gd name="connsiteY1" fmla="*/ 0 h 239476"/>
              </a:gdLst>
              <a:ahLst/>
              <a:cxnLst>
                <a:cxn ang="0">
                  <a:pos x="connsiteX0" y="connsiteY0"/>
                </a:cxn>
                <a:cxn ang="0">
                  <a:pos x="connsiteX1" y="connsiteY1"/>
                </a:cxn>
              </a:cxnLst>
              <a:rect l="l" t="t" r="r" b="b"/>
              <a:pathLst>
                <a:path w="4632" h="239476">
                  <a:moveTo>
                    <a:pt x="0" y="239477"/>
                  </a:moveTo>
                  <a:lnTo>
                    <a:pt x="0" y="0"/>
                  </a:lnTo>
                </a:path>
              </a:pathLst>
            </a:custGeom>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9" name="任意形状 208"/>
            <p:cNvSpPr/>
            <p:nvPr/>
          </p:nvSpPr>
          <p:spPr>
            <a:xfrm rot="10800000">
              <a:off x="6835252" y="3793044"/>
              <a:ext cx="130791" cy="202062"/>
            </a:xfrm>
            <a:custGeom>
              <a:avLst/>
              <a:gdLst>
                <a:gd name="connsiteX0" fmla="*/ 0 w 130791"/>
                <a:gd name="connsiteY0" fmla="*/ 0 h 202062"/>
                <a:gd name="connsiteX1" fmla="*/ 130791 w 130791"/>
                <a:gd name="connsiteY1" fmla="*/ 202063 h 202062"/>
              </a:gdLst>
              <a:ahLst/>
              <a:cxnLst>
                <a:cxn ang="0">
                  <a:pos x="connsiteX0" y="connsiteY0"/>
                </a:cxn>
                <a:cxn ang="0">
                  <a:pos x="connsiteX1" y="connsiteY1"/>
                </a:cxn>
              </a:cxnLst>
              <a:rect l="l" t="t" r="r" b="b"/>
              <a:pathLst>
                <a:path w="130791" h="202062">
                  <a:moveTo>
                    <a:pt x="0" y="0"/>
                  </a:moveTo>
                  <a:cubicBezTo>
                    <a:pt x="77889" y="48836"/>
                    <a:pt x="121486" y="116191"/>
                    <a:pt x="130791" y="202063"/>
                  </a:cubicBez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0" name="任意形状 209"/>
            <p:cNvSpPr/>
            <p:nvPr/>
          </p:nvSpPr>
          <p:spPr>
            <a:xfrm flipV="1">
              <a:off x="6595775" y="3793044"/>
              <a:ext cx="130791" cy="202062"/>
            </a:xfrm>
            <a:custGeom>
              <a:avLst/>
              <a:gdLst>
                <a:gd name="connsiteX0" fmla="*/ 0 w 130791"/>
                <a:gd name="connsiteY0" fmla="*/ 0 h 202062"/>
                <a:gd name="connsiteX1" fmla="*/ 130791 w 130791"/>
                <a:gd name="connsiteY1" fmla="*/ 202063 h 202062"/>
              </a:gdLst>
              <a:ahLst/>
              <a:cxnLst>
                <a:cxn ang="0">
                  <a:pos x="connsiteX0" y="connsiteY0"/>
                </a:cxn>
                <a:cxn ang="0">
                  <a:pos x="connsiteX1" y="connsiteY1"/>
                </a:cxn>
              </a:cxnLst>
              <a:rect l="l" t="t" r="r" b="b"/>
              <a:pathLst>
                <a:path w="130791" h="202062">
                  <a:moveTo>
                    <a:pt x="0" y="0"/>
                  </a:moveTo>
                  <a:cubicBezTo>
                    <a:pt x="77889" y="48836"/>
                    <a:pt x="121486" y="116191"/>
                    <a:pt x="130791" y="202063"/>
                  </a:cubicBez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1" name="任意形状 210"/>
            <p:cNvSpPr/>
            <p:nvPr/>
          </p:nvSpPr>
          <p:spPr>
            <a:xfrm>
              <a:off x="6377790" y="3476369"/>
              <a:ext cx="414874" cy="330478"/>
            </a:xfrm>
            <a:custGeom>
              <a:avLst/>
              <a:gdLst>
                <a:gd name="connsiteX0" fmla="*/ 364851 w 414874"/>
                <a:gd name="connsiteY0" fmla="*/ 119323 h 330478"/>
                <a:gd name="connsiteX1" fmla="*/ 170029 w 414874"/>
                <a:gd name="connsiteY1" fmla="*/ 0 h 330478"/>
                <a:gd name="connsiteX2" fmla="*/ 0 w 414874"/>
                <a:gd name="connsiteY2" fmla="*/ 160449 h 330478"/>
                <a:gd name="connsiteX3" fmla="*/ 170029 w 414874"/>
                <a:gd name="connsiteY3" fmla="*/ 330478 h 330478"/>
                <a:gd name="connsiteX4" fmla="*/ 414875 w 414874"/>
                <a:gd name="connsiteY4" fmla="*/ 154817 h 330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874" h="330478">
                  <a:moveTo>
                    <a:pt x="364851" y="119323"/>
                  </a:moveTo>
                  <a:cubicBezTo>
                    <a:pt x="315255" y="68399"/>
                    <a:pt x="231935" y="0"/>
                    <a:pt x="170029" y="0"/>
                  </a:cubicBezTo>
                  <a:cubicBezTo>
                    <a:pt x="76124" y="0"/>
                    <a:pt x="0" y="66545"/>
                    <a:pt x="0" y="160449"/>
                  </a:cubicBezTo>
                  <a:cubicBezTo>
                    <a:pt x="0" y="254354"/>
                    <a:pt x="76124" y="330478"/>
                    <a:pt x="170029" y="330478"/>
                  </a:cubicBezTo>
                  <a:cubicBezTo>
                    <a:pt x="263933" y="330478"/>
                    <a:pt x="412480" y="154817"/>
                    <a:pt x="414875" y="154817"/>
                  </a:cubicBezTo>
                </a:path>
              </a:pathLst>
            </a:custGeom>
            <a:noFill/>
            <a:ln w="13811" cap="flat">
              <a:solidFill>
                <a:schemeClr val="accent1">
                  <a:lumMod val="20000"/>
                  <a:lumOff val="8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2" name="任意形状 211"/>
            <p:cNvSpPr/>
            <p:nvPr/>
          </p:nvSpPr>
          <p:spPr>
            <a:xfrm rot="10800000" flipV="1">
              <a:off x="6784900" y="3481159"/>
              <a:ext cx="387952" cy="325688"/>
            </a:xfrm>
            <a:custGeom>
              <a:avLst/>
              <a:gdLst>
                <a:gd name="connsiteX0" fmla="*/ 387952 w 387952"/>
                <a:gd name="connsiteY0" fmla="*/ 158055 h 325688"/>
                <a:gd name="connsiteX1" fmla="*/ 349435 w 387952"/>
                <a:gd name="connsiteY1" fmla="*/ 114282 h 325688"/>
                <a:gd name="connsiteX2" fmla="*/ 162844 w 387952"/>
                <a:gd name="connsiteY2" fmla="*/ 0 h 325688"/>
                <a:gd name="connsiteX3" fmla="*/ 0 w 387952"/>
                <a:gd name="connsiteY3" fmla="*/ 162844 h 325688"/>
                <a:gd name="connsiteX4" fmla="*/ 162844 w 387952"/>
                <a:gd name="connsiteY4" fmla="*/ 325689 h 325688"/>
                <a:gd name="connsiteX5" fmla="*/ 352455 w 387952"/>
                <a:gd name="connsiteY5" fmla="*/ 204291 h 32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952" h="325688">
                  <a:moveTo>
                    <a:pt x="387952" y="158055"/>
                  </a:moveTo>
                  <a:lnTo>
                    <a:pt x="349435" y="114282"/>
                  </a:lnTo>
                  <a:cubicBezTo>
                    <a:pt x="301935" y="65509"/>
                    <a:pt x="222135" y="0"/>
                    <a:pt x="162844" y="0"/>
                  </a:cubicBezTo>
                  <a:cubicBezTo>
                    <a:pt x="72908" y="0"/>
                    <a:pt x="0" y="72908"/>
                    <a:pt x="0" y="162844"/>
                  </a:cubicBezTo>
                  <a:cubicBezTo>
                    <a:pt x="0" y="252781"/>
                    <a:pt x="72908" y="325689"/>
                    <a:pt x="162844" y="325689"/>
                  </a:cubicBezTo>
                  <a:cubicBezTo>
                    <a:pt x="223849" y="325689"/>
                    <a:pt x="305512" y="251818"/>
                    <a:pt x="352455" y="204291"/>
                  </a:cubicBezTo>
                </a:path>
              </a:pathLst>
            </a:custGeom>
            <a:noFill/>
            <a:ln w="13811" cap="flat">
              <a:solidFill>
                <a:schemeClr val="accent1">
                  <a:lumMod val="40000"/>
                  <a:lumOff val="60000"/>
                </a:schemeClr>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3" name="图片 12" descr="icon-48"/>
          <p:cNvGrpSpPr/>
          <p:nvPr/>
        </p:nvGrpSpPr>
        <p:grpSpPr>
          <a:xfrm>
            <a:off x="4833789" y="3226096"/>
            <a:ext cx="813971" cy="876133"/>
            <a:chOff x="4833789" y="3226096"/>
            <a:chExt cx="813971" cy="876133"/>
          </a:xfrm>
        </p:grpSpPr>
        <p:sp>
          <p:nvSpPr>
            <p:cNvPr id="214" name="任意形状 213"/>
            <p:cNvSpPr/>
            <p:nvPr/>
          </p:nvSpPr>
          <p:spPr>
            <a:xfrm>
              <a:off x="5089940" y="3544409"/>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15" name="图片 12" descr="icon-48"/>
            <p:cNvGrpSpPr/>
            <p:nvPr/>
          </p:nvGrpSpPr>
          <p:grpSpPr>
            <a:xfrm>
              <a:off x="5031107" y="3425684"/>
              <a:ext cx="384526" cy="356729"/>
              <a:chOff x="5031107" y="3425684"/>
              <a:chExt cx="384526" cy="356729"/>
            </a:xfrm>
          </p:grpSpPr>
          <p:sp>
            <p:nvSpPr>
              <p:cNvPr id="216" name="任意形状 215"/>
              <p:cNvSpPr/>
              <p:nvPr/>
            </p:nvSpPr>
            <p:spPr>
              <a:xfrm>
                <a:off x="5031107" y="3675858"/>
                <a:ext cx="379894" cy="106555"/>
              </a:xfrm>
              <a:custGeom>
                <a:avLst/>
                <a:gdLst>
                  <a:gd name="connsiteX0" fmla="*/ 189873 w 379894"/>
                  <a:gd name="connsiteY0" fmla="*/ 106633 h 106555"/>
                  <a:gd name="connsiteX1" fmla="*/ 377325 w 379894"/>
                  <a:gd name="connsiteY1" fmla="*/ 61441 h 106555"/>
                  <a:gd name="connsiteX2" fmla="*/ 372765 w 379894"/>
                  <a:gd name="connsiteY2" fmla="*/ 4534 h 106555"/>
                  <a:gd name="connsiteX3" fmla="*/ 189873 w 379894"/>
                  <a:gd name="connsiteY3" fmla="*/ 16250 h 106555"/>
                  <a:gd name="connsiteX4" fmla="*/ 5736 w 379894"/>
                  <a:gd name="connsiteY4" fmla="*/ 7881 h 106555"/>
                  <a:gd name="connsiteX5" fmla="*/ 2421 w 379894"/>
                  <a:gd name="connsiteY5" fmla="*/ 61441 h 106555"/>
                  <a:gd name="connsiteX6" fmla="*/ 189873 w 379894"/>
                  <a:gd name="connsiteY6" fmla="*/ 106633 h 106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894" h="106555">
                    <a:moveTo>
                      <a:pt x="189873" y="106633"/>
                    </a:moveTo>
                    <a:cubicBezTo>
                      <a:pt x="293400" y="106633"/>
                      <a:pt x="377325" y="86400"/>
                      <a:pt x="377325" y="61441"/>
                    </a:cubicBezTo>
                    <a:cubicBezTo>
                      <a:pt x="377325" y="54104"/>
                      <a:pt x="385636" y="10660"/>
                      <a:pt x="372765" y="4534"/>
                    </a:cubicBezTo>
                    <a:cubicBezTo>
                      <a:pt x="341852" y="-10180"/>
                      <a:pt x="262966" y="16250"/>
                      <a:pt x="189873" y="16250"/>
                    </a:cubicBezTo>
                    <a:cubicBezTo>
                      <a:pt x="113498" y="16250"/>
                      <a:pt x="34949" y="-7916"/>
                      <a:pt x="5736" y="7881"/>
                    </a:cubicBezTo>
                    <a:cubicBezTo>
                      <a:pt x="-4649" y="13497"/>
                      <a:pt x="2421" y="54896"/>
                      <a:pt x="2421" y="61441"/>
                    </a:cubicBezTo>
                    <a:cubicBezTo>
                      <a:pt x="2421" y="86400"/>
                      <a:pt x="86346" y="106633"/>
                      <a:pt x="189873" y="106633"/>
                    </a:cubicBezTo>
                    <a:close/>
                  </a:path>
                </a:pathLst>
              </a:custGeom>
              <a:solidFill>
                <a:srgbClr val="A2BDFC"/>
              </a:solidFill>
              <a:ln w="9208" cap="rnd">
                <a:solidFill>
                  <a:srgbClr val="191A24"/>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7" name="任意形状 216"/>
              <p:cNvSpPr/>
              <p:nvPr/>
            </p:nvSpPr>
            <p:spPr>
              <a:xfrm>
                <a:off x="5031107" y="3638796"/>
                <a:ext cx="375261" cy="92657"/>
              </a:xfrm>
              <a:custGeom>
                <a:avLst/>
                <a:gdLst>
                  <a:gd name="connsiteX0" fmla="*/ 375332 w 375261"/>
                  <a:gd name="connsiteY0" fmla="*/ 46406 h 92657"/>
                  <a:gd name="connsiteX1" fmla="*/ 187702 w 375261"/>
                  <a:gd name="connsiteY1" fmla="*/ 92734 h 92657"/>
                  <a:gd name="connsiteX2" fmla="*/ 71 w 375261"/>
                  <a:gd name="connsiteY2" fmla="*/ 46406 h 92657"/>
                  <a:gd name="connsiteX3" fmla="*/ 187702 w 375261"/>
                  <a:gd name="connsiteY3" fmla="*/ 77 h 92657"/>
                  <a:gd name="connsiteX4" fmla="*/ 375332 w 375261"/>
                  <a:gd name="connsiteY4" fmla="*/ 46406 h 9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261" h="92657">
                    <a:moveTo>
                      <a:pt x="375332" y="46406"/>
                    </a:moveTo>
                    <a:cubicBezTo>
                      <a:pt x="375332" y="71992"/>
                      <a:pt x="291327" y="92734"/>
                      <a:pt x="187702" y="92734"/>
                    </a:cubicBezTo>
                    <a:cubicBezTo>
                      <a:pt x="84076" y="92734"/>
                      <a:pt x="71" y="71992"/>
                      <a:pt x="71" y="46406"/>
                    </a:cubicBezTo>
                    <a:cubicBezTo>
                      <a:pt x="71" y="20819"/>
                      <a:pt x="84076" y="77"/>
                      <a:pt x="187702" y="77"/>
                    </a:cubicBezTo>
                    <a:cubicBezTo>
                      <a:pt x="291327" y="77"/>
                      <a:pt x="375332" y="20819"/>
                      <a:pt x="375332" y="46406"/>
                    </a:cubicBezTo>
                    <a:close/>
                  </a:path>
                </a:pathLst>
              </a:custGeom>
              <a:solidFill>
                <a:srgbClr val="FFFFFF"/>
              </a:solidFill>
              <a:ln w="9208"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8" name="任意形状 217"/>
              <p:cNvSpPr/>
              <p:nvPr/>
            </p:nvSpPr>
            <p:spPr>
              <a:xfrm>
                <a:off x="5031107" y="3675858"/>
                <a:ext cx="379894" cy="106555"/>
              </a:xfrm>
              <a:custGeom>
                <a:avLst/>
                <a:gdLst>
                  <a:gd name="connsiteX0" fmla="*/ 189873 w 379894"/>
                  <a:gd name="connsiteY0" fmla="*/ 106633 h 106555"/>
                  <a:gd name="connsiteX1" fmla="*/ 377325 w 379894"/>
                  <a:gd name="connsiteY1" fmla="*/ 61441 h 106555"/>
                  <a:gd name="connsiteX2" fmla="*/ 372765 w 379894"/>
                  <a:gd name="connsiteY2" fmla="*/ 4534 h 106555"/>
                  <a:gd name="connsiteX3" fmla="*/ 189873 w 379894"/>
                  <a:gd name="connsiteY3" fmla="*/ 16250 h 106555"/>
                  <a:gd name="connsiteX4" fmla="*/ 5736 w 379894"/>
                  <a:gd name="connsiteY4" fmla="*/ 7881 h 106555"/>
                  <a:gd name="connsiteX5" fmla="*/ 2421 w 379894"/>
                  <a:gd name="connsiteY5" fmla="*/ 61441 h 106555"/>
                  <a:gd name="connsiteX6" fmla="*/ 189873 w 379894"/>
                  <a:gd name="connsiteY6" fmla="*/ 106633 h 106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894" h="106555">
                    <a:moveTo>
                      <a:pt x="189873" y="106633"/>
                    </a:moveTo>
                    <a:cubicBezTo>
                      <a:pt x="293400" y="106633"/>
                      <a:pt x="377325" y="86400"/>
                      <a:pt x="377325" y="61441"/>
                    </a:cubicBezTo>
                    <a:cubicBezTo>
                      <a:pt x="377325" y="54104"/>
                      <a:pt x="385636" y="10660"/>
                      <a:pt x="372765" y="4534"/>
                    </a:cubicBezTo>
                    <a:cubicBezTo>
                      <a:pt x="341852" y="-10180"/>
                      <a:pt x="262966" y="16250"/>
                      <a:pt x="189873" y="16250"/>
                    </a:cubicBezTo>
                    <a:cubicBezTo>
                      <a:pt x="113498" y="16250"/>
                      <a:pt x="34949" y="-7916"/>
                      <a:pt x="5736" y="7881"/>
                    </a:cubicBezTo>
                    <a:cubicBezTo>
                      <a:pt x="-4649" y="13497"/>
                      <a:pt x="2421" y="54896"/>
                      <a:pt x="2421" y="61441"/>
                    </a:cubicBezTo>
                    <a:cubicBezTo>
                      <a:pt x="2421" y="86400"/>
                      <a:pt x="86346" y="106633"/>
                      <a:pt x="189873" y="106633"/>
                    </a:cubicBezTo>
                    <a:close/>
                  </a:path>
                </a:pathLst>
              </a:custGeom>
              <a:solidFill>
                <a:schemeClr val="bg2"/>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9" name="任意形状 218"/>
              <p:cNvSpPr/>
              <p:nvPr/>
            </p:nvSpPr>
            <p:spPr>
              <a:xfrm>
                <a:off x="5031107" y="3638796"/>
                <a:ext cx="375261" cy="92657"/>
              </a:xfrm>
              <a:custGeom>
                <a:avLst/>
                <a:gdLst>
                  <a:gd name="connsiteX0" fmla="*/ 375332 w 375261"/>
                  <a:gd name="connsiteY0" fmla="*/ 46406 h 92657"/>
                  <a:gd name="connsiteX1" fmla="*/ 187702 w 375261"/>
                  <a:gd name="connsiteY1" fmla="*/ 92734 h 92657"/>
                  <a:gd name="connsiteX2" fmla="*/ 71 w 375261"/>
                  <a:gd name="connsiteY2" fmla="*/ 46406 h 92657"/>
                  <a:gd name="connsiteX3" fmla="*/ 187702 w 375261"/>
                  <a:gd name="connsiteY3" fmla="*/ 77 h 92657"/>
                  <a:gd name="connsiteX4" fmla="*/ 375332 w 375261"/>
                  <a:gd name="connsiteY4" fmla="*/ 46406 h 9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261" h="92657">
                    <a:moveTo>
                      <a:pt x="375332" y="46406"/>
                    </a:moveTo>
                    <a:cubicBezTo>
                      <a:pt x="375332" y="71992"/>
                      <a:pt x="291327" y="92734"/>
                      <a:pt x="187702" y="92734"/>
                    </a:cubicBezTo>
                    <a:cubicBezTo>
                      <a:pt x="84076" y="92734"/>
                      <a:pt x="71" y="71992"/>
                      <a:pt x="71" y="46406"/>
                    </a:cubicBezTo>
                    <a:cubicBezTo>
                      <a:pt x="71" y="20819"/>
                      <a:pt x="84076" y="77"/>
                      <a:pt x="187702" y="77"/>
                    </a:cubicBezTo>
                    <a:cubicBezTo>
                      <a:pt x="291327" y="77"/>
                      <a:pt x="375332" y="20819"/>
                      <a:pt x="375332" y="46406"/>
                    </a:cubicBez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0" name="任意形状 219"/>
              <p:cNvSpPr/>
              <p:nvPr/>
            </p:nvSpPr>
            <p:spPr>
              <a:xfrm>
                <a:off x="5035740" y="3569303"/>
                <a:ext cx="379894" cy="106555"/>
              </a:xfrm>
              <a:custGeom>
                <a:avLst/>
                <a:gdLst>
                  <a:gd name="connsiteX0" fmla="*/ 189873 w 379894"/>
                  <a:gd name="connsiteY0" fmla="*/ 106633 h 106555"/>
                  <a:gd name="connsiteX1" fmla="*/ 377325 w 379894"/>
                  <a:gd name="connsiteY1" fmla="*/ 61441 h 106555"/>
                  <a:gd name="connsiteX2" fmla="*/ 372765 w 379894"/>
                  <a:gd name="connsiteY2" fmla="*/ 4534 h 106555"/>
                  <a:gd name="connsiteX3" fmla="*/ 189873 w 379894"/>
                  <a:gd name="connsiteY3" fmla="*/ 16250 h 106555"/>
                  <a:gd name="connsiteX4" fmla="*/ 5736 w 379894"/>
                  <a:gd name="connsiteY4" fmla="*/ 7881 h 106555"/>
                  <a:gd name="connsiteX5" fmla="*/ 2421 w 379894"/>
                  <a:gd name="connsiteY5" fmla="*/ 61441 h 106555"/>
                  <a:gd name="connsiteX6" fmla="*/ 189873 w 379894"/>
                  <a:gd name="connsiteY6" fmla="*/ 106633 h 106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894" h="106555">
                    <a:moveTo>
                      <a:pt x="189873" y="106633"/>
                    </a:moveTo>
                    <a:cubicBezTo>
                      <a:pt x="293400" y="106633"/>
                      <a:pt x="377325" y="86400"/>
                      <a:pt x="377325" y="61441"/>
                    </a:cubicBezTo>
                    <a:cubicBezTo>
                      <a:pt x="377325" y="54104"/>
                      <a:pt x="385636" y="10660"/>
                      <a:pt x="372765" y="4534"/>
                    </a:cubicBezTo>
                    <a:cubicBezTo>
                      <a:pt x="341852" y="-10180"/>
                      <a:pt x="262966" y="16250"/>
                      <a:pt x="189873" y="16250"/>
                    </a:cubicBezTo>
                    <a:cubicBezTo>
                      <a:pt x="113498" y="16250"/>
                      <a:pt x="34949" y="-7916"/>
                      <a:pt x="5736" y="7881"/>
                    </a:cubicBezTo>
                    <a:cubicBezTo>
                      <a:pt x="-4649" y="13497"/>
                      <a:pt x="2421" y="54896"/>
                      <a:pt x="2421" y="61441"/>
                    </a:cubicBezTo>
                    <a:cubicBezTo>
                      <a:pt x="2421" y="86400"/>
                      <a:pt x="86346" y="106633"/>
                      <a:pt x="189873" y="106633"/>
                    </a:cubicBezTo>
                    <a:close/>
                  </a:path>
                </a:pathLst>
              </a:custGeom>
              <a:solidFill>
                <a:schemeClr val="accent1">
                  <a:lumMod val="20000"/>
                  <a:lumOff val="8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1" name="任意形状 220"/>
              <p:cNvSpPr/>
              <p:nvPr/>
            </p:nvSpPr>
            <p:spPr>
              <a:xfrm>
                <a:off x="5035740" y="3532240"/>
                <a:ext cx="375261" cy="92657"/>
              </a:xfrm>
              <a:custGeom>
                <a:avLst/>
                <a:gdLst>
                  <a:gd name="connsiteX0" fmla="*/ 375332 w 375261"/>
                  <a:gd name="connsiteY0" fmla="*/ 46406 h 92657"/>
                  <a:gd name="connsiteX1" fmla="*/ 187702 w 375261"/>
                  <a:gd name="connsiteY1" fmla="*/ 92734 h 92657"/>
                  <a:gd name="connsiteX2" fmla="*/ 71 w 375261"/>
                  <a:gd name="connsiteY2" fmla="*/ 46406 h 92657"/>
                  <a:gd name="connsiteX3" fmla="*/ 187702 w 375261"/>
                  <a:gd name="connsiteY3" fmla="*/ 77 h 92657"/>
                  <a:gd name="connsiteX4" fmla="*/ 375332 w 375261"/>
                  <a:gd name="connsiteY4" fmla="*/ 46406 h 9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261" h="92657">
                    <a:moveTo>
                      <a:pt x="375332" y="46406"/>
                    </a:moveTo>
                    <a:cubicBezTo>
                      <a:pt x="375332" y="71992"/>
                      <a:pt x="291327" y="92734"/>
                      <a:pt x="187702" y="92734"/>
                    </a:cubicBezTo>
                    <a:cubicBezTo>
                      <a:pt x="84076" y="92734"/>
                      <a:pt x="71" y="71992"/>
                      <a:pt x="71" y="46406"/>
                    </a:cubicBezTo>
                    <a:cubicBezTo>
                      <a:pt x="71" y="20819"/>
                      <a:pt x="84076" y="77"/>
                      <a:pt x="187702" y="77"/>
                    </a:cubicBezTo>
                    <a:cubicBezTo>
                      <a:pt x="291327" y="77"/>
                      <a:pt x="375332" y="20819"/>
                      <a:pt x="375332" y="46406"/>
                    </a:cubicBez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2" name="任意形状 221"/>
              <p:cNvSpPr/>
              <p:nvPr/>
            </p:nvSpPr>
            <p:spPr>
              <a:xfrm>
                <a:off x="5035740" y="3467380"/>
                <a:ext cx="379894" cy="106555"/>
              </a:xfrm>
              <a:custGeom>
                <a:avLst/>
                <a:gdLst>
                  <a:gd name="connsiteX0" fmla="*/ 189873 w 379894"/>
                  <a:gd name="connsiteY0" fmla="*/ 106633 h 106555"/>
                  <a:gd name="connsiteX1" fmla="*/ 377325 w 379894"/>
                  <a:gd name="connsiteY1" fmla="*/ 61441 h 106555"/>
                  <a:gd name="connsiteX2" fmla="*/ 372765 w 379894"/>
                  <a:gd name="connsiteY2" fmla="*/ 4534 h 106555"/>
                  <a:gd name="connsiteX3" fmla="*/ 189873 w 379894"/>
                  <a:gd name="connsiteY3" fmla="*/ 16250 h 106555"/>
                  <a:gd name="connsiteX4" fmla="*/ 5736 w 379894"/>
                  <a:gd name="connsiteY4" fmla="*/ 7881 h 106555"/>
                  <a:gd name="connsiteX5" fmla="*/ 2421 w 379894"/>
                  <a:gd name="connsiteY5" fmla="*/ 61441 h 106555"/>
                  <a:gd name="connsiteX6" fmla="*/ 189873 w 379894"/>
                  <a:gd name="connsiteY6" fmla="*/ 106633 h 106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894" h="106555">
                    <a:moveTo>
                      <a:pt x="189873" y="106633"/>
                    </a:moveTo>
                    <a:cubicBezTo>
                      <a:pt x="293400" y="106633"/>
                      <a:pt x="377325" y="86400"/>
                      <a:pt x="377325" y="61441"/>
                    </a:cubicBezTo>
                    <a:cubicBezTo>
                      <a:pt x="377325" y="54104"/>
                      <a:pt x="385636" y="10660"/>
                      <a:pt x="372765" y="4534"/>
                    </a:cubicBezTo>
                    <a:cubicBezTo>
                      <a:pt x="341852" y="-10180"/>
                      <a:pt x="262966" y="16250"/>
                      <a:pt x="189873" y="16250"/>
                    </a:cubicBezTo>
                    <a:cubicBezTo>
                      <a:pt x="113498" y="16250"/>
                      <a:pt x="34949" y="-7916"/>
                      <a:pt x="5736" y="7881"/>
                    </a:cubicBezTo>
                    <a:cubicBezTo>
                      <a:pt x="-4649" y="13497"/>
                      <a:pt x="2421" y="54896"/>
                      <a:pt x="2421" y="61441"/>
                    </a:cubicBezTo>
                    <a:cubicBezTo>
                      <a:pt x="2421" y="86400"/>
                      <a:pt x="86346" y="106633"/>
                      <a:pt x="189873" y="106633"/>
                    </a:cubicBez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3" name="任意形状 222"/>
              <p:cNvSpPr/>
              <p:nvPr/>
            </p:nvSpPr>
            <p:spPr>
              <a:xfrm>
                <a:off x="5035740" y="3425684"/>
                <a:ext cx="375261" cy="92657"/>
              </a:xfrm>
              <a:custGeom>
                <a:avLst/>
                <a:gdLst>
                  <a:gd name="connsiteX0" fmla="*/ 375332 w 375261"/>
                  <a:gd name="connsiteY0" fmla="*/ 46406 h 92657"/>
                  <a:gd name="connsiteX1" fmla="*/ 187702 w 375261"/>
                  <a:gd name="connsiteY1" fmla="*/ 92734 h 92657"/>
                  <a:gd name="connsiteX2" fmla="*/ 71 w 375261"/>
                  <a:gd name="connsiteY2" fmla="*/ 46406 h 92657"/>
                  <a:gd name="connsiteX3" fmla="*/ 187702 w 375261"/>
                  <a:gd name="connsiteY3" fmla="*/ 77 h 92657"/>
                  <a:gd name="connsiteX4" fmla="*/ 375332 w 375261"/>
                  <a:gd name="connsiteY4" fmla="*/ 46406 h 9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261" h="92657">
                    <a:moveTo>
                      <a:pt x="375332" y="46406"/>
                    </a:moveTo>
                    <a:cubicBezTo>
                      <a:pt x="375332" y="71992"/>
                      <a:pt x="291327" y="92734"/>
                      <a:pt x="187702" y="92734"/>
                    </a:cubicBezTo>
                    <a:cubicBezTo>
                      <a:pt x="84076" y="92734"/>
                      <a:pt x="71" y="71992"/>
                      <a:pt x="71" y="46406"/>
                    </a:cubicBezTo>
                    <a:cubicBezTo>
                      <a:pt x="71" y="20819"/>
                      <a:pt x="84076" y="77"/>
                      <a:pt x="187702" y="77"/>
                    </a:cubicBezTo>
                    <a:cubicBezTo>
                      <a:pt x="291327" y="77"/>
                      <a:pt x="375332" y="20819"/>
                      <a:pt x="375332" y="46406"/>
                    </a:cubicBez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24" name="任意形状 223"/>
            <p:cNvSpPr/>
            <p:nvPr/>
          </p:nvSpPr>
          <p:spPr>
            <a:xfrm>
              <a:off x="4833789" y="3226096"/>
              <a:ext cx="677736" cy="782952"/>
            </a:xfrm>
            <a:custGeom>
              <a:avLst/>
              <a:gdLst>
                <a:gd name="connsiteX0" fmla="*/ 658415 w 677736"/>
                <a:gd name="connsiteY0" fmla="*/ 105170 h 782952"/>
                <a:gd name="connsiteX1" fmla="*/ 105123 w 677736"/>
                <a:gd name="connsiteY1" fmla="*/ 124491 h 782952"/>
                <a:gd name="connsiteX2" fmla="*/ 0 w 677736"/>
                <a:gd name="connsiteY2" fmla="*/ 385333 h 782952"/>
                <a:gd name="connsiteX3" fmla="*/ 22547 w 677736"/>
                <a:gd name="connsiteY3" fmla="*/ 522782 h 782952"/>
                <a:gd name="connsiteX4" fmla="*/ 124444 w 677736"/>
                <a:gd name="connsiteY4" fmla="*/ 677783 h 782952"/>
                <a:gd name="connsiteX5" fmla="*/ 677736 w 677736"/>
                <a:gd name="connsiteY5" fmla="*/ 658461 h 782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7736" h="782952">
                  <a:moveTo>
                    <a:pt x="658415" y="105170"/>
                  </a:moveTo>
                  <a:cubicBezTo>
                    <a:pt x="500292" y="-42282"/>
                    <a:pt x="252575" y="-33632"/>
                    <a:pt x="105123" y="124491"/>
                  </a:cubicBezTo>
                  <a:cubicBezTo>
                    <a:pt x="36256" y="198342"/>
                    <a:pt x="1440" y="291737"/>
                    <a:pt x="0" y="385333"/>
                  </a:cubicBezTo>
                  <a:moveTo>
                    <a:pt x="22547" y="522782"/>
                  </a:moveTo>
                  <a:cubicBezTo>
                    <a:pt x="42885" y="580071"/>
                    <a:pt x="76911" y="633457"/>
                    <a:pt x="124444" y="677783"/>
                  </a:cubicBezTo>
                  <a:cubicBezTo>
                    <a:pt x="282567" y="825234"/>
                    <a:pt x="530284" y="816584"/>
                    <a:pt x="677736" y="658461"/>
                  </a:cubicBez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5" name="任意形状 224"/>
            <p:cNvSpPr/>
            <p:nvPr/>
          </p:nvSpPr>
          <p:spPr>
            <a:xfrm>
              <a:off x="5464756" y="3884557"/>
              <a:ext cx="46768" cy="52694"/>
            </a:xfrm>
            <a:custGeom>
              <a:avLst/>
              <a:gdLst>
                <a:gd name="connsiteX0" fmla="*/ 0 w 46768"/>
                <a:gd name="connsiteY0" fmla="*/ 109 h 52694"/>
                <a:gd name="connsiteX1" fmla="*/ 46769 w 46768"/>
                <a:gd name="connsiteY1" fmla="*/ 0 h 52694"/>
                <a:gd name="connsiteX2" fmla="*/ 44257 w 46768"/>
                <a:gd name="connsiteY2" fmla="*/ 52694 h 52694"/>
              </a:gdLst>
              <a:ahLst/>
              <a:cxnLst>
                <a:cxn ang="0">
                  <a:pos x="connsiteX0" y="connsiteY0"/>
                </a:cxn>
                <a:cxn ang="0">
                  <a:pos x="connsiteX1" y="connsiteY1"/>
                </a:cxn>
                <a:cxn ang="0">
                  <a:pos x="connsiteX2" y="connsiteY2"/>
                </a:cxn>
              </a:cxnLst>
              <a:rect l="l" t="t" r="r" b="b"/>
              <a:pathLst>
                <a:path w="46768" h="52694">
                  <a:moveTo>
                    <a:pt x="0" y="109"/>
                  </a:moveTo>
                  <a:lnTo>
                    <a:pt x="46769" y="0"/>
                  </a:lnTo>
                  <a:lnTo>
                    <a:pt x="44257" y="52694"/>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6" name="任意形状 225"/>
            <p:cNvSpPr/>
            <p:nvPr/>
          </p:nvSpPr>
          <p:spPr>
            <a:xfrm>
              <a:off x="5568901" y="3445633"/>
              <a:ext cx="55829" cy="39520"/>
            </a:xfrm>
            <a:custGeom>
              <a:avLst/>
              <a:gdLst>
                <a:gd name="connsiteX0" fmla="*/ 0 w 55829"/>
                <a:gd name="connsiteY0" fmla="*/ 39521 h 39520"/>
                <a:gd name="connsiteX1" fmla="*/ 11982 w 55829"/>
                <a:gd name="connsiteY1" fmla="*/ 0 h 39520"/>
                <a:gd name="connsiteX2" fmla="*/ 55830 w 55829"/>
                <a:gd name="connsiteY2" fmla="*/ 15725 h 39520"/>
              </a:gdLst>
              <a:ahLst/>
              <a:cxnLst>
                <a:cxn ang="0">
                  <a:pos x="connsiteX0" y="connsiteY0"/>
                </a:cxn>
                <a:cxn ang="0">
                  <a:pos x="connsiteX1" y="connsiteY1"/>
                </a:cxn>
                <a:cxn ang="0">
                  <a:pos x="connsiteX2" y="connsiteY2"/>
                </a:cxn>
              </a:cxnLst>
              <a:rect l="l" t="t" r="r" b="b"/>
              <a:pathLst>
                <a:path w="55829" h="39520">
                  <a:moveTo>
                    <a:pt x="0" y="39521"/>
                  </a:moveTo>
                  <a:lnTo>
                    <a:pt x="11982" y="0"/>
                  </a:lnTo>
                  <a:lnTo>
                    <a:pt x="55830" y="15725"/>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7" name="任意形状 226"/>
            <p:cNvSpPr/>
            <p:nvPr/>
          </p:nvSpPr>
          <p:spPr>
            <a:xfrm>
              <a:off x="5570922" y="3443867"/>
              <a:ext cx="52617" cy="370806"/>
            </a:xfrm>
            <a:custGeom>
              <a:avLst/>
              <a:gdLst>
                <a:gd name="connsiteX0" fmla="*/ 0 w 52617"/>
                <a:gd name="connsiteY0" fmla="*/ 370806 h 370806"/>
                <a:gd name="connsiteX1" fmla="*/ 52617 w 52617"/>
                <a:gd name="connsiteY1" fmla="*/ 173379 h 370806"/>
                <a:gd name="connsiteX2" fmla="*/ 12766 w 52617"/>
                <a:gd name="connsiteY2" fmla="*/ 0 h 370806"/>
              </a:gdLst>
              <a:ahLst/>
              <a:cxnLst>
                <a:cxn ang="0">
                  <a:pos x="connsiteX0" y="connsiteY0"/>
                </a:cxn>
                <a:cxn ang="0">
                  <a:pos x="connsiteX1" y="connsiteY1"/>
                </a:cxn>
                <a:cxn ang="0">
                  <a:pos x="connsiteX2" y="connsiteY2"/>
                </a:cxn>
              </a:cxnLst>
              <a:rect l="l" t="t" r="r" b="b"/>
              <a:pathLst>
                <a:path w="52617" h="370806">
                  <a:moveTo>
                    <a:pt x="0" y="370806"/>
                  </a:moveTo>
                  <a:cubicBezTo>
                    <a:pt x="33471" y="312683"/>
                    <a:pt x="52617" y="245267"/>
                    <a:pt x="52617" y="173379"/>
                  </a:cubicBezTo>
                  <a:cubicBezTo>
                    <a:pt x="52617" y="111201"/>
                    <a:pt x="38294" y="52368"/>
                    <a:pt x="12766" y="0"/>
                  </a:cubicBez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8" name="任意形状 227"/>
            <p:cNvSpPr/>
            <p:nvPr/>
          </p:nvSpPr>
          <p:spPr>
            <a:xfrm>
              <a:off x="5442009" y="3279438"/>
              <a:ext cx="60695" cy="60695"/>
            </a:xfrm>
            <a:custGeom>
              <a:avLst/>
              <a:gdLst>
                <a:gd name="connsiteX0" fmla="*/ 60695 w 60695"/>
                <a:gd name="connsiteY0" fmla="*/ 30348 h 60695"/>
                <a:gd name="connsiteX1" fmla="*/ 30348 w 60695"/>
                <a:gd name="connsiteY1" fmla="*/ 60695 h 60695"/>
                <a:gd name="connsiteX2" fmla="*/ 0 w 60695"/>
                <a:gd name="connsiteY2" fmla="*/ 30348 h 60695"/>
                <a:gd name="connsiteX3" fmla="*/ 30348 w 60695"/>
                <a:gd name="connsiteY3" fmla="*/ 0 h 60695"/>
                <a:gd name="connsiteX4" fmla="*/ 60695 w 60695"/>
                <a:gd name="connsiteY4" fmla="*/ 30348 h 60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5" h="60695">
                  <a:moveTo>
                    <a:pt x="60695" y="30348"/>
                  </a:moveTo>
                  <a:cubicBezTo>
                    <a:pt x="60695" y="47108"/>
                    <a:pt x="47108" y="60695"/>
                    <a:pt x="30348" y="60695"/>
                  </a:cubicBezTo>
                  <a:cubicBezTo>
                    <a:pt x="13587" y="60695"/>
                    <a:pt x="0" y="47108"/>
                    <a:pt x="0" y="30348"/>
                  </a:cubicBezTo>
                  <a:cubicBezTo>
                    <a:pt x="0" y="13587"/>
                    <a:pt x="13587" y="0"/>
                    <a:pt x="30348" y="0"/>
                  </a:cubicBezTo>
                  <a:cubicBezTo>
                    <a:pt x="47108" y="0"/>
                    <a:pt x="60695" y="13587"/>
                    <a:pt x="60695" y="3034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9" name="任意形状 228"/>
            <p:cNvSpPr/>
            <p:nvPr/>
          </p:nvSpPr>
          <p:spPr>
            <a:xfrm>
              <a:off x="4913230" y="3307689"/>
              <a:ext cx="623550" cy="623550"/>
            </a:xfrm>
            <a:custGeom>
              <a:avLst/>
              <a:gdLst>
                <a:gd name="connsiteX0" fmla="*/ 311775 w 623550"/>
                <a:gd name="connsiteY0" fmla="*/ 623551 h 623550"/>
                <a:gd name="connsiteX1" fmla="*/ 623551 w 623550"/>
                <a:gd name="connsiteY1" fmla="*/ 311775 h 623550"/>
                <a:gd name="connsiteX2" fmla="*/ 311775 w 623550"/>
                <a:gd name="connsiteY2" fmla="*/ 0 h 623550"/>
                <a:gd name="connsiteX3" fmla="*/ 0 w 623550"/>
                <a:gd name="connsiteY3" fmla="*/ 311775 h 623550"/>
                <a:gd name="connsiteX4" fmla="*/ 311775 w 623550"/>
                <a:gd name="connsiteY4" fmla="*/ 623551 h 62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550" h="623550">
                  <a:moveTo>
                    <a:pt x="311775" y="623551"/>
                  </a:moveTo>
                  <a:cubicBezTo>
                    <a:pt x="483964" y="623551"/>
                    <a:pt x="623551" y="483964"/>
                    <a:pt x="623551" y="311775"/>
                  </a:cubicBezTo>
                  <a:cubicBezTo>
                    <a:pt x="623551" y="139587"/>
                    <a:pt x="483964" y="0"/>
                    <a:pt x="311775" y="0"/>
                  </a:cubicBezTo>
                  <a:cubicBezTo>
                    <a:pt x="139587" y="0"/>
                    <a:pt x="0" y="139587"/>
                    <a:pt x="0" y="311775"/>
                  </a:cubicBezTo>
                  <a:cubicBezTo>
                    <a:pt x="0" y="483964"/>
                    <a:pt x="139587" y="623551"/>
                    <a:pt x="311775" y="623551"/>
                  </a:cubicBezTo>
                  <a:close/>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0" name="任意形状 229"/>
            <p:cNvSpPr/>
            <p:nvPr/>
          </p:nvSpPr>
          <p:spPr>
            <a:xfrm>
              <a:off x="4998497" y="3345306"/>
              <a:ext cx="60695" cy="60695"/>
            </a:xfrm>
            <a:custGeom>
              <a:avLst/>
              <a:gdLst>
                <a:gd name="connsiteX0" fmla="*/ 60695 w 60695"/>
                <a:gd name="connsiteY0" fmla="*/ 30348 h 60695"/>
                <a:gd name="connsiteX1" fmla="*/ 30348 w 60695"/>
                <a:gd name="connsiteY1" fmla="*/ 60695 h 60695"/>
                <a:gd name="connsiteX2" fmla="*/ 0 w 60695"/>
                <a:gd name="connsiteY2" fmla="*/ 30348 h 60695"/>
                <a:gd name="connsiteX3" fmla="*/ 30348 w 60695"/>
                <a:gd name="connsiteY3" fmla="*/ 0 h 60695"/>
                <a:gd name="connsiteX4" fmla="*/ 60695 w 60695"/>
                <a:gd name="connsiteY4" fmla="*/ 30348 h 60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5" h="60695">
                  <a:moveTo>
                    <a:pt x="60695" y="30348"/>
                  </a:moveTo>
                  <a:cubicBezTo>
                    <a:pt x="60695" y="47108"/>
                    <a:pt x="47108" y="60695"/>
                    <a:pt x="30348" y="60695"/>
                  </a:cubicBezTo>
                  <a:cubicBezTo>
                    <a:pt x="13587" y="60695"/>
                    <a:pt x="0" y="47108"/>
                    <a:pt x="0" y="30348"/>
                  </a:cubicBezTo>
                  <a:cubicBezTo>
                    <a:pt x="0" y="13587"/>
                    <a:pt x="13587" y="0"/>
                    <a:pt x="30348" y="0"/>
                  </a:cubicBezTo>
                  <a:cubicBezTo>
                    <a:pt x="47108" y="0"/>
                    <a:pt x="60695" y="13587"/>
                    <a:pt x="60695" y="30348"/>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0" name="图片 14" descr="icon-50"/>
          <p:cNvGrpSpPr/>
          <p:nvPr/>
        </p:nvGrpSpPr>
        <p:grpSpPr>
          <a:xfrm>
            <a:off x="1296778" y="3166164"/>
            <a:ext cx="844516" cy="917741"/>
            <a:chOff x="1296778" y="3166164"/>
            <a:chExt cx="844516" cy="917741"/>
          </a:xfrm>
        </p:grpSpPr>
        <p:sp>
          <p:nvSpPr>
            <p:cNvPr id="251" name="任意形状 250"/>
            <p:cNvSpPr/>
            <p:nvPr/>
          </p:nvSpPr>
          <p:spPr>
            <a:xfrm>
              <a:off x="1361669" y="3166164"/>
              <a:ext cx="509613" cy="509613"/>
            </a:xfrm>
            <a:custGeom>
              <a:avLst/>
              <a:gdLst>
                <a:gd name="connsiteX0" fmla="*/ 509614 w 509613"/>
                <a:gd name="connsiteY0" fmla="*/ 254807 h 509613"/>
                <a:gd name="connsiteX1" fmla="*/ 254807 w 509613"/>
                <a:gd name="connsiteY1" fmla="*/ 509614 h 509613"/>
                <a:gd name="connsiteX2" fmla="*/ 0 w 509613"/>
                <a:gd name="connsiteY2" fmla="*/ 254807 h 509613"/>
                <a:gd name="connsiteX3" fmla="*/ 254807 w 509613"/>
                <a:gd name="connsiteY3" fmla="*/ 0 h 509613"/>
                <a:gd name="connsiteX4" fmla="*/ 509614 w 509613"/>
                <a:gd name="connsiteY4" fmla="*/ 254807 h 509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3" h="509613">
                  <a:moveTo>
                    <a:pt x="509614" y="254807"/>
                  </a:moveTo>
                  <a:cubicBezTo>
                    <a:pt x="509614" y="395533"/>
                    <a:pt x="395533" y="509614"/>
                    <a:pt x="254807" y="509614"/>
                  </a:cubicBezTo>
                  <a:cubicBezTo>
                    <a:pt x="114081" y="509614"/>
                    <a:pt x="0" y="395533"/>
                    <a:pt x="0" y="254807"/>
                  </a:cubicBezTo>
                  <a:cubicBezTo>
                    <a:pt x="0" y="114081"/>
                    <a:pt x="114081" y="0"/>
                    <a:pt x="254807" y="0"/>
                  </a:cubicBezTo>
                  <a:cubicBezTo>
                    <a:pt x="395533" y="0"/>
                    <a:pt x="509614" y="114081"/>
                    <a:pt x="509614" y="254807"/>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2" name="任意形状 251"/>
            <p:cNvSpPr/>
            <p:nvPr/>
          </p:nvSpPr>
          <p:spPr>
            <a:xfrm>
              <a:off x="1322204" y="3600908"/>
              <a:ext cx="791823" cy="458652"/>
            </a:xfrm>
            <a:custGeom>
              <a:avLst/>
              <a:gdLst>
                <a:gd name="connsiteX0" fmla="*/ 0 w 791823"/>
                <a:gd name="connsiteY0" fmla="*/ 229328 h 458652"/>
                <a:gd name="connsiteX1" fmla="*/ 397203 w 791823"/>
                <a:gd name="connsiteY1" fmla="*/ 458653 h 458652"/>
                <a:gd name="connsiteX2" fmla="*/ 791823 w 791823"/>
                <a:gd name="connsiteY2" fmla="*/ 229324 h 458652"/>
                <a:gd name="connsiteX3" fmla="*/ 394621 w 791823"/>
                <a:gd name="connsiteY3" fmla="*/ 0 h 458652"/>
              </a:gdLst>
              <a:ahLst/>
              <a:cxnLst>
                <a:cxn ang="0">
                  <a:pos x="connsiteX0" y="connsiteY0"/>
                </a:cxn>
                <a:cxn ang="0">
                  <a:pos x="connsiteX1" y="connsiteY1"/>
                </a:cxn>
                <a:cxn ang="0">
                  <a:pos x="connsiteX2" y="connsiteY2"/>
                </a:cxn>
                <a:cxn ang="0">
                  <a:pos x="connsiteX3" y="connsiteY3"/>
                </a:cxn>
              </a:cxnLst>
              <a:rect l="l" t="t" r="r" b="b"/>
              <a:pathLst>
                <a:path w="791823" h="458652">
                  <a:moveTo>
                    <a:pt x="0" y="229328"/>
                  </a:moveTo>
                  <a:lnTo>
                    <a:pt x="397203" y="458653"/>
                  </a:lnTo>
                  <a:lnTo>
                    <a:pt x="791823" y="229324"/>
                  </a:lnTo>
                  <a:lnTo>
                    <a:pt x="394621" y="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3" name="任意形状 252"/>
            <p:cNvSpPr/>
            <p:nvPr/>
          </p:nvSpPr>
          <p:spPr>
            <a:xfrm>
              <a:off x="1322204" y="3452657"/>
              <a:ext cx="791823" cy="458652"/>
            </a:xfrm>
            <a:custGeom>
              <a:avLst/>
              <a:gdLst>
                <a:gd name="connsiteX0" fmla="*/ 0 w 791823"/>
                <a:gd name="connsiteY0" fmla="*/ 229328 h 458652"/>
                <a:gd name="connsiteX1" fmla="*/ 397203 w 791823"/>
                <a:gd name="connsiteY1" fmla="*/ 458653 h 458652"/>
                <a:gd name="connsiteX2" fmla="*/ 791823 w 791823"/>
                <a:gd name="connsiteY2" fmla="*/ 229324 h 458652"/>
                <a:gd name="connsiteX3" fmla="*/ 394621 w 791823"/>
                <a:gd name="connsiteY3" fmla="*/ 0 h 458652"/>
              </a:gdLst>
              <a:ahLst/>
              <a:cxnLst>
                <a:cxn ang="0">
                  <a:pos x="connsiteX0" y="connsiteY0"/>
                </a:cxn>
                <a:cxn ang="0">
                  <a:pos x="connsiteX1" y="connsiteY1"/>
                </a:cxn>
                <a:cxn ang="0">
                  <a:pos x="connsiteX2" y="connsiteY2"/>
                </a:cxn>
                <a:cxn ang="0">
                  <a:pos x="connsiteX3" y="connsiteY3"/>
                </a:cxn>
              </a:cxnLst>
              <a:rect l="l" t="t" r="r" b="b"/>
              <a:pathLst>
                <a:path w="791823" h="458652">
                  <a:moveTo>
                    <a:pt x="0" y="229328"/>
                  </a:moveTo>
                  <a:lnTo>
                    <a:pt x="397203" y="458653"/>
                  </a:lnTo>
                  <a:lnTo>
                    <a:pt x="791823" y="229324"/>
                  </a:lnTo>
                  <a:lnTo>
                    <a:pt x="394621" y="0"/>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4" name="任意形状 253"/>
            <p:cNvSpPr/>
            <p:nvPr/>
          </p:nvSpPr>
          <p:spPr>
            <a:xfrm>
              <a:off x="1322204" y="3290507"/>
              <a:ext cx="791823" cy="458652"/>
            </a:xfrm>
            <a:custGeom>
              <a:avLst/>
              <a:gdLst>
                <a:gd name="connsiteX0" fmla="*/ 0 w 791823"/>
                <a:gd name="connsiteY0" fmla="*/ 229328 h 458652"/>
                <a:gd name="connsiteX1" fmla="*/ 397203 w 791823"/>
                <a:gd name="connsiteY1" fmla="*/ 458653 h 458652"/>
                <a:gd name="connsiteX2" fmla="*/ 791823 w 791823"/>
                <a:gd name="connsiteY2" fmla="*/ 229324 h 458652"/>
                <a:gd name="connsiteX3" fmla="*/ 394621 w 791823"/>
                <a:gd name="connsiteY3" fmla="*/ 0 h 458652"/>
              </a:gdLst>
              <a:ahLst/>
              <a:cxnLst>
                <a:cxn ang="0">
                  <a:pos x="connsiteX0" y="connsiteY0"/>
                </a:cxn>
                <a:cxn ang="0">
                  <a:pos x="connsiteX1" y="connsiteY1"/>
                </a:cxn>
                <a:cxn ang="0">
                  <a:pos x="connsiteX2" y="connsiteY2"/>
                </a:cxn>
                <a:cxn ang="0">
                  <a:pos x="connsiteX3" y="connsiteY3"/>
                </a:cxn>
              </a:cxnLst>
              <a:rect l="l" t="t" r="r" b="b"/>
              <a:pathLst>
                <a:path w="791823" h="458652">
                  <a:moveTo>
                    <a:pt x="0" y="229328"/>
                  </a:moveTo>
                  <a:lnTo>
                    <a:pt x="397203" y="458653"/>
                  </a:lnTo>
                  <a:lnTo>
                    <a:pt x="791823" y="229324"/>
                  </a:lnTo>
                  <a:lnTo>
                    <a:pt x="394621" y="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55" name="图片 14" descr="icon-50"/>
            <p:cNvGrpSpPr/>
            <p:nvPr/>
          </p:nvGrpSpPr>
          <p:grpSpPr>
            <a:xfrm>
              <a:off x="1820291" y="3312114"/>
              <a:ext cx="74125" cy="224048"/>
              <a:chOff x="1820291" y="3312114"/>
              <a:chExt cx="74125" cy="224048"/>
            </a:xfrm>
            <a:solidFill>
              <a:srgbClr val="A2BDFC"/>
            </a:solidFill>
          </p:grpSpPr>
          <p:sp>
            <p:nvSpPr>
              <p:cNvPr id="256" name="任意形状 255"/>
              <p:cNvSpPr/>
              <p:nvPr/>
            </p:nvSpPr>
            <p:spPr>
              <a:xfrm>
                <a:off x="1860001" y="3382147"/>
                <a:ext cx="4632" cy="154015"/>
              </a:xfrm>
              <a:custGeom>
                <a:avLst/>
                <a:gdLst>
                  <a:gd name="connsiteX0" fmla="*/ 144 w 4632"/>
                  <a:gd name="connsiteY0" fmla="*/ 52 h 154015"/>
                  <a:gd name="connsiteX1" fmla="*/ 144 w 4632"/>
                  <a:gd name="connsiteY1" fmla="*/ 154068 h 154015"/>
                </a:gdLst>
                <a:ahLst/>
                <a:cxnLst>
                  <a:cxn ang="0">
                    <a:pos x="connsiteX0" y="connsiteY0"/>
                  </a:cxn>
                  <a:cxn ang="0">
                    <a:pos x="connsiteX1" y="connsiteY1"/>
                  </a:cxn>
                </a:cxnLst>
                <a:rect l="l" t="t" r="r" b="b"/>
                <a:pathLst>
                  <a:path w="4632" h="154015">
                    <a:moveTo>
                      <a:pt x="144" y="52"/>
                    </a:moveTo>
                    <a:lnTo>
                      <a:pt x="144" y="154068"/>
                    </a:lnTo>
                  </a:path>
                </a:pathLst>
              </a:custGeom>
              <a:ln w="920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7" name="任意形状 256"/>
              <p:cNvSpPr/>
              <p:nvPr/>
            </p:nvSpPr>
            <p:spPr>
              <a:xfrm>
                <a:off x="1820291" y="3312114"/>
                <a:ext cx="74125" cy="72230"/>
              </a:xfrm>
              <a:custGeom>
                <a:avLst/>
                <a:gdLst>
                  <a:gd name="connsiteX0" fmla="*/ 74270 w 74125"/>
                  <a:gd name="connsiteY0" fmla="*/ 36168 h 72230"/>
                  <a:gd name="connsiteX1" fmla="*/ 37207 w 74125"/>
                  <a:gd name="connsiteY1" fmla="*/ 72283 h 72230"/>
                  <a:gd name="connsiteX2" fmla="*/ 144 w 74125"/>
                  <a:gd name="connsiteY2" fmla="*/ 36168 h 72230"/>
                  <a:gd name="connsiteX3" fmla="*/ 37207 w 74125"/>
                  <a:gd name="connsiteY3" fmla="*/ 52 h 72230"/>
                  <a:gd name="connsiteX4" fmla="*/ 74270 w 74125"/>
                  <a:gd name="connsiteY4" fmla="*/ 36168 h 72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5" h="72230">
                    <a:moveTo>
                      <a:pt x="74270" y="36168"/>
                    </a:moveTo>
                    <a:cubicBezTo>
                      <a:pt x="74270" y="56114"/>
                      <a:pt x="57676" y="72283"/>
                      <a:pt x="37207" y="72283"/>
                    </a:cubicBezTo>
                    <a:cubicBezTo>
                      <a:pt x="16738" y="72283"/>
                      <a:pt x="144" y="56114"/>
                      <a:pt x="144" y="36168"/>
                    </a:cubicBezTo>
                    <a:cubicBezTo>
                      <a:pt x="144" y="16222"/>
                      <a:pt x="16738" y="52"/>
                      <a:pt x="37207" y="52"/>
                    </a:cubicBezTo>
                    <a:cubicBezTo>
                      <a:pt x="57676" y="52"/>
                      <a:pt x="74270" y="16222"/>
                      <a:pt x="74270" y="3616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8" name="图片 14" descr="icon-50"/>
            <p:cNvGrpSpPr/>
            <p:nvPr/>
          </p:nvGrpSpPr>
          <p:grpSpPr>
            <a:xfrm>
              <a:off x="1509889" y="3358443"/>
              <a:ext cx="74125" cy="224048"/>
              <a:chOff x="1509889" y="3358443"/>
              <a:chExt cx="74125" cy="224048"/>
            </a:xfrm>
            <a:solidFill>
              <a:srgbClr val="F0F3F8"/>
            </a:solidFill>
          </p:grpSpPr>
          <p:sp>
            <p:nvSpPr>
              <p:cNvPr id="259" name="任意形状 258"/>
              <p:cNvSpPr/>
              <p:nvPr/>
            </p:nvSpPr>
            <p:spPr>
              <a:xfrm>
                <a:off x="1549599" y="3428475"/>
                <a:ext cx="4632" cy="154015"/>
              </a:xfrm>
              <a:custGeom>
                <a:avLst/>
                <a:gdLst>
                  <a:gd name="connsiteX0" fmla="*/ 77 w 4632"/>
                  <a:gd name="connsiteY0" fmla="*/ 62 h 154015"/>
                  <a:gd name="connsiteX1" fmla="*/ 77 w 4632"/>
                  <a:gd name="connsiteY1" fmla="*/ 154078 h 154015"/>
                </a:gdLst>
                <a:ahLst/>
                <a:cxnLst>
                  <a:cxn ang="0">
                    <a:pos x="connsiteX0" y="connsiteY0"/>
                  </a:cxn>
                  <a:cxn ang="0">
                    <a:pos x="connsiteX1" y="connsiteY1"/>
                  </a:cxn>
                </a:cxnLst>
                <a:rect l="l" t="t" r="r" b="b"/>
                <a:pathLst>
                  <a:path w="4632" h="154015">
                    <a:moveTo>
                      <a:pt x="77" y="62"/>
                    </a:moveTo>
                    <a:lnTo>
                      <a:pt x="77" y="154078"/>
                    </a:lnTo>
                  </a:path>
                </a:pathLst>
              </a:custGeom>
              <a:ln w="920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0" name="任意形状 259"/>
              <p:cNvSpPr/>
              <p:nvPr/>
            </p:nvSpPr>
            <p:spPr>
              <a:xfrm>
                <a:off x="1509889" y="3358443"/>
                <a:ext cx="74125" cy="72230"/>
              </a:xfrm>
              <a:custGeom>
                <a:avLst/>
                <a:gdLst>
                  <a:gd name="connsiteX0" fmla="*/ 74203 w 74125"/>
                  <a:gd name="connsiteY0" fmla="*/ 36178 h 72230"/>
                  <a:gd name="connsiteX1" fmla="*/ 37140 w 74125"/>
                  <a:gd name="connsiteY1" fmla="*/ 72293 h 72230"/>
                  <a:gd name="connsiteX2" fmla="*/ 77 w 74125"/>
                  <a:gd name="connsiteY2" fmla="*/ 36178 h 72230"/>
                  <a:gd name="connsiteX3" fmla="*/ 37140 w 74125"/>
                  <a:gd name="connsiteY3" fmla="*/ 62 h 72230"/>
                  <a:gd name="connsiteX4" fmla="*/ 74203 w 74125"/>
                  <a:gd name="connsiteY4" fmla="*/ 36178 h 72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5" h="72230">
                    <a:moveTo>
                      <a:pt x="74203" y="36178"/>
                    </a:moveTo>
                    <a:cubicBezTo>
                      <a:pt x="74203" y="56124"/>
                      <a:pt x="57609" y="72293"/>
                      <a:pt x="37140" y="72293"/>
                    </a:cubicBezTo>
                    <a:cubicBezTo>
                      <a:pt x="16671" y="72293"/>
                      <a:pt x="77" y="56124"/>
                      <a:pt x="77" y="36178"/>
                    </a:cubicBezTo>
                    <a:cubicBezTo>
                      <a:pt x="77" y="16232"/>
                      <a:pt x="16671" y="62"/>
                      <a:pt x="37140" y="62"/>
                    </a:cubicBezTo>
                    <a:cubicBezTo>
                      <a:pt x="57609" y="62"/>
                      <a:pt x="74203" y="16232"/>
                      <a:pt x="74203" y="36178"/>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61" name="图片 14" descr="icon-50"/>
            <p:cNvGrpSpPr/>
            <p:nvPr/>
          </p:nvGrpSpPr>
          <p:grpSpPr>
            <a:xfrm>
              <a:off x="1676672" y="3427935"/>
              <a:ext cx="74125" cy="224048"/>
              <a:chOff x="1676672" y="3427935"/>
              <a:chExt cx="74125" cy="224048"/>
            </a:xfrm>
            <a:solidFill>
              <a:srgbClr val="A2BDFC"/>
            </a:solidFill>
          </p:grpSpPr>
          <p:sp>
            <p:nvSpPr>
              <p:cNvPr id="262" name="任意形状 261"/>
              <p:cNvSpPr/>
              <p:nvPr/>
            </p:nvSpPr>
            <p:spPr>
              <a:xfrm>
                <a:off x="1716382" y="3497968"/>
                <a:ext cx="4632" cy="154015"/>
              </a:xfrm>
              <a:custGeom>
                <a:avLst/>
                <a:gdLst>
                  <a:gd name="connsiteX0" fmla="*/ 113 w 4632"/>
                  <a:gd name="connsiteY0" fmla="*/ 77 h 154015"/>
                  <a:gd name="connsiteX1" fmla="*/ 113 w 4632"/>
                  <a:gd name="connsiteY1" fmla="*/ 154093 h 154015"/>
                </a:gdLst>
                <a:ahLst/>
                <a:cxnLst>
                  <a:cxn ang="0">
                    <a:pos x="connsiteX0" y="connsiteY0"/>
                  </a:cxn>
                  <a:cxn ang="0">
                    <a:pos x="connsiteX1" y="connsiteY1"/>
                  </a:cxn>
                </a:cxnLst>
                <a:rect l="l" t="t" r="r" b="b"/>
                <a:pathLst>
                  <a:path w="4632" h="154015">
                    <a:moveTo>
                      <a:pt x="113" y="77"/>
                    </a:moveTo>
                    <a:lnTo>
                      <a:pt x="113" y="154093"/>
                    </a:lnTo>
                  </a:path>
                </a:pathLst>
              </a:custGeom>
              <a:ln w="920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3" name="任意形状 262"/>
              <p:cNvSpPr/>
              <p:nvPr/>
            </p:nvSpPr>
            <p:spPr>
              <a:xfrm>
                <a:off x="1676672" y="3427935"/>
                <a:ext cx="74125" cy="72230"/>
              </a:xfrm>
              <a:custGeom>
                <a:avLst/>
                <a:gdLst>
                  <a:gd name="connsiteX0" fmla="*/ 74239 w 74125"/>
                  <a:gd name="connsiteY0" fmla="*/ 36193 h 72230"/>
                  <a:gd name="connsiteX1" fmla="*/ 37176 w 74125"/>
                  <a:gd name="connsiteY1" fmla="*/ 72308 h 72230"/>
                  <a:gd name="connsiteX2" fmla="*/ 113 w 74125"/>
                  <a:gd name="connsiteY2" fmla="*/ 36193 h 72230"/>
                  <a:gd name="connsiteX3" fmla="*/ 37176 w 74125"/>
                  <a:gd name="connsiteY3" fmla="*/ 77 h 72230"/>
                  <a:gd name="connsiteX4" fmla="*/ 74239 w 74125"/>
                  <a:gd name="connsiteY4" fmla="*/ 36193 h 72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5" h="72230">
                    <a:moveTo>
                      <a:pt x="74239" y="36193"/>
                    </a:moveTo>
                    <a:cubicBezTo>
                      <a:pt x="74239" y="56139"/>
                      <a:pt x="57645" y="72308"/>
                      <a:pt x="37176" y="72308"/>
                    </a:cubicBezTo>
                    <a:cubicBezTo>
                      <a:pt x="16707" y="72308"/>
                      <a:pt x="113" y="56139"/>
                      <a:pt x="113" y="36193"/>
                    </a:cubicBezTo>
                    <a:cubicBezTo>
                      <a:pt x="113" y="16247"/>
                      <a:pt x="16707" y="77"/>
                      <a:pt x="37176" y="77"/>
                    </a:cubicBezTo>
                    <a:cubicBezTo>
                      <a:pt x="57645" y="77"/>
                      <a:pt x="74239" y="16247"/>
                      <a:pt x="74239" y="36193"/>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64" name="图片 14" descr="icon-50"/>
            <p:cNvGrpSpPr/>
            <p:nvPr/>
          </p:nvGrpSpPr>
          <p:grpSpPr>
            <a:xfrm>
              <a:off x="1875885" y="3840259"/>
              <a:ext cx="74125" cy="224048"/>
              <a:chOff x="1875885" y="3840259"/>
              <a:chExt cx="74125" cy="224048"/>
            </a:xfrm>
            <a:solidFill>
              <a:srgbClr val="F0F3F8"/>
            </a:solidFill>
          </p:grpSpPr>
          <p:sp>
            <p:nvSpPr>
              <p:cNvPr id="265" name="任意形状 264"/>
              <p:cNvSpPr/>
              <p:nvPr/>
            </p:nvSpPr>
            <p:spPr>
              <a:xfrm>
                <a:off x="1915595" y="3910292"/>
                <a:ext cx="4632" cy="154015"/>
              </a:xfrm>
              <a:custGeom>
                <a:avLst/>
                <a:gdLst>
                  <a:gd name="connsiteX0" fmla="*/ 156 w 4632"/>
                  <a:gd name="connsiteY0" fmla="*/ 166 h 154015"/>
                  <a:gd name="connsiteX1" fmla="*/ 156 w 4632"/>
                  <a:gd name="connsiteY1" fmla="*/ 154182 h 154015"/>
                </a:gdLst>
                <a:ahLst/>
                <a:cxnLst>
                  <a:cxn ang="0">
                    <a:pos x="connsiteX0" y="connsiteY0"/>
                  </a:cxn>
                  <a:cxn ang="0">
                    <a:pos x="connsiteX1" y="connsiteY1"/>
                  </a:cxn>
                </a:cxnLst>
                <a:rect l="l" t="t" r="r" b="b"/>
                <a:pathLst>
                  <a:path w="4632" h="154015">
                    <a:moveTo>
                      <a:pt x="156" y="166"/>
                    </a:moveTo>
                    <a:lnTo>
                      <a:pt x="156" y="154182"/>
                    </a:lnTo>
                  </a:path>
                </a:pathLst>
              </a:custGeom>
              <a:ln w="920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6" name="任意形状 265"/>
              <p:cNvSpPr/>
              <p:nvPr/>
            </p:nvSpPr>
            <p:spPr>
              <a:xfrm>
                <a:off x="1875885" y="3840259"/>
                <a:ext cx="74125" cy="72230"/>
              </a:xfrm>
              <a:custGeom>
                <a:avLst/>
                <a:gdLst>
                  <a:gd name="connsiteX0" fmla="*/ 74282 w 74125"/>
                  <a:gd name="connsiteY0" fmla="*/ 36282 h 72230"/>
                  <a:gd name="connsiteX1" fmla="*/ 37219 w 74125"/>
                  <a:gd name="connsiteY1" fmla="*/ 72397 h 72230"/>
                  <a:gd name="connsiteX2" fmla="*/ 156 w 74125"/>
                  <a:gd name="connsiteY2" fmla="*/ 36282 h 72230"/>
                  <a:gd name="connsiteX3" fmla="*/ 37219 w 74125"/>
                  <a:gd name="connsiteY3" fmla="*/ 166 h 72230"/>
                  <a:gd name="connsiteX4" fmla="*/ 74282 w 74125"/>
                  <a:gd name="connsiteY4" fmla="*/ 36282 h 72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5" h="72230">
                    <a:moveTo>
                      <a:pt x="74282" y="36282"/>
                    </a:moveTo>
                    <a:cubicBezTo>
                      <a:pt x="74282" y="56228"/>
                      <a:pt x="57688" y="72397"/>
                      <a:pt x="37219" y="72397"/>
                    </a:cubicBezTo>
                    <a:cubicBezTo>
                      <a:pt x="16750" y="72397"/>
                      <a:pt x="156" y="56228"/>
                      <a:pt x="156" y="36282"/>
                    </a:cubicBezTo>
                    <a:cubicBezTo>
                      <a:pt x="156" y="16336"/>
                      <a:pt x="16750" y="166"/>
                      <a:pt x="37219" y="166"/>
                    </a:cubicBezTo>
                    <a:cubicBezTo>
                      <a:pt x="57688" y="166"/>
                      <a:pt x="74282" y="16336"/>
                      <a:pt x="74282" y="36282"/>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67" name="图片 14" descr="icon-50"/>
            <p:cNvGrpSpPr/>
            <p:nvPr/>
          </p:nvGrpSpPr>
          <p:grpSpPr>
            <a:xfrm>
              <a:off x="1477459" y="3682742"/>
              <a:ext cx="74125" cy="224048"/>
              <a:chOff x="1477459" y="3682742"/>
              <a:chExt cx="74125" cy="224048"/>
            </a:xfrm>
            <a:solidFill>
              <a:srgbClr val="F0F3F8"/>
            </a:solidFill>
          </p:grpSpPr>
          <p:sp>
            <p:nvSpPr>
              <p:cNvPr id="268" name="任意形状 267"/>
              <p:cNvSpPr/>
              <p:nvPr/>
            </p:nvSpPr>
            <p:spPr>
              <a:xfrm>
                <a:off x="1517169" y="3752775"/>
                <a:ext cx="4632" cy="154015"/>
              </a:xfrm>
              <a:custGeom>
                <a:avLst/>
                <a:gdLst>
                  <a:gd name="connsiteX0" fmla="*/ 70 w 4632"/>
                  <a:gd name="connsiteY0" fmla="*/ 132 h 154015"/>
                  <a:gd name="connsiteX1" fmla="*/ 70 w 4632"/>
                  <a:gd name="connsiteY1" fmla="*/ 154148 h 154015"/>
                </a:gdLst>
                <a:ahLst/>
                <a:cxnLst>
                  <a:cxn ang="0">
                    <a:pos x="connsiteX0" y="connsiteY0"/>
                  </a:cxn>
                  <a:cxn ang="0">
                    <a:pos x="connsiteX1" y="connsiteY1"/>
                  </a:cxn>
                </a:cxnLst>
                <a:rect l="l" t="t" r="r" b="b"/>
                <a:pathLst>
                  <a:path w="4632" h="154015">
                    <a:moveTo>
                      <a:pt x="70" y="132"/>
                    </a:moveTo>
                    <a:lnTo>
                      <a:pt x="70" y="154148"/>
                    </a:lnTo>
                  </a:path>
                </a:pathLst>
              </a:custGeom>
              <a:ln w="9208" cap="rnd">
                <a:gradFill>
                  <a:gsLst>
                    <a:gs pos="0">
                      <a:schemeClr val="tx2">
                        <a:alpha val="0"/>
                      </a:schemeClr>
                    </a:gs>
                    <a:gs pos="100000">
                      <a:schemeClr val="tx2"/>
                    </a:gs>
                  </a:gsLst>
                  <a:lin ang="1620000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9" name="任意形状 268"/>
              <p:cNvSpPr/>
              <p:nvPr/>
            </p:nvSpPr>
            <p:spPr>
              <a:xfrm>
                <a:off x="1477459" y="3682742"/>
                <a:ext cx="74125" cy="72230"/>
              </a:xfrm>
              <a:custGeom>
                <a:avLst/>
                <a:gdLst>
                  <a:gd name="connsiteX0" fmla="*/ 74196 w 74125"/>
                  <a:gd name="connsiteY0" fmla="*/ 36248 h 72230"/>
                  <a:gd name="connsiteX1" fmla="*/ 37133 w 74125"/>
                  <a:gd name="connsiteY1" fmla="*/ 72363 h 72230"/>
                  <a:gd name="connsiteX2" fmla="*/ 70 w 74125"/>
                  <a:gd name="connsiteY2" fmla="*/ 36248 h 72230"/>
                  <a:gd name="connsiteX3" fmla="*/ 37133 w 74125"/>
                  <a:gd name="connsiteY3" fmla="*/ 132 h 72230"/>
                  <a:gd name="connsiteX4" fmla="*/ 74196 w 74125"/>
                  <a:gd name="connsiteY4" fmla="*/ 36248 h 72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5" h="72230">
                    <a:moveTo>
                      <a:pt x="74196" y="36248"/>
                    </a:moveTo>
                    <a:cubicBezTo>
                      <a:pt x="74196" y="56194"/>
                      <a:pt x="57602" y="72363"/>
                      <a:pt x="37133" y="72363"/>
                    </a:cubicBezTo>
                    <a:cubicBezTo>
                      <a:pt x="16664" y="72363"/>
                      <a:pt x="70" y="56194"/>
                      <a:pt x="70" y="36248"/>
                    </a:cubicBezTo>
                    <a:cubicBezTo>
                      <a:pt x="70" y="16302"/>
                      <a:pt x="16664" y="132"/>
                      <a:pt x="37133" y="132"/>
                    </a:cubicBezTo>
                    <a:cubicBezTo>
                      <a:pt x="57602" y="132"/>
                      <a:pt x="74196" y="16302"/>
                      <a:pt x="74196" y="36248"/>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70" name="任意形状 269"/>
            <p:cNvSpPr/>
            <p:nvPr/>
          </p:nvSpPr>
          <p:spPr>
            <a:xfrm>
              <a:off x="1296778" y="3657683"/>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1" name="任意形状 270"/>
            <p:cNvSpPr/>
            <p:nvPr/>
          </p:nvSpPr>
          <p:spPr>
            <a:xfrm>
              <a:off x="1690571" y="3884693"/>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2" name="任意形状 271"/>
            <p:cNvSpPr/>
            <p:nvPr/>
          </p:nvSpPr>
          <p:spPr>
            <a:xfrm>
              <a:off x="2075097" y="3657683"/>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3" name="任意形状 272"/>
            <p:cNvSpPr/>
            <p:nvPr/>
          </p:nvSpPr>
          <p:spPr>
            <a:xfrm>
              <a:off x="2088996" y="3805934"/>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4" name="任意形状 273"/>
            <p:cNvSpPr/>
            <p:nvPr/>
          </p:nvSpPr>
          <p:spPr>
            <a:xfrm>
              <a:off x="1690571" y="4032944"/>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5" name="任意形状 274"/>
            <p:cNvSpPr/>
            <p:nvPr/>
          </p:nvSpPr>
          <p:spPr>
            <a:xfrm>
              <a:off x="1296778" y="3805934"/>
              <a:ext cx="52298" cy="50961"/>
            </a:xfrm>
            <a:custGeom>
              <a:avLst/>
              <a:gdLst>
                <a:gd name="connsiteX0" fmla="*/ 52299 w 52298"/>
                <a:gd name="connsiteY0" fmla="*/ 25481 h 50961"/>
                <a:gd name="connsiteX1" fmla="*/ 26149 w 52298"/>
                <a:gd name="connsiteY1" fmla="*/ 50961 h 50961"/>
                <a:gd name="connsiteX2" fmla="*/ 0 w 52298"/>
                <a:gd name="connsiteY2" fmla="*/ 25481 h 50961"/>
                <a:gd name="connsiteX3" fmla="*/ 26149 w 52298"/>
                <a:gd name="connsiteY3" fmla="*/ 0 h 50961"/>
                <a:gd name="connsiteX4" fmla="*/ 52299 w 52298"/>
                <a:gd name="connsiteY4" fmla="*/ 25481 h 5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8" h="50961">
                  <a:moveTo>
                    <a:pt x="52299" y="25481"/>
                  </a:moveTo>
                  <a:cubicBezTo>
                    <a:pt x="52299" y="39553"/>
                    <a:pt x="40591" y="50961"/>
                    <a:pt x="26149" y="50961"/>
                  </a:cubicBezTo>
                  <a:cubicBezTo>
                    <a:pt x="11707" y="50961"/>
                    <a:pt x="0" y="39553"/>
                    <a:pt x="0" y="25481"/>
                  </a:cubicBezTo>
                  <a:cubicBezTo>
                    <a:pt x="0" y="11408"/>
                    <a:pt x="11707" y="0"/>
                    <a:pt x="26149" y="0"/>
                  </a:cubicBezTo>
                  <a:cubicBezTo>
                    <a:pt x="40591" y="0"/>
                    <a:pt x="52299" y="11408"/>
                    <a:pt x="52299" y="25481"/>
                  </a:cubicBezTo>
                  <a:close/>
                </a:path>
              </a:pathLst>
            </a:custGeom>
            <a:solidFill>
              <a:schemeClr val="bg2"/>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8" name="图片 15" descr="icon-51"/>
          <p:cNvGrpSpPr/>
          <p:nvPr/>
        </p:nvGrpSpPr>
        <p:grpSpPr>
          <a:xfrm>
            <a:off x="10119358" y="1524686"/>
            <a:ext cx="772768" cy="754568"/>
            <a:chOff x="10119358" y="1524686"/>
            <a:chExt cx="772768" cy="754568"/>
          </a:xfrm>
        </p:grpSpPr>
        <p:sp>
          <p:nvSpPr>
            <p:cNvPr id="159" name="任意形状 158"/>
            <p:cNvSpPr/>
            <p:nvPr/>
          </p:nvSpPr>
          <p:spPr>
            <a:xfrm>
              <a:off x="10119358" y="1524686"/>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0" name="任意形状 159"/>
            <p:cNvSpPr/>
            <p:nvPr/>
          </p:nvSpPr>
          <p:spPr>
            <a:xfrm>
              <a:off x="10259737" y="1727944"/>
              <a:ext cx="514246" cy="551309"/>
            </a:xfrm>
            <a:custGeom>
              <a:avLst/>
              <a:gdLst>
                <a:gd name="connsiteX0" fmla="*/ 99010 w 514246"/>
                <a:gd name="connsiteY0" fmla="*/ 0 h 551309"/>
                <a:gd name="connsiteX1" fmla="*/ 514247 w 514246"/>
                <a:gd name="connsiteY1" fmla="*/ 0 h 551309"/>
                <a:gd name="connsiteX2" fmla="*/ 514247 w 514246"/>
                <a:gd name="connsiteY2" fmla="*/ 551310 h 551309"/>
                <a:gd name="connsiteX3" fmla="*/ 0 w 514246"/>
                <a:gd name="connsiteY3" fmla="*/ 551310 h 551309"/>
                <a:gd name="connsiteX4" fmla="*/ 0 w 514246"/>
                <a:gd name="connsiteY4" fmla="*/ 91818 h 551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246" h="551309">
                  <a:moveTo>
                    <a:pt x="99010" y="0"/>
                  </a:moveTo>
                  <a:lnTo>
                    <a:pt x="514247" y="0"/>
                  </a:lnTo>
                  <a:lnTo>
                    <a:pt x="514247" y="551310"/>
                  </a:lnTo>
                  <a:lnTo>
                    <a:pt x="0" y="551310"/>
                  </a:lnTo>
                  <a:lnTo>
                    <a:pt x="0" y="91818"/>
                  </a:lnTo>
                  <a:close/>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1" name="任意形状 160"/>
            <p:cNvSpPr/>
            <p:nvPr/>
          </p:nvSpPr>
          <p:spPr>
            <a:xfrm>
              <a:off x="10289669" y="1764642"/>
              <a:ext cx="73064" cy="73407"/>
            </a:xfrm>
            <a:custGeom>
              <a:avLst/>
              <a:gdLst>
                <a:gd name="connsiteX0" fmla="*/ 0 w 73064"/>
                <a:gd name="connsiteY0" fmla="*/ 73408 h 73407"/>
                <a:gd name="connsiteX1" fmla="*/ 49900 w 73064"/>
                <a:gd name="connsiteY1" fmla="*/ 73408 h 73407"/>
                <a:gd name="connsiteX2" fmla="*/ 73065 w 73064"/>
                <a:gd name="connsiteY2" fmla="*/ 50243 h 73407"/>
                <a:gd name="connsiteX3" fmla="*/ 73065 w 73064"/>
                <a:gd name="connsiteY3" fmla="*/ 0 h 73407"/>
                <a:gd name="connsiteX4" fmla="*/ 73065 w 73064"/>
                <a:gd name="connsiteY4" fmla="*/ 0 h 73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64" h="73407">
                  <a:moveTo>
                    <a:pt x="0" y="73408"/>
                  </a:moveTo>
                  <a:lnTo>
                    <a:pt x="49900" y="73408"/>
                  </a:lnTo>
                  <a:cubicBezTo>
                    <a:pt x="62694" y="73408"/>
                    <a:pt x="73065" y="63037"/>
                    <a:pt x="73065" y="50243"/>
                  </a:cubicBezTo>
                  <a:lnTo>
                    <a:pt x="73065" y="0"/>
                  </a:lnTo>
                  <a:lnTo>
                    <a:pt x="73065" y="0"/>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2" name="任意形状 161"/>
            <p:cNvSpPr/>
            <p:nvPr/>
          </p:nvSpPr>
          <p:spPr>
            <a:xfrm>
              <a:off x="10414755" y="1673201"/>
              <a:ext cx="417143" cy="579106"/>
            </a:xfrm>
            <a:custGeom>
              <a:avLst/>
              <a:gdLst>
                <a:gd name="connsiteX0" fmla="*/ 0 w 417143"/>
                <a:gd name="connsiteY0" fmla="*/ 0 h 579106"/>
                <a:gd name="connsiteX1" fmla="*/ 417144 w 417143"/>
                <a:gd name="connsiteY1" fmla="*/ 0 h 579106"/>
                <a:gd name="connsiteX2" fmla="*/ 417144 w 417143"/>
                <a:gd name="connsiteY2" fmla="*/ 579107 h 579106"/>
              </a:gdLst>
              <a:ahLst/>
              <a:cxnLst>
                <a:cxn ang="0">
                  <a:pos x="connsiteX0" y="connsiteY0"/>
                </a:cxn>
                <a:cxn ang="0">
                  <a:pos x="connsiteX1" y="connsiteY1"/>
                </a:cxn>
                <a:cxn ang="0">
                  <a:pos x="connsiteX2" y="connsiteY2"/>
                </a:cxn>
              </a:cxnLst>
              <a:rect l="l" t="t" r="r" b="b"/>
              <a:pathLst>
                <a:path w="417143" h="579106">
                  <a:moveTo>
                    <a:pt x="0" y="0"/>
                  </a:moveTo>
                  <a:lnTo>
                    <a:pt x="417144" y="0"/>
                  </a:lnTo>
                  <a:lnTo>
                    <a:pt x="417144" y="579107"/>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3" name="任意形状 162"/>
            <p:cNvSpPr/>
            <p:nvPr/>
          </p:nvSpPr>
          <p:spPr>
            <a:xfrm>
              <a:off x="10485440" y="1622239"/>
              <a:ext cx="406685" cy="569387"/>
            </a:xfrm>
            <a:custGeom>
              <a:avLst/>
              <a:gdLst>
                <a:gd name="connsiteX0" fmla="*/ 0 w 406685"/>
                <a:gd name="connsiteY0" fmla="*/ 0 h 569387"/>
                <a:gd name="connsiteX1" fmla="*/ 406686 w 406685"/>
                <a:gd name="connsiteY1" fmla="*/ 0 h 569387"/>
                <a:gd name="connsiteX2" fmla="*/ 406686 w 406685"/>
                <a:gd name="connsiteY2" fmla="*/ 569388 h 569387"/>
              </a:gdLst>
              <a:ahLst/>
              <a:cxnLst>
                <a:cxn ang="0">
                  <a:pos x="connsiteX0" y="connsiteY0"/>
                </a:cxn>
                <a:cxn ang="0">
                  <a:pos x="connsiteX1" y="connsiteY1"/>
                </a:cxn>
                <a:cxn ang="0">
                  <a:pos x="connsiteX2" y="connsiteY2"/>
                </a:cxn>
              </a:cxnLst>
              <a:rect l="l" t="t" r="r" b="b"/>
              <a:pathLst>
                <a:path w="406685" h="569387">
                  <a:moveTo>
                    <a:pt x="0" y="0"/>
                  </a:moveTo>
                  <a:lnTo>
                    <a:pt x="406686" y="0"/>
                  </a:lnTo>
                  <a:lnTo>
                    <a:pt x="406686" y="569388"/>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4" name="任意形状 163"/>
            <p:cNvSpPr/>
            <p:nvPr/>
          </p:nvSpPr>
          <p:spPr>
            <a:xfrm>
              <a:off x="10347523" y="1817278"/>
              <a:ext cx="354447" cy="379894"/>
            </a:xfrm>
            <a:custGeom>
              <a:avLst/>
              <a:gdLst>
                <a:gd name="connsiteX0" fmla="*/ 0 w 354447"/>
                <a:gd name="connsiteY0" fmla="*/ 72638 h 379894"/>
                <a:gd name="connsiteX1" fmla="*/ 88934 w 354447"/>
                <a:gd name="connsiteY1" fmla="*/ 44731 h 379894"/>
                <a:gd name="connsiteX2" fmla="*/ 172011 w 354447"/>
                <a:gd name="connsiteY2" fmla="*/ 0 h 379894"/>
                <a:gd name="connsiteX3" fmla="*/ 265160 w 354447"/>
                <a:gd name="connsiteY3" fmla="*/ 46524 h 379894"/>
                <a:gd name="connsiteX4" fmla="*/ 354448 w 354447"/>
                <a:gd name="connsiteY4" fmla="*/ 72638 h 379894"/>
                <a:gd name="connsiteX5" fmla="*/ 354448 w 354447"/>
                <a:gd name="connsiteY5" fmla="*/ 86314 h 379894"/>
                <a:gd name="connsiteX6" fmla="*/ 168319 w 354447"/>
                <a:gd name="connsiteY6" fmla="*/ 379894 h 379894"/>
                <a:gd name="connsiteX7" fmla="*/ 168319 w 354447"/>
                <a:gd name="connsiteY7" fmla="*/ 379894 h 379894"/>
                <a:gd name="connsiteX8" fmla="*/ 168319 w 354447"/>
                <a:gd name="connsiteY8" fmla="*/ 379894 h 379894"/>
                <a:gd name="connsiteX9" fmla="*/ 0 w 354447"/>
                <a:gd name="connsiteY9" fmla="*/ 102270 h 379894"/>
                <a:gd name="connsiteX10" fmla="*/ 0 w 354447"/>
                <a:gd name="connsiteY10" fmla="*/ 72638 h 379894"/>
                <a:gd name="connsiteX11" fmla="*/ 0 w 354447"/>
                <a:gd name="connsiteY11" fmla="*/ 72638 h 37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4447" h="379894">
                  <a:moveTo>
                    <a:pt x="0" y="72638"/>
                  </a:moveTo>
                  <a:cubicBezTo>
                    <a:pt x="29335" y="66682"/>
                    <a:pt x="58980" y="57380"/>
                    <a:pt x="88934" y="44731"/>
                  </a:cubicBezTo>
                  <a:cubicBezTo>
                    <a:pt x="118888" y="32082"/>
                    <a:pt x="146580" y="17172"/>
                    <a:pt x="172011" y="0"/>
                  </a:cubicBezTo>
                  <a:cubicBezTo>
                    <a:pt x="203089" y="18664"/>
                    <a:pt x="234138" y="34172"/>
                    <a:pt x="265160" y="46524"/>
                  </a:cubicBezTo>
                  <a:cubicBezTo>
                    <a:pt x="296181" y="58875"/>
                    <a:pt x="325944" y="67580"/>
                    <a:pt x="354448" y="72638"/>
                  </a:cubicBezTo>
                  <a:lnTo>
                    <a:pt x="354448" y="86314"/>
                  </a:lnTo>
                  <a:cubicBezTo>
                    <a:pt x="354448" y="211948"/>
                    <a:pt x="281949" y="326301"/>
                    <a:pt x="168319" y="379894"/>
                  </a:cubicBezTo>
                  <a:lnTo>
                    <a:pt x="168319" y="379894"/>
                  </a:lnTo>
                  <a:lnTo>
                    <a:pt x="168319" y="379894"/>
                  </a:lnTo>
                  <a:cubicBezTo>
                    <a:pt x="64870" y="325940"/>
                    <a:pt x="0" y="218943"/>
                    <a:pt x="0" y="102270"/>
                  </a:cubicBezTo>
                  <a:lnTo>
                    <a:pt x="0" y="72638"/>
                  </a:lnTo>
                  <a:lnTo>
                    <a:pt x="0" y="72638"/>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5" name="任意形状 164"/>
            <p:cNvSpPr/>
            <p:nvPr/>
          </p:nvSpPr>
          <p:spPr>
            <a:xfrm>
              <a:off x="10393155" y="1866187"/>
              <a:ext cx="263182" cy="282076"/>
            </a:xfrm>
            <a:custGeom>
              <a:avLst/>
              <a:gdLst>
                <a:gd name="connsiteX0" fmla="*/ 0 w 263182"/>
                <a:gd name="connsiteY0" fmla="*/ 53934 h 282076"/>
                <a:gd name="connsiteX1" fmla="*/ 66035 w 263182"/>
                <a:gd name="connsiteY1" fmla="*/ 33213 h 282076"/>
                <a:gd name="connsiteX2" fmla="*/ 127721 w 263182"/>
                <a:gd name="connsiteY2" fmla="*/ 0 h 282076"/>
                <a:gd name="connsiteX3" fmla="*/ 196885 w 263182"/>
                <a:gd name="connsiteY3" fmla="*/ 34544 h 282076"/>
                <a:gd name="connsiteX4" fmla="*/ 263182 w 263182"/>
                <a:gd name="connsiteY4" fmla="*/ 53934 h 282076"/>
                <a:gd name="connsiteX5" fmla="*/ 263182 w 263182"/>
                <a:gd name="connsiteY5" fmla="*/ 64090 h 282076"/>
                <a:gd name="connsiteX6" fmla="*/ 124979 w 263182"/>
                <a:gd name="connsiteY6" fmla="*/ 282076 h 282076"/>
                <a:gd name="connsiteX7" fmla="*/ 124979 w 263182"/>
                <a:gd name="connsiteY7" fmla="*/ 282076 h 282076"/>
                <a:gd name="connsiteX8" fmla="*/ 124979 w 263182"/>
                <a:gd name="connsiteY8" fmla="*/ 282076 h 282076"/>
                <a:gd name="connsiteX9" fmla="*/ 0 w 263182"/>
                <a:gd name="connsiteY9" fmla="*/ 75937 h 282076"/>
                <a:gd name="connsiteX10" fmla="*/ 0 w 263182"/>
                <a:gd name="connsiteY10" fmla="*/ 53934 h 282076"/>
                <a:gd name="connsiteX11" fmla="*/ 0 w 263182"/>
                <a:gd name="connsiteY11" fmla="*/ 53934 h 28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3182" h="282076">
                  <a:moveTo>
                    <a:pt x="0" y="53934"/>
                  </a:moveTo>
                  <a:cubicBezTo>
                    <a:pt x="21782" y="49512"/>
                    <a:pt x="43794" y="42605"/>
                    <a:pt x="66035" y="33213"/>
                  </a:cubicBezTo>
                  <a:cubicBezTo>
                    <a:pt x="88276" y="23821"/>
                    <a:pt x="108838" y="12750"/>
                    <a:pt x="127721" y="0"/>
                  </a:cubicBezTo>
                  <a:cubicBezTo>
                    <a:pt x="150796" y="13859"/>
                    <a:pt x="173851" y="25373"/>
                    <a:pt x="196885" y="34544"/>
                  </a:cubicBezTo>
                  <a:cubicBezTo>
                    <a:pt x="219918" y="43715"/>
                    <a:pt x="242017" y="50179"/>
                    <a:pt x="263182" y="53934"/>
                  </a:cubicBezTo>
                  <a:lnTo>
                    <a:pt x="263182" y="64090"/>
                  </a:lnTo>
                  <a:cubicBezTo>
                    <a:pt x="263182" y="157374"/>
                    <a:pt x="209351" y="242283"/>
                    <a:pt x="124979" y="282076"/>
                  </a:cubicBezTo>
                  <a:lnTo>
                    <a:pt x="124979" y="282076"/>
                  </a:lnTo>
                  <a:lnTo>
                    <a:pt x="124979" y="282076"/>
                  </a:lnTo>
                  <a:cubicBezTo>
                    <a:pt x="48167" y="242015"/>
                    <a:pt x="0" y="162568"/>
                    <a:pt x="0" y="75937"/>
                  </a:cubicBezTo>
                  <a:lnTo>
                    <a:pt x="0" y="53934"/>
                  </a:lnTo>
                  <a:lnTo>
                    <a:pt x="0" y="53934"/>
                  </a:lnTo>
                  <a:close/>
                </a:path>
              </a:pathLst>
            </a:custGeom>
            <a:solidFill>
              <a:schemeClr val="bg1"/>
            </a:solid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6" name="任意形状 165"/>
            <p:cNvSpPr/>
            <p:nvPr/>
          </p:nvSpPr>
          <p:spPr>
            <a:xfrm>
              <a:off x="10472849" y="1983984"/>
              <a:ext cx="89922" cy="61310"/>
            </a:xfrm>
            <a:custGeom>
              <a:avLst/>
              <a:gdLst>
                <a:gd name="connsiteX0" fmla="*/ 0 w 89922"/>
                <a:gd name="connsiteY0" fmla="*/ 0 h 61310"/>
                <a:gd name="connsiteX1" fmla="*/ 89923 w 89922"/>
                <a:gd name="connsiteY1" fmla="*/ 0 h 61310"/>
                <a:gd name="connsiteX2" fmla="*/ 89923 w 89922"/>
                <a:gd name="connsiteY2" fmla="*/ 61311 h 61310"/>
                <a:gd name="connsiteX3" fmla="*/ 0 w 89922"/>
                <a:gd name="connsiteY3" fmla="*/ 61311 h 61310"/>
              </a:gdLst>
              <a:ahLst/>
              <a:cxnLst>
                <a:cxn ang="0">
                  <a:pos x="connsiteX0" y="connsiteY0"/>
                </a:cxn>
                <a:cxn ang="0">
                  <a:pos x="connsiteX1" y="connsiteY1"/>
                </a:cxn>
                <a:cxn ang="0">
                  <a:pos x="connsiteX2" y="connsiteY2"/>
                </a:cxn>
                <a:cxn ang="0">
                  <a:pos x="connsiteX3" y="connsiteY3"/>
                </a:cxn>
              </a:cxnLst>
              <a:rect l="l" t="t" r="r" b="b"/>
              <a:pathLst>
                <a:path w="89922" h="61310">
                  <a:moveTo>
                    <a:pt x="0" y="0"/>
                  </a:moveTo>
                  <a:lnTo>
                    <a:pt x="89923" y="0"/>
                  </a:lnTo>
                  <a:lnTo>
                    <a:pt x="89923" y="61311"/>
                  </a:lnTo>
                  <a:lnTo>
                    <a:pt x="0" y="61311"/>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7" name="任意形状 166"/>
            <p:cNvSpPr/>
            <p:nvPr/>
          </p:nvSpPr>
          <p:spPr>
            <a:xfrm>
              <a:off x="10488045" y="1938739"/>
              <a:ext cx="62464" cy="45244"/>
            </a:xfrm>
            <a:custGeom>
              <a:avLst/>
              <a:gdLst>
                <a:gd name="connsiteX0" fmla="*/ 0 w 62464"/>
                <a:gd name="connsiteY0" fmla="*/ 45245 h 45244"/>
                <a:gd name="connsiteX1" fmla="*/ 0 w 62464"/>
                <a:gd name="connsiteY1" fmla="*/ 31232 h 45244"/>
                <a:gd name="connsiteX2" fmla="*/ 31232 w 62464"/>
                <a:gd name="connsiteY2" fmla="*/ 0 h 45244"/>
                <a:gd name="connsiteX3" fmla="*/ 62464 w 62464"/>
                <a:gd name="connsiteY3" fmla="*/ 31232 h 45244"/>
                <a:gd name="connsiteX4" fmla="*/ 62464 w 62464"/>
                <a:gd name="connsiteY4" fmla="*/ 41157 h 45244"/>
                <a:gd name="connsiteX5" fmla="*/ 62464 w 62464"/>
                <a:gd name="connsiteY5" fmla="*/ 41157 h 4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64" h="45244">
                  <a:moveTo>
                    <a:pt x="0" y="45245"/>
                  </a:moveTo>
                  <a:lnTo>
                    <a:pt x="0" y="31232"/>
                  </a:lnTo>
                  <a:cubicBezTo>
                    <a:pt x="0" y="13983"/>
                    <a:pt x="13983" y="0"/>
                    <a:pt x="31232" y="0"/>
                  </a:cubicBezTo>
                  <a:cubicBezTo>
                    <a:pt x="48481" y="0"/>
                    <a:pt x="62464" y="13983"/>
                    <a:pt x="62464" y="31232"/>
                  </a:cubicBezTo>
                  <a:lnTo>
                    <a:pt x="62464" y="41157"/>
                  </a:lnTo>
                  <a:lnTo>
                    <a:pt x="62464" y="41157"/>
                  </a:lnTo>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8" name="任意形状 167"/>
            <p:cNvSpPr/>
            <p:nvPr/>
          </p:nvSpPr>
          <p:spPr>
            <a:xfrm>
              <a:off x="10624570" y="1953630"/>
              <a:ext cx="48902" cy="46328"/>
            </a:xfrm>
            <a:custGeom>
              <a:avLst/>
              <a:gdLst>
                <a:gd name="connsiteX0" fmla="*/ 48902 w 48902"/>
                <a:gd name="connsiteY0" fmla="*/ 23164 h 46328"/>
                <a:gd name="connsiteX1" fmla="*/ 24451 w 48902"/>
                <a:gd name="connsiteY1" fmla="*/ 46329 h 46328"/>
                <a:gd name="connsiteX2" fmla="*/ 0 w 48902"/>
                <a:gd name="connsiteY2" fmla="*/ 23164 h 46328"/>
                <a:gd name="connsiteX3" fmla="*/ 24451 w 48902"/>
                <a:gd name="connsiteY3" fmla="*/ 0 h 46328"/>
                <a:gd name="connsiteX4" fmla="*/ 48902 w 48902"/>
                <a:gd name="connsiteY4" fmla="*/ 23164 h 46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02" h="46328">
                  <a:moveTo>
                    <a:pt x="48902" y="23164"/>
                  </a:moveTo>
                  <a:cubicBezTo>
                    <a:pt x="48902" y="35958"/>
                    <a:pt x="37955" y="46329"/>
                    <a:pt x="24451" y="46329"/>
                  </a:cubicBezTo>
                  <a:cubicBezTo>
                    <a:pt x="10947" y="46329"/>
                    <a:pt x="0" y="35958"/>
                    <a:pt x="0" y="23164"/>
                  </a:cubicBezTo>
                  <a:cubicBezTo>
                    <a:pt x="0" y="10371"/>
                    <a:pt x="10947" y="0"/>
                    <a:pt x="24451" y="0"/>
                  </a:cubicBezTo>
                  <a:cubicBezTo>
                    <a:pt x="37955" y="0"/>
                    <a:pt x="48902" y="10371"/>
                    <a:pt x="48902" y="23164"/>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7" name="图片 16" descr="icon-52"/>
          <p:cNvGrpSpPr/>
          <p:nvPr/>
        </p:nvGrpSpPr>
        <p:grpSpPr>
          <a:xfrm>
            <a:off x="8215479" y="1557116"/>
            <a:ext cx="871460" cy="775416"/>
            <a:chOff x="8215479" y="1557116"/>
            <a:chExt cx="871460" cy="775416"/>
          </a:xfrm>
        </p:grpSpPr>
        <p:sp>
          <p:nvSpPr>
            <p:cNvPr id="128" name="任意形状 127"/>
            <p:cNvSpPr/>
            <p:nvPr/>
          </p:nvSpPr>
          <p:spPr>
            <a:xfrm>
              <a:off x="8529119" y="1557116"/>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29" name="图片 16" descr="icon-52"/>
            <p:cNvGrpSpPr/>
            <p:nvPr/>
          </p:nvGrpSpPr>
          <p:grpSpPr>
            <a:xfrm>
              <a:off x="8215479" y="1693198"/>
              <a:ext cx="792218" cy="639333"/>
              <a:chOff x="8215479" y="1693198"/>
              <a:chExt cx="792218" cy="639333"/>
            </a:xfrm>
          </p:grpSpPr>
          <p:sp>
            <p:nvSpPr>
              <p:cNvPr id="130" name="任意形状 129"/>
              <p:cNvSpPr/>
              <p:nvPr/>
            </p:nvSpPr>
            <p:spPr>
              <a:xfrm>
                <a:off x="8215479" y="2133319"/>
                <a:ext cx="722725" cy="83391"/>
              </a:xfrm>
              <a:custGeom>
                <a:avLst/>
                <a:gdLst>
                  <a:gd name="connsiteX0" fmla="*/ 722758 w 722725"/>
                  <a:gd name="connsiteY0" fmla="*/ 59 h 83391"/>
                  <a:gd name="connsiteX1" fmla="*/ 722758 w 722725"/>
                  <a:gd name="connsiteY1" fmla="*/ 46388 h 83391"/>
                  <a:gd name="connsiteX2" fmla="*/ 685695 w 722725"/>
                  <a:gd name="connsiteY2" fmla="*/ 83450 h 83391"/>
                  <a:gd name="connsiteX3" fmla="*/ 37096 w 722725"/>
                  <a:gd name="connsiteY3" fmla="*/ 83450 h 83391"/>
                  <a:gd name="connsiteX4" fmla="*/ 33 w 722725"/>
                  <a:gd name="connsiteY4" fmla="*/ 46388 h 83391"/>
                  <a:gd name="connsiteX5" fmla="*/ 33 w 722725"/>
                  <a:gd name="connsiteY5" fmla="*/ 59 h 83391"/>
                  <a:gd name="connsiteX6" fmla="*/ 245574 w 722725"/>
                  <a:gd name="connsiteY6" fmla="*/ 59 h 83391"/>
                  <a:gd name="connsiteX7" fmla="*/ 245574 w 722725"/>
                  <a:gd name="connsiteY7" fmla="*/ 27856 h 83391"/>
                  <a:gd name="connsiteX8" fmla="*/ 481850 w 722725"/>
                  <a:gd name="connsiteY8" fmla="*/ 27856 h 83391"/>
                  <a:gd name="connsiteX9" fmla="*/ 481850 w 722725"/>
                  <a:gd name="connsiteY9" fmla="*/ 59 h 83391"/>
                  <a:gd name="connsiteX10" fmla="*/ 722758 w 722725"/>
                  <a:gd name="connsiteY10" fmla="*/ 59 h 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2725" h="83391">
                    <a:moveTo>
                      <a:pt x="722758" y="59"/>
                    </a:moveTo>
                    <a:lnTo>
                      <a:pt x="722758" y="46388"/>
                    </a:lnTo>
                    <a:cubicBezTo>
                      <a:pt x="722758" y="66857"/>
                      <a:pt x="706165" y="83450"/>
                      <a:pt x="685695" y="83450"/>
                    </a:cubicBezTo>
                    <a:lnTo>
                      <a:pt x="37096" y="83450"/>
                    </a:lnTo>
                    <a:cubicBezTo>
                      <a:pt x="16627" y="83450"/>
                      <a:pt x="33" y="66857"/>
                      <a:pt x="33" y="46388"/>
                    </a:cubicBezTo>
                    <a:lnTo>
                      <a:pt x="33" y="59"/>
                    </a:lnTo>
                    <a:lnTo>
                      <a:pt x="245574" y="59"/>
                    </a:lnTo>
                    <a:lnTo>
                      <a:pt x="245574" y="27856"/>
                    </a:lnTo>
                    <a:lnTo>
                      <a:pt x="481850" y="27856"/>
                    </a:lnTo>
                    <a:lnTo>
                      <a:pt x="481850" y="59"/>
                    </a:lnTo>
                    <a:lnTo>
                      <a:pt x="722758" y="59"/>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1" name="任意形状 130"/>
              <p:cNvSpPr/>
              <p:nvPr/>
            </p:nvSpPr>
            <p:spPr>
              <a:xfrm>
                <a:off x="8247909" y="1693198"/>
                <a:ext cx="653232" cy="407691"/>
              </a:xfrm>
              <a:custGeom>
                <a:avLst/>
                <a:gdLst>
                  <a:gd name="connsiteX0" fmla="*/ 33 w 653232"/>
                  <a:gd name="connsiteY0" fmla="*/ 407750 h 407691"/>
                  <a:gd name="connsiteX1" fmla="*/ 33 w 653232"/>
                  <a:gd name="connsiteY1" fmla="*/ 21383 h 407691"/>
                  <a:gd name="connsiteX2" fmla="*/ 21006 w 653232"/>
                  <a:gd name="connsiteY2" fmla="*/ 59 h 407691"/>
                  <a:gd name="connsiteX3" fmla="*/ 509647 w 653232"/>
                  <a:gd name="connsiteY3" fmla="*/ 59 h 407691"/>
                  <a:gd name="connsiteX4" fmla="*/ 509647 w 653232"/>
                  <a:gd name="connsiteY4" fmla="*/ 59 h 407691"/>
                  <a:gd name="connsiteX5" fmla="*/ 633562 w 653232"/>
                  <a:gd name="connsiteY5" fmla="*/ 59 h 407691"/>
                  <a:gd name="connsiteX6" fmla="*/ 653265 w 653232"/>
                  <a:gd name="connsiteY6" fmla="*/ 21383 h 407691"/>
                  <a:gd name="connsiteX7" fmla="*/ 653265 w 653232"/>
                  <a:gd name="connsiteY7" fmla="*/ 407750 h 40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3232" h="407691">
                    <a:moveTo>
                      <a:pt x="33" y="407750"/>
                    </a:moveTo>
                    <a:lnTo>
                      <a:pt x="33" y="21383"/>
                    </a:lnTo>
                    <a:cubicBezTo>
                      <a:pt x="33" y="9606"/>
                      <a:pt x="9423" y="59"/>
                      <a:pt x="21006" y="59"/>
                    </a:cubicBezTo>
                    <a:lnTo>
                      <a:pt x="509647" y="59"/>
                    </a:lnTo>
                    <a:moveTo>
                      <a:pt x="509647" y="59"/>
                    </a:moveTo>
                    <a:lnTo>
                      <a:pt x="633562" y="59"/>
                    </a:lnTo>
                    <a:cubicBezTo>
                      <a:pt x="644444" y="59"/>
                      <a:pt x="653265" y="9606"/>
                      <a:pt x="653265" y="21383"/>
                    </a:cubicBezTo>
                    <a:lnTo>
                      <a:pt x="653265" y="407750"/>
                    </a:lnTo>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32" name="图片 16" descr="icon-52"/>
              <p:cNvGrpSpPr/>
              <p:nvPr/>
            </p:nvGrpSpPr>
            <p:grpSpPr>
              <a:xfrm>
                <a:off x="8618537" y="1943372"/>
                <a:ext cx="389159" cy="389159"/>
                <a:chOff x="8618537" y="1943372"/>
                <a:chExt cx="389159" cy="389159"/>
              </a:xfrm>
            </p:grpSpPr>
            <p:sp>
              <p:nvSpPr>
                <p:cNvPr id="133" name="任意形状 132"/>
                <p:cNvSpPr/>
                <p:nvPr/>
              </p:nvSpPr>
              <p:spPr>
                <a:xfrm>
                  <a:off x="8618537" y="2012865"/>
                  <a:ext cx="389159" cy="92657"/>
                </a:xfrm>
                <a:custGeom>
                  <a:avLst/>
                  <a:gdLst>
                    <a:gd name="connsiteX0" fmla="*/ 120 w 389159"/>
                    <a:gd name="connsiteY0" fmla="*/ 113 h 92657"/>
                    <a:gd name="connsiteX1" fmla="*/ 389280 w 389159"/>
                    <a:gd name="connsiteY1" fmla="*/ 113 h 92657"/>
                    <a:gd name="connsiteX2" fmla="*/ 389280 w 389159"/>
                    <a:gd name="connsiteY2" fmla="*/ 92770 h 92657"/>
                    <a:gd name="connsiteX3" fmla="*/ 120 w 389159"/>
                    <a:gd name="connsiteY3" fmla="*/ 92770 h 92657"/>
                  </a:gdLst>
                  <a:ahLst/>
                  <a:cxnLst>
                    <a:cxn ang="0">
                      <a:pos x="connsiteX0" y="connsiteY0"/>
                    </a:cxn>
                    <a:cxn ang="0">
                      <a:pos x="connsiteX1" y="connsiteY1"/>
                    </a:cxn>
                    <a:cxn ang="0">
                      <a:pos x="connsiteX2" y="connsiteY2"/>
                    </a:cxn>
                    <a:cxn ang="0">
                      <a:pos x="connsiteX3" y="connsiteY3"/>
                    </a:cxn>
                  </a:cxnLst>
                  <a:rect l="l" t="t" r="r" b="b"/>
                  <a:pathLst>
                    <a:path w="389159" h="92657">
                      <a:moveTo>
                        <a:pt x="120" y="113"/>
                      </a:moveTo>
                      <a:lnTo>
                        <a:pt x="389280" y="113"/>
                      </a:lnTo>
                      <a:lnTo>
                        <a:pt x="389280" y="92770"/>
                      </a:lnTo>
                      <a:lnTo>
                        <a:pt x="120" y="92770"/>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4" name="任意形状 133"/>
                <p:cNvSpPr/>
                <p:nvPr/>
              </p:nvSpPr>
              <p:spPr>
                <a:xfrm>
                  <a:off x="8618537" y="2239875"/>
                  <a:ext cx="389159" cy="92657"/>
                </a:xfrm>
                <a:custGeom>
                  <a:avLst/>
                  <a:gdLst>
                    <a:gd name="connsiteX0" fmla="*/ 120 w 389159"/>
                    <a:gd name="connsiteY0" fmla="*/ 113 h 92657"/>
                    <a:gd name="connsiteX1" fmla="*/ 389280 w 389159"/>
                    <a:gd name="connsiteY1" fmla="*/ 113 h 92657"/>
                    <a:gd name="connsiteX2" fmla="*/ 389280 w 389159"/>
                    <a:gd name="connsiteY2" fmla="*/ 92770 h 92657"/>
                    <a:gd name="connsiteX3" fmla="*/ 120 w 389159"/>
                    <a:gd name="connsiteY3" fmla="*/ 92770 h 92657"/>
                  </a:gdLst>
                  <a:ahLst/>
                  <a:cxnLst>
                    <a:cxn ang="0">
                      <a:pos x="connsiteX0" y="connsiteY0"/>
                    </a:cxn>
                    <a:cxn ang="0">
                      <a:pos x="connsiteX1" y="connsiteY1"/>
                    </a:cxn>
                    <a:cxn ang="0">
                      <a:pos x="connsiteX2" y="connsiteY2"/>
                    </a:cxn>
                    <a:cxn ang="0">
                      <a:pos x="connsiteX3" y="connsiteY3"/>
                    </a:cxn>
                  </a:cxnLst>
                  <a:rect l="l" t="t" r="r" b="b"/>
                  <a:pathLst>
                    <a:path w="389159" h="92657">
                      <a:moveTo>
                        <a:pt x="120" y="113"/>
                      </a:moveTo>
                      <a:lnTo>
                        <a:pt x="389280" y="113"/>
                      </a:lnTo>
                      <a:lnTo>
                        <a:pt x="389280" y="92770"/>
                      </a:lnTo>
                      <a:lnTo>
                        <a:pt x="120" y="92770"/>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5" name="任意形状 134"/>
                <p:cNvSpPr/>
                <p:nvPr/>
              </p:nvSpPr>
              <p:spPr>
                <a:xfrm>
                  <a:off x="8924305" y="2267672"/>
                  <a:ext cx="37062" cy="32429"/>
                </a:xfrm>
                <a:custGeom>
                  <a:avLst/>
                  <a:gdLst>
                    <a:gd name="connsiteX0" fmla="*/ 37183 w 37062"/>
                    <a:gd name="connsiteY0" fmla="*/ 16328 h 32429"/>
                    <a:gd name="connsiteX1" fmla="*/ 18651 w 37062"/>
                    <a:gd name="connsiteY1" fmla="*/ 32543 h 32429"/>
                    <a:gd name="connsiteX2" fmla="*/ 120 w 37062"/>
                    <a:gd name="connsiteY2" fmla="*/ 16328 h 32429"/>
                    <a:gd name="connsiteX3" fmla="*/ 18651 w 37062"/>
                    <a:gd name="connsiteY3" fmla="*/ 113 h 32429"/>
                    <a:gd name="connsiteX4" fmla="*/ 37183 w 37062"/>
                    <a:gd name="connsiteY4" fmla="*/ 16328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62" h="32429">
                      <a:moveTo>
                        <a:pt x="37183" y="16328"/>
                      </a:moveTo>
                      <a:cubicBezTo>
                        <a:pt x="37183" y="25283"/>
                        <a:pt x="28886" y="32543"/>
                        <a:pt x="18651" y="32543"/>
                      </a:cubicBezTo>
                      <a:cubicBezTo>
                        <a:pt x="8417" y="32543"/>
                        <a:pt x="120" y="25283"/>
                        <a:pt x="120" y="16328"/>
                      </a:cubicBezTo>
                      <a:cubicBezTo>
                        <a:pt x="120" y="7373"/>
                        <a:pt x="8417" y="113"/>
                        <a:pt x="18651" y="113"/>
                      </a:cubicBezTo>
                      <a:cubicBezTo>
                        <a:pt x="28886" y="113"/>
                        <a:pt x="37183" y="7373"/>
                        <a:pt x="37183" y="1632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6" name="任意形状 135"/>
                <p:cNvSpPr/>
                <p:nvPr/>
              </p:nvSpPr>
              <p:spPr>
                <a:xfrm flipV="1">
                  <a:off x="8618537" y="1943372"/>
                  <a:ext cx="389159" cy="69492"/>
                </a:xfrm>
                <a:custGeom>
                  <a:avLst/>
                  <a:gdLst>
                    <a:gd name="connsiteX0" fmla="*/ 120 w 389159"/>
                    <a:gd name="connsiteY0" fmla="*/ 113 h 69492"/>
                    <a:gd name="connsiteX1" fmla="*/ 389280 w 389159"/>
                    <a:gd name="connsiteY1" fmla="*/ 113 h 69492"/>
                    <a:gd name="connsiteX2" fmla="*/ 327014 w 389159"/>
                    <a:gd name="connsiteY2" fmla="*/ 69606 h 69492"/>
                    <a:gd name="connsiteX3" fmla="*/ 62386 w 389159"/>
                    <a:gd name="connsiteY3" fmla="*/ 69606 h 69492"/>
                  </a:gdLst>
                  <a:ahLst/>
                  <a:cxnLst>
                    <a:cxn ang="0">
                      <a:pos x="connsiteX0" y="connsiteY0"/>
                    </a:cxn>
                    <a:cxn ang="0">
                      <a:pos x="connsiteX1" y="connsiteY1"/>
                    </a:cxn>
                    <a:cxn ang="0">
                      <a:pos x="connsiteX2" y="connsiteY2"/>
                    </a:cxn>
                    <a:cxn ang="0">
                      <a:pos x="connsiteX3" y="connsiteY3"/>
                    </a:cxn>
                  </a:cxnLst>
                  <a:rect l="l" t="t" r="r" b="b"/>
                  <a:pathLst>
                    <a:path w="389159" h="69492">
                      <a:moveTo>
                        <a:pt x="120" y="113"/>
                      </a:moveTo>
                      <a:lnTo>
                        <a:pt x="389280" y="113"/>
                      </a:lnTo>
                      <a:lnTo>
                        <a:pt x="327014" y="69606"/>
                      </a:lnTo>
                      <a:lnTo>
                        <a:pt x="62386" y="69606"/>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7" name="任意形状 136"/>
                <p:cNvSpPr/>
                <p:nvPr/>
              </p:nvSpPr>
              <p:spPr>
                <a:xfrm>
                  <a:off x="8674131" y="2049928"/>
                  <a:ext cx="213111" cy="23164"/>
                </a:xfrm>
                <a:custGeom>
                  <a:avLst/>
                  <a:gdLst>
                    <a:gd name="connsiteX0" fmla="*/ 120 w 213111"/>
                    <a:gd name="connsiteY0" fmla="*/ 113 h 23164"/>
                    <a:gd name="connsiteX1" fmla="*/ 213231 w 213111"/>
                    <a:gd name="connsiteY1" fmla="*/ 113 h 23164"/>
                    <a:gd name="connsiteX2" fmla="*/ 213231 w 213111"/>
                    <a:gd name="connsiteY2" fmla="*/ 23277 h 23164"/>
                    <a:gd name="connsiteX3" fmla="*/ 120 w 213111"/>
                    <a:gd name="connsiteY3" fmla="*/ 23277 h 23164"/>
                  </a:gdLst>
                  <a:ahLst/>
                  <a:cxnLst>
                    <a:cxn ang="0">
                      <a:pos x="connsiteX0" y="connsiteY0"/>
                    </a:cxn>
                    <a:cxn ang="0">
                      <a:pos x="connsiteX1" y="connsiteY1"/>
                    </a:cxn>
                    <a:cxn ang="0">
                      <a:pos x="connsiteX2" y="connsiteY2"/>
                    </a:cxn>
                    <a:cxn ang="0">
                      <a:pos x="connsiteX3" y="connsiteY3"/>
                    </a:cxn>
                  </a:cxnLst>
                  <a:rect l="l" t="t" r="r" b="b"/>
                  <a:pathLst>
                    <a:path w="213111" h="23164">
                      <a:moveTo>
                        <a:pt x="120" y="113"/>
                      </a:moveTo>
                      <a:lnTo>
                        <a:pt x="213231" y="113"/>
                      </a:lnTo>
                      <a:lnTo>
                        <a:pt x="213231" y="23277"/>
                      </a:lnTo>
                      <a:lnTo>
                        <a:pt x="120" y="23277"/>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8" name="任意形状 137"/>
                <p:cNvSpPr/>
                <p:nvPr/>
              </p:nvSpPr>
              <p:spPr>
                <a:xfrm>
                  <a:off x="8618537" y="2124053"/>
                  <a:ext cx="389159" cy="92657"/>
                </a:xfrm>
                <a:custGeom>
                  <a:avLst/>
                  <a:gdLst>
                    <a:gd name="connsiteX0" fmla="*/ 120 w 389159"/>
                    <a:gd name="connsiteY0" fmla="*/ 113 h 92657"/>
                    <a:gd name="connsiteX1" fmla="*/ 389280 w 389159"/>
                    <a:gd name="connsiteY1" fmla="*/ 113 h 92657"/>
                    <a:gd name="connsiteX2" fmla="*/ 389280 w 389159"/>
                    <a:gd name="connsiteY2" fmla="*/ 92770 h 92657"/>
                    <a:gd name="connsiteX3" fmla="*/ 120 w 389159"/>
                    <a:gd name="connsiteY3" fmla="*/ 92770 h 92657"/>
                  </a:gdLst>
                  <a:ahLst/>
                  <a:cxnLst>
                    <a:cxn ang="0">
                      <a:pos x="connsiteX0" y="connsiteY0"/>
                    </a:cxn>
                    <a:cxn ang="0">
                      <a:pos x="connsiteX1" y="connsiteY1"/>
                    </a:cxn>
                    <a:cxn ang="0">
                      <a:pos x="connsiteX2" y="connsiteY2"/>
                    </a:cxn>
                    <a:cxn ang="0">
                      <a:pos x="connsiteX3" y="connsiteY3"/>
                    </a:cxn>
                  </a:cxnLst>
                  <a:rect l="l" t="t" r="r" b="b"/>
                  <a:pathLst>
                    <a:path w="389159" h="92657">
                      <a:moveTo>
                        <a:pt x="120" y="113"/>
                      </a:moveTo>
                      <a:lnTo>
                        <a:pt x="389280" y="113"/>
                      </a:lnTo>
                      <a:lnTo>
                        <a:pt x="389280" y="92770"/>
                      </a:lnTo>
                      <a:lnTo>
                        <a:pt x="120" y="92770"/>
                      </a:ln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9" name="任意形状 138"/>
                <p:cNvSpPr/>
                <p:nvPr/>
              </p:nvSpPr>
              <p:spPr>
                <a:xfrm>
                  <a:off x="8924305" y="2045295"/>
                  <a:ext cx="37062" cy="32429"/>
                </a:xfrm>
                <a:custGeom>
                  <a:avLst/>
                  <a:gdLst>
                    <a:gd name="connsiteX0" fmla="*/ 37183 w 37062"/>
                    <a:gd name="connsiteY0" fmla="*/ 16328 h 32429"/>
                    <a:gd name="connsiteX1" fmla="*/ 18651 w 37062"/>
                    <a:gd name="connsiteY1" fmla="*/ 32543 h 32429"/>
                    <a:gd name="connsiteX2" fmla="*/ 120 w 37062"/>
                    <a:gd name="connsiteY2" fmla="*/ 16328 h 32429"/>
                    <a:gd name="connsiteX3" fmla="*/ 18651 w 37062"/>
                    <a:gd name="connsiteY3" fmla="*/ 113 h 32429"/>
                    <a:gd name="connsiteX4" fmla="*/ 37183 w 37062"/>
                    <a:gd name="connsiteY4" fmla="*/ 16328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62" h="32429">
                      <a:moveTo>
                        <a:pt x="37183" y="16328"/>
                      </a:moveTo>
                      <a:cubicBezTo>
                        <a:pt x="37183" y="25283"/>
                        <a:pt x="28886" y="32543"/>
                        <a:pt x="18651" y="32543"/>
                      </a:cubicBezTo>
                      <a:cubicBezTo>
                        <a:pt x="8417" y="32543"/>
                        <a:pt x="120" y="25283"/>
                        <a:pt x="120" y="16328"/>
                      </a:cubicBezTo>
                      <a:cubicBezTo>
                        <a:pt x="120" y="7373"/>
                        <a:pt x="8417" y="113"/>
                        <a:pt x="18651" y="113"/>
                      </a:cubicBezTo>
                      <a:cubicBezTo>
                        <a:pt x="28886" y="113"/>
                        <a:pt x="37183" y="7373"/>
                        <a:pt x="37183" y="1632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0" name="任意形状 139"/>
                <p:cNvSpPr/>
                <p:nvPr/>
              </p:nvSpPr>
              <p:spPr>
                <a:xfrm>
                  <a:off x="8674131" y="2272305"/>
                  <a:ext cx="213111" cy="23164"/>
                </a:xfrm>
                <a:custGeom>
                  <a:avLst/>
                  <a:gdLst>
                    <a:gd name="connsiteX0" fmla="*/ 120 w 213111"/>
                    <a:gd name="connsiteY0" fmla="*/ 113 h 23164"/>
                    <a:gd name="connsiteX1" fmla="*/ 213231 w 213111"/>
                    <a:gd name="connsiteY1" fmla="*/ 113 h 23164"/>
                    <a:gd name="connsiteX2" fmla="*/ 213231 w 213111"/>
                    <a:gd name="connsiteY2" fmla="*/ 23277 h 23164"/>
                    <a:gd name="connsiteX3" fmla="*/ 120 w 213111"/>
                    <a:gd name="connsiteY3" fmla="*/ 23277 h 23164"/>
                  </a:gdLst>
                  <a:ahLst/>
                  <a:cxnLst>
                    <a:cxn ang="0">
                      <a:pos x="connsiteX0" y="connsiteY0"/>
                    </a:cxn>
                    <a:cxn ang="0">
                      <a:pos x="connsiteX1" y="connsiteY1"/>
                    </a:cxn>
                    <a:cxn ang="0">
                      <a:pos x="connsiteX2" y="connsiteY2"/>
                    </a:cxn>
                    <a:cxn ang="0">
                      <a:pos x="connsiteX3" y="connsiteY3"/>
                    </a:cxn>
                  </a:cxnLst>
                  <a:rect l="l" t="t" r="r" b="b"/>
                  <a:pathLst>
                    <a:path w="213111" h="23164">
                      <a:moveTo>
                        <a:pt x="120" y="113"/>
                      </a:moveTo>
                      <a:lnTo>
                        <a:pt x="213231" y="113"/>
                      </a:lnTo>
                      <a:lnTo>
                        <a:pt x="213231" y="23277"/>
                      </a:lnTo>
                      <a:lnTo>
                        <a:pt x="120" y="23277"/>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1" name="任意形状 140"/>
                <p:cNvSpPr/>
                <p:nvPr/>
              </p:nvSpPr>
              <p:spPr>
                <a:xfrm>
                  <a:off x="8674131" y="2161116"/>
                  <a:ext cx="213111" cy="23164"/>
                </a:xfrm>
                <a:custGeom>
                  <a:avLst/>
                  <a:gdLst>
                    <a:gd name="connsiteX0" fmla="*/ 120 w 213111"/>
                    <a:gd name="connsiteY0" fmla="*/ 113 h 23164"/>
                    <a:gd name="connsiteX1" fmla="*/ 213231 w 213111"/>
                    <a:gd name="connsiteY1" fmla="*/ 113 h 23164"/>
                    <a:gd name="connsiteX2" fmla="*/ 213231 w 213111"/>
                    <a:gd name="connsiteY2" fmla="*/ 23277 h 23164"/>
                    <a:gd name="connsiteX3" fmla="*/ 120 w 213111"/>
                    <a:gd name="connsiteY3" fmla="*/ 23277 h 23164"/>
                  </a:gdLst>
                  <a:ahLst/>
                  <a:cxnLst>
                    <a:cxn ang="0">
                      <a:pos x="connsiteX0" y="connsiteY0"/>
                    </a:cxn>
                    <a:cxn ang="0">
                      <a:pos x="connsiteX1" y="connsiteY1"/>
                    </a:cxn>
                    <a:cxn ang="0">
                      <a:pos x="connsiteX2" y="connsiteY2"/>
                    </a:cxn>
                    <a:cxn ang="0">
                      <a:pos x="connsiteX3" y="connsiteY3"/>
                    </a:cxn>
                  </a:cxnLst>
                  <a:rect l="l" t="t" r="r" b="b"/>
                  <a:pathLst>
                    <a:path w="213111" h="23164">
                      <a:moveTo>
                        <a:pt x="120" y="113"/>
                      </a:moveTo>
                      <a:lnTo>
                        <a:pt x="213231" y="113"/>
                      </a:lnTo>
                      <a:lnTo>
                        <a:pt x="213231" y="23277"/>
                      </a:lnTo>
                      <a:lnTo>
                        <a:pt x="120" y="23277"/>
                      </a:ln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2" name="任意形状 141"/>
                <p:cNvSpPr/>
                <p:nvPr/>
              </p:nvSpPr>
              <p:spPr>
                <a:xfrm>
                  <a:off x="8924305" y="2151850"/>
                  <a:ext cx="37062" cy="32429"/>
                </a:xfrm>
                <a:custGeom>
                  <a:avLst/>
                  <a:gdLst>
                    <a:gd name="connsiteX0" fmla="*/ 37183 w 37062"/>
                    <a:gd name="connsiteY0" fmla="*/ 16328 h 32429"/>
                    <a:gd name="connsiteX1" fmla="*/ 18651 w 37062"/>
                    <a:gd name="connsiteY1" fmla="*/ 32543 h 32429"/>
                    <a:gd name="connsiteX2" fmla="*/ 120 w 37062"/>
                    <a:gd name="connsiteY2" fmla="*/ 16328 h 32429"/>
                    <a:gd name="connsiteX3" fmla="*/ 18651 w 37062"/>
                    <a:gd name="connsiteY3" fmla="*/ 113 h 32429"/>
                    <a:gd name="connsiteX4" fmla="*/ 37183 w 37062"/>
                    <a:gd name="connsiteY4" fmla="*/ 16328 h 32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62" h="32429">
                      <a:moveTo>
                        <a:pt x="37183" y="16328"/>
                      </a:moveTo>
                      <a:cubicBezTo>
                        <a:pt x="37183" y="25283"/>
                        <a:pt x="28886" y="32543"/>
                        <a:pt x="18651" y="32543"/>
                      </a:cubicBezTo>
                      <a:cubicBezTo>
                        <a:pt x="8417" y="32543"/>
                        <a:pt x="120" y="25283"/>
                        <a:pt x="120" y="16328"/>
                      </a:cubicBezTo>
                      <a:cubicBezTo>
                        <a:pt x="120" y="7373"/>
                        <a:pt x="8417" y="113"/>
                        <a:pt x="18651" y="113"/>
                      </a:cubicBezTo>
                      <a:cubicBezTo>
                        <a:pt x="28886" y="113"/>
                        <a:pt x="37183" y="7373"/>
                        <a:pt x="37183" y="16328"/>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43" name="任意形状 142"/>
              <p:cNvSpPr/>
              <p:nvPr/>
            </p:nvSpPr>
            <p:spPr>
              <a:xfrm>
                <a:off x="8287268" y="1741478"/>
                <a:ext cx="567544" cy="357094"/>
              </a:xfrm>
              <a:custGeom>
                <a:avLst/>
                <a:gdLst>
                  <a:gd name="connsiteX0" fmla="*/ 33 w 567544"/>
                  <a:gd name="connsiteY0" fmla="*/ 357154 h 357094"/>
                  <a:gd name="connsiteX1" fmla="*/ 33 w 567544"/>
                  <a:gd name="connsiteY1" fmla="*/ 59 h 357094"/>
                  <a:gd name="connsiteX2" fmla="*/ 567577 w 567544"/>
                  <a:gd name="connsiteY2" fmla="*/ 59 h 357094"/>
                  <a:gd name="connsiteX3" fmla="*/ 567577 w 567544"/>
                  <a:gd name="connsiteY3" fmla="*/ 197320 h 357094"/>
                </a:gdLst>
                <a:ahLst/>
                <a:cxnLst>
                  <a:cxn ang="0">
                    <a:pos x="connsiteX0" y="connsiteY0"/>
                  </a:cxn>
                  <a:cxn ang="0">
                    <a:pos x="connsiteX1" y="connsiteY1"/>
                  </a:cxn>
                  <a:cxn ang="0">
                    <a:pos x="connsiteX2" y="connsiteY2"/>
                  </a:cxn>
                  <a:cxn ang="0">
                    <a:pos x="connsiteX3" y="connsiteY3"/>
                  </a:cxn>
                </a:cxnLst>
                <a:rect l="l" t="t" r="r" b="b"/>
                <a:pathLst>
                  <a:path w="567544" h="357094">
                    <a:moveTo>
                      <a:pt x="33" y="357154"/>
                    </a:moveTo>
                    <a:lnTo>
                      <a:pt x="33" y="59"/>
                    </a:lnTo>
                    <a:lnTo>
                      <a:pt x="567577" y="59"/>
                    </a:lnTo>
                    <a:lnTo>
                      <a:pt x="567577" y="197320"/>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4" name="任意形状 143"/>
              <p:cNvSpPr/>
              <p:nvPr/>
            </p:nvSpPr>
            <p:spPr>
              <a:xfrm>
                <a:off x="8349831" y="1813652"/>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5" name="任意形状 144"/>
              <p:cNvSpPr/>
              <p:nvPr/>
            </p:nvSpPr>
            <p:spPr>
              <a:xfrm>
                <a:off x="8419324" y="1813652"/>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6" name="任意形状 145"/>
              <p:cNvSpPr/>
              <p:nvPr/>
            </p:nvSpPr>
            <p:spPr>
              <a:xfrm>
                <a:off x="8349831" y="1883145"/>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7" name="任意形状 146"/>
              <p:cNvSpPr/>
              <p:nvPr/>
            </p:nvSpPr>
            <p:spPr>
              <a:xfrm>
                <a:off x="8419324" y="1883145"/>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8" name="任意形状 147"/>
              <p:cNvSpPr/>
              <p:nvPr/>
            </p:nvSpPr>
            <p:spPr>
              <a:xfrm>
                <a:off x="8349831" y="1952638"/>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9" name="任意形状 148"/>
              <p:cNvSpPr/>
              <p:nvPr/>
            </p:nvSpPr>
            <p:spPr>
              <a:xfrm>
                <a:off x="8349831" y="2026763"/>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0" name="任意形状 149"/>
              <p:cNvSpPr/>
              <p:nvPr/>
            </p:nvSpPr>
            <p:spPr>
              <a:xfrm>
                <a:off x="8419324" y="1957271"/>
                <a:ext cx="41695" cy="41695"/>
              </a:xfrm>
              <a:custGeom>
                <a:avLst/>
                <a:gdLst>
                  <a:gd name="connsiteX0" fmla="*/ 33 w 41695"/>
                  <a:gd name="connsiteY0" fmla="*/ 59 h 41695"/>
                  <a:gd name="connsiteX1" fmla="*/ 41729 w 41695"/>
                  <a:gd name="connsiteY1" fmla="*/ 59 h 41695"/>
                  <a:gd name="connsiteX2" fmla="*/ 41729 w 41695"/>
                  <a:gd name="connsiteY2" fmla="*/ 41755 h 41695"/>
                  <a:gd name="connsiteX3" fmla="*/ 33 w 41695"/>
                  <a:gd name="connsiteY3" fmla="*/ 41755 h 41695"/>
                </a:gdLst>
                <a:ahLst/>
                <a:cxnLst>
                  <a:cxn ang="0">
                    <a:pos x="connsiteX0" y="connsiteY0"/>
                  </a:cxn>
                  <a:cxn ang="0">
                    <a:pos x="connsiteX1" y="connsiteY1"/>
                  </a:cxn>
                  <a:cxn ang="0">
                    <a:pos x="connsiteX2" y="connsiteY2"/>
                  </a:cxn>
                  <a:cxn ang="0">
                    <a:pos x="connsiteX3" y="connsiteY3"/>
                  </a:cxn>
                </a:cxnLst>
                <a:rect l="l" t="t" r="r" b="b"/>
                <a:pathLst>
                  <a:path w="41695" h="41695">
                    <a:moveTo>
                      <a:pt x="33" y="59"/>
                    </a:moveTo>
                    <a:lnTo>
                      <a:pt x="41729" y="59"/>
                    </a:lnTo>
                    <a:lnTo>
                      <a:pt x="41729" y="41755"/>
                    </a:lnTo>
                    <a:lnTo>
                      <a:pt x="33" y="41755"/>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1" name="任意形状 150"/>
              <p:cNvSpPr/>
              <p:nvPr/>
            </p:nvSpPr>
            <p:spPr>
              <a:xfrm>
                <a:off x="8569892" y="1871563"/>
                <a:ext cx="92657" cy="55594"/>
              </a:xfrm>
              <a:custGeom>
                <a:avLst/>
                <a:gdLst>
                  <a:gd name="connsiteX0" fmla="*/ 33 w 92657"/>
                  <a:gd name="connsiteY0" fmla="*/ 55653 h 55594"/>
                  <a:gd name="connsiteX1" fmla="*/ 92690 w 92657"/>
                  <a:gd name="connsiteY1" fmla="*/ 59 h 55594"/>
                </a:gdLst>
                <a:ahLst/>
                <a:cxnLst>
                  <a:cxn ang="0">
                    <a:pos x="connsiteX0" y="connsiteY0"/>
                  </a:cxn>
                  <a:cxn ang="0">
                    <a:pos x="connsiteX1" y="connsiteY1"/>
                  </a:cxn>
                </a:cxnLst>
                <a:rect l="l" t="t" r="r" b="b"/>
                <a:pathLst>
                  <a:path w="92657" h="55594">
                    <a:moveTo>
                      <a:pt x="33" y="55653"/>
                    </a:moveTo>
                    <a:lnTo>
                      <a:pt x="92690" y="59"/>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2" name="任意形状 151"/>
              <p:cNvSpPr/>
              <p:nvPr/>
            </p:nvSpPr>
            <p:spPr>
              <a:xfrm flipV="1">
                <a:off x="8569892" y="1815969"/>
                <a:ext cx="92657" cy="55594"/>
              </a:xfrm>
              <a:custGeom>
                <a:avLst/>
                <a:gdLst>
                  <a:gd name="connsiteX0" fmla="*/ 33 w 92657"/>
                  <a:gd name="connsiteY0" fmla="*/ 55653 h 55594"/>
                  <a:gd name="connsiteX1" fmla="*/ 92690 w 92657"/>
                  <a:gd name="connsiteY1" fmla="*/ 59 h 55594"/>
                </a:gdLst>
                <a:ahLst/>
                <a:cxnLst>
                  <a:cxn ang="0">
                    <a:pos x="connsiteX0" y="connsiteY0"/>
                  </a:cxn>
                  <a:cxn ang="0">
                    <a:pos x="connsiteX1" y="connsiteY1"/>
                  </a:cxn>
                </a:cxnLst>
                <a:rect l="l" t="t" r="r" b="b"/>
                <a:pathLst>
                  <a:path w="92657" h="55594">
                    <a:moveTo>
                      <a:pt x="33" y="55653"/>
                    </a:moveTo>
                    <a:lnTo>
                      <a:pt x="92690" y="59"/>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3" name="任意形状 152"/>
              <p:cNvSpPr/>
              <p:nvPr/>
            </p:nvSpPr>
            <p:spPr>
              <a:xfrm>
                <a:off x="8660233" y="1869246"/>
                <a:ext cx="120454" cy="69492"/>
              </a:xfrm>
              <a:custGeom>
                <a:avLst/>
                <a:gdLst>
                  <a:gd name="connsiteX0" fmla="*/ 33 w 120454"/>
                  <a:gd name="connsiteY0" fmla="*/ 59 h 69492"/>
                  <a:gd name="connsiteX1" fmla="*/ 120487 w 120454"/>
                  <a:gd name="connsiteY1" fmla="*/ 2375 h 69492"/>
                  <a:gd name="connsiteX2" fmla="*/ 120487 w 120454"/>
                  <a:gd name="connsiteY2" fmla="*/ 69552 h 69492"/>
                </a:gdLst>
                <a:ahLst/>
                <a:cxnLst>
                  <a:cxn ang="0">
                    <a:pos x="connsiteX0" y="connsiteY0"/>
                  </a:cxn>
                  <a:cxn ang="0">
                    <a:pos x="connsiteX1" y="connsiteY1"/>
                  </a:cxn>
                  <a:cxn ang="0">
                    <a:pos x="connsiteX2" y="connsiteY2"/>
                  </a:cxn>
                </a:cxnLst>
                <a:rect l="l" t="t" r="r" b="b"/>
                <a:pathLst>
                  <a:path w="120454" h="69492">
                    <a:moveTo>
                      <a:pt x="33" y="59"/>
                    </a:moveTo>
                    <a:lnTo>
                      <a:pt x="120487" y="2375"/>
                    </a:lnTo>
                    <a:lnTo>
                      <a:pt x="120487" y="69552"/>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4" name="任意形状 153"/>
              <p:cNvSpPr/>
              <p:nvPr/>
            </p:nvSpPr>
            <p:spPr>
              <a:xfrm>
                <a:off x="8546948" y="1794073"/>
                <a:ext cx="41695" cy="41695"/>
              </a:xfrm>
              <a:custGeom>
                <a:avLst/>
                <a:gdLst>
                  <a:gd name="connsiteX0" fmla="*/ 41729 w 41695"/>
                  <a:gd name="connsiteY0" fmla="*/ 20907 h 41695"/>
                  <a:gd name="connsiteX1" fmla="*/ 20881 w 41695"/>
                  <a:gd name="connsiteY1" fmla="*/ 41755 h 41695"/>
                  <a:gd name="connsiteX2" fmla="*/ 33 w 41695"/>
                  <a:gd name="connsiteY2" fmla="*/ 20907 h 41695"/>
                  <a:gd name="connsiteX3" fmla="*/ 20881 w 41695"/>
                  <a:gd name="connsiteY3" fmla="*/ 59 h 41695"/>
                  <a:gd name="connsiteX4" fmla="*/ 41729 w 41695"/>
                  <a:gd name="connsiteY4" fmla="*/ 20907 h 41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95" h="41695">
                    <a:moveTo>
                      <a:pt x="41729" y="20907"/>
                    </a:moveTo>
                    <a:cubicBezTo>
                      <a:pt x="41729" y="32421"/>
                      <a:pt x="32395" y="41755"/>
                      <a:pt x="20881" y="41755"/>
                    </a:cubicBezTo>
                    <a:cubicBezTo>
                      <a:pt x="9367" y="41755"/>
                      <a:pt x="33" y="32421"/>
                      <a:pt x="33" y="20907"/>
                    </a:cubicBezTo>
                    <a:cubicBezTo>
                      <a:pt x="33" y="9393"/>
                      <a:pt x="9367" y="59"/>
                      <a:pt x="20881" y="59"/>
                    </a:cubicBezTo>
                    <a:cubicBezTo>
                      <a:pt x="32395" y="59"/>
                      <a:pt x="41729" y="9393"/>
                      <a:pt x="41729" y="20907"/>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5" name="任意形状 154"/>
              <p:cNvSpPr/>
              <p:nvPr/>
            </p:nvSpPr>
            <p:spPr>
              <a:xfrm>
                <a:off x="8546948" y="1905261"/>
                <a:ext cx="41695" cy="41695"/>
              </a:xfrm>
              <a:custGeom>
                <a:avLst/>
                <a:gdLst>
                  <a:gd name="connsiteX0" fmla="*/ 41729 w 41695"/>
                  <a:gd name="connsiteY0" fmla="*/ 20907 h 41695"/>
                  <a:gd name="connsiteX1" fmla="*/ 20881 w 41695"/>
                  <a:gd name="connsiteY1" fmla="*/ 41755 h 41695"/>
                  <a:gd name="connsiteX2" fmla="*/ 33 w 41695"/>
                  <a:gd name="connsiteY2" fmla="*/ 20907 h 41695"/>
                  <a:gd name="connsiteX3" fmla="*/ 20881 w 41695"/>
                  <a:gd name="connsiteY3" fmla="*/ 59 h 41695"/>
                  <a:gd name="connsiteX4" fmla="*/ 41729 w 41695"/>
                  <a:gd name="connsiteY4" fmla="*/ 20907 h 41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95" h="41695">
                    <a:moveTo>
                      <a:pt x="41729" y="20907"/>
                    </a:moveTo>
                    <a:cubicBezTo>
                      <a:pt x="41729" y="32421"/>
                      <a:pt x="32395" y="41755"/>
                      <a:pt x="20881" y="41755"/>
                    </a:cubicBezTo>
                    <a:cubicBezTo>
                      <a:pt x="9367" y="41755"/>
                      <a:pt x="33" y="32421"/>
                      <a:pt x="33" y="20907"/>
                    </a:cubicBezTo>
                    <a:cubicBezTo>
                      <a:pt x="33" y="9393"/>
                      <a:pt x="9367" y="59"/>
                      <a:pt x="20881" y="59"/>
                    </a:cubicBezTo>
                    <a:cubicBezTo>
                      <a:pt x="32395" y="59"/>
                      <a:pt x="41729" y="9393"/>
                      <a:pt x="41729" y="20907"/>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6" name="任意形状 155"/>
              <p:cNvSpPr/>
              <p:nvPr/>
            </p:nvSpPr>
            <p:spPr>
              <a:xfrm>
                <a:off x="8639605" y="1845034"/>
                <a:ext cx="41695" cy="41695"/>
              </a:xfrm>
              <a:custGeom>
                <a:avLst/>
                <a:gdLst>
                  <a:gd name="connsiteX0" fmla="*/ 41729 w 41695"/>
                  <a:gd name="connsiteY0" fmla="*/ 20907 h 41695"/>
                  <a:gd name="connsiteX1" fmla="*/ 20881 w 41695"/>
                  <a:gd name="connsiteY1" fmla="*/ 41755 h 41695"/>
                  <a:gd name="connsiteX2" fmla="*/ 33 w 41695"/>
                  <a:gd name="connsiteY2" fmla="*/ 20907 h 41695"/>
                  <a:gd name="connsiteX3" fmla="*/ 20881 w 41695"/>
                  <a:gd name="connsiteY3" fmla="*/ 59 h 41695"/>
                  <a:gd name="connsiteX4" fmla="*/ 41729 w 41695"/>
                  <a:gd name="connsiteY4" fmla="*/ 20907 h 41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95" h="41695">
                    <a:moveTo>
                      <a:pt x="41729" y="20907"/>
                    </a:moveTo>
                    <a:cubicBezTo>
                      <a:pt x="41729" y="32421"/>
                      <a:pt x="32395" y="41755"/>
                      <a:pt x="20881" y="41755"/>
                    </a:cubicBezTo>
                    <a:cubicBezTo>
                      <a:pt x="9367" y="41755"/>
                      <a:pt x="33" y="32421"/>
                      <a:pt x="33" y="20907"/>
                    </a:cubicBezTo>
                    <a:cubicBezTo>
                      <a:pt x="33" y="9393"/>
                      <a:pt x="9367" y="59"/>
                      <a:pt x="20881" y="59"/>
                    </a:cubicBezTo>
                    <a:cubicBezTo>
                      <a:pt x="32395" y="59"/>
                      <a:pt x="41729" y="9393"/>
                      <a:pt x="41729" y="20907"/>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7" name="任意形状 156"/>
              <p:cNvSpPr/>
              <p:nvPr/>
            </p:nvSpPr>
            <p:spPr>
              <a:xfrm>
                <a:off x="8760059" y="1849667"/>
                <a:ext cx="41695" cy="41695"/>
              </a:xfrm>
              <a:custGeom>
                <a:avLst/>
                <a:gdLst>
                  <a:gd name="connsiteX0" fmla="*/ 41729 w 41695"/>
                  <a:gd name="connsiteY0" fmla="*/ 20907 h 41695"/>
                  <a:gd name="connsiteX1" fmla="*/ 20881 w 41695"/>
                  <a:gd name="connsiteY1" fmla="*/ 41755 h 41695"/>
                  <a:gd name="connsiteX2" fmla="*/ 33 w 41695"/>
                  <a:gd name="connsiteY2" fmla="*/ 20907 h 41695"/>
                  <a:gd name="connsiteX3" fmla="*/ 20881 w 41695"/>
                  <a:gd name="connsiteY3" fmla="*/ 59 h 41695"/>
                  <a:gd name="connsiteX4" fmla="*/ 41729 w 41695"/>
                  <a:gd name="connsiteY4" fmla="*/ 20907 h 41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95" h="41695">
                    <a:moveTo>
                      <a:pt x="41729" y="20907"/>
                    </a:moveTo>
                    <a:cubicBezTo>
                      <a:pt x="41729" y="32421"/>
                      <a:pt x="32395" y="41755"/>
                      <a:pt x="20881" y="41755"/>
                    </a:cubicBezTo>
                    <a:cubicBezTo>
                      <a:pt x="9367" y="41755"/>
                      <a:pt x="33" y="32421"/>
                      <a:pt x="33" y="20907"/>
                    </a:cubicBezTo>
                    <a:cubicBezTo>
                      <a:pt x="33" y="9393"/>
                      <a:pt x="9367" y="59"/>
                      <a:pt x="20881" y="59"/>
                    </a:cubicBezTo>
                    <a:cubicBezTo>
                      <a:pt x="32395" y="59"/>
                      <a:pt x="41729" y="9393"/>
                      <a:pt x="41729" y="20907"/>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04" name="图片 17" descr="icon-53"/>
          <p:cNvGrpSpPr/>
          <p:nvPr/>
        </p:nvGrpSpPr>
        <p:grpSpPr>
          <a:xfrm>
            <a:off x="6393131" y="1557116"/>
            <a:ext cx="836163" cy="798580"/>
            <a:chOff x="6393131" y="1557116"/>
            <a:chExt cx="836163" cy="798580"/>
          </a:xfrm>
        </p:grpSpPr>
        <p:sp>
          <p:nvSpPr>
            <p:cNvPr id="105" name="任意形状 104"/>
            <p:cNvSpPr/>
            <p:nvPr/>
          </p:nvSpPr>
          <p:spPr>
            <a:xfrm>
              <a:off x="6667325" y="1557116"/>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06" name="图片 17" descr="icon-53"/>
            <p:cNvGrpSpPr/>
            <p:nvPr/>
          </p:nvGrpSpPr>
          <p:grpSpPr>
            <a:xfrm>
              <a:off x="6393131" y="1614439"/>
              <a:ext cx="664748" cy="662498"/>
              <a:chOff x="6393131" y="1614439"/>
              <a:chExt cx="664748" cy="662498"/>
            </a:xfrm>
            <a:noFill/>
          </p:grpSpPr>
          <p:sp>
            <p:nvSpPr>
              <p:cNvPr id="107" name="任意形状 106"/>
              <p:cNvSpPr/>
              <p:nvPr/>
            </p:nvSpPr>
            <p:spPr>
              <a:xfrm>
                <a:off x="6395381" y="1614439"/>
                <a:ext cx="662498" cy="662498"/>
              </a:xfrm>
              <a:custGeom>
                <a:avLst/>
                <a:gdLst>
                  <a:gd name="connsiteX0" fmla="*/ 662529 w 662498"/>
                  <a:gd name="connsiteY0" fmla="*/ 331291 h 662498"/>
                  <a:gd name="connsiteX1" fmla="*/ 331280 w 662498"/>
                  <a:gd name="connsiteY1" fmla="*/ 662540 h 662498"/>
                  <a:gd name="connsiteX2" fmla="*/ 31 w 662498"/>
                  <a:gd name="connsiteY2" fmla="*/ 331291 h 662498"/>
                  <a:gd name="connsiteX3" fmla="*/ 331280 w 662498"/>
                  <a:gd name="connsiteY3" fmla="*/ 42 h 662498"/>
                  <a:gd name="connsiteX4" fmla="*/ 662529 w 662498"/>
                  <a:gd name="connsiteY4" fmla="*/ 331291 h 662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498" h="662498">
                    <a:moveTo>
                      <a:pt x="662529" y="331291"/>
                    </a:moveTo>
                    <a:cubicBezTo>
                      <a:pt x="662529" y="514235"/>
                      <a:pt x="514224" y="662540"/>
                      <a:pt x="331280" y="662540"/>
                    </a:cubicBezTo>
                    <a:cubicBezTo>
                      <a:pt x="148336" y="662540"/>
                      <a:pt x="31" y="514235"/>
                      <a:pt x="31" y="331291"/>
                    </a:cubicBezTo>
                    <a:cubicBezTo>
                      <a:pt x="31" y="148347"/>
                      <a:pt x="148336" y="42"/>
                      <a:pt x="331280" y="42"/>
                    </a:cubicBezTo>
                    <a:cubicBezTo>
                      <a:pt x="514224" y="42"/>
                      <a:pt x="662529" y="148347"/>
                      <a:pt x="662529" y="331291"/>
                    </a:cubicBezTo>
                    <a:close/>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8" name="任意形状 107"/>
              <p:cNvSpPr/>
              <p:nvPr/>
            </p:nvSpPr>
            <p:spPr>
              <a:xfrm>
                <a:off x="6571429" y="1614439"/>
                <a:ext cx="315034" cy="662498"/>
              </a:xfrm>
              <a:custGeom>
                <a:avLst/>
                <a:gdLst>
                  <a:gd name="connsiteX0" fmla="*/ 315065 w 315034"/>
                  <a:gd name="connsiteY0" fmla="*/ 331291 h 662498"/>
                  <a:gd name="connsiteX1" fmla="*/ 157548 w 315034"/>
                  <a:gd name="connsiteY1" fmla="*/ 662540 h 662498"/>
                  <a:gd name="connsiteX2" fmla="*/ 31 w 315034"/>
                  <a:gd name="connsiteY2" fmla="*/ 331291 h 662498"/>
                  <a:gd name="connsiteX3" fmla="*/ 157548 w 315034"/>
                  <a:gd name="connsiteY3" fmla="*/ 42 h 662498"/>
                  <a:gd name="connsiteX4" fmla="*/ 315065 w 315034"/>
                  <a:gd name="connsiteY4" fmla="*/ 331291 h 662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034" h="662498">
                    <a:moveTo>
                      <a:pt x="315065" y="331291"/>
                    </a:moveTo>
                    <a:cubicBezTo>
                      <a:pt x="315065" y="514235"/>
                      <a:pt x="244542" y="662540"/>
                      <a:pt x="157548" y="662540"/>
                    </a:cubicBezTo>
                    <a:cubicBezTo>
                      <a:pt x="70554" y="662540"/>
                      <a:pt x="31" y="514235"/>
                      <a:pt x="31" y="331291"/>
                    </a:cubicBezTo>
                    <a:cubicBezTo>
                      <a:pt x="31" y="148347"/>
                      <a:pt x="70554" y="42"/>
                      <a:pt x="157548" y="42"/>
                    </a:cubicBezTo>
                    <a:cubicBezTo>
                      <a:pt x="244542" y="42"/>
                      <a:pt x="315065" y="148347"/>
                      <a:pt x="315065" y="331291"/>
                    </a:cubicBezTo>
                    <a:close/>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9" name="任意形状 108"/>
              <p:cNvSpPr/>
              <p:nvPr/>
            </p:nvSpPr>
            <p:spPr>
              <a:xfrm>
                <a:off x="6729476" y="1614439"/>
                <a:ext cx="1522" cy="660112"/>
              </a:xfrm>
              <a:custGeom>
                <a:avLst/>
                <a:gdLst>
                  <a:gd name="connsiteX0" fmla="*/ 31 w 1522"/>
                  <a:gd name="connsiteY0" fmla="*/ 42 h 660112"/>
                  <a:gd name="connsiteX1" fmla="*/ 1553 w 1522"/>
                  <a:gd name="connsiteY1" fmla="*/ 660155 h 660112"/>
                </a:gdLst>
                <a:ahLst/>
                <a:cxnLst>
                  <a:cxn ang="0">
                    <a:pos x="connsiteX0" y="connsiteY0"/>
                  </a:cxn>
                  <a:cxn ang="0">
                    <a:pos x="connsiteX1" y="connsiteY1"/>
                  </a:cxn>
                </a:cxnLst>
                <a:rect l="l" t="t" r="r" b="b"/>
                <a:pathLst>
                  <a:path w="1522" h="660112">
                    <a:moveTo>
                      <a:pt x="31" y="42"/>
                    </a:moveTo>
                    <a:lnTo>
                      <a:pt x="1553" y="660155"/>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0" name="任意形状 109"/>
              <p:cNvSpPr/>
              <p:nvPr/>
            </p:nvSpPr>
            <p:spPr>
              <a:xfrm>
                <a:off x="6393131" y="1945688"/>
                <a:ext cx="662365" cy="4632"/>
              </a:xfrm>
              <a:custGeom>
                <a:avLst/>
                <a:gdLst>
                  <a:gd name="connsiteX0" fmla="*/ 31 w 662365"/>
                  <a:gd name="connsiteY0" fmla="*/ 42 h 4632"/>
                  <a:gd name="connsiteX1" fmla="*/ 662397 w 662365"/>
                  <a:gd name="connsiteY1" fmla="*/ 42 h 4632"/>
                </a:gdLst>
                <a:ahLst/>
                <a:cxnLst>
                  <a:cxn ang="0">
                    <a:pos x="connsiteX0" y="connsiteY0"/>
                  </a:cxn>
                  <a:cxn ang="0">
                    <a:pos x="connsiteX1" y="connsiteY1"/>
                  </a:cxn>
                </a:cxnLst>
                <a:rect l="l" t="t" r="r" b="b"/>
                <a:pathLst>
                  <a:path w="662365" h="4632">
                    <a:moveTo>
                      <a:pt x="31" y="42"/>
                    </a:moveTo>
                    <a:lnTo>
                      <a:pt x="662397" y="42"/>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1" name="任意形状 110"/>
              <p:cNvSpPr/>
              <p:nvPr/>
            </p:nvSpPr>
            <p:spPr>
              <a:xfrm>
                <a:off x="6492671" y="1720995"/>
                <a:ext cx="481816" cy="78758"/>
              </a:xfrm>
              <a:custGeom>
                <a:avLst/>
                <a:gdLst>
                  <a:gd name="connsiteX0" fmla="*/ 31 w 481816"/>
                  <a:gd name="connsiteY0" fmla="*/ 42 h 78758"/>
                  <a:gd name="connsiteX1" fmla="*/ 481848 w 481816"/>
                  <a:gd name="connsiteY1" fmla="*/ 42 h 78758"/>
                </a:gdLst>
                <a:ahLst/>
                <a:cxnLst>
                  <a:cxn ang="0">
                    <a:pos x="connsiteX0" y="connsiteY0"/>
                  </a:cxn>
                  <a:cxn ang="0">
                    <a:pos x="connsiteX1" y="connsiteY1"/>
                  </a:cxn>
                </a:cxnLst>
                <a:rect l="l" t="t" r="r" b="b"/>
                <a:pathLst>
                  <a:path w="481816" h="78758">
                    <a:moveTo>
                      <a:pt x="31" y="42"/>
                    </a:moveTo>
                    <a:cubicBezTo>
                      <a:pt x="153879" y="105053"/>
                      <a:pt x="314485" y="105053"/>
                      <a:pt x="481848" y="42"/>
                    </a:cubicBezTo>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2" name="任意形状 111"/>
              <p:cNvSpPr/>
              <p:nvPr/>
            </p:nvSpPr>
            <p:spPr>
              <a:xfrm flipV="1">
                <a:off x="6492671" y="2086991"/>
                <a:ext cx="481816" cy="78758"/>
              </a:xfrm>
              <a:custGeom>
                <a:avLst/>
                <a:gdLst>
                  <a:gd name="connsiteX0" fmla="*/ 31 w 481816"/>
                  <a:gd name="connsiteY0" fmla="*/ 42 h 78758"/>
                  <a:gd name="connsiteX1" fmla="*/ 481848 w 481816"/>
                  <a:gd name="connsiteY1" fmla="*/ 42 h 78758"/>
                </a:gdLst>
                <a:ahLst/>
                <a:cxnLst>
                  <a:cxn ang="0">
                    <a:pos x="connsiteX0" y="connsiteY0"/>
                  </a:cxn>
                  <a:cxn ang="0">
                    <a:pos x="connsiteX1" y="connsiteY1"/>
                  </a:cxn>
                </a:cxnLst>
                <a:rect l="l" t="t" r="r" b="b"/>
                <a:pathLst>
                  <a:path w="481816" h="78758">
                    <a:moveTo>
                      <a:pt x="31" y="42"/>
                    </a:moveTo>
                    <a:cubicBezTo>
                      <a:pt x="153879" y="105053"/>
                      <a:pt x="314485" y="105053"/>
                      <a:pt x="481848" y="42"/>
                    </a:cubicBezTo>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13" name="任意形状 112"/>
            <p:cNvSpPr/>
            <p:nvPr/>
          </p:nvSpPr>
          <p:spPr>
            <a:xfrm>
              <a:off x="6775275" y="2012865"/>
              <a:ext cx="454019" cy="342831"/>
            </a:xfrm>
            <a:custGeom>
              <a:avLst/>
              <a:gdLst>
                <a:gd name="connsiteX0" fmla="*/ 0 w 454019"/>
                <a:gd name="connsiteY0" fmla="*/ 0 h 342831"/>
                <a:gd name="connsiteX1" fmla="*/ 454020 w 454019"/>
                <a:gd name="connsiteY1" fmla="*/ 0 h 342831"/>
                <a:gd name="connsiteX2" fmla="*/ 454020 w 454019"/>
                <a:gd name="connsiteY2" fmla="*/ 342831 h 342831"/>
                <a:gd name="connsiteX3" fmla="*/ 0 w 454019"/>
                <a:gd name="connsiteY3" fmla="*/ 342831 h 342831"/>
              </a:gdLst>
              <a:ahLst/>
              <a:cxnLst>
                <a:cxn ang="0">
                  <a:pos x="connsiteX0" y="connsiteY0"/>
                </a:cxn>
                <a:cxn ang="0">
                  <a:pos x="connsiteX1" y="connsiteY1"/>
                </a:cxn>
                <a:cxn ang="0">
                  <a:pos x="connsiteX2" y="connsiteY2"/>
                </a:cxn>
                <a:cxn ang="0">
                  <a:pos x="connsiteX3" y="connsiteY3"/>
                </a:cxn>
              </a:cxnLst>
              <a:rect l="l" t="t" r="r" b="b"/>
              <a:pathLst>
                <a:path w="454019" h="342831">
                  <a:moveTo>
                    <a:pt x="0" y="0"/>
                  </a:moveTo>
                  <a:lnTo>
                    <a:pt x="454020" y="0"/>
                  </a:lnTo>
                  <a:lnTo>
                    <a:pt x="454020" y="342831"/>
                  </a:lnTo>
                  <a:lnTo>
                    <a:pt x="0" y="342831"/>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4" name="任意形状 113"/>
            <p:cNvSpPr/>
            <p:nvPr/>
          </p:nvSpPr>
          <p:spPr>
            <a:xfrm>
              <a:off x="6775275" y="2012865"/>
              <a:ext cx="454019" cy="64859"/>
            </a:xfrm>
            <a:custGeom>
              <a:avLst/>
              <a:gdLst>
                <a:gd name="connsiteX0" fmla="*/ 0 w 454019"/>
                <a:gd name="connsiteY0" fmla="*/ 0 h 64859"/>
                <a:gd name="connsiteX1" fmla="*/ 454020 w 454019"/>
                <a:gd name="connsiteY1" fmla="*/ 0 h 64859"/>
                <a:gd name="connsiteX2" fmla="*/ 454020 w 454019"/>
                <a:gd name="connsiteY2" fmla="*/ 64860 h 64859"/>
                <a:gd name="connsiteX3" fmla="*/ 0 w 454019"/>
                <a:gd name="connsiteY3" fmla="*/ 64860 h 64859"/>
              </a:gdLst>
              <a:ahLst/>
              <a:cxnLst>
                <a:cxn ang="0">
                  <a:pos x="connsiteX0" y="connsiteY0"/>
                </a:cxn>
                <a:cxn ang="0">
                  <a:pos x="connsiteX1" y="connsiteY1"/>
                </a:cxn>
                <a:cxn ang="0">
                  <a:pos x="connsiteX2" y="connsiteY2"/>
                </a:cxn>
                <a:cxn ang="0">
                  <a:pos x="connsiteX3" y="connsiteY3"/>
                </a:cxn>
              </a:cxnLst>
              <a:rect l="l" t="t" r="r" b="b"/>
              <a:pathLst>
                <a:path w="454019" h="64859">
                  <a:moveTo>
                    <a:pt x="0" y="0"/>
                  </a:moveTo>
                  <a:lnTo>
                    <a:pt x="454020" y="0"/>
                  </a:lnTo>
                  <a:lnTo>
                    <a:pt x="454020" y="64860"/>
                  </a:lnTo>
                  <a:lnTo>
                    <a:pt x="0" y="6486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5" name="任意形状 114"/>
            <p:cNvSpPr/>
            <p:nvPr/>
          </p:nvSpPr>
          <p:spPr>
            <a:xfrm>
              <a:off x="6826236" y="2124053"/>
              <a:ext cx="111188" cy="162149"/>
            </a:xfrm>
            <a:custGeom>
              <a:avLst/>
              <a:gdLst>
                <a:gd name="connsiteX0" fmla="*/ 0 w 111188"/>
                <a:gd name="connsiteY0" fmla="*/ 0 h 162149"/>
                <a:gd name="connsiteX1" fmla="*/ 111189 w 111188"/>
                <a:gd name="connsiteY1" fmla="*/ 0 h 162149"/>
                <a:gd name="connsiteX2" fmla="*/ 111189 w 111188"/>
                <a:gd name="connsiteY2" fmla="*/ 162150 h 162149"/>
                <a:gd name="connsiteX3" fmla="*/ 0 w 111188"/>
                <a:gd name="connsiteY3" fmla="*/ 162150 h 162149"/>
              </a:gdLst>
              <a:ahLst/>
              <a:cxnLst>
                <a:cxn ang="0">
                  <a:pos x="connsiteX0" y="connsiteY0"/>
                </a:cxn>
                <a:cxn ang="0">
                  <a:pos x="connsiteX1" y="connsiteY1"/>
                </a:cxn>
                <a:cxn ang="0">
                  <a:pos x="connsiteX2" y="connsiteY2"/>
                </a:cxn>
                <a:cxn ang="0">
                  <a:pos x="connsiteX3" y="connsiteY3"/>
                </a:cxn>
              </a:cxnLst>
              <a:rect l="l" t="t" r="r" b="b"/>
              <a:pathLst>
                <a:path w="111188" h="162149">
                  <a:moveTo>
                    <a:pt x="0" y="0"/>
                  </a:moveTo>
                  <a:lnTo>
                    <a:pt x="111189" y="0"/>
                  </a:lnTo>
                  <a:lnTo>
                    <a:pt x="111189" y="162150"/>
                  </a:lnTo>
                  <a:lnTo>
                    <a:pt x="0" y="162150"/>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6" name="任意形状 115"/>
            <p:cNvSpPr/>
            <p:nvPr/>
          </p:nvSpPr>
          <p:spPr>
            <a:xfrm>
              <a:off x="6849401" y="2147218"/>
              <a:ext cx="64859" cy="115821"/>
            </a:xfrm>
            <a:custGeom>
              <a:avLst/>
              <a:gdLst>
                <a:gd name="connsiteX0" fmla="*/ 0 w 64859"/>
                <a:gd name="connsiteY0" fmla="*/ 0 h 115821"/>
                <a:gd name="connsiteX1" fmla="*/ 64860 w 64859"/>
                <a:gd name="connsiteY1" fmla="*/ 0 h 115821"/>
                <a:gd name="connsiteX2" fmla="*/ 64860 w 64859"/>
                <a:gd name="connsiteY2" fmla="*/ 115821 h 115821"/>
                <a:gd name="connsiteX3" fmla="*/ 0 w 64859"/>
                <a:gd name="connsiteY3" fmla="*/ 115821 h 115821"/>
              </a:gdLst>
              <a:ahLst/>
              <a:cxnLst>
                <a:cxn ang="0">
                  <a:pos x="connsiteX0" y="connsiteY0"/>
                </a:cxn>
                <a:cxn ang="0">
                  <a:pos x="connsiteX1" y="connsiteY1"/>
                </a:cxn>
                <a:cxn ang="0">
                  <a:pos x="connsiteX2" y="connsiteY2"/>
                </a:cxn>
                <a:cxn ang="0">
                  <a:pos x="connsiteX3" y="connsiteY3"/>
                </a:cxn>
              </a:cxnLst>
              <a:rect l="l" t="t" r="r" b="b"/>
              <a:pathLst>
                <a:path w="64859" h="115821">
                  <a:moveTo>
                    <a:pt x="0" y="0"/>
                  </a:moveTo>
                  <a:lnTo>
                    <a:pt x="64860" y="0"/>
                  </a:lnTo>
                  <a:lnTo>
                    <a:pt x="64860" y="115821"/>
                  </a:lnTo>
                  <a:lnTo>
                    <a:pt x="0" y="115821"/>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7" name="任意形状 116"/>
            <p:cNvSpPr/>
            <p:nvPr/>
          </p:nvSpPr>
          <p:spPr>
            <a:xfrm>
              <a:off x="6803072" y="2036029"/>
              <a:ext cx="18531" cy="18531"/>
            </a:xfrm>
            <a:custGeom>
              <a:avLst/>
              <a:gdLst>
                <a:gd name="connsiteX0" fmla="*/ 18531 w 18531"/>
                <a:gd name="connsiteY0" fmla="*/ 9266 h 18531"/>
                <a:gd name="connsiteX1" fmla="*/ 9266 w 18531"/>
                <a:gd name="connsiteY1" fmla="*/ 18531 h 18531"/>
                <a:gd name="connsiteX2" fmla="*/ 0 w 18531"/>
                <a:gd name="connsiteY2" fmla="*/ 9266 h 18531"/>
                <a:gd name="connsiteX3" fmla="*/ 9266 w 18531"/>
                <a:gd name="connsiteY3" fmla="*/ 0 h 18531"/>
                <a:gd name="connsiteX4" fmla="*/ 18531 w 18531"/>
                <a:gd name="connsiteY4" fmla="*/ 9266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31" h="18531">
                  <a:moveTo>
                    <a:pt x="18531" y="9266"/>
                  </a:moveTo>
                  <a:cubicBezTo>
                    <a:pt x="18531" y="14383"/>
                    <a:pt x="14383" y="18531"/>
                    <a:pt x="9266" y="18531"/>
                  </a:cubicBezTo>
                  <a:cubicBezTo>
                    <a:pt x="4148" y="18531"/>
                    <a:pt x="0" y="14383"/>
                    <a:pt x="0" y="9266"/>
                  </a:cubicBezTo>
                  <a:cubicBezTo>
                    <a:pt x="0" y="4148"/>
                    <a:pt x="4148" y="0"/>
                    <a:pt x="9266" y="0"/>
                  </a:cubicBezTo>
                  <a:cubicBezTo>
                    <a:pt x="14383" y="0"/>
                    <a:pt x="18531" y="4148"/>
                    <a:pt x="18531" y="9266"/>
                  </a:cubicBezTo>
                  <a:close/>
                </a:path>
              </a:pathLst>
            </a:custGeom>
            <a:solidFill>
              <a:schemeClr val="tx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8" name="任意形状 117"/>
            <p:cNvSpPr/>
            <p:nvPr/>
          </p:nvSpPr>
          <p:spPr>
            <a:xfrm>
              <a:off x="6840135" y="2036029"/>
              <a:ext cx="18531" cy="18531"/>
            </a:xfrm>
            <a:custGeom>
              <a:avLst/>
              <a:gdLst>
                <a:gd name="connsiteX0" fmla="*/ 18531 w 18531"/>
                <a:gd name="connsiteY0" fmla="*/ 9266 h 18531"/>
                <a:gd name="connsiteX1" fmla="*/ 9266 w 18531"/>
                <a:gd name="connsiteY1" fmla="*/ 18531 h 18531"/>
                <a:gd name="connsiteX2" fmla="*/ 0 w 18531"/>
                <a:gd name="connsiteY2" fmla="*/ 9266 h 18531"/>
                <a:gd name="connsiteX3" fmla="*/ 9266 w 18531"/>
                <a:gd name="connsiteY3" fmla="*/ 0 h 18531"/>
                <a:gd name="connsiteX4" fmla="*/ 18531 w 18531"/>
                <a:gd name="connsiteY4" fmla="*/ 9266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31" h="18531">
                  <a:moveTo>
                    <a:pt x="18531" y="9266"/>
                  </a:moveTo>
                  <a:cubicBezTo>
                    <a:pt x="18531" y="14383"/>
                    <a:pt x="14383" y="18531"/>
                    <a:pt x="9266" y="18531"/>
                  </a:cubicBezTo>
                  <a:cubicBezTo>
                    <a:pt x="4148" y="18531"/>
                    <a:pt x="0" y="14383"/>
                    <a:pt x="0" y="9266"/>
                  </a:cubicBezTo>
                  <a:cubicBezTo>
                    <a:pt x="0" y="4148"/>
                    <a:pt x="4148" y="0"/>
                    <a:pt x="9266" y="0"/>
                  </a:cubicBezTo>
                  <a:cubicBezTo>
                    <a:pt x="14383" y="0"/>
                    <a:pt x="18531" y="4148"/>
                    <a:pt x="18531" y="9266"/>
                  </a:cubicBezTo>
                  <a:close/>
                </a:path>
              </a:pathLst>
            </a:custGeom>
            <a:solidFill>
              <a:schemeClr val="tx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9" name="任意形状 118"/>
            <p:cNvSpPr/>
            <p:nvPr/>
          </p:nvSpPr>
          <p:spPr>
            <a:xfrm>
              <a:off x="6877198" y="2036029"/>
              <a:ext cx="18531" cy="18531"/>
            </a:xfrm>
            <a:custGeom>
              <a:avLst/>
              <a:gdLst>
                <a:gd name="connsiteX0" fmla="*/ 18531 w 18531"/>
                <a:gd name="connsiteY0" fmla="*/ 9266 h 18531"/>
                <a:gd name="connsiteX1" fmla="*/ 9266 w 18531"/>
                <a:gd name="connsiteY1" fmla="*/ 18531 h 18531"/>
                <a:gd name="connsiteX2" fmla="*/ 0 w 18531"/>
                <a:gd name="connsiteY2" fmla="*/ 9266 h 18531"/>
                <a:gd name="connsiteX3" fmla="*/ 9266 w 18531"/>
                <a:gd name="connsiteY3" fmla="*/ 0 h 18531"/>
                <a:gd name="connsiteX4" fmla="*/ 18531 w 18531"/>
                <a:gd name="connsiteY4" fmla="*/ 9266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31" h="18531">
                  <a:moveTo>
                    <a:pt x="18531" y="9266"/>
                  </a:moveTo>
                  <a:cubicBezTo>
                    <a:pt x="18531" y="14383"/>
                    <a:pt x="14383" y="18531"/>
                    <a:pt x="9266" y="18531"/>
                  </a:cubicBezTo>
                  <a:cubicBezTo>
                    <a:pt x="4148" y="18531"/>
                    <a:pt x="0" y="14383"/>
                    <a:pt x="0" y="9266"/>
                  </a:cubicBezTo>
                  <a:cubicBezTo>
                    <a:pt x="0" y="4148"/>
                    <a:pt x="4148" y="0"/>
                    <a:pt x="9266" y="0"/>
                  </a:cubicBezTo>
                  <a:cubicBezTo>
                    <a:pt x="14383" y="0"/>
                    <a:pt x="18531" y="4148"/>
                    <a:pt x="18531" y="9266"/>
                  </a:cubicBezTo>
                  <a:close/>
                </a:path>
              </a:pathLst>
            </a:custGeom>
            <a:solidFill>
              <a:schemeClr val="tx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0" name="任意形状 119"/>
            <p:cNvSpPr/>
            <p:nvPr/>
          </p:nvSpPr>
          <p:spPr>
            <a:xfrm>
              <a:off x="6979120" y="2124053"/>
              <a:ext cx="180681" cy="32429"/>
            </a:xfrm>
            <a:custGeom>
              <a:avLst/>
              <a:gdLst>
                <a:gd name="connsiteX0" fmla="*/ 0 w 180681"/>
                <a:gd name="connsiteY0" fmla="*/ 0 h 32429"/>
                <a:gd name="connsiteX1" fmla="*/ 180681 w 180681"/>
                <a:gd name="connsiteY1" fmla="*/ 0 h 32429"/>
                <a:gd name="connsiteX2" fmla="*/ 180681 w 180681"/>
                <a:gd name="connsiteY2" fmla="*/ 32430 h 32429"/>
                <a:gd name="connsiteX3" fmla="*/ 0 w 180681"/>
                <a:gd name="connsiteY3" fmla="*/ 32430 h 32429"/>
              </a:gdLst>
              <a:ahLst/>
              <a:cxnLst>
                <a:cxn ang="0">
                  <a:pos x="connsiteX0" y="connsiteY0"/>
                </a:cxn>
                <a:cxn ang="0">
                  <a:pos x="connsiteX1" y="connsiteY1"/>
                </a:cxn>
                <a:cxn ang="0">
                  <a:pos x="connsiteX2" y="connsiteY2"/>
                </a:cxn>
                <a:cxn ang="0">
                  <a:pos x="connsiteX3" y="connsiteY3"/>
                </a:cxn>
              </a:cxnLst>
              <a:rect l="l" t="t" r="r" b="b"/>
              <a:pathLst>
                <a:path w="180681" h="32429">
                  <a:moveTo>
                    <a:pt x="0" y="0"/>
                  </a:moveTo>
                  <a:lnTo>
                    <a:pt x="180681" y="0"/>
                  </a:lnTo>
                  <a:lnTo>
                    <a:pt x="180681" y="32430"/>
                  </a:lnTo>
                  <a:lnTo>
                    <a:pt x="0" y="3243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1" name="任意形状 120"/>
            <p:cNvSpPr/>
            <p:nvPr/>
          </p:nvSpPr>
          <p:spPr>
            <a:xfrm>
              <a:off x="6979120" y="2188913"/>
              <a:ext cx="180681" cy="32429"/>
            </a:xfrm>
            <a:custGeom>
              <a:avLst/>
              <a:gdLst>
                <a:gd name="connsiteX0" fmla="*/ 0 w 180681"/>
                <a:gd name="connsiteY0" fmla="*/ 0 h 32429"/>
                <a:gd name="connsiteX1" fmla="*/ 180681 w 180681"/>
                <a:gd name="connsiteY1" fmla="*/ 0 h 32429"/>
                <a:gd name="connsiteX2" fmla="*/ 180681 w 180681"/>
                <a:gd name="connsiteY2" fmla="*/ 32430 h 32429"/>
                <a:gd name="connsiteX3" fmla="*/ 0 w 180681"/>
                <a:gd name="connsiteY3" fmla="*/ 32430 h 32429"/>
              </a:gdLst>
              <a:ahLst/>
              <a:cxnLst>
                <a:cxn ang="0">
                  <a:pos x="connsiteX0" y="connsiteY0"/>
                </a:cxn>
                <a:cxn ang="0">
                  <a:pos x="connsiteX1" y="connsiteY1"/>
                </a:cxn>
                <a:cxn ang="0">
                  <a:pos x="connsiteX2" y="connsiteY2"/>
                </a:cxn>
                <a:cxn ang="0">
                  <a:pos x="connsiteX3" y="connsiteY3"/>
                </a:cxn>
              </a:cxnLst>
              <a:rect l="l" t="t" r="r" b="b"/>
              <a:pathLst>
                <a:path w="180681" h="32429">
                  <a:moveTo>
                    <a:pt x="0" y="0"/>
                  </a:moveTo>
                  <a:lnTo>
                    <a:pt x="180681" y="0"/>
                  </a:lnTo>
                  <a:lnTo>
                    <a:pt x="180681" y="32430"/>
                  </a:lnTo>
                  <a:lnTo>
                    <a:pt x="0" y="3243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2" name="任意形状 121"/>
            <p:cNvSpPr/>
            <p:nvPr/>
          </p:nvSpPr>
          <p:spPr>
            <a:xfrm>
              <a:off x="6979120" y="2253773"/>
              <a:ext cx="180681" cy="32429"/>
            </a:xfrm>
            <a:custGeom>
              <a:avLst/>
              <a:gdLst>
                <a:gd name="connsiteX0" fmla="*/ 0 w 180681"/>
                <a:gd name="connsiteY0" fmla="*/ 0 h 32429"/>
                <a:gd name="connsiteX1" fmla="*/ 180681 w 180681"/>
                <a:gd name="connsiteY1" fmla="*/ 0 h 32429"/>
                <a:gd name="connsiteX2" fmla="*/ 180681 w 180681"/>
                <a:gd name="connsiteY2" fmla="*/ 32430 h 32429"/>
                <a:gd name="connsiteX3" fmla="*/ 0 w 180681"/>
                <a:gd name="connsiteY3" fmla="*/ 32430 h 32429"/>
              </a:gdLst>
              <a:ahLst/>
              <a:cxnLst>
                <a:cxn ang="0">
                  <a:pos x="connsiteX0" y="connsiteY0"/>
                </a:cxn>
                <a:cxn ang="0">
                  <a:pos x="connsiteX1" y="connsiteY1"/>
                </a:cxn>
                <a:cxn ang="0">
                  <a:pos x="connsiteX2" y="connsiteY2"/>
                </a:cxn>
                <a:cxn ang="0">
                  <a:pos x="connsiteX3" y="connsiteY3"/>
                </a:cxn>
              </a:cxnLst>
              <a:rect l="l" t="t" r="r" b="b"/>
              <a:pathLst>
                <a:path w="180681" h="32429">
                  <a:moveTo>
                    <a:pt x="0" y="0"/>
                  </a:moveTo>
                  <a:lnTo>
                    <a:pt x="180681" y="0"/>
                  </a:lnTo>
                  <a:lnTo>
                    <a:pt x="180681" y="32430"/>
                  </a:lnTo>
                  <a:lnTo>
                    <a:pt x="0" y="32430"/>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3" name="任意形状 122"/>
            <p:cNvSpPr/>
            <p:nvPr/>
          </p:nvSpPr>
          <p:spPr>
            <a:xfrm>
              <a:off x="6452987" y="1684925"/>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4"/>
                    <a:pt x="57359" y="27170"/>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4" name="任意形状 123"/>
            <p:cNvSpPr/>
            <p:nvPr/>
          </p:nvSpPr>
          <p:spPr>
            <a:xfrm>
              <a:off x="6537836" y="1916568"/>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5"/>
                    <a:pt x="12840" y="0"/>
                    <a:pt x="28680" y="0"/>
                  </a:cubicBezTo>
                  <a:cubicBezTo>
                    <a:pt x="44519" y="0"/>
                    <a:pt x="57359" y="12165"/>
                    <a:pt x="57359" y="2717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5" name="任意形状 124"/>
            <p:cNvSpPr/>
            <p:nvPr/>
          </p:nvSpPr>
          <p:spPr>
            <a:xfrm>
              <a:off x="6829706" y="1740519"/>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4"/>
                    <a:pt x="57359" y="27170"/>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6" name="任意形状 125"/>
            <p:cNvSpPr/>
            <p:nvPr/>
          </p:nvSpPr>
          <p:spPr>
            <a:xfrm>
              <a:off x="6456162" y="2155759"/>
              <a:ext cx="57359" cy="54340"/>
            </a:xfrm>
            <a:custGeom>
              <a:avLst/>
              <a:gdLst>
                <a:gd name="connsiteX0" fmla="*/ 57359 w 57359"/>
                <a:gd name="connsiteY0" fmla="*/ 27170 h 54340"/>
                <a:gd name="connsiteX1" fmla="*/ 28680 w 57359"/>
                <a:gd name="connsiteY1" fmla="*/ 54340 h 54340"/>
                <a:gd name="connsiteX2" fmla="*/ 0 w 57359"/>
                <a:gd name="connsiteY2" fmla="*/ 27170 h 54340"/>
                <a:gd name="connsiteX3" fmla="*/ 28680 w 57359"/>
                <a:gd name="connsiteY3" fmla="*/ 0 h 54340"/>
                <a:gd name="connsiteX4" fmla="*/ 57359 w 57359"/>
                <a:gd name="connsiteY4" fmla="*/ 27170 h 54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9" h="54340">
                  <a:moveTo>
                    <a:pt x="57359" y="27170"/>
                  </a:moveTo>
                  <a:cubicBezTo>
                    <a:pt x="57359" y="42176"/>
                    <a:pt x="44519" y="54340"/>
                    <a:pt x="28680" y="54340"/>
                  </a:cubicBezTo>
                  <a:cubicBezTo>
                    <a:pt x="12840" y="54340"/>
                    <a:pt x="0" y="42176"/>
                    <a:pt x="0" y="27170"/>
                  </a:cubicBezTo>
                  <a:cubicBezTo>
                    <a:pt x="0" y="12164"/>
                    <a:pt x="12840" y="0"/>
                    <a:pt x="28680" y="0"/>
                  </a:cubicBezTo>
                  <a:cubicBezTo>
                    <a:pt x="44519" y="0"/>
                    <a:pt x="57359" y="12165"/>
                    <a:pt x="57359" y="27170"/>
                  </a:cubicBezTo>
                  <a:close/>
                </a:path>
              </a:pathLst>
            </a:custGeom>
            <a:solidFill>
              <a:schemeClr val="bg1"/>
            </a:solidFill>
            <a:ln w="9208" cap="rnd">
              <a:solidFill>
                <a:schemeClr val="tx2"/>
              </a:solid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grpSp>
        <p:nvGrpSpPr>
          <p:cNvPr id="89" name="图片 18" descr="icon-54"/>
          <p:cNvGrpSpPr/>
          <p:nvPr/>
        </p:nvGrpSpPr>
        <p:grpSpPr>
          <a:xfrm>
            <a:off x="4859692" y="1549579"/>
            <a:ext cx="745889" cy="847812"/>
            <a:chOff x="4859692" y="1549579"/>
            <a:chExt cx="745889" cy="847812"/>
          </a:xfrm>
        </p:grpSpPr>
        <p:sp>
          <p:nvSpPr>
            <p:cNvPr id="90" name="任意形状 89"/>
            <p:cNvSpPr/>
            <p:nvPr/>
          </p:nvSpPr>
          <p:spPr>
            <a:xfrm>
              <a:off x="5038979" y="1793391"/>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1" name="任意形状 90"/>
            <p:cNvSpPr/>
            <p:nvPr/>
          </p:nvSpPr>
          <p:spPr>
            <a:xfrm>
              <a:off x="4885273" y="1577377"/>
              <a:ext cx="690093" cy="796850"/>
            </a:xfrm>
            <a:custGeom>
              <a:avLst/>
              <a:gdLst>
                <a:gd name="connsiteX0" fmla="*/ 345047 w 690093"/>
                <a:gd name="connsiteY0" fmla="*/ 0 h 796850"/>
                <a:gd name="connsiteX1" fmla="*/ 690093 w 690093"/>
                <a:gd name="connsiteY1" fmla="*/ 199213 h 796850"/>
                <a:gd name="connsiteX2" fmla="*/ 690093 w 690093"/>
                <a:gd name="connsiteY2" fmla="*/ 597638 h 796850"/>
                <a:gd name="connsiteX3" fmla="*/ 345047 w 690093"/>
                <a:gd name="connsiteY3" fmla="*/ 796851 h 796850"/>
                <a:gd name="connsiteX4" fmla="*/ 0 w 690093"/>
                <a:gd name="connsiteY4" fmla="*/ 597638 h 796850"/>
                <a:gd name="connsiteX5" fmla="*/ 0 w 690093"/>
                <a:gd name="connsiteY5" fmla="*/ 199213 h 7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093" h="796850">
                  <a:moveTo>
                    <a:pt x="345047" y="0"/>
                  </a:moveTo>
                  <a:lnTo>
                    <a:pt x="690093" y="199213"/>
                  </a:lnTo>
                  <a:lnTo>
                    <a:pt x="690093" y="597638"/>
                  </a:lnTo>
                  <a:lnTo>
                    <a:pt x="345047" y="796851"/>
                  </a:lnTo>
                  <a:lnTo>
                    <a:pt x="0" y="597638"/>
                  </a:lnTo>
                  <a:lnTo>
                    <a:pt x="0" y="199213"/>
                  </a:lnTo>
                  <a:close/>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2" name="任意形状 91"/>
            <p:cNvSpPr/>
            <p:nvPr/>
          </p:nvSpPr>
          <p:spPr>
            <a:xfrm>
              <a:off x="5230370" y="1577377"/>
              <a:ext cx="1969" cy="796850"/>
            </a:xfrm>
            <a:custGeom>
              <a:avLst/>
              <a:gdLst>
                <a:gd name="connsiteX0" fmla="*/ 0 w 1969"/>
                <a:gd name="connsiteY0" fmla="*/ 0 h 796850"/>
                <a:gd name="connsiteX1" fmla="*/ 1970 w 1969"/>
                <a:gd name="connsiteY1" fmla="*/ 796851 h 796850"/>
              </a:gdLst>
              <a:ahLst/>
              <a:cxnLst>
                <a:cxn ang="0">
                  <a:pos x="connsiteX0" y="connsiteY0"/>
                </a:cxn>
                <a:cxn ang="0">
                  <a:pos x="connsiteX1" y="connsiteY1"/>
                </a:cxn>
              </a:cxnLst>
              <a:rect l="l" t="t" r="r" b="b"/>
              <a:pathLst>
                <a:path w="1969" h="796850">
                  <a:moveTo>
                    <a:pt x="0" y="0"/>
                  </a:moveTo>
                  <a:lnTo>
                    <a:pt x="1970" y="796851"/>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3" name="任意形状 92"/>
            <p:cNvSpPr/>
            <p:nvPr/>
          </p:nvSpPr>
          <p:spPr>
            <a:xfrm>
              <a:off x="5202523" y="1549579"/>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4" name="任意形状 93"/>
            <p:cNvSpPr/>
            <p:nvPr/>
          </p:nvSpPr>
          <p:spPr>
            <a:xfrm>
              <a:off x="5202523" y="2341797"/>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5" name="任意形状 94"/>
            <p:cNvSpPr/>
            <p:nvPr/>
          </p:nvSpPr>
          <p:spPr>
            <a:xfrm>
              <a:off x="4885273" y="1776589"/>
              <a:ext cx="690194" cy="391476"/>
            </a:xfrm>
            <a:custGeom>
              <a:avLst/>
              <a:gdLst>
                <a:gd name="connsiteX0" fmla="*/ 0 w 690194"/>
                <a:gd name="connsiteY0" fmla="*/ 0 h 391476"/>
                <a:gd name="connsiteX1" fmla="*/ 690194 w 690194"/>
                <a:gd name="connsiteY1" fmla="*/ 391476 h 391476"/>
              </a:gdLst>
              <a:ahLst/>
              <a:cxnLst>
                <a:cxn ang="0">
                  <a:pos x="connsiteX0" y="connsiteY0"/>
                </a:cxn>
                <a:cxn ang="0">
                  <a:pos x="connsiteX1" y="connsiteY1"/>
                </a:cxn>
              </a:cxnLst>
              <a:rect l="l" t="t" r="r" b="b"/>
              <a:pathLst>
                <a:path w="690194" h="391476">
                  <a:moveTo>
                    <a:pt x="0" y="0"/>
                  </a:moveTo>
                  <a:lnTo>
                    <a:pt x="690194" y="391476"/>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6" name="任意形状 95"/>
            <p:cNvSpPr/>
            <p:nvPr/>
          </p:nvSpPr>
          <p:spPr>
            <a:xfrm>
              <a:off x="5549987" y="2142585"/>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7" name="任意形状 96"/>
            <p:cNvSpPr/>
            <p:nvPr/>
          </p:nvSpPr>
          <p:spPr>
            <a:xfrm rot="10800000" flipV="1">
              <a:off x="4885273" y="1776589"/>
              <a:ext cx="690194" cy="398425"/>
            </a:xfrm>
            <a:custGeom>
              <a:avLst/>
              <a:gdLst>
                <a:gd name="connsiteX0" fmla="*/ 0 w 690194"/>
                <a:gd name="connsiteY0" fmla="*/ 0 h 398425"/>
                <a:gd name="connsiteX1" fmla="*/ 690194 w 690194"/>
                <a:gd name="connsiteY1" fmla="*/ 398425 h 398425"/>
              </a:gdLst>
              <a:ahLst/>
              <a:cxnLst>
                <a:cxn ang="0">
                  <a:pos x="connsiteX0" y="connsiteY0"/>
                </a:cxn>
                <a:cxn ang="0">
                  <a:pos x="connsiteX1" y="connsiteY1"/>
                </a:cxn>
              </a:cxnLst>
              <a:rect l="l" t="t" r="r" b="b"/>
              <a:pathLst>
                <a:path w="690194" h="398425">
                  <a:moveTo>
                    <a:pt x="0" y="0"/>
                  </a:moveTo>
                  <a:lnTo>
                    <a:pt x="690194" y="398425"/>
                  </a:lnTo>
                </a:path>
              </a:pathLst>
            </a:custGeom>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8" name="任意形状 97"/>
            <p:cNvSpPr/>
            <p:nvPr/>
          </p:nvSpPr>
          <p:spPr>
            <a:xfrm>
              <a:off x="5043503" y="1775583"/>
              <a:ext cx="371737" cy="398425"/>
            </a:xfrm>
            <a:custGeom>
              <a:avLst/>
              <a:gdLst>
                <a:gd name="connsiteX0" fmla="*/ 0 w 371737"/>
                <a:gd name="connsiteY0" fmla="*/ 76181 h 398425"/>
                <a:gd name="connsiteX1" fmla="*/ 93272 w 371737"/>
                <a:gd name="connsiteY1" fmla="*/ 46913 h 398425"/>
                <a:gd name="connsiteX2" fmla="*/ 180402 w 371737"/>
                <a:gd name="connsiteY2" fmla="*/ 0 h 398425"/>
                <a:gd name="connsiteX3" fmla="*/ 278094 w 371737"/>
                <a:gd name="connsiteY3" fmla="*/ 48793 h 398425"/>
                <a:gd name="connsiteX4" fmla="*/ 371738 w 371737"/>
                <a:gd name="connsiteY4" fmla="*/ 76181 h 398425"/>
                <a:gd name="connsiteX5" fmla="*/ 371738 w 371737"/>
                <a:gd name="connsiteY5" fmla="*/ 90525 h 398425"/>
                <a:gd name="connsiteX6" fmla="*/ 176530 w 371737"/>
                <a:gd name="connsiteY6" fmla="*/ 398425 h 398425"/>
                <a:gd name="connsiteX7" fmla="*/ 176530 w 371737"/>
                <a:gd name="connsiteY7" fmla="*/ 398425 h 398425"/>
                <a:gd name="connsiteX8" fmla="*/ 176530 w 371737"/>
                <a:gd name="connsiteY8" fmla="*/ 398425 h 398425"/>
                <a:gd name="connsiteX9" fmla="*/ 0 w 371737"/>
                <a:gd name="connsiteY9" fmla="*/ 107258 h 398425"/>
                <a:gd name="connsiteX10" fmla="*/ 0 w 371737"/>
                <a:gd name="connsiteY10" fmla="*/ 76181 h 398425"/>
                <a:gd name="connsiteX11" fmla="*/ 0 w 371737"/>
                <a:gd name="connsiteY11" fmla="*/ 76181 h 3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1737" h="398425">
                  <a:moveTo>
                    <a:pt x="0" y="76181"/>
                  </a:moveTo>
                  <a:cubicBezTo>
                    <a:pt x="30766" y="69935"/>
                    <a:pt x="61857" y="60179"/>
                    <a:pt x="93272" y="46913"/>
                  </a:cubicBezTo>
                  <a:cubicBezTo>
                    <a:pt x="124687" y="33647"/>
                    <a:pt x="153730" y="18009"/>
                    <a:pt x="180402" y="0"/>
                  </a:cubicBezTo>
                  <a:cubicBezTo>
                    <a:pt x="212996" y="19575"/>
                    <a:pt x="245560" y="35839"/>
                    <a:pt x="278094" y="48793"/>
                  </a:cubicBezTo>
                  <a:cubicBezTo>
                    <a:pt x="310629" y="61747"/>
                    <a:pt x="341843" y="70876"/>
                    <a:pt x="371738" y="76181"/>
                  </a:cubicBezTo>
                  <a:lnTo>
                    <a:pt x="371738" y="90525"/>
                  </a:lnTo>
                  <a:cubicBezTo>
                    <a:pt x="371738" y="222287"/>
                    <a:pt x="295702" y="342218"/>
                    <a:pt x="176530" y="398425"/>
                  </a:cubicBezTo>
                  <a:lnTo>
                    <a:pt x="176530" y="398425"/>
                  </a:lnTo>
                  <a:lnTo>
                    <a:pt x="176530" y="398425"/>
                  </a:lnTo>
                  <a:cubicBezTo>
                    <a:pt x="68035" y="341839"/>
                    <a:pt x="0" y="229623"/>
                    <a:pt x="0" y="107258"/>
                  </a:cubicBezTo>
                  <a:lnTo>
                    <a:pt x="0" y="76181"/>
                  </a:lnTo>
                  <a:lnTo>
                    <a:pt x="0" y="76181"/>
                  </a:lnTo>
                  <a:close/>
                </a:path>
              </a:pathLst>
            </a:custGeom>
            <a:solidFill>
              <a:schemeClr val="bg1"/>
            </a:solid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9" name="任意形状 98"/>
            <p:cNvSpPr/>
            <p:nvPr/>
          </p:nvSpPr>
          <p:spPr>
            <a:xfrm>
              <a:off x="5076442" y="1810886"/>
              <a:ext cx="305860" cy="327818"/>
            </a:xfrm>
            <a:custGeom>
              <a:avLst/>
              <a:gdLst>
                <a:gd name="connsiteX0" fmla="*/ 0 w 305860"/>
                <a:gd name="connsiteY0" fmla="*/ 62681 h 327818"/>
                <a:gd name="connsiteX1" fmla="*/ 76743 w 305860"/>
                <a:gd name="connsiteY1" fmla="*/ 38599 h 327818"/>
                <a:gd name="connsiteX2" fmla="*/ 148432 w 305860"/>
                <a:gd name="connsiteY2" fmla="*/ 0 h 327818"/>
                <a:gd name="connsiteX3" fmla="*/ 228812 w 305860"/>
                <a:gd name="connsiteY3" fmla="*/ 40146 h 327818"/>
                <a:gd name="connsiteX4" fmla="*/ 305860 w 305860"/>
                <a:gd name="connsiteY4" fmla="*/ 62681 h 327818"/>
                <a:gd name="connsiteX5" fmla="*/ 305860 w 305860"/>
                <a:gd name="connsiteY5" fmla="*/ 74482 h 327818"/>
                <a:gd name="connsiteX6" fmla="*/ 145246 w 305860"/>
                <a:gd name="connsiteY6" fmla="*/ 327818 h 327818"/>
                <a:gd name="connsiteX7" fmla="*/ 145246 w 305860"/>
                <a:gd name="connsiteY7" fmla="*/ 327818 h 327818"/>
                <a:gd name="connsiteX8" fmla="*/ 145246 w 305860"/>
                <a:gd name="connsiteY8" fmla="*/ 327818 h 327818"/>
                <a:gd name="connsiteX9" fmla="*/ 0 w 305860"/>
                <a:gd name="connsiteY9" fmla="*/ 88251 h 327818"/>
                <a:gd name="connsiteX10" fmla="*/ 0 w 305860"/>
                <a:gd name="connsiteY10" fmla="*/ 62681 h 327818"/>
                <a:gd name="connsiteX11" fmla="*/ 0 w 305860"/>
                <a:gd name="connsiteY11" fmla="*/ 62681 h 327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5860" h="327818">
                  <a:moveTo>
                    <a:pt x="0" y="62681"/>
                  </a:moveTo>
                  <a:cubicBezTo>
                    <a:pt x="25314" y="57541"/>
                    <a:pt x="50895" y="49514"/>
                    <a:pt x="76743" y="38599"/>
                  </a:cubicBezTo>
                  <a:cubicBezTo>
                    <a:pt x="102591" y="27684"/>
                    <a:pt x="126487" y="14818"/>
                    <a:pt x="148432" y="0"/>
                  </a:cubicBezTo>
                  <a:cubicBezTo>
                    <a:pt x="175250" y="16106"/>
                    <a:pt x="202043" y="29488"/>
                    <a:pt x="228812" y="40146"/>
                  </a:cubicBezTo>
                  <a:cubicBezTo>
                    <a:pt x="255581" y="50804"/>
                    <a:pt x="281264" y="58316"/>
                    <a:pt x="305860" y="62681"/>
                  </a:cubicBezTo>
                  <a:lnTo>
                    <a:pt x="305860" y="74482"/>
                  </a:lnTo>
                  <a:cubicBezTo>
                    <a:pt x="305860" y="182895"/>
                    <a:pt x="243299" y="281572"/>
                    <a:pt x="145246" y="327818"/>
                  </a:cubicBezTo>
                  <a:lnTo>
                    <a:pt x="145246" y="327818"/>
                  </a:lnTo>
                  <a:lnTo>
                    <a:pt x="145246" y="327818"/>
                  </a:lnTo>
                  <a:cubicBezTo>
                    <a:pt x="55978" y="281260"/>
                    <a:pt x="0" y="188931"/>
                    <a:pt x="0" y="88251"/>
                  </a:cubicBezTo>
                  <a:lnTo>
                    <a:pt x="0" y="62681"/>
                  </a:lnTo>
                  <a:lnTo>
                    <a:pt x="0" y="62681"/>
                  </a:lnTo>
                  <a:close/>
                </a:path>
              </a:pathLst>
            </a:custGeom>
            <a:solidFill>
              <a:schemeClr val="bg1"/>
            </a:solid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0" name="任意形状 99"/>
            <p:cNvSpPr/>
            <p:nvPr/>
          </p:nvSpPr>
          <p:spPr>
            <a:xfrm>
              <a:off x="5151561" y="1901676"/>
              <a:ext cx="166782" cy="125087"/>
            </a:xfrm>
            <a:custGeom>
              <a:avLst/>
              <a:gdLst>
                <a:gd name="connsiteX0" fmla="*/ 144463 w 166782"/>
                <a:gd name="connsiteY0" fmla="*/ 0 h 125087"/>
                <a:gd name="connsiteX1" fmla="*/ 166783 w 166782"/>
                <a:gd name="connsiteY1" fmla="*/ 21321 h 125087"/>
                <a:gd name="connsiteX2" fmla="*/ 67697 w 166782"/>
                <a:gd name="connsiteY2" fmla="*/ 125087 h 125087"/>
                <a:gd name="connsiteX3" fmla="*/ 0 w 166782"/>
                <a:gd name="connsiteY3" fmla="*/ 47375 h 125087"/>
                <a:gd name="connsiteX4" fmla="*/ 23271 w 166782"/>
                <a:gd name="connsiteY4" fmla="*/ 27096 h 125087"/>
                <a:gd name="connsiteX5" fmla="*/ 68741 w 166782"/>
                <a:gd name="connsiteY5" fmla="*/ 79295 h 12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82" h="125087">
                  <a:moveTo>
                    <a:pt x="144463" y="0"/>
                  </a:moveTo>
                  <a:lnTo>
                    <a:pt x="166783" y="21321"/>
                  </a:lnTo>
                  <a:lnTo>
                    <a:pt x="67697" y="125087"/>
                  </a:lnTo>
                  <a:lnTo>
                    <a:pt x="0" y="47375"/>
                  </a:lnTo>
                  <a:lnTo>
                    <a:pt x="23271" y="27096"/>
                  </a:lnTo>
                  <a:lnTo>
                    <a:pt x="68741" y="79295"/>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1" name="任意形状 100"/>
            <p:cNvSpPr/>
            <p:nvPr/>
          </p:nvSpPr>
          <p:spPr>
            <a:xfrm>
              <a:off x="4859692" y="1748792"/>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2" name="任意形状 101"/>
            <p:cNvSpPr/>
            <p:nvPr/>
          </p:nvSpPr>
          <p:spPr>
            <a:xfrm>
              <a:off x="5545354" y="1748792"/>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bg1"/>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3" name="任意形状 102"/>
            <p:cNvSpPr/>
            <p:nvPr/>
          </p:nvSpPr>
          <p:spPr>
            <a:xfrm>
              <a:off x="4859692" y="2147218"/>
              <a:ext cx="55594" cy="55594"/>
            </a:xfrm>
            <a:custGeom>
              <a:avLst/>
              <a:gdLst>
                <a:gd name="connsiteX0" fmla="*/ 55594 w 55594"/>
                <a:gd name="connsiteY0" fmla="*/ 27797 h 55594"/>
                <a:gd name="connsiteX1" fmla="*/ 27797 w 55594"/>
                <a:gd name="connsiteY1" fmla="*/ 55594 h 55594"/>
                <a:gd name="connsiteX2" fmla="*/ 0 w 55594"/>
                <a:gd name="connsiteY2" fmla="*/ 27797 h 55594"/>
                <a:gd name="connsiteX3" fmla="*/ 27797 w 55594"/>
                <a:gd name="connsiteY3" fmla="*/ 0 h 55594"/>
                <a:gd name="connsiteX4" fmla="*/ 55594 w 55594"/>
                <a:gd name="connsiteY4" fmla="*/ 27797 h 55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4" h="55594">
                  <a:moveTo>
                    <a:pt x="55594" y="27797"/>
                  </a:moveTo>
                  <a:cubicBezTo>
                    <a:pt x="55594" y="43149"/>
                    <a:pt x="43149" y="55594"/>
                    <a:pt x="27797" y="55594"/>
                  </a:cubicBezTo>
                  <a:cubicBezTo>
                    <a:pt x="12445" y="55594"/>
                    <a:pt x="0" y="43149"/>
                    <a:pt x="0" y="27797"/>
                  </a:cubicBezTo>
                  <a:cubicBezTo>
                    <a:pt x="0" y="12445"/>
                    <a:pt x="12445" y="0"/>
                    <a:pt x="27797" y="0"/>
                  </a:cubicBezTo>
                  <a:cubicBezTo>
                    <a:pt x="43149" y="0"/>
                    <a:pt x="55594" y="12445"/>
                    <a:pt x="55594" y="27797"/>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7" name="图片 19" descr="icon-55"/>
          <p:cNvGrpSpPr/>
          <p:nvPr/>
        </p:nvGrpSpPr>
        <p:grpSpPr>
          <a:xfrm>
            <a:off x="3206739" y="1591275"/>
            <a:ext cx="786373" cy="741256"/>
            <a:chOff x="3206739" y="1591275"/>
            <a:chExt cx="786373" cy="741256"/>
          </a:xfrm>
        </p:grpSpPr>
        <p:sp>
          <p:nvSpPr>
            <p:cNvPr id="48" name="任意形状 47"/>
            <p:cNvSpPr/>
            <p:nvPr/>
          </p:nvSpPr>
          <p:spPr>
            <a:xfrm>
              <a:off x="3435292" y="1668304"/>
              <a:ext cx="557820" cy="557820"/>
            </a:xfrm>
            <a:custGeom>
              <a:avLst/>
              <a:gdLst>
                <a:gd name="connsiteX0" fmla="*/ 557821 w 557820"/>
                <a:gd name="connsiteY0" fmla="*/ 278910 h 557820"/>
                <a:gd name="connsiteX1" fmla="*/ 278910 w 557820"/>
                <a:gd name="connsiteY1" fmla="*/ 557821 h 557820"/>
                <a:gd name="connsiteX2" fmla="*/ 0 w 557820"/>
                <a:gd name="connsiteY2" fmla="*/ 278910 h 557820"/>
                <a:gd name="connsiteX3" fmla="*/ 278910 w 557820"/>
                <a:gd name="connsiteY3" fmla="*/ 0 h 557820"/>
                <a:gd name="connsiteX4" fmla="*/ 557821 w 557820"/>
                <a:gd name="connsiteY4" fmla="*/ 278910 h 557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20" h="557820">
                  <a:moveTo>
                    <a:pt x="557821" y="278910"/>
                  </a:moveTo>
                  <a:cubicBezTo>
                    <a:pt x="557821" y="432948"/>
                    <a:pt x="432948" y="557821"/>
                    <a:pt x="278910" y="557821"/>
                  </a:cubicBezTo>
                  <a:cubicBezTo>
                    <a:pt x="124872" y="557821"/>
                    <a:pt x="0" y="432948"/>
                    <a:pt x="0" y="278910"/>
                  </a:cubicBezTo>
                  <a:cubicBezTo>
                    <a:pt x="0" y="124872"/>
                    <a:pt x="124872" y="0"/>
                    <a:pt x="278910" y="0"/>
                  </a:cubicBezTo>
                  <a:cubicBezTo>
                    <a:pt x="432948" y="0"/>
                    <a:pt x="557821" y="124872"/>
                    <a:pt x="557821" y="278910"/>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 name="任意形状 48"/>
            <p:cNvSpPr/>
            <p:nvPr/>
          </p:nvSpPr>
          <p:spPr>
            <a:xfrm>
              <a:off x="3693992" y="1766138"/>
              <a:ext cx="95852" cy="382729"/>
            </a:xfrm>
            <a:custGeom>
              <a:avLst/>
              <a:gdLst>
                <a:gd name="connsiteX0" fmla="*/ 0 w 95852"/>
                <a:gd name="connsiteY0" fmla="*/ 0 h 382729"/>
                <a:gd name="connsiteX1" fmla="*/ 95853 w 95852"/>
                <a:gd name="connsiteY1" fmla="*/ 0 h 382729"/>
                <a:gd name="connsiteX2" fmla="*/ 95853 w 95852"/>
                <a:gd name="connsiteY2" fmla="*/ 382729 h 382729"/>
                <a:gd name="connsiteX3" fmla="*/ 0 w 95852"/>
                <a:gd name="connsiteY3" fmla="*/ 382729 h 382729"/>
              </a:gdLst>
              <a:ahLst/>
              <a:cxnLst>
                <a:cxn ang="0">
                  <a:pos x="connsiteX0" y="connsiteY0"/>
                </a:cxn>
                <a:cxn ang="0">
                  <a:pos x="connsiteX1" y="connsiteY1"/>
                </a:cxn>
                <a:cxn ang="0">
                  <a:pos x="connsiteX2" y="connsiteY2"/>
                </a:cxn>
                <a:cxn ang="0">
                  <a:pos x="connsiteX3" y="connsiteY3"/>
                </a:cxn>
              </a:cxnLst>
              <a:rect l="l" t="t" r="r" b="b"/>
              <a:pathLst>
                <a:path w="95852" h="382729">
                  <a:moveTo>
                    <a:pt x="0" y="0"/>
                  </a:moveTo>
                  <a:lnTo>
                    <a:pt x="95853" y="0"/>
                  </a:lnTo>
                  <a:lnTo>
                    <a:pt x="95853" y="382729"/>
                  </a:lnTo>
                  <a:lnTo>
                    <a:pt x="0" y="382729"/>
                  </a:lnTo>
                </a:path>
              </a:pathLst>
            </a:custGeom>
            <a:noFill/>
            <a:ln w="9208" cap="rnd">
              <a:solidFill>
                <a:schemeClr val="tx2"/>
              </a:solidFill>
              <a:custDash>
                <a:ds d="375000" sp="375000"/>
              </a:custDash>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任意形状 49"/>
            <p:cNvSpPr/>
            <p:nvPr/>
          </p:nvSpPr>
          <p:spPr>
            <a:xfrm>
              <a:off x="3238690" y="1715085"/>
              <a:ext cx="455301" cy="499233"/>
            </a:xfrm>
            <a:custGeom>
              <a:avLst/>
              <a:gdLst>
                <a:gd name="connsiteX0" fmla="*/ 436770 w 455301"/>
                <a:gd name="connsiteY0" fmla="*/ 0 h 499233"/>
                <a:gd name="connsiteX1" fmla="*/ 455301 w 455301"/>
                <a:gd name="connsiteY1" fmla="*/ 0 h 499233"/>
                <a:gd name="connsiteX2" fmla="*/ 455301 w 455301"/>
                <a:gd name="connsiteY2" fmla="*/ 499234 h 499233"/>
                <a:gd name="connsiteX3" fmla="*/ 436770 w 455301"/>
                <a:gd name="connsiteY3" fmla="*/ 499234 h 499233"/>
                <a:gd name="connsiteX4" fmla="*/ 18531 w 455301"/>
                <a:gd name="connsiteY4" fmla="*/ 499234 h 499233"/>
                <a:gd name="connsiteX5" fmla="*/ 0 w 455301"/>
                <a:gd name="connsiteY5" fmla="*/ 499234 h 499233"/>
                <a:gd name="connsiteX6" fmla="*/ 0 w 455301"/>
                <a:gd name="connsiteY6" fmla="*/ 0 h 499233"/>
                <a:gd name="connsiteX7" fmla="*/ 18531 w 455301"/>
                <a:gd name="connsiteY7" fmla="*/ 0 h 4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5301" h="499233">
                  <a:moveTo>
                    <a:pt x="436770" y="0"/>
                  </a:moveTo>
                  <a:cubicBezTo>
                    <a:pt x="447004" y="0"/>
                    <a:pt x="455301" y="0"/>
                    <a:pt x="455301" y="0"/>
                  </a:cubicBezTo>
                  <a:lnTo>
                    <a:pt x="455301" y="499234"/>
                  </a:lnTo>
                  <a:cubicBezTo>
                    <a:pt x="455301" y="499234"/>
                    <a:pt x="447004" y="499234"/>
                    <a:pt x="436770" y="499234"/>
                  </a:cubicBezTo>
                  <a:lnTo>
                    <a:pt x="18531" y="499234"/>
                  </a:lnTo>
                  <a:cubicBezTo>
                    <a:pt x="8297" y="499234"/>
                    <a:pt x="0" y="499234"/>
                    <a:pt x="0" y="499234"/>
                  </a:cubicBezTo>
                  <a:lnTo>
                    <a:pt x="0" y="0"/>
                  </a:lnTo>
                  <a:cubicBezTo>
                    <a:pt x="0" y="0"/>
                    <a:pt x="8297" y="0"/>
                    <a:pt x="18531" y="0"/>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 name="任意形状 50"/>
            <p:cNvSpPr/>
            <p:nvPr/>
          </p:nvSpPr>
          <p:spPr>
            <a:xfrm>
              <a:off x="3322562" y="1802950"/>
              <a:ext cx="67895" cy="63901"/>
            </a:xfrm>
            <a:custGeom>
              <a:avLst/>
              <a:gdLst>
                <a:gd name="connsiteX0" fmla="*/ 0 w 67895"/>
                <a:gd name="connsiteY0" fmla="*/ 0 h 63901"/>
                <a:gd name="connsiteX1" fmla="*/ 67896 w 67895"/>
                <a:gd name="connsiteY1" fmla="*/ 0 h 63901"/>
                <a:gd name="connsiteX2" fmla="*/ 67896 w 67895"/>
                <a:gd name="connsiteY2" fmla="*/ 63902 h 63901"/>
                <a:gd name="connsiteX3" fmla="*/ 0 w 67895"/>
                <a:gd name="connsiteY3" fmla="*/ 63902 h 63901"/>
              </a:gdLst>
              <a:ahLst/>
              <a:cxnLst>
                <a:cxn ang="0">
                  <a:pos x="connsiteX0" y="connsiteY0"/>
                </a:cxn>
                <a:cxn ang="0">
                  <a:pos x="connsiteX1" y="connsiteY1"/>
                </a:cxn>
                <a:cxn ang="0">
                  <a:pos x="connsiteX2" y="connsiteY2"/>
                </a:cxn>
                <a:cxn ang="0">
                  <a:pos x="connsiteX3" y="connsiteY3"/>
                </a:cxn>
              </a:cxnLst>
              <a:rect l="l" t="t" r="r" b="b"/>
              <a:pathLst>
                <a:path w="67895" h="63901">
                  <a:moveTo>
                    <a:pt x="0" y="0"/>
                  </a:moveTo>
                  <a:lnTo>
                    <a:pt x="67896" y="0"/>
                  </a:lnTo>
                  <a:lnTo>
                    <a:pt x="67896" y="63902"/>
                  </a:lnTo>
                  <a:lnTo>
                    <a:pt x="0" y="63902"/>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2" name="任意形状 51"/>
            <p:cNvSpPr/>
            <p:nvPr/>
          </p:nvSpPr>
          <p:spPr>
            <a:xfrm>
              <a:off x="3322562" y="1926760"/>
              <a:ext cx="67895" cy="63901"/>
            </a:xfrm>
            <a:custGeom>
              <a:avLst/>
              <a:gdLst>
                <a:gd name="connsiteX0" fmla="*/ 0 w 67895"/>
                <a:gd name="connsiteY0" fmla="*/ 0 h 63901"/>
                <a:gd name="connsiteX1" fmla="*/ 67896 w 67895"/>
                <a:gd name="connsiteY1" fmla="*/ 0 h 63901"/>
                <a:gd name="connsiteX2" fmla="*/ 67896 w 67895"/>
                <a:gd name="connsiteY2" fmla="*/ 63902 h 63901"/>
                <a:gd name="connsiteX3" fmla="*/ 0 w 67895"/>
                <a:gd name="connsiteY3" fmla="*/ 63902 h 63901"/>
              </a:gdLst>
              <a:ahLst/>
              <a:cxnLst>
                <a:cxn ang="0">
                  <a:pos x="connsiteX0" y="connsiteY0"/>
                </a:cxn>
                <a:cxn ang="0">
                  <a:pos x="connsiteX1" y="connsiteY1"/>
                </a:cxn>
                <a:cxn ang="0">
                  <a:pos x="connsiteX2" y="connsiteY2"/>
                </a:cxn>
                <a:cxn ang="0">
                  <a:pos x="connsiteX3" y="connsiteY3"/>
                </a:cxn>
              </a:cxnLst>
              <a:rect l="l" t="t" r="r" b="b"/>
              <a:pathLst>
                <a:path w="67895" h="63901">
                  <a:moveTo>
                    <a:pt x="0" y="0"/>
                  </a:moveTo>
                  <a:lnTo>
                    <a:pt x="67896" y="0"/>
                  </a:lnTo>
                  <a:lnTo>
                    <a:pt x="67896" y="63902"/>
                  </a:lnTo>
                  <a:lnTo>
                    <a:pt x="0" y="63902"/>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3" name="任意形状 52"/>
            <p:cNvSpPr/>
            <p:nvPr/>
          </p:nvSpPr>
          <p:spPr>
            <a:xfrm>
              <a:off x="3322562" y="2050570"/>
              <a:ext cx="67895" cy="63901"/>
            </a:xfrm>
            <a:custGeom>
              <a:avLst/>
              <a:gdLst>
                <a:gd name="connsiteX0" fmla="*/ 0 w 67895"/>
                <a:gd name="connsiteY0" fmla="*/ 0 h 63901"/>
                <a:gd name="connsiteX1" fmla="*/ 67896 w 67895"/>
                <a:gd name="connsiteY1" fmla="*/ 0 h 63901"/>
                <a:gd name="connsiteX2" fmla="*/ 67896 w 67895"/>
                <a:gd name="connsiteY2" fmla="*/ 63902 h 63901"/>
                <a:gd name="connsiteX3" fmla="*/ 0 w 67895"/>
                <a:gd name="connsiteY3" fmla="*/ 63902 h 63901"/>
              </a:gdLst>
              <a:ahLst/>
              <a:cxnLst>
                <a:cxn ang="0">
                  <a:pos x="connsiteX0" y="connsiteY0"/>
                </a:cxn>
                <a:cxn ang="0">
                  <a:pos x="connsiteX1" y="connsiteY1"/>
                </a:cxn>
                <a:cxn ang="0">
                  <a:pos x="connsiteX2" y="connsiteY2"/>
                </a:cxn>
                <a:cxn ang="0">
                  <a:pos x="connsiteX3" y="connsiteY3"/>
                </a:cxn>
              </a:cxnLst>
              <a:rect l="l" t="t" r="r" b="b"/>
              <a:pathLst>
                <a:path w="67895" h="63901">
                  <a:moveTo>
                    <a:pt x="0" y="0"/>
                  </a:moveTo>
                  <a:lnTo>
                    <a:pt x="67896" y="0"/>
                  </a:lnTo>
                  <a:lnTo>
                    <a:pt x="67896" y="63902"/>
                  </a:lnTo>
                  <a:lnTo>
                    <a:pt x="0" y="63902"/>
                  </a:ln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4" name="任意形状 53"/>
            <p:cNvSpPr/>
            <p:nvPr/>
          </p:nvSpPr>
          <p:spPr>
            <a:xfrm>
              <a:off x="3436387" y="1816929"/>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5" name="任意形状 54"/>
            <p:cNvSpPr/>
            <p:nvPr/>
          </p:nvSpPr>
          <p:spPr>
            <a:xfrm>
              <a:off x="3436387" y="1940739"/>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6" name="任意形状 55"/>
            <p:cNvSpPr/>
            <p:nvPr/>
          </p:nvSpPr>
          <p:spPr>
            <a:xfrm>
              <a:off x="3436387" y="1852874"/>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7" name="任意形状 56"/>
            <p:cNvSpPr/>
            <p:nvPr/>
          </p:nvSpPr>
          <p:spPr>
            <a:xfrm>
              <a:off x="3436387" y="1976684"/>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6" name="任意形状 75"/>
            <p:cNvSpPr/>
            <p:nvPr/>
          </p:nvSpPr>
          <p:spPr>
            <a:xfrm>
              <a:off x="3436387" y="2064549"/>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7" name="任意形状 76"/>
            <p:cNvSpPr/>
            <p:nvPr/>
          </p:nvSpPr>
          <p:spPr>
            <a:xfrm>
              <a:off x="3436387" y="2100494"/>
              <a:ext cx="159754" cy="4632"/>
            </a:xfrm>
            <a:custGeom>
              <a:avLst/>
              <a:gdLst>
                <a:gd name="connsiteX0" fmla="*/ 0 w 159754"/>
                <a:gd name="connsiteY0" fmla="*/ 0 h 4632"/>
                <a:gd name="connsiteX1" fmla="*/ 159755 w 159754"/>
                <a:gd name="connsiteY1" fmla="*/ 0 h 4632"/>
              </a:gdLst>
              <a:ahLst/>
              <a:cxnLst>
                <a:cxn ang="0">
                  <a:pos x="connsiteX0" y="connsiteY0"/>
                </a:cxn>
                <a:cxn ang="0">
                  <a:pos x="connsiteX1" y="connsiteY1"/>
                </a:cxn>
              </a:cxnLst>
              <a:rect l="l" t="t" r="r" b="b"/>
              <a:pathLst>
                <a:path w="159754" h="4632">
                  <a:moveTo>
                    <a:pt x="0" y="0"/>
                  </a:moveTo>
                  <a:lnTo>
                    <a:pt x="1597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8" name="任意形状 77"/>
            <p:cNvSpPr/>
            <p:nvPr/>
          </p:nvSpPr>
          <p:spPr>
            <a:xfrm>
              <a:off x="3413521" y="1670034"/>
              <a:ext cx="426222" cy="588372"/>
            </a:xfrm>
            <a:custGeom>
              <a:avLst/>
              <a:gdLst>
                <a:gd name="connsiteX0" fmla="*/ 0 w 426222"/>
                <a:gd name="connsiteY0" fmla="*/ 0 h 588372"/>
                <a:gd name="connsiteX1" fmla="*/ 426223 w 426222"/>
                <a:gd name="connsiteY1" fmla="*/ 0 h 588372"/>
                <a:gd name="connsiteX2" fmla="*/ 426223 w 426222"/>
                <a:gd name="connsiteY2" fmla="*/ 162150 h 588372"/>
                <a:gd name="connsiteX3" fmla="*/ 426223 w 426222"/>
                <a:gd name="connsiteY3" fmla="*/ 416957 h 588372"/>
                <a:gd name="connsiteX4" fmla="*/ 426223 w 426222"/>
                <a:gd name="connsiteY4" fmla="*/ 588373 h 588372"/>
                <a:gd name="connsiteX5" fmla="*/ 0 w 426222"/>
                <a:gd name="connsiteY5" fmla="*/ 588373 h 5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222" h="588372">
                  <a:moveTo>
                    <a:pt x="0" y="0"/>
                  </a:moveTo>
                  <a:lnTo>
                    <a:pt x="426223" y="0"/>
                  </a:lnTo>
                  <a:lnTo>
                    <a:pt x="426223" y="162150"/>
                  </a:lnTo>
                  <a:moveTo>
                    <a:pt x="426223" y="416957"/>
                  </a:moveTo>
                  <a:lnTo>
                    <a:pt x="426223" y="588373"/>
                  </a:lnTo>
                  <a:lnTo>
                    <a:pt x="0" y="588373"/>
                  </a:lnTo>
                </a:path>
              </a:pathLst>
            </a:custGeom>
            <a:no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9" name="任意形状 78"/>
            <p:cNvSpPr/>
            <p:nvPr/>
          </p:nvSpPr>
          <p:spPr>
            <a:xfrm>
              <a:off x="3737924" y="1866852"/>
              <a:ext cx="187711" cy="187711"/>
            </a:xfrm>
            <a:custGeom>
              <a:avLst/>
              <a:gdLst>
                <a:gd name="connsiteX0" fmla="*/ 187712 w 187711"/>
                <a:gd name="connsiteY0" fmla="*/ 93856 h 187711"/>
                <a:gd name="connsiteX1" fmla="*/ 93856 w 187711"/>
                <a:gd name="connsiteY1" fmla="*/ 187712 h 187711"/>
                <a:gd name="connsiteX2" fmla="*/ 0 w 187711"/>
                <a:gd name="connsiteY2" fmla="*/ 93856 h 187711"/>
                <a:gd name="connsiteX3" fmla="*/ 93856 w 187711"/>
                <a:gd name="connsiteY3" fmla="*/ 0 h 187711"/>
                <a:gd name="connsiteX4" fmla="*/ 187712 w 187711"/>
                <a:gd name="connsiteY4" fmla="*/ 93856 h 18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11" h="187711">
                  <a:moveTo>
                    <a:pt x="187712" y="93856"/>
                  </a:moveTo>
                  <a:cubicBezTo>
                    <a:pt x="187712" y="145691"/>
                    <a:pt x="145691" y="187712"/>
                    <a:pt x="93856" y="187712"/>
                  </a:cubicBezTo>
                  <a:cubicBezTo>
                    <a:pt x="42021" y="187712"/>
                    <a:pt x="0" y="145691"/>
                    <a:pt x="0" y="93856"/>
                  </a:cubicBezTo>
                  <a:cubicBezTo>
                    <a:pt x="0" y="42021"/>
                    <a:pt x="42021" y="0"/>
                    <a:pt x="93856" y="0"/>
                  </a:cubicBezTo>
                  <a:cubicBezTo>
                    <a:pt x="145691" y="0"/>
                    <a:pt x="187712" y="42021"/>
                    <a:pt x="187712" y="93856"/>
                  </a:cubicBezTo>
                  <a:close/>
                </a:path>
              </a:pathLst>
            </a:custGeom>
            <a:solidFill>
              <a:schemeClr val="bg1"/>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0" name="任意形状 79"/>
            <p:cNvSpPr/>
            <p:nvPr/>
          </p:nvSpPr>
          <p:spPr>
            <a:xfrm>
              <a:off x="3765618" y="1873879"/>
              <a:ext cx="171415" cy="138985"/>
            </a:xfrm>
            <a:custGeom>
              <a:avLst/>
              <a:gdLst>
                <a:gd name="connsiteX0" fmla="*/ 146892 w 171415"/>
                <a:gd name="connsiteY0" fmla="*/ 0 h 138985"/>
                <a:gd name="connsiteX1" fmla="*/ 171416 w 171415"/>
                <a:gd name="connsiteY1" fmla="*/ 23690 h 138985"/>
                <a:gd name="connsiteX2" fmla="*/ 62548 w 171415"/>
                <a:gd name="connsiteY2" fmla="*/ 138986 h 138985"/>
                <a:gd name="connsiteX3" fmla="*/ 0 w 171415"/>
                <a:gd name="connsiteY3" fmla="*/ 66863 h 138985"/>
                <a:gd name="connsiteX4" fmla="*/ 25568 w 171415"/>
                <a:gd name="connsiteY4" fmla="*/ 44331 h 138985"/>
                <a:gd name="connsiteX5" fmla="*/ 63695 w 171415"/>
                <a:gd name="connsiteY5" fmla="*/ 88105 h 13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415" h="138985">
                  <a:moveTo>
                    <a:pt x="146892" y="0"/>
                  </a:moveTo>
                  <a:lnTo>
                    <a:pt x="171416" y="23690"/>
                  </a:lnTo>
                  <a:lnTo>
                    <a:pt x="62548" y="138986"/>
                  </a:lnTo>
                  <a:lnTo>
                    <a:pt x="0" y="66863"/>
                  </a:lnTo>
                  <a:lnTo>
                    <a:pt x="25568" y="44331"/>
                  </a:lnTo>
                  <a:lnTo>
                    <a:pt x="63695" y="88105"/>
                  </a:lnTo>
                  <a:close/>
                </a:path>
              </a:pathLst>
            </a:custGeom>
            <a:solidFill>
              <a:schemeClr val="accent1">
                <a:lumMod val="40000"/>
                <a:lumOff val="60000"/>
              </a:schemeClr>
            </a:solid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1" name="任意形状 80"/>
            <p:cNvSpPr/>
            <p:nvPr/>
          </p:nvSpPr>
          <p:spPr>
            <a:xfrm>
              <a:off x="3232699" y="1613241"/>
              <a:ext cx="355454" cy="4632"/>
            </a:xfrm>
            <a:custGeom>
              <a:avLst/>
              <a:gdLst>
                <a:gd name="connsiteX0" fmla="*/ 0 w 355454"/>
                <a:gd name="connsiteY0" fmla="*/ 0 h 4632"/>
                <a:gd name="connsiteX1" fmla="*/ 355455 w 355454"/>
                <a:gd name="connsiteY1" fmla="*/ 0 h 4632"/>
              </a:gdLst>
              <a:ahLst/>
              <a:cxnLst>
                <a:cxn ang="0">
                  <a:pos x="connsiteX0" y="connsiteY0"/>
                </a:cxn>
                <a:cxn ang="0">
                  <a:pos x="connsiteX1" y="connsiteY1"/>
                </a:cxn>
              </a:cxnLst>
              <a:rect l="l" t="t" r="r" b="b"/>
              <a:pathLst>
                <a:path w="355454" h="4632">
                  <a:moveTo>
                    <a:pt x="0" y="0"/>
                  </a:moveTo>
                  <a:lnTo>
                    <a:pt x="355455"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2" name="任意形状 81"/>
            <p:cNvSpPr/>
            <p:nvPr/>
          </p:nvSpPr>
          <p:spPr>
            <a:xfrm>
              <a:off x="3644068" y="1613241"/>
              <a:ext cx="183718" cy="4632"/>
            </a:xfrm>
            <a:custGeom>
              <a:avLst/>
              <a:gdLst>
                <a:gd name="connsiteX0" fmla="*/ 0 w 183718"/>
                <a:gd name="connsiteY0" fmla="*/ 0 h 4632"/>
                <a:gd name="connsiteX1" fmla="*/ 183718 w 183718"/>
                <a:gd name="connsiteY1" fmla="*/ 0 h 4632"/>
              </a:gdLst>
              <a:ahLst/>
              <a:cxnLst>
                <a:cxn ang="0">
                  <a:pos x="connsiteX0" y="connsiteY0"/>
                </a:cxn>
                <a:cxn ang="0">
                  <a:pos x="connsiteX1" y="connsiteY1"/>
                </a:cxn>
              </a:cxnLst>
              <a:rect l="l" t="t" r="r" b="b"/>
              <a:pathLst>
                <a:path w="183718" h="4632">
                  <a:moveTo>
                    <a:pt x="0" y="0"/>
                  </a:moveTo>
                  <a:lnTo>
                    <a:pt x="183718"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3" name="任意形状 82"/>
            <p:cNvSpPr/>
            <p:nvPr/>
          </p:nvSpPr>
          <p:spPr>
            <a:xfrm>
              <a:off x="3206739" y="1591275"/>
              <a:ext cx="46323" cy="46323"/>
            </a:xfrm>
            <a:custGeom>
              <a:avLst/>
              <a:gdLst>
                <a:gd name="connsiteX0" fmla="*/ 46323 w 46323"/>
                <a:gd name="connsiteY0" fmla="*/ 23162 h 46323"/>
                <a:gd name="connsiteX1" fmla="*/ 23162 w 46323"/>
                <a:gd name="connsiteY1" fmla="*/ 46323 h 46323"/>
                <a:gd name="connsiteX2" fmla="*/ 0 w 46323"/>
                <a:gd name="connsiteY2" fmla="*/ 23162 h 46323"/>
                <a:gd name="connsiteX3" fmla="*/ 23162 w 46323"/>
                <a:gd name="connsiteY3" fmla="*/ 0 h 46323"/>
                <a:gd name="connsiteX4" fmla="*/ 46323 w 46323"/>
                <a:gd name="connsiteY4" fmla="*/ 23162 h 46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3" h="46323">
                  <a:moveTo>
                    <a:pt x="46323" y="23162"/>
                  </a:moveTo>
                  <a:cubicBezTo>
                    <a:pt x="46323" y="35953"/>
                    <a:pt x="35953" y="46323"/>
                    <a:pt x="23162" y="46323"/>
                  </a:cubicBezTo>
                  <a:cubicBezTo>
                    <a:pt x="10370" y="46323"/>
                    <a:pt x="0" y="35953"/>
                    <a:pt x="0" y="23162"/>
                  </a:cubicBezTo>
                  <a:cubicBezTo>
                    <a:pt x="0" y="10370"/>
                    <a:pt x="10370" y="0"/>
                    <a:pt x="23162" y="0"/>
                  </a:cubicBezTo>
                  <a:cubicBezTo>
                    <a:pt x="35953" y="0"/>
                    <a:pt x="46323" y="10370"/>
                    <a:pt x="46323" y="2316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4" name="任意形状 83"/>
            <p:cNvSpPr/>
            <p:nvPr/>
          </p:nvSpPr>
          <p:spPr>
            <a:xfrm>
              <a:off x="3797832" y="1591275"/>
              <a:ext cx="46323" cy="46323"/>
            </a:xfrm>
            <a:custGeom>
              <a:avLst/>
              <a:gdLst>
                <a:gd name="connsiteX0" fmla="*/ 46323 w 46323"/>
                <a:gd name="connsiteY0" fmla="*/ 23162 h 46323"/>
                <a:gd name="connsiteX1" fmla="*/ 23162 w 46323"/>
                <a:gd name="connsiteY1" fmla="*/ 46323 h 46323"/>
                <a:gd name="connsiteX2" fmla="*/ 0 w 46323"/>
                <a:gd name="connsiteY2" fmla="*/ 23162 h 46323"/>
                <a:gd name="connsiteX3" fmla="*/ 23162 w 46323"/>
                <a:gd name="connsiteY3" fmla="*/ 0 h 46323"/>
                <a:gd name="connsiteX4" fmla="*/ 46323 w 46323"/>
                <a:gd name="connsiteY4" fmla="*/ 23162 h 46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3" h="46323">
                  <a:moveTo>
                    <a:pt x="46323" y="23162"/>
                  </a:moveTo>
                  <a:cubicBezTo>
                    <a:pt x="46323" y="35953"/>
                    <a:pt x="35953" y="46323"/>
                    <a:pt x="23162" y="46323"/>
                  </a:cubicBezTo>
                  <a:cubicBezTo>
                    <a:pt x="10370" y="46323"/>
                    <a:pt x="0" y="35953"/>
                    <a:pt x="0" y="23162"/>
                  </a:cubicBezTo>
                  <a:cubicBezTo>
                    <a:pt x="0" y="10370"/>
                    <a:pt x="10370" y="0"/>
                    <a:pt x="23162" y="0"/>
                  </a:cubicBezTo>
                  <a:cubicBezTo>
                    <a:pt x="35953" y="0"/>
                    <a:pt x="46323" y="10370"/>
                    <a:pt x="46323" y="2316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任意形状 84"/>
            <p:cNvSpPr/>
            <p:nvPr/>
          </p:nvSpPr>
          <p:spPr>
            <a:xfrm>
              <a:off x="3232699" y="2306178"/>
              <a:ext cx="121813" cy="1996"/>
            </a:xfrm>
            <a:custGeom>
              <a:avLst/>
              <a:gdLst>
                <a:gd name="connsiteX0" fmla="*/ 0 w 121813"/>
                <a:gd name="connsiteY0" fmla="*/ 1997 h 1996"/>
                <a:gd name="connsiteX1" fmla="*/ 121813 w 121813"/>
                <a:gd name="connsiteY1" fmla="*/ 0 h 1996"/>
              </a:gdLst>
              <a:ahLst/>
              <a:cxnLst>
                <a:cxn ang="0">
                  <a:pos x="connsiteX0" y="connsiteY0"/>
                </a:cxn>
                <a:cxn ang="0">
                  <a:pos x="connsiteX1" y="connsiteY1"/>
                </a:cxn>
              </a:cxnLst>
              <a:rect l="l" t="t" r="r" b="b"/>
              <a:pathLst>
                <a:path w="121813" h="1996">
                  <a:moveTo>
                    <a:pt x="0" y="1997"/>
                  </a:moveTo>
                  <a:lnTo>
                    <a:pt x="121813" y="0"/>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6" name="任意形状 85"/>
            <p:cNvSpPr/>
            <p:nvPr/>
          </p:nvSpPr>
          <p:spPr>
            <a:xfrm>
              <a:off x="3418414" y="2306178"/>
              <a:ext cx="409371" cy="1996"/>
            </a:xfrm>
            <a:custGeom>
              <a:avLst/>
              <a:gdLst>
                <a:gd name="connsiteX0" fmla="*/ 0 w 409371"/>
                <a:gd name="connsiteY0" fmla="*/ 0 h 1996"/>
                <a:gd name="connsiteX1" fmla="*/ 409372 w 409371"/>
                <a:gd name="connsiteY1" fmla="*/ 1997 h 1996"/>
              </a:gdLst>
              <a:ahLst/>
              <a:cxnLst>
                <a:cxn ang="0">
                  <a:pos x="connsiteX0" y="connsiteY0"/>
                </a:cxn>
                <a:cxn ang="0">
                  <a:pos x="connsiteX1" y="connsiteY1"/>
                </a:cxn>
              </a:cxnLst>
              <a:rect l="l" t="t" r="r" b="b"/>
              <a:pathLst>
                <a:path w="409371" h="1996">
                  <a:moveTo>
                    <a:pt x="0" y="0"/>
                  </a:moveTo>
                  <a:lnTo>
                    <a:pt x="409372" y="1997"/>
                  </a:lnTo>
                </a:path>
              </a:pathLst>
            </a:custGeom>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7" name="任意形状 86"/>
            <p:cNvSpPr/>
            <p:nvPr/>
          </p:nvSpPr>
          <p:spPr>
            <a:xfrm>
              <a:off x="3797832" y="2286209"/>
              <a:ext cx="46323" cy="46323"/>
            </a:xfrm>
            <a:custGeom>
              <a:avLst/>
              <a:gdLst>
                <a:gd name="connsiteX0" fmla="*/ 46323 w 46323"/>
                <a:gd name="connsiteY0" fmla="*/ 23162 h 46323"/>
                <a:gd name="connsiteX1" fmla="*/ 23162 w 46323"/>
                <a:gd name="connsiteY1" fmla="*/ 46323 h 46323"/>
                <a:gd name="connsiteX2" fmla="*/ 0 w 46323"/>
                <a:gd name="connsiteY2" fmla="*/ 23162 h 46323"/>
                <a:gd name="connsiteX3" fmla="*/ 23162 w 46323"/>
                <a:gd name="connsiteY3" fmla="*/ 0 h 46323"/>
                <a:gd name="connsiteX4" fmla="*/ 46323 w 46323"/>
                <a:gd name="connsiteY4" fmla="*/ 23162 h 46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3" h="46323">
                  <a:moveTo>
                    <a:pt x="46323" y="23162"/>
                  </a:moveTo>
                  <a:cubicBezTo>
                    <a:pt x="46323" y="35953"/>
                    <a:pt x="35953" y="46323"/>
                    <a:pt x="23162" y="46323"/>
                  </a:cubicBezTo>
                  <a:cubicBezTo>
                    <a:pt x="10370" y="46323"/>
                    <a:pt x="0" y="35953"/>
                    <a:pt x="0" y="23162"/>
                  </a:cubicBezTo>
                  <a:cubicBezTo>
                    <a:pt x="0" y="10370"/>
                    <a:pt x="10370" y="0"/>
                    <a:pt x="23162" y="0"/>
                  </a:cubicBezTo>
                  <a:cubicBezTo>
                    <a:pt x="35953" y="0"/>
                    <a:pt x="46323" y="10370"/>
                    <a:pt x="46323" y="2316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8" name="任意形状 87"/>
            <p:cNvSpPr/>
            <p:nvPr/>
          </p:nvSpPr>
          <p:spPr>
            <a:xfrm>
              <a:off x="3206739" y="2286209"/>
              <a:ext cx="46323" cy="46323"/>
            </a:xfrm>
            <a:custGeom>
              <a:avLst/>
              <a:gdLst>
                <a:gd name="connsiteX0" fmla="*/ 46323 w 46323"/>
                <a:gd name="connsiteY0" fmla="*/ 23162 h 46323"/>
                <a:gd name="connsiteX1" fmla="*/ 23162 w 46323"/>
                <a:gd name="connsiteY1" fmla="*/ 46323 h 46323"/>
                <a:gd name="connsiteX2" fmla="*/ 0 w 46323"/>
                <a:gd name="connsiteY2" fmla="*/ 23162 h 46323"/>
                <a:gd name="connsiteX3" fmla="*/ 23162 w 46323"/>
                <a:gd name="connsiteY3" fmla="*/ 0 h 46323"/>
                <a:gd name="connsiteX4" fmla="*/ 46323 w 46323"/>
                <a:gd name="connsiteY4" fmla="*/ 23162 h 46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3" h="46323">
                  <a:moveTo>
                    <a:pt x="46323" y="23162"/>
                  </a:moveTo>
                  <a:cubicBezTo>
                    <a:pt x="46323" y="35953"/>
                    <a:pt x="35953" y="46323"/>
                    <a:pt x="23162" y="46323"/>
                  </a:cubicBezTo>
                  <a:cubicBezTo>
                    <a:pt x="10370" y="46323"/>
                    <a:pt x="0" y="35953"/>
                    <a:pt x="0" y="23162"/>
                  </a:cubicBezTo>
                  <a:cubicBezTo>
                    <a:pt x="0" y="10370"/>
                    <a:pt x="10370" y="0"/>
                    <a:pt x="23162" y="0"/>
                  </a:cubicBezTo>
                  <a:cubicBezTo>
                    <a:pt x="35953" y="0"/>
                    <a:pt x="46323" y="10370"/>
                    <a:pt x="46323" y="2316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41" name="图片 21" descr="icon-56"/>
          <p:cNvGrpSpPr/>
          <p:nvPr/>
        </p:nvGrpSpPr>
        <p:grpSpPr>
          <a:xfrm>
            <a:off x="10132853" y="4688945"/>
            <a:ext cx="842559" cy="940858"/>
            <a:chOff x="10132853" y="4688945"/>
            <a:chExt cx="842559" cy="940858"/>
          </a:xfrm>
        </p:grpSpPr>
        <p:sp>
          <p:nvSpPr>
            <p:cNvPr id="342" name="任意形状 341"/>
            <p:cNvSpPr/>
            <p:nvPr/>
          </p:nvSpPr>
          <p:spPr>
            <a:xfrm>
              <a:off x="10408991" y="4988264"/>
              <a:ext cx="566422" cy="566422"/>
            </a:xfrm>
            <a:custGeom>
              <a:avLst/>
              <a:gdLst>
                <a:gd name="connsiteX0" fmla="*/ 566422 w 566422"/>
                <a:gd name="connsiteY0" fmla="*/ 283211 h 566422"/>
                <a:gd name="connsiteX1" fmla="*/ 283211 w 566422"/>
                <a:gd name="connsiteY1" fmla="*/ 566422 h 566422"/>
                <a:gd name="connsiteX2" fmla="*/ 0 w 566422"/>
                <a:gd name="connsiteY2" fmla="*/ 283211 h 566422"/>
                <a:gd name="connsiteX3" fmla="*/ 283211 w 566422"/>
                <a:gd name="connsiteY3" fmla="*/ 0 h 566422"/>
                <a:gd name="connsiteX4" fmla="*/ 566422 w 566422"/>
                <a:gd name="connsiteY4" fmla="*/ 283211 h 566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422" h="566422">
                  <a:moveTo>
                    <a:pt x="566422" y="283211"/>
                  </a:moveTo>
                  <a:cubicBezTo>
                    <a:pt x="566422" y="439624"/>
                    <a:pt x="439624" y="566422"/>
                    <a:pt x="283211" y="566422"/>
                  </a:cubicBezTo>
                  <a:cubicBezTo>
                    <a:pt x="126798" y="566422"/>
                    <a:pt x="0" y="439624"/>
                    <a:pt x="0" y="283211"/>
                  </a:cubicBezTo>
                  <a:cubicBezTo>
                    <a:pt x="0" y="126798"/>
                    <a:pt x="126798" y="0"/>
                    <a:pt x="283211" y="0"/>
                  </a:cubicBezTo>
                  <a:cubicBezTo>
                    <a:pt x="439624" y="0"/>
                    <a:pt x="566422" y="126798"/>
                    <a:pt x="566422" y="283211"/>
                  </a:cubicBezTo>
                  <a:close/>
                </a:path>
              </a:pathLst>
            </a:custGeom>
            <a:solidFill>
              <a:schemeClr val="bg2"/>
            </a:solidFill>
            <a:ln w="4683"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3" name="任意形状 342"/>
            <p:cNvSpPr/>
            <p:nvPr/>
          </p:nvSpPr>
          <p:spPr>
            <a:xfrm>
              <a:off x="10299856" y="4910047"/>
              <a:ext cx="498654" cy="455515"/>
            </a:xfrm>
            <a:custGeom>
              <a:avLst/>
              <a:gdLst>
                <a:gd name="connsiteX0" fmla="*/ 172090 w 498654"/>
                <a:gd name="connsiteY0" fmla="*/ 432989 h 455515"/>
                <a:gd name="connsiteX1" fmla="*/ 148153 w 498654"/>
                <a:gd name="connsiteY1" fmla="*/ 421446 h 455515"/>
                <a:gd name="connsiteX2" fmla="*/ 103098 w 498654"/>
                <a:gd name="connsiteY2" fmla="*/ 455516 h 455515"/>
                <a:gd name="connsiteX3" fmla="*/ 38989 w 498654"/>
                <a:gd name="connsiteY3" fmla="*/ 391406 h 455515"/>
                <a:gd name="connsiteX4" fmla="*/ 73457 w 498654"/>
                <a:gd name="connsiteY4" fmla="*/ 345650 h 455515"/>
                <a:gd name="connsiteX5" fmla="*/ 55625 w 498654"/>
                <a:gd name="connsiteY5" fmla="*/ 300793 h 455515"/>
                <a:gd name="connsiteX6" fmla="*/ 0 w 498654"/>
                <a:gd name="connsiteY6" fmla="*/ 293200 h 455515"/>
                <a:gd name="connsiteX7" fmla="*/ 0 w 498654"/>
                <a:gd name="connsiteY7" fmla="*/ 205455 h 455515"/>
                <a:gd name="connsiteX8" fmla="*/ 56930 w 498654"/>
                <a:gd name="connsiteY8" fmla="*/ 197781 h 455515"/>
                <a:gd name="connsiteX9" fmla="*/ 76382 w 498654"/>
                <a:gd name="connsiteY9" fmla="*/ 152579 h 455515"/>
                <a:gd name="connsiteX10" fmla="*/ 38989 w 498654"/>
                <a:gd name="connsiteY10" fmla="*/ 102914 h 455515"/>
                <a:gd name="connsiteX11" fmla="*/ 103098 w 498654"/>
                <a:gd name="connsiteY11" fmla="*/ 38804 h 455515"/>
                <a:gd name="connsiteX12" fmla="*/ 155134 w 498654"/>
                <a:gd name="connsiteY12" fmla="*/ 78124 h 455515"/>
                <a:gd name="connsiteX13" fmla="*/ 197062 w 498654"/>
                <a:gd name="connsiteY13" fmla="*/ 62286 h 455515"/>
                <a:gd name="connsiteX14" fmla="*/ 205455 w 498654"/>
                <a:gd name="connsiteY14" fmla="*/ 0 h 455515"/>
                <a:gd name="connsiteX15" fmla="*/ 293200 w 498654"/>
                <a:gd name="connsiteY15" fmla="*/ 0 h 455515"/>
                <a:gd name="connsiteX16" fmla="*/ 302078 w 498654"/>
                <a:gd name="connsiteY16" fmla="*/ 65043 h 455515"/>
                <a:gd name="connsiteX17" fmla="*/ 337318 w 498654"/>
                <a:gd name="connsiteY17" fmla="*/ 79818 h 455515"/>
                <a:gd name="connsiteX18" fmla="*/ 391591 w 498654"/>
                <a:gd name="connsiteY18" fmla="*/ 38804 h 455515"/>
                <a:gd name="connsiteX19" fmla="*/ 455701 w 498654"/>
                <a:gd name="connsiteY19" fmla="*/ 102914 h 455515"/>
                <a:gd name="connsiteX20" fmla="*/ 415219 w 498654"/>
                <a:gd name="connsiteY20" fmla="*/ 156680 h 455515"/>
                <a:gd name="connsiteX21" fmla="*/ 431906 w 498654"/>
                <a:gd name="connsiteY21" fmla="*/ 196371 h 455515"/>
                <a:gd name="connsiteX22" fmla="*/ 498655 w 498654"/>
                <a:gd name="connsiteY22" fmla="*/ 205455 h 455515"/>
                <a:gd name="connsiteX23" fmla="*/ 498655 w 498654"/>
                <a:gd name="connsiteY23" fmla="*/ 293200 h 455515"/>
                <a:gd name="connsiteX24" fmla="*/ 433310 w 498654"/>
                <a:gd name="connsiteY24" fmla="*/ 301982 h 455515"/>
                <a:gd name="connsiteX25" fmla="*/ 418046 w 498654"/>
                <a:gd name="connsiteY25" fmla="*/ 341427 h 455515"/>
                <a:gd name="connsiteX26" fmla="*/ 455701 w 498654"/>
                <a:gd name="connsiteY26" fmla="*/ 391406 h 455515"/>
                <a:gd name="connsiteX27" fmla="*/ 391591 w 498654"/>
                <a:gd name="connsiteY27" fmla="*/ 455516 h 455515"/>
                <a:gd name="connsiteX28" fmla="*/ 344167 w 498654"/>
                <a:gd name="connsiteY28" fmla="*/ 419659 h 455515"/>
                <a:gd name="connsiteX29" fmla="*/ 322210 w 498654"/>
                <a:gd name="connsiteY29" fmla="*/ 430883 h 45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8654" h="455515">
                  <a:moveTo>
                    <a:pt x="172090" y="432989"/>
                  </a:moveTo>
                  <a:cubicBezTo>
                    <a:pt x="163816" y="429676"/>
                    <a:pt x="155822" y="425814"/>
                    <a:pt x="148153" y="421446"/>
                  </a:cubicBezTo>
                  <a:lnTo>
                    <a:pt x="103098" y="455516"/>
                  </a:lnTo>
                  <a:lnTo>
                    <a:pt x="38989" y="391406"/>
                  </a:lnTo>
                  <a:lnTo>
                    <a:pt x="73457" y="345650"/>
                  </a:lnTo>
                  <a:cubicBezTo>
                    <a:pt x="65758" y="331655"/>
                    <a:pt x="59724" y="316613"/>
                    <a:pt x="55625" y="300793"/>
                  </a:cubicBezTo>
                  <a:lnTo>
                    <a:pt x="0" y="293200"/>
                  </a:lnTo>
                  <a:lnTo>
                    <a:pt x="0" y="205455"/>
                  </a:lnTo>
                  <a:lnTo>
                    <a:pt x="56930" y="197781"/>
                  </a:lnTo>
                  <a:cubicBezTo>
                    <a:pt x="61518" y="181777"/>
                    <a:pt x="68097" y="166614"/>
                    <a:pt x="76382" y="152579"/>
                  </a:cubicBezTo>
                  <a:lnTo>
                    <a:pt x="38989" y="102914"/>
                  </a:lnTo>
                  <a:lnTo>
                    <a:pt x="103098" y="38804"/>
                  </a:lnTo>
                  <a:lnTo>
                    <a:pt x="155134" y="78124"/>
                  </a:lnTo>
                  <a:cubicBezTo>
                    <a:pt x="168307" y="71318"/>
                    <a:pt x="182354" y="65968"/>
                    <a:pt x="197062" y="62286"/>
                  </a:cubicBezTo>
                  <a:lnTo>
                    <a:pt x="205455" y="0"/>
                  </a:lnTo>
                  <a:lnTo>
                    <a:pt x="293200" y="0"/>
                  </a:lnTo>
                  <a:lnTo>
                    <a:pt x="302078" y="65043"/>
                  </a:lnTo>
                  <a:cubicBezTo>
                    <a:pt x="314388" y="68828"/>
                    <a:pt x="326179" y="73797"/>
                    <a:pt x="337318" y="79818"/>
                  </a:cubicBezTo>
                  <a:lnTo>
                    <a:pt x="391591" y="38804"/>
                  </a:lnTo>
                  <a:lnTo>
                    <a:pt x="455701" y="102914"/>
                  </a:lnTo>
                  <a:lnTo>
                    <a:pt x="415219" y="156680"/>
                  </a:lnTo>
                  <a:cubicBezTo>
                    <a:pt x="422169" y="169134"/>
                    <a:pt x="427795" y="182428"/>
                    <a:pt x="431906" y="196371"/>
                  </a:cubicBezTo>
                  <a:lnTo>
                    <a:pt x="498655" y="205455"/>
                  </a:lnTo>
                  <a:lnTo>
                    <a:pt x="498655" y="293200"/>
                  </a:lnTo>
                  <a:lnTo>
                    <a:pt x="433310" y="301982"/>
                  </a:lnTo>
                  <a:cubicBezTo>
                    <a:pt x="429638" y="315791"/>
                    <a:pt x="424490" y="328999"/>
                    <a:pt x="418046" y="341427"/>
                  </a:cubicBezTo>
                  <a:lnTo>
                    <a:pt x="455701" y="391406"/>
                  </a:lnTo>
                  <a:lnTo>
                    <a:pt x="391591" y="455516"/>
                  </a:lnTo>
                  <a:lnTo>
                    <a:pt x="344167" y="419659"/>
                  </a:lnTo>
                  <a:cubicBezTo>
                    <a:pt x="337122" y="423843"/>
                    <a:pt x="329790" y="427596"/>
                    <a:pt x="322210" y="430883"/>
                  </a:cubicBezTo>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4" name="任意形状 343"/>
            <p:cNvSpPr/>
            <p:nvPr/>
          </p:nvSpPr>
          <p:spPr>
            <a:xfrm>
              <a:off x="10205872" y="4754805"/>
              <a:ext cx="700734" cy="809138"/>
            </a:xfrm>
            <a:custGeom>
              <a:avLst/>
              <a:gdLst>
                <a:gd name="connsiteX0" fmla="*/ 350367 w 700734"/>
                <a:gd name="connsiteY0" fmla="*/ 0 h 809138"/>
                <a:gd name="connsiteX1" fmla="*/ 700734 w 700734"/>
                <a:gd name="connsiteY1" fmla="*/ 202285 h 809138"/>
                <a:gd name="connsiteX2" fmla="*/ 700734 w 700734"/>
                <a:gd name="connsiteY2" fmla="*/ 606854 h 809138"/>
                <a:gd name="connsiteX3" fmla="*/ 350367 w 700734"/>
                <a:gd name="connsiteY3" fmla="*/ 809138 h 809138"/>
                <a:gd name="connsiteX4" fmla="*/ 0 w 700734"/>
                <a:gd name="connsiteY4" fmla="*/ 606854 h 809138"/>
                <a:gd name="connsiteX5" fmla="*/ 0 w 700734"/>
                <a:gd name="connsiteY5" fmla="*/ 202285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0734" h="809138">
                  <a:moveTo>
                    <a:pt x="350367" y="0"/>
                  </a:moveTo>
                  <a:lnTo>
                    <a:pt x="700734" y="202285"/>
                  </a:lnTo>
                  <a:lnTo>
                    <a:pt x="700734" y="606854"/>
                  </a:lnTo>
                  <a:lnTo>
                    <a:pt x="350367" y="809138"/>
                  </a:lnTo>
                  <a:lnTo>
                    <a:pt x="0" y="606854"/>
                  </a:lnTo>
                  <a:lnTo>
                    <a:pt x="0" y="202285"/>
                  </a:lnTo>
                  <a:close/>
                </a:path>
              </a:pathLst>
            </a:custGeom>
            <a:no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5" name="任意形状 344"/>
            <p:cNvSpPr/>
            <p:nvPr/>
          </p:nvSpPr>
          <p:spPr>
            <a:xfrm>
              <a:off x="10151670" y="4895934"/>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6" name="任意形状 345"/>
            <p:cNvSpPr/>
            <p:nvPr/>
          </p:nvSpPr>
          <p:spPr>
            <a:xfrm>
              <a:off x="10490379" y="4688945"/>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7" name="任意形状 346"/>
            <p:cNvSpPr/>
            <p:nvPr/>
          </p:nvSpPr>
          <p:spPr>
            <a:xfrm>
              <a:off x="10829088" y="4895934"/>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8" name="任意形状 347"/>
            <p:cNvSpPr/>
            <p:nvPr/>
          </p:nvSpPr>
          <p:spPr>
            <a:xfrm>
              <a:off x="10843201" y="5295799"/>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9" name="任意形状 348"/>
            <p:cNvSpPr/>
            <p:nvPr/>
          </p:nvSpPr>
          <p:spPr>
            <a:xfrm>
              <a:off x="10490379" y="5498084"/>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0" name="任意形状 349"/>
            <p:cNvSpPr/>
            <p:nvPr/>
          </p:nvSpPr>
          <p:spPr>
            <a:xfrm>
              <a:off x="10132853" y="5291095"/>
              <a:ext cx="131720" cy="131720"/>
            </a:xfrm>
            <a:custGeom>
              <a:avLst/>
              <a:gdLst>
                <a:gd name="connsiteX0" fmla="*/ 131720 w 131720"/>
                <a:gd name="connsiteY0" fmla="*/ 65860 h 131720"/>
                <a:gd name="connsiteX1" fmla="*/ 65860 w 131720"/>
                <a:gd name="connsiteY1" fmla="*/ 131720 h 131720"/>
                <a:gd name="connsiteX2" fmla="*/ 0 w 131720"/>
                <a:gd name="connsiteY2" fmla="*/ 65860 h 131720"/>
                <a:gd name="connsiteX3" fmla="*/ 65860 w 131720"/>
                <a:gd name="connsiteY3" fmla="*/ 0 h 131720"/>
                <a:gd name="connsiteX4" fmla="*/ 131720 w 131720"/>
                <a:gd name="connsiteY4" fmla="*/ 65860 h 131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20" h="131720">
                  <a:moveTo>
                    <a:pt x="131720" y="65860"/>
                  </a:moveTo>
                  <a:cubicBezTo>
                    <a:pt x="131720" y="102234"/>
                    <a:pt x="102234" y="131720"/>
                    <a:pt x="65860" y="131720"/>
                  </a:cubicBezTo>
                  <a:cubicBezTo>
                    <a:pt x="29487" y="131720"/>
                    <a:pt x="0" y="102234"/>
                    <a:pt x="0" y="65860"/>
                  </a:cubicBezTo>
                  <a:cubicBezTo>
                    <a:pt x="0" y="29487"/>
                    <a:pt x="29487" y="0"/>
                    <a:pt x="65860" y="0"/>
                  </a:cubicBezTo>
                  <a:cubicBezTo>
                    <a:pt x="102234" y="0"/>
                    <a:pt x="131720" y="29487"/>
                    <a:pt x="131720" y="65860"/>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1" name="任意形状 350"/>
            <p:cNvSpPr/>
            <p:nvPr/>
          </p:nvSpPr>
          <p:spPr>
            <a:xfrm>
              <a:off x="10184600" y="4928864"/>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2" name="任意形状 351"/>
            <p:cNvSpPr/>
            <p:nvPr/>
          </p:nvSpPr>
          <p:spPr>
            <a:xfrm>
              <a:off x="10523309" y="4721875"/>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3" name="任意形状 352"/>
            <p:cNvSpPr/>
            <p:nvPr/>
          </p:nvSpPr>
          <p:spPr>
            <a:xfrm>
              <a:off x="10862018" y="4928864"/>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4" name="任意形状 353"/>
            <p:cNvSpPr/>
            <p:nvPr/>
          </p:nvSpPr>
          <p:spPr>
            <a:xfrm>
              <a:off x="10876131" y="5328729"/>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5" name="任意形状 354"/>
            <p:cNvSpPr/>
            <p:nvPr/>
          </p:nvSpPr>
          <p:spPr>
            <a:xfrm>
              <a:off x="10523309" y="5531014"/>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6" name="任意形状 355"/>
            <p:cNvSpPr/>
            <p:nvPr/>
          </p:nvSpPr>
          <p:spPr>
            <a:xfrm>
              <a:off x="10165783" y="5328729"/>
              <a:ext cx="61155" cy="61155"/>
            </a:xfrm>
            <a:custGeom>
              <a:avLst/>
              <a:gdLst>
                <a:gd name="connsiteX0" fmla="*/ 61156 w 61155"/>
                <a:gd name="connsiteY0" fmla="*/ 30578 h 61155"/>
                <a:gd name="connsiteX1" fmla="*/ 30578 w 61155"/>
                <a:gd name="connsiteY1" fmla="*/ 61156 h 61155"/>
                <a:gd name="connsiteX2" fmla="*/ 0 w 61155"/>
                <a:gd name="connsiteY2" fmla="*/ 30578 h 61155"/>
                <a:gd name="connsiteX3" fmla="*/ 30578 w 61155"/>
                <a:gd name="connsiteY3" fmla="*/ 0 h 61155"/>
                <a:gd name="connsiteX4" fmla="*/ 61156 w 61155"/>
                <a:gd name="connsiteY4" fmla="*/ 30578 h 61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5" h="61155">
                  <a:moveTo>
                    <a:pt x="61156" y="30578"/>
                  </a:moveTo>
                  <a:cubicBezTo>
                    <a:pt x="61156" y="47466"/>
                    <a:pt x="47466" y="61156"/>
                    <a:pt x="30578" y="61156"/>
                  </a:cubicBezTo>
                  <a:cubicBezTo>
                    <a:pt x="13690" y="61156"/>
                    <a:pt x="0" y="47466"/>
                    <a:pt x="0" y="30578"/>
                  </a:cubicBezTo>
                  <a:cubicBezTo>
                    <a:pt x="0" y="13690"/>
                    <a:pt x="13690" y="0"/>
                    <a:pt x="30578" y="0"/>
                  </a:cubicBezTo>
                  <a:cubicBezTo>
                    <a:pt x="47466" y="0"/>
                    <a:pt x="61156" y="13690"/>
                    <a:pt x="61156" y="30578"/>
                  </a:cubicBezTo>
                  <a:close/>
                </a:path>
              </a:pathLst>
            </a:custGeom>
            <a:solidFill>
              <a:schemeClr val="bg1"/>
            </a:solid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7" name="任意形状 356"/>
            <p:cNvSpPr/>
            <p:nvPr/>
          </p:nvSpPr>
          <p:spPr>
            <a:xfrm>
              <a:off x="10462154" y="5234643"/>
              <a:ext cx="44690" cy="202284"/>
            </a:xfrm>
            <a:custGeom>
              <a:avLst/>
              <a:gdLst>
                <a:gd name="connsiteX0" fmla="*/ 0 w 44690"/>
                <a:gd name="connsiteY0" fmla="*/ 0 h 202284"/>
                <a:gd name="connsiteX1" fmla="*/ 44691 w 44690"/>
                <a:gd name="connsiteY1" fmla="*/ 34078 h 202284"/>
                <a:gd name="connsiteX2" fmla="*/ 44691 w 44690"/>
                <a:gd name="connsiteY2" fmla="*/ 202285 h 202284"/>
              </a:gdLst>
              <a:ahLst/>
              <a:cxnLst>
                <a:cxn ang="0">
                  <a:pos x="connsiteX0" y="connsiteY0"/>
                </a:cxn>
                <a:cxn ang="0">
                  <a:pos x="connsiteX1" y="connsiteY1"/>
                </a:cxn>
                <a:cxn ang="0">
                  <a:pos x="connsiteX2" y="connsiteY2"/>
                </a:cxn>
              </a:cxnLst>
              <a:rect l="l" t="t" r="r" b="b"/>
              <a:pathLst>
                <a:path w="44690" h="202284">
                  <a:moveTo>
                    <a:pt x="0" y="0"/>
                  </a:moveTo>
                  <a:lnTo>
                    <a:pt x="44691" y="34078"/>
                  </a:lnTo>
                  <a:lnTo>
                    <a:pt x="44691" y="202285"/>
                  </a:lnTo>
                </a:path>
              </a:pathLst>
            </a:custGeom>
            <a:no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8" name="任意形状 357"/>
            <p:cNvSpPr/>
            <p:nvPr/>
          </p:nvSpPr>
          <p:spPr>
            <a:xfrm rot="10800000" flipV="1">
              <a:off x="10593874" y="5234643"/>
              <a:ext cx="44690" cy="202284"/>
            </a:xfrm>
            <a:custGeom>
              <a:avLst/>
              <a:gdLst>
                <a:gd name="connsiteX0" fmla="*/ 0 w 44690"/>
                <a:gd name="connsiteY0" fmla="*/ 0 h 202284"/>
                <a:gd name="connsiteX1" fmla="*/ 44691 w 44690"/>
                <a:gd name="connsiteY1" fmla="*/ 34078 h 202284"/>
                <a:gd name="connsiteX2" fmla="*/ 44691 w 44690"/>
                <a:gd name="connsiteY2" fmla="*/ 202285 h 202284"/>
              </a:gdLst>
              <a:ahLst/>
              <a:cxnLst>
                <a:cxn ang="0">
                  <a:pos x="connsiteX0" y="connsiteY0"/>
                </a:cxn>
                <a:cxn ang="0">
                  <a:pos x="connsiteX1" y="connsiteY1"/>
                </a:cxn>
                <a:cxn ang="0">
                  <a:pos x="connsiteX2" y="connsiteY2"/>
                </a:cxn>
              </a:cxnLst>
              <a:rect l="l" t="t" r="r" b="b"/>
              <a:pathLst>
                <a:path w="44690" h="202284">
                  <a:moveTo>
                    <a:pt x="0" y="0"/>
                  </a:moveTo>
                  <a:lnTo>
                    <a:pt x="44691" y="34078"/>
                  </a:lnTo>
                  <a:lnTo>
                    <a:pt x="44691" y="202285"/>
                  </a:lnTo>
                </a:path>
              </a:pathLst>
            </a:custGeom>
            <a:no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9" name="任意形状 358"/>
            <p:cNvSpPr/>
            <p:nvPr/>
          </p:nvSpPr>
          <p:spPr>
            <a:xfrm rot="10800000" flipV="1">
              <a:off x="10570352" y="5159375"/>
              <a:ext cx="44690" cy="277553"/>
            </a:xfrm>
            <a:custGeom>
              <a:avLst/>
              <a:gdLst>
                <a:gd name="connsiteX0" fmla="*/ 0 w 44690"/>
                <a:gd name="connsiteY0" fmla="*/ 0 h 277553"/>
                <a:gd name="connsiteX1" fmla="*/ 44691 w 44690"/>
                <a:gd name="connsiteY1" fmla="*/ 34078 h 277553"/>
                <a:gd name="connsiteX2" fmla="*/ 44691 w 44690"/>
                <a:gd name="connsiteY2" fmla="*/ 277553 h 277553"/>
              </a:gdLst>
              <a:ahLst/>
              <a:cxnLst>
                <a:cxn ang="0">
                  <a:pos x="connsiteX0" y="connsiteY0"/>
                </a:cxn>
                <a:cxn ang="0">
                  <a:pos x="connsiteX1" y="connsiteY1"/>
                </a:cxn>
                <a:cxn ang="0">
                  <a:pos x="connsiteX2" y="connsiteY2"/>
                </a:cxn>
              </a:cxnLst>
              <a:rect l="l" t="t" r="r" b="b"/>
              <a:pathLst>
                <a:path w="44690" h="277553">
                  <a:moveTo>
                    <a:pt x="0" y="0"/>
                  </a:moveTo>
                  <a:lnTo>
                    <a:pt x="44691" y="34078"/>
                  </a:lnTo>
                  <a:lnTo>
                    <a:pt x="44691" y="277553"/>
                  </a:lnTo>
                </a:path>
              </a:pathLst>
            </a:custGeom>
            <a:no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0" name="任意形状 359"/>
            <p:cNvSpPr/>
            <p:nvPr/>
          </p:nvSpPr>
          <p:spPr>
            <a:xfrm>
              <a:off x="10490379" y="5107627"/>
              <a:ext cx="44690" cy="329300"/>
            </a:xfrm>
            <a:custGeom>
              <a:avLst/>
              <a:gdLst>
                <a:gd name="connsiteX0" fmla="*/ 0 w 44690"/>
                <a:gd name="connsiteY0" fmla="*/ 0 h 329300"/>
                <a:gd name="connsiteX1" fmla="*/ 44691 w 44690"/>
                <a:gd name="connsiteY1" fmla="*/ 34078 h 329300"/>
                <a:gd name="connsiteX2" fmla="*/ 44691 w 44690"/>
                <a:gd name="connsiteY2" fmla="*/ 329300 h 329300"/>
              </a:gdLst>
              <a:ahLst/>
              <a:cxnLst>
                <a:cxn ang="0">
                  <a:pos x="connsiteX0" y="connsiteY0"/>
                </a:cxn>
                <a:cxn ang="0">
                  <a:pos x="connsiteX1" y="connsiteY1"/>
                </a:cxn>
                <a:cxn ang="0">
                  <a:pos x="connsiteX2" y="connsiteY2"/>
                </a:cxn>
              </a:cxnLst>
              <a:rect l="l" t="t" r="r" b="b"/>
              <a:pathLst>
                <a:path w="44690" h="329300">
                  <a:moveTo>
                    <a:pt x="0" y="0"/>
                  </a:moveTo>
                  <a:lnTo>
                    <a:pt x="44691" y="34078"/>
                  </a:lnTo>
                  <a:lnTo>
                    <a:pt x="44691" y="329300"/>
                  </a:lnTo>
                </a:path>
              </a:pathLst>
            </a:custGeom>
            <a:noFill/>
            <a:ln w="9366"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1" name="任意形状 360"/>
            <p:cNvSpPr/>
            <p:nvPr/>
          </p:nvSpPr>
          <p:spPr>
            <a:xfrm>
              <a:off x="10603282" y="5135853"/>
              <a:ext cx="32930" cy="32930"/>
            </a:xfrm>
            <a:custGeom>
              <a:avLst/>
              <a:gdLst>
                <a:gd name="connsiteX0" fmla="*/ 32930 w 32930"/>
                <a:gd name="connsiteY0" fmla="*/ 16465 h 32930"/>
                <a:gd name="connsiteX1" fmla="*/ 16465 w 32930"/>
                <a:gd name="connsiteY1" fmla="*/ 32930 h 32930"/>
                <a:gd name="connsiteX2" fmla="*/ 0 w 32930"/>
                <a:gd name="connsiteY2" fmla="*/ 16465 h 32930"/>
                <a:gd name="connsiteX3" fmla="*/ 16465 w 32930"/>
                <a:gd name="connsiteY3" fmla="*/ 0 h 32930"/>
                <a:gd name="connsiteX4" fmla="*/ 32930 w 32930"/>
                <a:gd name="connsiteY4" fmla="*/ 16465 h 3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30" h="32930">
                  <a:moveTo>
                    <a:pt x="32930" y="16465"/>
                  </a:moveTo>
                  <a:cubicBezTo>
                    <a:pt x="32930" y="25558"/>
                    <a:pt x="25558" y="32930"/>
                    <a:pt x="16465" y="32930"/>
                  </a:cubicBezTo>
                  <a:cubicBezTo>
                    <a:pt x="7372" y="32930"/>
                    <a:pt x="0" y="25558"/>
                    <a:pt x="0" y="16465"/>
                  </a:cubicBezTo>
                  <a:cubicBezTo>
                    <a:pt x="0" y="7372"/>
                    <a:pt x="7372" y="0"/>
                    <a:pt x="16465" y="0"/>
                  </a:cubicBezTo>
                  <a:cubicBezTo>
                    <a:pt x="25558" y="0"/>
                    <a:pt x="32930" y="7372"/>
                    <a:pt x="32930" y="16465"/>
                  </a:cubicBezTo>
                  <a:close/>
                </a:path>
              </a:pathLst>
            </a:custGeom>
            <a:solidFill>
              <a:schemeClr val="accent1">
                <a:lumMod val="40000"/>
                <a:lumOff val="60000"/>
              </a:schemeClr>
            </a:solidFill>
            <a:ln w="9366"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2" name="任意形状 361"/>
            <p:cNvSpPr/>
            <p:nvPr/>
          </p:nvSpPr>
          <p:spPr>
            <a:xfrm>
              <a:off x="10462154" y="5084106"/>
              <a:ext cx="32930" cy="32930"/>
            </a:xfrm>
            <a:custGeom>
              <a:avLst/>
              <a:gdLst>
                <a:gd name="connsiteX0" fmla="*/ 32930 w 32930"/>
                <a:gd name="connsiteY0" fmla="*/ 16465 h 32930"/>
                <a:gd name="connsiteX1" fmla="*/ 16465 w 32930"/>
                <a:gd name="connsiteY1" fmla="*/ 32930 h 32930"/>
                <a:gd name="connsiteX2" fmla="*/ 0 w 32930"/>
                <a:gd name="connsiteY2" fmla="*/ 16465 h 32930"/>
                <a:gd name="connsiteX3" fmla="*/ 16465 w 32930"/>
                <a:gd name="connsiteY3" fmla="*/ 0 h 32930"/>
                <a:gd name="connsiteX4" fmla="*/ 32930 w 32930"/>
                <a:gd name="connsiteY4" fmla="*/ 16465 h 3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30" h="32930">
                  <a:moveTo>
                    <a:pt x="32930" y="16465"/>
                  </a:moveTo>
                  <a:cubicBezTo>
                    <a:pt x="32930" y="25558"/>
                    <a:pt x="25558" y="32930"/>
                    <a:pt x="16465" y="32930"/>
                  </a:cubicBezTo>
                  <a:cubicBezTo>
                    <a:pt x="7372" y="32930"/>
                    <a:pt x="0" y="25558"/>
                    <a:pt x="0" y="16465"/>
                  </a:cubicBezTo>
                  <a:cubicBezTo>
                    <a:pt x="0" y="7372"/>
                    <a:pt x="7372" y="0"/>
                    <a:pt x="16465" y="0"/>
                  </a:cubicBezTo>
                  <a:cubicBezTo>
                    <a:pt x="25558" y="0"/>
                    <a:pt x="32930" y="7372"/>
                    <a:pt x="32930" y="16465"/>
                  </a:cubicBezTo>
                  <a:close/>
                </a:path>
              </a:pathLst>
            </a:custGeom>
            <a:solidFill>
              <a:schemeClr val="accent1">
                <a:lumMod val="40000"/>
                <a:lumOff val="60000"/>
              </a:schemeClr>
            </a:solidFill>
            <a:ln w="9366"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3" name="任意形状 362"/>
            <p:cNvSpPr/>
            <p:nvPr/>
          </p:nvSpPr>
          <p:spPr>
            <a:xfrm>
              <a:off x="10438632" y="5220530"/>
              <a:ext cx="32930" cy="32930"/>
            </a:xfrm>
            <a:custGeom>
              <a:avLst/>
              <a:gdLst>
                <a:gd name="connsiteX0" fmla="*/ 32930 w 32930"/>
                <a:gd name="connsiteY0" fmla="*/ 16465 h 32930"/>
                <a:gd name="connsiteX1" fmla="*/ 16465 w 32930"/>
                <a:gd name="connsiteY1" fmla="*/ 32930 h 32930"/>
                <a:gd name="connsiteX2" fmla="*/ 0 w 32930"/>
                <a:gd name="connsiteY2" fmla="*/ 16465 h 32930"/>
                <a:gd name="connsiteX3" fmla="*/ 16465 w 32930"/>
                <a:gd name="connsiteY3" fmla="*/ 0 h 32930"/>
                <a:gd name="connsiteX4" fmla="*/ 32930 w 32930"/>
                <a:gd name="connsiteY4" fmla="*/ 16465 h 3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30" h="32930">
                  <a:moveTo>
                    <a:pt x="32930" y="16465"/>
                  </a:moveTo>
                  <a:cubicBezTo>
                    <a:pt x="32930" y="25558"/>
                    <a:pt x="25558" y="32930"/>
                    <a:pt x="16465" y="32930"/>
                  </a:cubicBezTo>
                  <a:cubicBezTo>
                    <a:pt x="7372" y="32930"/>
                    <a:pt x="0" y="25558"/>
                    <a:pt x="0" y="16465"/>
                  </a:cubicBezTo>
                  <a:cubicBezTo>
                    <a:pt x="0" y="7372"/>
                    <a:pt x="7372" y="0"/>
                    <a:pt x="16465" y="0"/>
                  </a:cubicBezTo>
                  <a:cubicBezTo>
                    <a:pt x="25558" y="0"/>
                    <a:pt x="32930" y="7372"/>
                    <a:pt x="32930" y="16465"/>
                  </a:cubicBezTo>
                  <a:close/>
                </a:path>
              </a:pathLst>
            </a:custGeom>
            <a:solidFill>
              <a:schemeClr val="accent1">
                <a:lumMod val="40000"/>
                <a:lumOff val="60000"/>
              </a:schemeClr>
            </a:solidFill>
            <a:ln w="9366"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4" name="任意形状 363"/>
            <p:cNvSpPr/>
            <p:nvPr/>
          </p:nvSpPr>
          <p:spPr>
            <a:xfrm>
              <a:off x="10622100" y="5215826"/>
              <a:ext cx="32930" cy="32930"/>
            </a:xfrm>
            <a:custGeom>
              <a:avLst/>
              <a:gdLst>
                <a:gd name="connsiteX0" fmla="*/ 32930 w 32930"/>
                <a:gd name="connsiteY0" fmla="*/ 16465 h 32930"/>
                <a:gd name="connsiteX1" fmla="*/ 16465 w 32930"/>
                <a:gd name="connsiteY1" fmla="*/ 32930 h 32930"/>
                <a:gd name="connsiteX2" fmla="*/ 0 w 32930"/>
                <a:gd name="connsiteY2" fmla="*/ 16465 h 32930"/>
                <a:gd name="connsiteX3" fmla="*/ 16465 w 32930"/>
                <a:gd name="connsiteY3" fmla="*/ 0 h 32930"/>
                <a:gd name="connsiteX4" fmla="*/ 32930 w 32930"/>
                <a:gd name="connsiteY4" fmla="*/ 16465 h 3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30" h="32930">
                  <a:moveTo>
                    <a:pt x="32930" y="16465"/>
                  </a:moveTo>
                  <a:cubicBezTo>
                    <a:pt x="32930" y="25558"/>
                    <a:pt x="25558" y="32930"/>
                    <a:pt x="16465" y="32930"/>
                  </a:cubicBezTo>
                  <a:cubicBezTo>
                    <a:pt x="7372" y="32930"/>
                    <a:pt x="0" y="25558"/>
                    <a:pt x="0" y="16465"/>
                  </a:cubicBezTo>
                  <a:cubicBezTo>
                    <a:pt x="0" y="7372"/>
                    <a:pt x="7372" y="0"/>
                    <a:pt x="16465" y="0"/>
                  </a:cubicBezTo>
                  <a:cubicBezTo>
                    <a:pt x="25558" y="0"/>
                    <a:pt x="32930" y="7372"/>
                    <a:pt x="32930" y="16465"/>
                  </a:cubicBezTo>
                  <a:close/>
                </a:path>
              </a:pathLst>
            </a:custGeom>
            <a:solidFill>
              <a:schemeClr val="accent1">
                <a:lumMod val="40000"/>
                <a:lumOff val="60000"/>
              </a:schemeClr>
            </a:solidFill>
            <a:ln w="9366"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31" name="图片 13" descr="icon-49"/>
          <p:cNvGrpSpPr/>
          <p:nvPr/>
        </p:nvGrpSpPr>
        <p:grpSpPr>
          <a:xfrm>
            <a:off x="3153918" y="3215976"/>
            <a:ext cx="787748" cy="806116"/>
            <a:chOff x="3153918" y="3215976"/>
            <a:chExt cx="787748" cy="806116"/>
          </a:xfrm>
        </p:grpSpPr>
        <p:sp>
          <p:nvSpPr>
            <p:cNvPr id="232" name="任意形状 231"/>
            <p:cNvSpPr/>
            <p:nvPr/>
          </p:nvSpPr>
          <p:spPr>
            <a:xfrm>
              <a:off x="3205074" y="3402439"/>
              <a:ext cx="509613" cy="509613"/>
            </a:xfrm>
            <a:custGeom>
              <a:avLst/>
              <a:gdLst>
                <a:gd name="connsiteX0" fmla="*/ 509647 w 509613"/>
                <a:gd name="connsiteY0" fmla="*/ 254839 h 509613"/>
                <a:gd name="connsiteX1" fmla="*/ 254840 w 509613"/>
                <a:gd name="connsiteY1" fmla="*/ 509646 h 509613"/>
                <a:gd name="connsiteX2" fmla="*/ 33 w 509613"/>
                <a:gd name="connsiteY2" fmla="*/ 254839 h 509613"/>
                <a:gd name="connsiteX3" fmla="*/ 254840 w 509613"/>
                <a:gd name="connsiteY3" fmla="*/ 32 h 509613"/>
                <a:gd name="connsiteX4" fmla="*/ 509647 w 509613"/>
                <a:gd name="connsiteY4" fmla="*/ 254839 h 509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613" h="509613">
                  <a:moveTo>
                    <a:pt x="509647" y="254839"/>
                  </a:moveTo>
                  <a:cubicBezTo>
                    <a:pt x="509647" y="395565"/>
                    <a:pt x="395566" y="509646"/>
                    <a:pt x="254840" y="509646"/>
                  </a:cubicBezTo>
                  <a:cubicBezTo>
                    <a:pt x="114114" y="509646"/>
                    <a:pt x="33" y="395565"/>
                    <a:pt x="33" y="254839"/>
                  </a:cubicBezTo>
                  <a:cubicBezTo>
                    <a:pt x="33" y="114113"/>
                    <a:pt x="114114" y="32"/>
                    <a:pt x="254840" y="32"/>
                  </a:cubicBezTo>
                  <a:cubicBezTo>
                    <a:pt x="395566" y="32"/>
                    <a:pt x="509647" y="114113"/>
                    <a:pt x="509647" y="254839"/>
                  </a:cubicBezTo>
                  <a:close/>
                </a:path>
              </a:pathLst>
            </a:custGeom>
            <a:solidFill>
              <a:schemeClr val="bg2"/>
            </a:solidFill>
            <a:ln w="4604"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3" name="任意形状 232"/>
            <p:cNvSpPr/>
            <p:nvPr/>
          </p:nvSpPr>
          <p:spPr>
            <a:xfrm rot="10800000" flipV="1">
              <a:off x="3645969" y="3633630"/>
              <a:ext cx="87005" cy="144518"/>
            </a:xfrm>
            <a:custGeom>
              <a:avLst/>
              <a:gdLst>
                <a:gd name="connsiteX0" fmla="*/ 56679 w 87005"/>
                <a:gd name="connsiteY0" fmla="*/ 32 h 144518"/>
                <a:gd name="connsiteX1" fmla="*/ 33 w 87005"/>
                <a:gd name="connsiteY1" fmla="*/ 39678 h 144518"/>
                <a:gd name="connsiteX2" fmla="*/ 33 w 87005"/>
                <a:gd name="connsiteY2" fmla="*/ 144550 h 144518"/>
                <a:gd name="connsiteX3" fmla="*/ 87039 w 87005"/>
                <a:gd name="connsiteY3" fmla="*/ 117432 h 144518"/>
              </a:gdLst>
              <a:ahLst/>
              <a:cxnLst>
                <a:cxn ang="0">
                  <a:pos x="connsiteX0" y="connsiteY0"/>
                </a:cxn>
                <a:cxn ang="0">
                  <a:pos x="connsiteX1" y="connsiteY1"/>
                </a:cxn>
                <a:cxn ang="0">
                  <a:pos x="connsiteX2" y="connsiteY2"/>
                </a:cxn>
                <a:cxn ang="0">
                  <a:pos x="connsiteX3" y="connsiteY3"/>
                </a:cxn>
              </a:cxnLst>
              <a:rect l="l" t="t" r="r" b="b"/>
              <a:pathLst>
                <a:path w="87005" h="144518">
                  <a:moveTo>
                    <a:pt x="56679" y="32"/>
                  </a:moveTo>
                  <a:lnTo>
                    <a:pt x="33" y="39678"/>
                  </a:lnTo>
                  <a:lnTo>
                    <a:pt x="33" y="144550"/>
                  </a:lnTo>
                  <a:lnTo>
                    <a:pt x="87039" y="117432"/>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4" name="任意形状 233"/>
            <p:cNvSpPr/>
            <p:nvPr/>
          </p:nvSpPr>
          <p:spPr>
            <a:xfrm>
              <a:off x="3353080" y="3633630"/>
              <a:ext cx="83555" cy="138664"/>
            </a:xfrm>
            <a:custGeom>
              <a:avLst/>
              <a:gdLst>
                <a:gd name="connsiteX0" fmla="*/ 53675 w 83555"/>
                <a:gd name="connsiteY0" fmla="*/ 32 h 138664"/>
                <a:gd name="connsiteX1" fmla="*/ 33 w 83555"/>
                <a:gd name="connsiteY1" fmla="*/ 33825 h 138664"/>
                <a:gd name="connsiteX2" fmla="*/ 33 w 83555"/>
                <a:gd name="connsiteY2" fmla="*/ 138696 h 138664"/>
                <a:gd name="connsiteX3" fmla="*/ 83589 w 83555"/>
                <a:gd name="connsiteY3" fmla="*/ 117432 h 138664"/>
              </a:gdLst>
              <a:ahLst/>
              <a:cxnLst>
                <a:cxn ang="0">
                  <a:pos x="connsiteX0" y="connsiteY0"/>
                </a:cxn>
                <a:cxn ang="0">
                  <a:pos x="connsiteX1" y="connsiteY1"/>
                </a:cxn>
                <a:cxn ang="0">
                  <a:pos x="connsiteX2" y="connsiteY2"/>
                </a:cxn>
                <a:cxn ang="0">
                  <a:pos x="connsiteX3" y="connsiteY3"/>
                </a:cxn>
              </a:cxnLst>
              <a:rect l="l" t="t" r="r" b="b"/>
              <a:pathLst>
                <a:path w="83555" h="138664">
                  <a:moveTo>
                    <a:pt x="53675" y="32"/>
                  </a:moveTo>
                  <a:lnTo>
                    <a:pt x="33" y="33825"/>
                  </a:lnTo>
                  <a:lnTo>
                    <a:pt x="33" y="138696"/>
                  </a:lnTo>
                  <a:lnTo>
                    <a:pt x="83589" y="117432"/>
                  </a:lnTo>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5" name="任意形状 234"/>
            <p:cNvSpPr/>
            <p:nvPr/>
          </p:nvSpPr>
          <p:spPr>
            <a:xfrm>
              <a:off x="3397711" y="3215976"/>
              <a:ext cx="288503" cy="535054"/>
            </a:xfrm>
            <a:custGeom>
              <a:avLst/>
              <a:gdLst>
                <a:gd name="connsiteX0" fmla="*/ 36098 w 288503"/>
                <a:gd name="connsiteY0" fmla="*/ 535086 h 535054"/>
                <a:gd name="connsiteX1" fmla="*/ 248291 w 288503"/>
                <a:gd name="connsiteY1" fmla="*/ 535086 h 535054"/>
                <a:gd name="connsiteX2" fmla="*/ 288536 w 288503"/>
                <a:gd name="connsiteY2" fmla="*/ 288162 h 535054"/>
                <a:gd name="connsiteX3" fmla="*/ 147939 w 288503"/>
                <a:gd name="connsiteY3" fmla="*/ 32 h 535054"/>
                <a:gd name="connsiteX4" fmla="*/ 33 w 288503"/>
                <a:gd name="connsiteY4" fmla="*/ 287842 h 535054"/>
                <a:gd name="connsiteX5" fmla="*/ 36098 w 288503"/>
                <a:gd name="connsiteY5" fmla="*/ 535086 h 535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503" h="535054">
                  <a:moveTo>
                    <a:pt x="36098" y="535086"/>
                  </a:moveTo>
                  <a:lnTo>
                    <a:pt x="248291" y="535086"/>
                  </a:lnTo>
                  <a:cubicBezTo>
                    <a:pt x="275121" y="454135"/>
                    <a:pt x="288536" y="371827"/>
                    <a:pt x="288536" y="288162"/>
                  </a:cubicBezTo>
                  <a:cubicBezTo>
                    <a:pt x="288536" y="204497"/>
                    <a:pt x="241671" y="108454"/>
                    <a:pt x="147939" y="32"/>
                  </a:cubicBezTo>
                  <a:cubicBezTo>
                    <a:pt x="49335" y="113328"/>
                    <a:pt x="33" y="209265"/>
                    <a:pt x="33" y="287842"/>
                  </a:cubicBezTo>
                  <a:cubicBezTo>
                    <a:pt x="33" y="366420"/>
                    <a:pt x="12055" y="448834"/>
                    <a:pt x="36098" y="535086"/>
                  </a:cubicBezTo>
                  <a:close/>
                </a:path>
              </a:pathLst>
            </a:custGeom>
            <a:noFill/>
            <a:ln w="9208" cap="flat">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6" name="任意形状 235"/>
            <p:cNvSpPr/>
            <p:nvPr/>
          </p:nvSpPr>
          <p:spPr>
            <a:xfrm>
              <a:off x="3460483" y="3390497"/>
              <a:ext cx="157719" cy="157719"/>
            </a:xfrm>
            <a:custGeom>
              <a:avLst/>
              <a:gdLst>
                <a:gd name="connsiteX0" fmla="*/ 157753 w 157719"/>
                <a:gd name="connsiteY0" fmla="*/ 78892 h 157719"/>
                <a:gd name="connsiteX1" fmla="*/ 78893 w 157719"/>
                <a:gd name="connsiteY1" fmla="*/ 157751 h 157719"/>
                <a:gd name="connsiteX2" fmla="*/ 33 w 157719"/>
                <a:gd name="connsiteY2" fmla="*/ 78892 h 157719"/>
                <a:gd name="connsiteX3" fmla="*/ 78893 w 157719"/>
                <a:gd name="connsiteY3" fmla="*/ 32 h 157719"/>
                <a:gd name="connsiteX4" fmla="*/ 157753 w 157719"/>
                <a:gd name="connsiteY4" fmla="*/ 78892 h 157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719" h="157719">
                  <a:moveTo>
                    <a:pt x="157753" y="78892"/>
                  </a:moveTo>
                  <a:cubicBezTo>
                    <a:pt x="157753" y="122445"/>
                    <a:pt x="122446" y="157751"/>
                    <a:pt x="78893" y="157751"/>
                  </a:cubicBezTo>
                  <a:cubicBezTo>
                    <a:pt x="35340" y="157751"/>
                    <a:pt x="33" y="122445"/>
                    <a:pt x="33" y="78892"/>
                  </a:cubicBezTo>
                  <a:cubicBezTo>
                    <a:pt x="33" y="35338"/>
                    <a:pt x="35340" y="32"/>
                    <a:pt x="78893" y="32"/>
                  </a:cubicBezTo>
                  <a:cubicBezTo>
                    <a:pt x="122446" y="32"/>
                    <a:pt x="157753" y="35338"/>
                    <a:pt x="157753" y="78892"/>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7" name="任意形状 236"/>
            <p:cNvSpPr/>
            <p:nvPr/>
          </p:nvSpPr>
          <p:spPr>
            <a:xfrm>
              <a:off x="3418391" y="3665589"/>
              <a:ext cx="247070" cy="1833"/>
            </a:xfrm>
            <a:custGeom>
              <a:avLst/>
              <a:gdLst>
                <a:gd name="connsiteX0" fmla="*/ 33 w 247070"/>
                <a:gd name="connsiteY0" fmla="*/ 1866 h 1833"/>
                <a:gd name="connsiteX1" fmla="*/ 247104 w 247070"/>
                <a:gd name="connsiteY1" fmla="*/ 32 h 1833"/>
              </a:gdLst>
              <a:ahLst/>
              <a:cxnLst>
                <a:cxn ang="0">
                  <a:pos x="connsiteX0" y="connsiteY0"/>
                </a:cxn>
                <a:cxn ang="0">
                  <a:pos x="connsiteX1" y="connsiteY1"/>
                </a:cxn>
              </a:cxnLst>
              <a:rect l="l" t="t" r="r" b="b"/>
              <a:pathLst>
                <a:path w="247070" h="1833">
                  <a:moveTo>
                    <a:pt x="33" y="1866"/>
                  </a:moveTo>
                  <a:lnTo>
                    <a:pt x="247104" y="32"/>
                  </a:lnTo>
                </a:path>
              </a:pathLst>
            </a:custGeom>
            <a:ln w="9208" cap="flat">
              <a:solidFill>
                <a:srgbClr val="191A24"/>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8" name="任意形状 237"/>
            <p:cNvSpPr/>
            <p:nvPr/>
          </p:nvSpPr>
          <p:spPr>
            <a:xfrm>
              <a:off x="3153918" y="3765164"/>
              <a:ext cx="787495" cy="239396"/>
            </a:xfrm>
            <a:custGeom>
              <a:avLst/>
              <a:gdLst>
                <a:gd name="connsiteX0" fmla="*/ 120829 w 787495"/>
                <a:gd name="connsiteY0" fmla="*/ 2997 h 239396"/>
                <a:gd name="connsiteX1" fmla="*/ 33 w 787495"/>
                <a:gd name="connsiteY1" fmla="*/ 102027 h 239396"/>
                <a:gd name="connsiteX2" fmla="*/ 393781 w 787495"/>
                <a:gd name="connsiteY2" fmla="*/ 239428 h 239396"/>
                <a:gd name="connsiteX3" fmla="*/ 787529 w 787495"/>
                <a:gd name="connsiteY3" fmla="*/ 102027 h 239396"/>
                <a:gd name="connsiteX4" fmla="*/ 657618 w 787495"/>
                <a:gd name="connsiteY4" fmla="*/ 32 h 239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495" h="239396">
                  <a:moveTo>
                    <a:pt x="120829" y="2997"/>
                  </a:moveTo>
                  <a:cubicBezTo>
                    <a:pt x="46367" y="27995"/>
                    <a:pt x="33" y="63123"/>
                    <a:pt x="33" y="102027"/>
                  </a:cubicBezTo>
                  <a:cubicBezTo>
                    <a:pt x="33" y="177911"/>
                    <a:pt x="176320" y="239428"/>
                    <a:pt x="393781" y="239428"/>
                  </a:cubicBezTo>
                  <a:cubicBezTo>
                    <a:pt x="611242" y="239428"/>
                    <a:pt x="787529" y="177911"/>
                    <a:pt x="787529" y="102027"/>
                  </a:cubicBezTo>
                  <a:cubicBezTo>
                    <a:pt x="787529" y="61559"/>
                    <a:pt x="737395" y="25177"/>
                    <a:pt x="657618" y="32"/>
                  </a:cubicBezTo>
                </a:path>
              </a:pathLst>
            </a:custGeom>
            <a:noFill/>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9" name="任意形状 238"/>
            <p:cNvSpPr/>
            <p:nvPr/>
          </p:nvSpPr>
          <p:spPr>
            <a:xfrm>
              <a:off x="3250842" y="3806868"/>
              <a:ext cx="593649" cy="143618"/>
            </a:xfrm>
            <a:custGeom>
              <a:avLst/>
              <a:gdLst>
                <a:gd name="connsiteX0" fmla="*/ 42528 w 593649"/>
                <a:gd name="connsiteY0" fmla="*/ 642 h 143618"/>
                <a:gd name="connsiteX1" fmla="*/ 33 w 593649"/>
                <a:gd name="connsiteY1" fmla="*/ 49310 h 143618"/>
                <a:gd name="connsiteX2" fmla="*/ 296858 w 593649"/>
                <a:gd name="connsiteY2" fmla="*/ 143650 h 143618"/>
                <a:gd name="connsiteX3" fmla="*/ 593682 w 593649"/>
                <a:gd name="connsiteY3" fmla="*/ 49310 h 143618"/>
                <a:gd name="connsiteX4" fmla="*/ 550020 w 593649"/>
                <a:gd name="connsiteY4" fmla="*/ 32 h 143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649" h="143618">
                  <a:moveTo>
                    <a:pt x="42528" y="642"/>
                  </a:moveTo>
                  <a:cubicBezTo>
                    <a:pt x="15553" y="14851"/>
                    <a:pt x="33" y="31504"/>
                    <a:pt x="33" y="49310"/>
                  </a:cubicBezTo>
                  <a:cubicBezTo>
                    <a:pt x="33" y="101413"/>
                    <a:pt x="132926" y="143650"/>
                    <a:pt x="296858" y="143650"/>
                  </a:cubicBezTo>
                  <a:cubicBezTo>
                    <a:pt x="460789" y="143650"/>
                    <a:pt x="593682" y="101413"/>
                    <a:pt x="593682" y="49310"/>
                  </a:cubicBezTo>
                  <a:cubicBezTo>
                    <a:pt x="593682" y="31249"/>
                    <a:pt x="577714" y="14373"/>
                    <a:pt x="550020" y="32"/>
                  </a:cubicBezTo>
                </a:path>
              </a:pathLst>
            </a:custGeom>
            <a:noFill/>
            <a:ln w="9208" cap="flat">
              <a:solidFill>
                <a:schemeClr val="tx2"/>
              </a:solidFill>
              <a:custDash>
                <a:ds d="375000" sp="375000"/>
              </a:custDash>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0" name="任意形状 239"/>
            <p:cNvSpPr/>
            <p:nvPr/>
          </p:nvSpPr>
          <p:spPr>
            <a:xfrm>
              <a:off x="3245316" y="3734422"/>
              <a:ext cx="53734" cy="53734"/>
            </a:xfrm>
            <a:custGeom>
              <a:avLst/>
              <a:gdLst>
                <a:gd name="connsiteX0" fmla="*/ 53768 w 53734"/>
                <a:gd name="connsiteY0" fmla="*/ 26899 h 53734"/>
                <a:gd name="connsiteX1" fmla="*/ 26900 w 53734"/>
                <a:gd name="connsiteY1" fmla="*/ 53766 h 53734"/>
                <a:gd name="connsiteX2" fmla="*/ 33 w 53734"/>
                <a:gd name="connsiteY2" fmla="*/ 26899 h 53734"/>
                <a:gd name="connsiteX3" fmla="*/ 26900 w 53734"/>
                <a:gd name="connsiteY3" fmla="*/ 32 h 53734"/>
                <a:gd name="connsiteX4" fmla="*/ 53768 w 53734"/>
                <a:gd name="connsiteY4" fmla="*/ 26899 h 53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34" h="53734">
                  <a:moveTo>
                    <a:pt x="53768" y="26899"/>
                  </a:moveTo>
                  <a:cubicBezTo>
                    <a:pt x="53768" y="41737"/>
                    <a:pt x="41739" y="53766"/>
                    <a:pt x="26900" y="53766"/>
                  </a:cubicBezTo>
                  <a:cubicBezTo>
                    <a:pt x="12062" y="53766"/>
                    <a:pt x="33" y="41737"/>
                    <a:pt x="33" y="26899"/>
                  </a:cubicBezTo>
                  <a:cubicBezTo>
                    <a:pt x="33" y="12061"/>
                    <a:pt x="12062" y="32"/>
                    <a:pt x="26900" y="32"/>
                  </a:cubicBezTo>
                  <a:cubicBezTo>
                    <a:pt x="41739" y="32"/>
                    <a:pt x="53768" y="12061"/>
                    <a:pt x="53768" y="26899"/>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1" name="任意形状 240"/>
            <p:cNvSpPr/>
            <p:nvPr/>
          </p:nvSpPr>
          <p:spPr>
            <a:xfrm>
              <a:off x="3763522" y="3776733"/>
              <a:ext cx="41695" cy="41695"/>
            </a:xfrm>
            <a:custGeom>
              <a:avLst/>
              <a:gdLst>
                <a:gd name="connsiteX0" fmla="*/ 41729 w 41695"/>
                <a:gd name="connsiteY0" fmla="*/ 20880 h 41695"/>
                <a:gd name="connsiteX1" fmla="*/ 20881 w 41695"/>
                <a:gd name="connsiteY1" fmla="*/ 41727 h 41695"/>
                <a:gd name="connsiteX2" fmla="*/ 33 w 41695"/>
                <a:gd name="connsiteY2" fmla="*/ 20880 h 41695"/>
                <a:gd name="connsiteX3" fmla="*/ 20881 w 41695"/>
                <a:gd name="connsiteY3" fmla="*/ 32 h 41695"/>
                <a:gd name="connsiteX4" fmla="*/ 41729 w 41695"/>
                <a:gd name="connsiteY4" fmla="*/ 20880 h 41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95" h="41695">
                  <a:moveTo>
                    <a:pt x="41729" y="20880"/>
                  </a:moveTo>
                  <a:cubicBezTo>
                    <a:pt x="41729" y="32394"/>
                    <a:pt x="32395" y="41727"/>
                    <a:pt x="20881" y="41727"/>
                  </a:cubicBezTo>
                  <a:cubicBezTo>
                    <a:pt x="9367" y="41727"/>
                    <a:pt x="33" y="32394"/>
                    <a:pt x="33" y="20880"/>
                  </a:cubicBezTo>
                  <a:cubicBezTo>
                    <a:pt x="33" y="9366"/>
                    <a:pt x="9367" y="32"/>
                    <a:pt x="20881" y="32"/>
                  </a:cubicBezTo>
                  <a:cubicBezTo>
                    <a:pt x="32395" y="32"/>
                    <a:pt x="41729" y="9366"/>
                    <a:pt x="41729" y="20880"/>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2" name="任意形状 241"/>
            <p:cNvSpPr/>
            <p:nvPr/>
          </p:nvSpPr>
          <p:spPr>
            <a:xfrm>
              <a:off x="3707027" y="3968359"/>
              <a:ext cx="53734" cy="53734"/>
            </a:xfrm>
            <a:custGeom>
              <a:avLst/>
              <a:gdLst>
                <a:gd name="connsiteX0" fmla="*/ 53768 w 53734"/>
                <a:gd name="connsiteY0" fmla="*/ 26899 h 53734"/>
                <a:gd name="connsiteX1" fmla="*/ 26901 w 53734"/>
                <a:gd name="connsiteY1" fmla="*/ 53766 h 53734"/>
                <a:gd name="connsiteX2" fmla="*/ 33 w 53734"/>
                <a:gd name="connsiteY2" fmla="*/ 26899 h 53734"/>
                <a:gd name="connsiteX3" fmla="*/ 26901 w 53734"/>
                <a:gd name="connsiteY3" fmla="*/ 32 h 53734"/>
                <a:gd name="connsiteX4" fmla="*/ 53768 w 53734"/>
                <a:gd name="connsiteY4" fmla="*/ 26899 h 53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34" h="53734">
                  <a:moveTo>
                    <a:pt x="53768" y="26899"/>
                  </a:moveTo>
                  <a:cubicBezTo>
                    <a:pt x="53768" y="41737"/>
                    <a:pt x="41739" y="53766"/>
                    <a:pt x="26901" y="53766"/>
                  </a:cubicBezTo>
                  <a:cubicBezTo>
                    <a:pt x="12062" y="53766"/>
                    <a:pt x="33" y="41737"/>
                    <a:pt x="33" y="26899"/>
                  </a:cubicBezTo>
                  <a:cubicBezTo>
                    <a:pt x="33" y="12061"/>
                    <a:pt x="12062" y="32"/>
                    <a:pt x="26901" y="32"/>
                  </a:cubicBezTo>
                  <a:cubicBezTo>
                    <a:pt x="41739" y="32"/>
                    <a:pt x="53768" y="12061"/>
                    <a:pt x="53768" y="26899"/>
                  </a:cubicBezTo>
                  <a:close/>
                </a:path>
              </a:pathLst>
            </a:custGeom>
            <a:solidFill>
              <a:schemeClr val="accent1">
                <a:lumMod val="40000"/>
                <a:lumOff val="60000"/>
              </a:schemeClr>
            </a:solidFill>
            <a:ln w="9208" cap="rnd">
              <a:solidFill>
                <a:schemeClr val="tx2"/>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3" name="任意形状 242"/>
            <p:cNvSpPr/>
            <p:nvPr/>
          </p:nvSpPr>
          <p:spPr>
            <a:xfrm>
              <a:off x="3537412" y="3781026"/>
              <a:ext cx="4632" cy="90233"/>
            </a:xfrm>
            <a:custGeom>
              <a:avLst/>
              <a:gdLst>
                <a:gd name="connsiteX0" fmla="*/ 33 w 4632"/>
                <a:gd name="connsiteY0" fmla="*/ 32 h 90233"/>
                <a:gd name="connsiteX1" fmla="*/ 33 w 4632"/>
                <a:gd name="connsiteY1" fmla="*/ 90266 h 90233"/>
              </a:gdLst>
              <a:ahLst/>
              <a:cxnLst>
                <a:cxn ang="0">
                  <a:pos x="connsiteX0" y="connsiteY0"/>
                </a:cxn>
                <a:cxn ang="0">
                  <a:pos x="connsiteX1" y="connsiteY1"/>
                </a:cxn>
              </a:cxnLst>
              <a:rect l="l" t="t" r="r" b="b"/>
              <a:pathLst>
                <a:path w="4632" h="90233">
                  <a:moveTo>
                    <a:pt x="33" y="32"/>
                  </a:moveTo>
                  <a:lnTo>
                    <a:pt x="33" y="90266"/>
                  </a:lnTo>
                </a:path>
              </a:pathLst>
            </a:custGeom>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4" name="任意形状 243"/>
            <p:cNvSpPr/>
            <p:nvPr/>
          </p:nvSpPr>
          <p:spPr>
            <a:xfrm>
              <a:off x="3250175" y="3359996"/>
              <a:ext cx="1196" cy="255309"/>
            </a:xfrm>
            <a:custGeom>
              <a:avLst/>
              <a:gdLst>
                <a:gd name="connsiteX0" fmla="*/ 33 w 1196"/>
                <a:gd name="connsiteY0" fmla="*/ 32 h 255309"/>
                <a:gd name="connsiteX1" fmla="*/ 1230 w 1196"/>
                <a:gd name="connsiteY1" fmla="*/ 255341 h 255309"/>
              </a:gdLst>
              <a:ahLst/>
              <a:cxnLst>
                <a:cxn ang="0">
                  <a:pos x="connsiteX0" y="connsiteY0"/>
                </a:cxn>
                <a:cxn ang="0">
                  <a:pos x="connsiteX1" y="connsiteY1"/>
                </a:cxn>
              </a:cxnLst>
              <a:rect l="l" t="t" r="r" b="b"/>
              <a:pathLst>
                <a:path w="1196" h="255309">
                  <a:moveTo>
                    <a:pt x="33" y="32"/>
                  </a:moveTo>
                  <a:lnTo>
                    <a:pt x="1230" y="255341"/>
                  </a:lnTo>
                </a:path>
              </a:pathLst>
            </a:custGeom>
            <a:ln w="9208" cap="rnd">
              <a:gradFill>
                <a:gsLst>
                  <a:gs pos="0">
                    <a:schemeClr val="tx2"/>
                  </a:gs>
                  <a:gs pos="100000">
                    <a:schemeClr val="tx2">
                      <a:alpha val="0"/>
                    </a:schemeClr>
                  </a:gs>
                </a:gsLst>
                <a:lin ang="5402282"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5" name="任意形状 244"/>
            <p:cNvSpPr/>
            <p:nvPr/>
          </p:nvSpPr>
          <p:spPr>
            <a:xfrm>
              <a:off x="3843181" y="3359996"/>
              <a:ext cx="1196" cy="255309"/>
            </a:xfrm>
            <a:custGeom>
              <a:avLst/>
              <a:gdLst>
                <a:gd name="connsiteX0" fmla="*/ 33 w 1196"/>
                <a:gd name="connsiteY0" fmla="*/ 32 h 255309"/>
                <a:gd name="connsiteX1" fmla="*/ 1230 w 1196"/>
                <a:gd name="connsiteY1" fmla="*/ 255341 h 255309"/>
              </a:gdLst>
              <a:ahLst/>
              <a:cxnLst>
                <a:cxn ang="0">
                  <a:pos x="connsiteX0" y="connsiteY0"/>
                </a:cxn>
                <a:cxn ang="0">
                  <a:pos x="connsiteX1" y="connsiteY1"/>
                </a:cxn>
              </a:cxnLst>
              <a:rect l="l" t="t" r="r" b="b"/>
              <a:pathLst>
                <a:path w="1196" h="255309">
                  <a:moveTo>
                    <a:pt x="33" y="32"/>
                  </a:moveTo>
                  <a:lnTo>
                    <a:pt x="1230" y="255341"/>
                  </a:lnTo>
                </a:path>
              </a:pathLst>
            </a:custGeom>
            <a:ln w="9208" cap="rnd">
              <a:gradFill>
                <a:gsLst>
                  <a:gs pos="0">
                    <a:schemeClr val="tx2"/>
                  </a:gs>
                  <a:gs pos="100000">
                    <a:schemeClr val="tx2">
                      <a:alpha val="0"/>
                    </a:schemeClr>
                  </a:gs>
                </a:gsLst>
                <a:lin ang="5402282"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6" name="任意形状 245"/>
            <p:cNvSpPr/>
            <p:nvPr/>
          </p:nvSpPr>
          <p:spPr>
            <a:xfrm>
              <a:off x="3154082" y="3273789"/>
              <a:ext cx="4632" cy="429522"/>
            </a:xfrm>
            <a:custGeom>
              <a:avLst/>
              <a:gdLst>
                <a:gd name="connsiteX0" fmla="*/ 33 w 4632"/>
                <a:gd name="connsiteY0" fmla="*/ 32 h 429522"/>
                <a:gd name="connsiteX1" fmla="*/ 33 w 4632"/>
                <a:gd name="connsiteY1" fmla="*/ 429554 h 429522"/>
              </a:gdLst>
              <a:ahLst/>
              <a:cxnLst>
                <a:cxn ang="0">
                  <a:pos x="connsiteX0" y="connsiteY0"/>
                </a:cxn>
                <a:cxn ang="0">
                  <a:pos x="connsiteX1" y="connsiteY1"/>
                </a:cxn>
              </a:cxnLst>
              <a:rect l="l" t="t" r="r" b="b"/>
              <a:pathLst>
                <a:path w="4632" h="429522">
                  <a:moveTo>
                    <a:pt x="33" y="32"/>
                  </a:moveTo>
                  <a:lnTo>
                    <a:pt x="33" y="429554"/>
                  </a:lnTo>
                </a:path>
              </a:pathLst>
            </a:custGeom>
            <a:ln w="9208" cap="rnd">
              <a:gradFill>
                <a:gsLst>
                  <a:gs pos="0">
                    <a:schemeClr val="tx2"/>
                  </a:gs>
                  <a:gs pos="100000">
                    <a:schemeClr val="tx2">
                      <a:alpha val="0"/>
                    </a:schemeClr>
                  </a:gs>
                </a:gsLst>
                <a:lin ang="540081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7" name="任意形状 246"/>
            <p:cNvSpPr/>
            <p:nvPr/>
          </p:nvSpPr>
          <p:spPr>
            <a:xfrm>
              <a:off x="3941667" y="3273789"/>
              <a:ext cx="4632" cy="429522"/>
            </a:xfrm>
            <a:custGeom>
              <a:avLst/>
              <a:gdLst>
                <a:gd name="connsiteX0" fmla="*/ 33 w 4632"/>
                <a:gd name="connsiteY0" fmla="*/ 32 h 429522"/>
                <a:gd name="connsiteX1" fmla="*/ 33 w 4632"/>
                <a:gd name="connsiteY1" fmla="*/ 429554 h 429522"/>
              </a:gdLst>
              <a:ahLst/>
              <a:cxnLst>
                <a:cxn ang="0">
                  <a:pos x="connsiteX0" y="connsiteY0"/>
                </a:cxn>
                <a:cxn ang="0">
                  <a:pos x="connsiteX1" y="connsiteY1"/>
                </a:cxn>
              </a:cxnLst>
              <a:rect l="l" t="t" r="r" b="b"/>
              <a:pathLst>
                <a:path w="4632" h="429522">
                  <a:moveTo>
                    <a:pt x="33" y="32"/>
                  </a:moveTo>
                  <a:lnTo>
                    <a:pt x="33" y="429554"/>
                  </a:lnTo>
                </a:path>
              </a:pathLst>
            </a:custGeom>
            <a:ln w="9208" cap="rnd">
              <a:gradFill>
                <a:gsLst>
                  <a:gs pos="0">
                    <a:schemeClr val="tx2"/>
                  </a:gs>
                  <a:gs pos="100000">
                    <a:schemeClr val="tx2">
                      <a:alpha val="0"/>
                    </a:schemeClr>
                  </a:gs>
                </a:gsLst>
                <a:lin ang="5400810" scaled="1"/>
              </a:gra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8" name="任意形状 247"/>
            <p:cNvSpPr/>
            <p:nvPr/>
          </p:nvSpPr>
          <p:spPr>
            <a:xfrm>
              <a:off x="3488194" y="3781026"/>
              <a:ext cx="4632" cy="53319"/>
            </a:xfrm>
            <a:custGeom>
              <a:avLst/>
              <a:gdLst>
                <a:gd name="connsiteX0" fmla="*/ 33 w 4632"/>
                <a:gd name="connsiteY0" fmla="*/ 32 h 53319"/>
                <a:gd name="connsiteX1" fmla="*/ 33 w 4632"/>
                <a:gd name="connsiteY1" fmla="*/ 53352 h 53319"/>
              </a:gdLst>
              <a:ahLst/>
              <a:cxnLst>
                <a:cxn ang="0">
                  <a:pos x="connsiteX0" y="connsiteY0"/>
                </a:cxn>
                <a:cxn ang="0">
                  <a:pos x="connsiteX1" y="connsiteY1"/>
                </a:cxn>
              </a:cxnLst>
              <a:rect l="l" t="t" r="r" b="b"/>
              <a:pathLst>
                <a:path w="4632" h="53319">
                  <a:moveTo>
                    <a:pt x="33" y="32"/>
                  </a:moveTo>
                  <a:lnTo>
                    <a:pt x="33" y="53352"/>
                  </a:lnTo>
                </a:path>
              </a:pathLst>
            </a:custGeom>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9" name="任意形状 248"/>
            <p:cNvSpPr/>
            <p:nvPr/>
          </p:nvSpPr>
          <p:spPr>
            <a:xfrm>
              <a:off x="3586631" y="3781026"/>
              <a:ext cx="4632" cy="53319"/>
            </a:xfrm>
            <a:custGeom>
              <a:avLst/>
              <a:gdLst>
                <a:gd name="connsiteX0" fmla="*/ 33 w 4632"/>
                <a:gd name="connsiteY0" fmla="*/ 32 h 53319"/>
                <a:gd name="connsiteX1" fmla="*/ 33 w 4632"/>
                <a:gd name="connsiteY1" fmla="*/ 53352 h 53319"/>
              </a:gdLst>
              <a:ahLst/>
              <a:cxnLst>
                <a:cxn ang="0">
                  <a:pos x="connsiteX0" y="connsiteY0"/>
                </a:cxn>
                <a:cxn ang="0">
                  <a:pos x="connsiteX1" y="connsiteY1"/>
                </a:cxn>
              </a:cxnLst>
              <a:rect l="l" t="t" r="r" b="b"/>
              <a:pathLst>
                <a:path w="4632" h="53319">
                  <a:moveTo>
                    <a:pt x="33" y="32"/>
                  </a:moveTo>
                  <a:lnTo>
                    <a:pt x="33" y="53352"/>
                  </a:lnTo>
                </a:path>
              </a:pathLst>
            </a:custGeom>
            <a:ln w="9208" cap="rnd">
              <a:solidFill>
                <a:schemeClr val="tx2"/>
              </a:solidFill>
              <a:prstDash val="solid"/>
              <a:round/>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a:spLocks noGrp="1"/>
          </p:cNvSpPr>
          <p:nvPr>
            <p:ph type="title"/>
          </p:nvPr>
        </p:nvSpPr>
        <p:spPr/>
        <p:txBody>
          <a:bodyPr/>
          <a:lstStyle/>
          <a:p>
            <a:r>
              <a:rPr lang="zh-CN" altLang="en-US" dirty="0">
                <a:cs typeface="Arial" panose="020B0604020202090204" pitchFamily="34" charset="0"/>
              </a:rPr>
              <a:t>设备图标</a:t>
            </a:r>
            <a:endParaRPr lang="zh-CN" altLang="en-US" dirty="0">
              <a:cs typeface="Arial" panose="020B0604020202090204" pitchFamily="34" charset="0"/>
            </a:endParaRPr>
          </a:p>
        </p:txBody>
      </p:sp>
      <p:grpSp>
        <p:nvGrpSpPr>
          <p:cNvPr id="136" name="图片 57" descr="icon-7"/>
          <p:cNvGrpSpPr/>
          <p:nvPr/>
        </p:nvGrpSpPr>
        <p:grpSpPr>
          <a:xfrm>
            <a:off x="8129270" y="1621155"/>
            <a:ext cx="610338" cy="619125"/>
            <a:chOff x="8129270" y="1621155"/>
            <a:chExt cx="610338" cy="619125"/>
          </a:xfrm>
        </p:grpSpPr>
        <p:grpSp>
          <p:nvGrpSpPr>
            <p:cNvPr id="137" name="图片 57" descr="icon-7"/>
            <p:cNvGrpSpPr/>
            <p:nvPr/>
          </p:nvGrpSpPr>
          <p:grpSpPr>
            <a:xfrm>
              <a:off x="8129270" y="1621155"/>
              <a:ext cx="610338" cy="619125"/>
              <a:chOff x="8129270" y="1621155"/>
              <a:chExt cx="610338" cy="619125"/>
            </a:xfrm>
          </p:grpSpPr>
          <p:sp>
            <p:nvSpPr>
              <p:cNvPr id="138" name="任意形状 137"/>
              <p:cNvSpPr/>
              <p:nvPr/>
            </p:nvSpPr>
            <p:spPr>
              <a:xfrm>
                <a:off x="8129270" y="162115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39" name="任意形状 138"/>
              <p:cNvSpPr/>
              <p:nvPr/>
            </p:nvSpPr>
            <p:spPr>
              <a:xfrm>
                <a:off x="8286156" y="170879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0" name="任意形状 139"/>
              <p:cNvSpPr/>
              <p:nvPr/>
            </p:nvSpPr>
            <p:spPr>
              <a:xfrm>
                <a:off x="8320508" y="171640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1" name="任意形状 140"/>
              <p:cNvSpPr/>
              <p:nvPr/>
            </p:nvSpPr>
            <p:spPr>
              <a:xfrm>
                <a:off x="8129270" y="162115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2" name="任意形状 141"/>
              <p:cNvSpPr/>
              <p:nvPr/>
            </p:nvSpPr>
            <p:spPr>
              <a:xfrm>
                <a:off x="8319770" y="171640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3" name="任意形状 142"/>
              <p:cNvSpPr/>
              <p:nvPr/>
            </p:nvSpPr>
            <p:spPr>
              <a:xfrm>
                <a:off x="8166179" y="20013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4" name="任意形状 143"/>
              <p:cNvSpPr/>
              <p:nvPr/>
            </p:nvSpPr>
            <p:spPr>
              <a:xfrm>
                <a:off x="8356679" y="20966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5" name="任意形状 144"/>
              <p:cNvSpPr/>
              <p:nvPr/>
            </p:nvSpPr>
            <p:spPr>
              <a:xfrm>
                <a:off x="8166179" y="197278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6" name="任意形状 145"/>
              <p:cNvSpPr/>
              <p:nvPr/>
            </p:nvSpPr>
            <p:spPr>
              <a:xfrm>
                <a:off x="8356679" y="206803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7" name="任意形状 146"/>
              <p:cNvSpPr/>
              <p:nvPr/>
            </p:nvSpPr>
            <p:spPr>
              <a:xfrm>
                <a:off x="8166179" y="19442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8" name="任意形状 147"/>
              <p:cNvSpPr/>
              <p:nvPr/>
            </p:nvSpPr>
            <p:spPr>
              <a:xfrm>
                <a:off x="8356679" y="20394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9" name="任意形状 148"/>
              <p:cNvSpPr/>
              <p:nvPr/>
            </p:nvSpPr>
            <p:spPr>
              <a:xfrm>
                <a:off x="8167370" y="183070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0" name="任意形状 149"/>
              <p:cNvSpPr/>
              <p:nvPr/>
            </p:nvSpPr>
            <p:spPr>
              <a:xfrm>
                <a:off x="8357870" y="192595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51" name="任意形状 150"/>
            <p:cNvSpPr/>
            <p:nvPr/>
          </p:nvSpPr>
          <p:spPr>
            <a:xfrm>
              <a:off x="8476656" y="180404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88" name="图片 79" descr="icon-29"/>
          <p:cNvGrpSpPr/>
          <p:nvPr/>
        </p:nvGrpSpPr>
        <p:grpSpPr>
          <a:xfrm>
            <a:off x="2919730" y="4716319"/>
            <a:ext cx="532581" cy="600098"/>
            <a:chOff x="2919730" y="4716319"/>
            <a:chExt cx="532581" cy="600098"/>
          </a:xfrm>
        </p:grpSpPr>
        <p:sp>
          <p:nvSpPr>
            <p:cNvPr id="389" name="任意形状 388"/>
            <p:cNvSpPr/>
            <p:nvPr/>
          </p:nvSpPr>
          <p:spPr>
            <a:xfrm>
              <a:off x="2919730" y="4944919"/>
              <a:ext cx="531821" cy="371498"/>
            </a:xfrm>
            <a:custGeom>
              <a:avLst/>
              <a:gdLst>
                <a:gd name="connsiteX0" fmla="*/ 0 w 531821"/>
                <a:gd name="connsiteY0" fmla="*/ 150777 h 371498"/>
                <a:gd name="connsiteX1" fmla="*/ 0 w 531821"/>
                <a:gd name="connsiteY1" fmla="*/ 228938 h 371498"/>
                <a:gd name="connsiteX2" fmla="*/ 264660 w 531821"/>
                <a:gd name="connsiteY2" fmla="*/ 371499 h 371498"/>
                <a:gd name="connsiteX3" fmla="*/ 531822 w 531821"/>
                <a:gd name="connsiteY3" fmla="*/ 228938 h 371498"/>
                <a:gd name="connsiteX4" fmla="*/ 531822 w 531821"/>
                <a:gd name="connsiteY4" fmla="*/ 150777 h 371498"/>
                <a:gd name="connsiteX5" fmla="*/ 264660 w 531821"/>
                <a:gd name="connsiteY5" fmla="*/ 0 h 371498"/>
                <a:gd name="connsiteX6" fmla="*/ 0 w 531821"/>
                <a:gd name="connsiteY6" fmla="*/ 150777 h 37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1821" h="371498">
                  <a:moveTo>
                    <a:pt x="0" y="150777"/>
                  </a:moveTo>
                  <a:lnTo>
                    <a:pt x="0" y="228938"/>
                  </a:lnTo>
                  <a:lnTo>
                    <a:pt x="264660" y="371499"/>
                  </a:lnTo>
                  <a:lnTo>
                    <a:pt x="531822" y="228938"/>
                  </a:lnTo>
                  <a:lnTo>
                    <a:pt x="531822" y="150777"/>
                  </a:lnTo>
                  <a:lnTo>
                    <a:pt x="264660" y="0"/>
                  </a:lnTo>
                  <a:lnTo>
                    <a:pt x="0" y="15077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0" name="任意形状 389"/>
            <p:cNvSpPr/>
            <p:nvPr/>
          </p:nvSpPr>
          <p:spPr>
            <a:xfrm>
              <a:off x="3184389" y="5095696"/>
              <a:ext cx="267161" cy="220721"/>
            </a:xfrm>
            <a:custGeom>
              <a:avLst/>
              <a:gdLst>
                <a:gd name="connsiteX0" fmla="*/ 1251 w 267161"/>
                <a:gd name="connsiteY0" fmla="*/ 125313 h 220721"/>
                <a:gd name="connsiteX1" fmla="*/ 0 w 267161"/>
                <a:gd name="connsiteY1" fmla="*/ 220722 h 220721"/>
                <a:gd name="connsiteX2" fmla="*/ 267162 w 267161"/>
                <a:gd name="connsiteY2" fmla="*/ 78161 h 220721"/>
                <a:gd name="connsiteX3" fmla="*/ 267162 w 267161"/>
                <a:gd name="connsiteY3" fmla="*/ 0 h 220721"/>
                <a:gd name="connsiteX4" fmla="*/ 1251 w 267161"/>
                <a:gd name="connsiteY4" fmla="*/ 125313 h 220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61" h="220721">
                  <a:moveTo>
                    <a:pt x="1251" y="125313"/>
                  </a:moveTo>
                  <a:lnTo>
                    <a:pt x="0" y="220722"/>
                  </a:lnTo>
                  <a:lnTo>
                    <a:pt x="267162" y="78161"/>
                  </a:lnTo>
                  <a:lnTo>
                    <a:pt x="267162" y="0"/>
                  </a:lnTo>
                  <a:lnTo>
                    <a:pt x="1251" y="12531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1" name="任意形状 390"/>
            <p:cNvSpPr/>
            <p:nvPr/>
          </p:nvSpPr>
          <p:spPr>
            <a:xfrm>
              <a:off x="2919730" y="4944919"/>
              <a:ext cx="531821" cy="288640"/>
            </a:xfrm>
            <a:custGeom>
              <a:avLst/>
              <a:gdLst>
                <a:gd name="connsiteX0" fmla="*/ 0 w 531821"/>
                <a:gd name="connsiteY0" fmla="*/ 150777 h 288640"/>
                <a:gd name="connsiteX1" fmla="*/ 265910 w 531821"/>
                <a:gd name="connsiteY1" fmla="*/ 288641 h 288640"/>
                <a:gd name="connsiteX2" fmla="*/ 531822 w 531821"/>
                <a:gd name="connsiteY2" fmla="*/ 150777 h 288640"/>
                <a:gd name="connsiteX3" fmla="*/ 265910 w 531821"/>
                <a:gd name="connsiteY3" fmla="*/ 0 h 288640"/>
                <a:gd name="connsiteX4" fmla="*/ 0 w 531821"/>
                <a:gd name="connsiteY4" fmla="*/ 150777 h 28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821" h="288640">
                  <a:moveTo>
                    <a:pt x="0" y="150777"/>
                  </a:moveTo>
                  <a:lnTo>
                    <a:pt x="265910" y="288641"/>
                  </a:lnTo>
                  <a:lnTo>
                    <a:pt x="531822" y="150777"/>
                  </a:lnTo>
                  <a:lnTo>
                    <a:pt x="265910" y="0"/>
                  </a:lnTo>
                  <a:lnTo>
                    <a:pt x="0" y="15077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2" name="任意形状 391"/>
            <p:cNvSpPr/>
            <p:nvPr/>
          </p:nvSpPr>
          <p:spPr>
            <a:xfrm>
              <a:off x="3065257" y="4965084"/>
              <a:ext cx="251141" cy="190500"/>
            </a:xfrm>
            <a:custGeom>
              <a:avLst/>
              <a:gdLst>
                <a:gd name="connsiteX0" fmla="*/ 0 w 251141"/>
                <a:gd name="connsiteY0" fmla="*/ 70259 h 190500"/>
                <a:gd name="connsiteX1" fmla="*/ 0 w 251141"/>
                <a:gd name="connsiteY1" fmla="*/ 124069 h 190500"/>
                <a:gd name="connsiteX2" fmla="*/ 124980 w 251141"/>
                <a:gd name="connsiteY2" fmla="*/ 190500 h 190500"/>
                <a:gd name="connsiteX3" fmla="*/ 251142 w 251141"/>
                <a:gd name="connsiteY3" fmla="*/ 124069 h 190500"/>
                <a:gd name="connsiteX4" fmla="*/ 251142 w 251141"/>
                <a:gd name="connsiteY4" fmla="*/ 70259 h 190500"/>
                <a:gd name="connsiteX5" fmla="*/ 124980 w 251141"/>
                <a:gd name="connsiteY5" fmla="*/ 0 h 190500"/>
                <a:gd name="connsiteX6" fmla="*/ 0 w 251141"/>
                <a:gd name="connsiteY6" fmla="*/ 7025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141" h="190500">
                  <a:moveTo>
                    <a:pt x="0" y="70259"/>
                  </a:moveTo>
                  <a:lnTo>
                    <a:pt x="0" y="124069"/>
                  </a:lnTo>
                  <a:lnTo>
                    <a:pt x="124980" y="190500"/>
                  </a:lnTo>
                  <a:lnTo>
                    <a:pt x="251142" y="124069"/>
                  </a:lnTo>
                  <a:lnTo>
                    <a:pt x="251142" y="70259"/>
                  </a:lnTo>
                  <a:lnTo>
                    <a:pt x="124980" y="0"/>
                  </a:lnTo>
                  <a:lnTo>
                    <a:pt x="0" y="7025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3" name="任意形状 392"/>
            <p:cNvSpPr/>
            <p:nvPr/>
          </p:nvSpPr>
          <p:spPr>
            <a:xfrm>
              <a:off x="3190237" y="5035343"/>
              <a:ext cx="126161" cy="120240"/>
            </a:xfrm>
            <a:custGeom>
              <a:avLst/>
              <a:gdLst>
                <a:gd name="connsiteX0" fmla="*/ 591 w 126161"/>
                <a:gd name="connsiteY0" fmla="*/ 66075 h 120240"/>
                <a:gd name="connsiteX1" fmla="*/ 0 w 126161"/>
                <a:gd name="connsiteY1" fmla="*/ 120241 h 120240"/>
                <a:gd name="connsiteX2" fmla="*/ 126161 w 126161"/>
                <a:gd name="connsiteY2" fmla="*/ 53810 h 120240"/>
                <a:gd name="connsiteX3" fmla="*/ 126161 w 126161"/>
                <a:gd name="connsiteY3" fmla="*/ 0 h 120240"/>
                <a:gd name="connsiteX4" fmla="*/ 591 w 126161"/>
                <a:gd name="connsiteY4" fmla="*/ 66075 h 12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161" h="120240">
                  <a:moveTo>
                    <a:pt x="591" y="66075"/>
                  </a:moveTo>
                  <a:lnTo>
                    <a:pt x="0" y="120241"/>
                  </a:lnTo>
                  <a:lnTo>
                    <a:pt x="126161" y="53810"/>
                  </a:lnTo>
                  <a:lnTo>
                    <a:pt x="126161" y="0"/>
                  </a:lnTo>
                  <a:lnTo>
                    <a:pt x="591" y="6607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4" name="任意形状 393"/>
            <p:cNvSpPr/>
            <p:nvPr/>
          </p:nvSpPr>
          <p:spPr>
            <a:xfrm>
              <a:off x="3065257" y="4965084"/>
              <a:ext cx="251141" cy="136334"/>
            </a:xfrm>
            <a:custGeom>
              <a:avLst/>
              <a:gdLst>
                <a:gd name="connsiteX0" fmla="*/ 0 w 251141"/>
                <a:gd name="connsiteY0" fmla="*/ 70259 h 136334"/>
                <a:gd name="connsiteX1" fmla="*/ 124980 w 251141"/>
                <a:gd name="connsiteY1" fmla="*/ 136334 h 136334"/>
                <a:gd name="connsiteX2" fmla="*/ 251142 w 251141"/>
                <a:gd name="connsiteY2" fmla="*/ 69903 h 136334"/>
                <a:gd name="connsiteX3" fmla="*/ 124980 w 251141"/>
                <a:gd name="connsiteY3" fmla="*/ 0 h 136334"/>
                <a:gd name="connsiteX4" fmla="*/ 0 w 251141"/>
                <a:gd name="connsiteY4" fmla="*/ 70259 h 13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41" h="136334">
                  <a:moveTo>
                    <a:pt x="0" y="70259"/>
                  </a:moveTo>
                  <a:lnTo>
                    <a:pt x="124980" y="136334"/>
                  </a:lnTo>
                  <a:lnTo>
                    <a:pt x="251142" y="69903"/>
                  </a:lnTo>
                  <a:lnTo>
                    <a:pt x="124980" y="0"/>
                  </a:lnTo>
                  <a:lnTo>
                    <a:pt x="0" y="70259"/>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95" name="图片 79" descr="icon-29"/>
            <p:cNvGrpSpPr/>
            <p:nvPr/>
          </p:nvGrpSpPr>
          <p:grpSpPr>
            <a:xfrm>
              <a:off x="3345571" y="4944885"/>
              <a:ext cx="106739" cy="151207"/>
              <a:chOff x="3345571" y="4944885"/>
              <a:chExt cx="106739" cy="151207"/>
            </a:xfrm>
          </p:grpSpPr>
          <p:sp>
            <p:nvSpPr>
              <p:cNvPr id="396" name="任意形状 395"/>
              <p:cNvSpPr/>
              <p:nvPr/>
            </p:nvSpPr>
            <p:spPr>
              <a:xfrm>
                <a:off x="3359201" y="4991684"/>
                <a:ext cx="92350" cy="104409"/>
              </a:xfrm>
              <a:custGeom>
                <a:avLst/>
                <a:gdLst>
                  <a:gd name="connsiteX0" fmla="*/ 0 w 92350"/>
                  <a:gd name="connsiteY0" fmla="*/ 47259 h 104409"/>
                  <a:gd name="connsiteX1" fmla="*/ 92350 w 92350"/>
                  <a:gd name="connsiteY1" fmla="*/ 0 h 104409"/>
                  <a:gd name="connsiteX2" fmla="*/ 92350 w 92350"/>
                  <a:gd name="connsiteY2" fmla="*/ 57150 h 104409"/>
                  <a:gd name="connsiteX3" fmla="*/ 0 w 92350"/>
                  <a:gd name="connsiteY3" fmla="*/ 104409 h 104409"/>
                  <a:gd name="connsiteX4" fmla="*/ 0 w 92350"/>
                  <a:gd name="connsiteY4" fmla="*/ 47259 h 104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50" h="104409">
                    <a:moveTo>
                      <a:pt x="0" y="47259"/>
                    </a:moveTo>
                    <a:lnTo>
                      <a:pt x="92350" y="0"/>
                    </a:lnTo>
                    <a:lnTo>
                      <a:pt x="92350" y="57150"/>
                    </a:lnTo>
                    <a:lnTo>
                      <a:pt x="0" y="104409"/>
                    </a:lnTo>
                    <a:lnTo>
                      <a:pt x="0" y="4725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7" name="任意形状 396"/>
              <p:cNvSpPr/>
              <p:nvPr/>
            </p:nvSpPr>
            <p:spPr>
              <a:xfrm>
                <a:off x="3345571" y="4944885"/>
                <a:ext cx="106739" cy="94057"/>
              </a:xfrm>
              <a:custGeom>
                <a:avLst/>
                <a:gdLst>
                  <a:gd name="connsiteX0" fmla="*/ 16683 w 106739"/>
                  <a:gd name="connsiteY0" fmla="*/ 0 h 94057"/>
                  <a:gd name="connsiteX1" fmla="*/ 106740 w 106739"/>
                  <a:gd name="connsiteY1" fmla="*/ 46799 h 94057"/>
                  <a:gd name="connsiteX2" fmla="*/ 92463 w 106739"/>
                  <a:gd name="connsiteY2" fmla="*/ 53907 h 94057"/>
                  <a:gd name="connsiteX3" fmla="*/ 13630 w 106739"/>
                  <a:gd name="connsiteY3" fmla="*/ 94058 h 94057"/>
                  <a:gd name="connsiteX4" fmla="*/ 0 w 106739"/>
                  <a:gd name="connsiteY4" fmla="*/ 84746 h 94057"/>
                  <a:gd name="connsiteX5" fmla="*/ 74329 w 106739"/>
                  <a:gd name="connsiteY5" fmla="*/ 46799 h 94057"/>
                  <a:gd name="connsiteX6" fmla="*/ 0 w 106739"/>
                  <a:gd name="connsiteY6" fmla="*/ 8111 h 94057"/>
                  <a:gd name="connsiteX7" fmla="*/ 16683 w 106739"/>
                  <a:gd name="connsiteY7" fmla="*/ 0 h 9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39" h="94057">
                    <a:moveTo>
                      <a:pt x="16683" y="0"/>
                    </a:moveTo>
                    <a:lnTo>
                      <a:pt x="106740" y="46799"/>
                    </a:lnTo>
                    <a:lnTo>
                      <a:pt x="92463" y="53907"/>
                    </a:lnTo>
                    <a:lnTo>
                      <a:pt x="13630" y="94058"/>
                    </a:lnTo>
                    <a:lnTo>
                      <a:pt x="0" y="84746"/>
                    </a:lnTo>
                    <a:lnTo>
                      <a:pt x="74329" y="46799"/>
                    </a:lnTo>
                    <a:lnTo>
                      <a:pt x="0" y="8111"/>
                    </a:lnTo>
                    <a:lnTo>
                      <a:pt x="16683" y="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8" name="任意形状 397"/>
              <p:cNvSpPr/>
              <p:nvPr/>
            </p:nvSpPr>
            <p:spPr>
              <a:xfrm>
                <a:off x="3345571" y="5029632"/>
                <a:ext cx="13630" cy="66461"/>
              </a:xfrm>
              <a:custGeom>
                <a:avLst/>
                <a:gdLst>
                  <a:gd name="connsiteX0" fmla="*/ 0 w 13630"/>
                  <a:gd name="connsiteY0" fmla="*/ 0 h 66461"/>
                  <a:gd name="connsiteX1" fmla="*/ 13630 w 13630"/>
                  <a:gd name="connsiteY1" fmla="*/ 9311 h 66461"/>
                  <a:gd name="connsiteX2" fmla="*/ 13630 w 13630"/>
                  <a:gd name="connsiteY2" fmla="*/ 66461 h 66461"/>
                  <a:gd name="connsiteX3" fmla="*/ 0 w 13630"/>
                  <a:gd name="connsiteY3" fmla="*/ 57786 h 66461"/>
                  <a:gd name="connsiteX4" fmla="*/ 0 w 13630"/>
                  <a:gd name="connsiteY4" fmla="*/ 0 h 66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0" h="66461">
                    <a:moveTo>
                      <a:pt x="0" y="0"/>
                    </a:moveTo>
                    <a:lnTo>
                      <a:pt x="13630" y="9311"/>
                    </a:lnTo>
                    <a:lnTo>
                      <a:pt x="13630" y="66461"/>
                    </a:lnTo>
                    <a:lnTo>
                      <a:pt x="0" y="57786"/>
                    </a:lnTo>
                    <a:lnTo>
                      <a:pt x="0" y="0"/>
                    </a:lnTo>
                    <a:close/>
                  </a:path>
                </a:pathLst>
              </a:custGeom>
              <a:solidFill>
                <a:srgbClr val="4571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99" name="任意形状 398"/>
              <p:cNvSpPr/>
              <p:nvPr/>
            </p:nvSpPr>
            <p:spPr>
              <a:xfrm>
                <a:off x="3345571" y="4952997"/>
                <a:ext cx="74329" cy="76634"/>
              </a:xfrm>
              <a:custGeom>
                <a:avLst/>
                <a:gdLst>
                  <a:gd name="connsiteX0" fmla="*/ 0 w 74329"/>
                  <a:gd name="connsiteY0" fmla="*/ 0 h 76634"/>
                  <a:gd name="connsiteX1" fmla="*/ 0 w 74329"/>
                  <a:gd name="connsiteY1" fmla="*/ 76635 h 76634"/>
                  <a:gd name="connsiteX2" fmla="*/ 74329 w 74329"/>
                  <a:gd name="connsiteY2" fmla="*/ 38687 h 76634"/>
                  <a:gd name="connsiteX3" fmla="*/ 0 w 74329"/>
                  <a:gd name="connsiteY3" fmla="*/ 0 h 76634"/>
                </a:gdLst>
                <a:ahLst/>
                <a:cxnLst>
                  <a:cxn ang="0">
                    <a:pos x="connsiteX0" y="connsiteY0"/>
                  </a:cxn>
                  <a:cxn ang="0">
                    <a:pos x="connsiteX1" y="connsiteY1"/>
                  </a:cxn>
                  <a:cxn ang="0">
                    <a:pos x="connsiteX2" y="connsiteY2"/>
                  </a:cxn>
                  <a:cxn ang="0">
                    <a:pos x="connsiteX3" y="connsiteY3"/>
                  </a:cxn>
                </a:cxnLst>
                <a:rect l="l" t="t" r="r" b="b"/>
                <a:pathLst>
                  <a:path w="74329" h="76634">
                    <a:moveTo>
                      <a:pt x="0" y="0"/>
                    </a:moveTo>
                    <a:lnTo>
                      <a:pt x="0" y="76635"/>
                    </a:lnTo>
                    <a:lnTo>
                      <a:pt x="74329" y="38687"/>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00" name="图片 79" descr="icon-29"/>
            <p:cNvGrpSpPr/>
            <p:nvPr/>
          </p:nvGrpSpPr>
          <p:grpSpPr>
            <a:xfrm>
              <a:off x="2935996" y="4954410"/>
              <a:ext cx="106739" cy="151207"/>
              <a:chOff x="2935996" y="4954410"/>
              <a:chExt cx="106739" cy="151207"/>
            </a:xfrm>
          </p:grpSpPr>
          <p:sp>
            <p:nvSpPr>
              <p:cNvPr id="401" name="任意形状 400"/>
              <p:cNvSpPr/>
              <p:nvPr/>
            </p:nvSpPr>
            <p:spPr>
              <a:xfrm rot="10800000" flipV="1">
                <a:off x="2936756" y="5001209"/>
                <a:ext cx="92350" cy="104409"/>
              </a:xfrm>
              <a:custGeom>
                <a:avLst/>
                <a:gdLst>
                  <a:gd name="connsiteX0" fmla="*/ -13 w 92350"/>
                  <a:gd name="connsiteY0" fmla="*/ 47259 h 104409"/>
                  <a:gd name="connsiteX1" fmla="*/ 92337 w 92350"/>
                  <a:gd name="connsiteY1" fmla="*/ 0 h 104409"/>
                  <a:gd name="connsiteX2" fmla="*/ 92337 w 92350"/>
                  <a:gd name="connsiteY2" fmla="*/ 57150 h 104409"/>
                  <a:gd name="connsiteX3" fmla="*/ -13 w 92350"/>
                  <a:gd name="connsiteY3" fmla="*/ 104409 h 104409"/>
                  <a:gd name="connsiteX4" fmla="*/ -13 w 92350"/>
                  <a:gd name="connsiteY4" fmla="*/ 47259 h 104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50" h="104409">
                    <a:moveTo>
                      <a:pt x="-13" y="47259"/>
                    </a:moveTo>
                    <a:lnTo>
                      <a:pt x="92337" y="0"/>
                    </a:lnTo>
                    <a:lnTo>
                      <a:pt x="92337" y="57150"/>
                    </a:lnTo>
                    <a:lnTo>
                      <a:pt x="-13" y="104409"/>
                    </a:lnTo>
                    <a:lnTo>
                      <a:pt x="-13" y="4725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2" name="任意形状 401"/>
              <p:cNvSpPr/>
              <p:nvPr/>
            </p:nvSpPr>
            <p:spPr>
              <a:xfrm rot="10800000" flipV="1">
                <a:off x="2935996" y="4954410"/>
                <a:ext cx="106739" cy="94057"/>
              </a:xfrm>
              <a:custGeom>
                <a:avLst/>
                <a:gdLst>
                  <a:gd name="connsiteX0" fmla="*/ 16672 w 106739"/>
                  <a:gd name="connsiteY0" fmla="*/ 0 h 94057"/>
                  <a:gd name="connsiteX1" fmla="*/ 106729 w 106739"/>
                  <a:gd name="connsiteY1" fmla="*/ 46799 h 94057"/>
                  <a:gd name="connsiteX2" fmla="*/ 92452 w 106739"/>
                  <a:gd name="connsiteY2" fmla="*/ 53907 h 94057"/>
                  <a:gd name="connsiteX3" fmla="*/ 13619 w 106739"/>
                  <a:gd name="connsiteY3" fmla="*/ 94058 h 94057"/>
                  <a:gd name="connsiteX4" fmla="*/ -11 w 106739"/>
                  <a:gd name="connsiteY4" fmla="*/ 84746 h 94057"/>
                  <a:gd name="connsiteX5" fmla="*/ 74318 w 106739"/>
                  <a:gd name="connsiteY5" fmla="*/ 46799 h 94057"/>
                  <a:gd name="connsiteX6" fmla="*/ -11 w 106739"/>
                  <a:gd name="connsiteY6" fmla="*/ 8111 h 94057"/>
                  <a:gd name="connsiteX7" fmla="*/ 16672 w 106739"/>
                  <a:gd name="connsiteY7" fmla="*/ 0 h 9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39" h="94057">
                    <a:moveTo>
                      <a:pt x="16672" y="0"/>
                    </a:moveTo>
                    <a:lnTo>
                      <a:pt x="106729" y="46799"/>
                    </a:lnTo>
                    <a:lnTo>
                      <a:pt x="92452" y="53907"/>
                    </a:lnTo>
                    <a:lnTo>
                      <a:pt x="13619" y="94058"/>
                    </a:lnTo>
                    <a:lnTo>
                      <a:pt x="-11" y="84746"/>
                    </a:lnTo>
                    <a:lnTo>
                      <a:pt x="74318" y="46799"/>
                    </a:lnTo>
                    <a:lnTo>
                      <a:pt x="-11" y="8111"/>
                    </a:lnTo>
                    <a:lnTo>
                      <a:pt x="16672" y="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3" name="任意形状 402"/>
              <p:cNvSpPr/>
              <p:nvPr/>
            </p:nvSpPr>
            <p:spPr>
              <a:xfrm rot="10800000" flipV="1">
                <a:off x="3029106" y="5039157"/>
                <a:ext cx="13630" cy="66461"/>
              </a:xfrm>
              <a:custGeom>
                <a:avLst/>
                <a:gdLst>
                  <a:gd name="connsiteX0" fmla="*/ -1 w 13630"/>
                  <a:gd name="connsiteY0" fmla="*/ 0 h 66461"/>
                  <a:gd name="connsiteX1" fmla="*/ 13629 w 13630"/>
                  <a:gd name="connsiteY1" fmla="*/ 9311 h 66461"/>
                  <a:gd name="connsiteX2" fmla="*/ 13629 w 13630"/>
                  <a:gd name="connsiteY2" fmla="*/ 66461 h 66461"/>
                  <a:gd name="connsiteX3" fmla="*/ -1 w 13630"/>
                  <a:gd name="connsiteY3" fmla="*/ 57786 h 66461"/>
                  <a:gd name="connsiteX4" fmla="*/ -1 w 13630"/>
                  <a:gd name="connsiteY4" fmla="*/ 0 h 66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0" h="66461">
                    <a:moveTo>
                      <a:pt x="-1" y="0"/>
                    </a:moveTo>
                    <a:lnTo>
                      <a:pt x="13629" y="9311"/>
                    </a:lnTo>
                    <a:lnTo>
                      <a:pt x="13629" y="66461"/>
                    </a:lnTo>
                    <a:lnTo>
                      <a:pt x="-1" y="57786"/>
                    </a:lnTo>
                    <a:lnTo>
                      <a:pt x="-1"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4" name="任意形状 403"/>
              <p:cNvSpPr/>
              <p:nvPr/>
            </p:nvSpPr>
            <p:spPr>
              <a:xfrm rot="10800000" flipV="1">
                <a:off x="2968407" y="4962522"/>
                <a:ext cx="74329" cy="76634"/>
              </a:xfrm>
              <a:custGeom>
                <a:avLst/>
                <a:gdLst>
                  <a:gd name="connsiteX0" fmla="*/ -8 w 74329"/>
                  <a:gd name="connsiteY0" fmla="*/ 0 h 76634"/>
                  <a:gd name="connsiteX1" fmla="*/ -8 w 74329"/>
                  <a:gd name="connsiteY1" fmla="*/ 76635 h 76634"/>
                  <a:gd name="connsiteX2" fmla="*/ 74321 w 74329"/>
                  <a:gd name="connsiteY2" fmla="*/ 38687 h 76634"/>
                  <a:gd name="connsiteX3" fmla="*/ -8 w 74329"/>
                  <a:gd name="connsiteY3" fmla="*/ 0 h 76634"/>
                </a:gdLst>
                <a:ahLst/>
                <a:cxnLst>
                  <a:cxn ang="0">
                    <a:pos x="connsiteX0" y="connsiteY0"/>
                  </a:cxn>
                  <a:cxn ang="0">
                    <a:pos x="connsiteX1" y="connsiteY1"/>
                  </a:cxn>
                  <a:cxn ang="0">
                    <a:pos x="connsiteX2" y="connsiteY2"/>
                  </a:cxn>
                  <a:cxn ang="0">
                    <a:pos x="connsiteX3" y="connsiteY3"/>
                  </a:cxn>
                </a:cxnLst>
                <a:rect l="l" t="t" r="r" b="b"/>
                <a:pathLst>
                  <a:path w="74329" h="76634">
                    <a:moveTo>
                      <a:pt x="-8" y="0"/>
                    </a:moveTo>
                    <a:lnTo>
                      <a:pt x="-8" y="76635"/>
                    </a:lnTo>
                    <a:lnTo>
                      <a:pt x="74321" y="38687"/>
                    </a:lnTo>
                    <a:lnTo>
                      <a:pt x="-8"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05" name="任意形状 404"/>
            <p:cNvSpPr/>
            <p:nvPr/>
          </p:nvSpPr>
          <p:spPr>
            <a:xfrm>
              <a:off x="2919730" y="4716319"/>
              <a:ext cx="531821" cy="323873"/>
            </a:xfrm>
            <a:custGeom>
              <a:avLst/>
              <a:gdLst>
                <a:gd name="connsiteX0" fmla="*/ 0 w 531821"/>
                <a:gd name="connsiteY0" fmla="*/ 150777 h 323873"/>
                <a:gd name="connsiteX1" fmla="*/ 0 w 531821"/>
                <a:gd name="connsiteY1" fmla="*/ 181313 h 323873"/>
                <a:gd name="connsiteX2" fmla="*/ 264660 w 531821"/>
                <a:gd name="connsiteY2" fmla="*/ 323874 h 323873"/>
                <a:gd name="connsiteX3" fmla="*/ 531822 w 531821"/>
                <a:gd name="connsiteY3" fmla="*/ 181313 h 323873"/>
                <a:gd name="connsiteX4" fmla="*/ 531822 w 531821"/>
                <a:gd name="connsiteY4" fmla="*/ 150777 h 323873"/>
                <a:gd name="connsiteX5" fmla="*/ 264660 w 531821"/>
                <a:gd name="connsiteY5" fmla="*/ 0 h 323873"/>
                <a:gd name="connsiteX6" fmla="*/ 0 w 531821"/>
                <a:gd name="connsiteY6" fmla="*/ 150777 h 32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1821" h="323873">
                  <a:moveTo>
                    <a:pt x="0" y="150777"/>
                  </a:moveTo>
                  <a:lnTo>
                    <a:pt x="0" y="181313"/>
                  </a:lnTo>
                  <a:lnTo>
                    <a:pt x="264660" y="323874"/>
                  </a:lnTo>
                  <a:lnTo>
                    <a:pt x="531822" y="181313"/>
                  </a:lnTo>
                  <a:lnTo>
                    <a:pt x="531822" y="150777"/>
                  </a:lnTo>
                  <a:lnTo>
                    <a:pt x="264660" y="0"/>
                  </a:lnTo>
                  <a:lnTo>
                    <a:pt x="0" y="15077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6" name="任意形状 405"/>
            <p:cNvSpPr/>
            <p:nvPr/>
          </p:nvSpPr>
          <p:spPr>
            <a:xfrm>
              <a:off x="3184389" y="4867096"/>
              <a:ext cx="267161" cy="173096"/>
            </a:xfrm>
            <a:custGeom>
              <a:avLst/>
              <a:gdLst>
                <a:gd name="connsiteX0" fmla="*/ 1251 w 267161"/>
                <a:gd name="connsiteY0" fmla="*/ 125313 h 173096"/>
                <a:gd name="connsiteX1" fmla="*/ 0 w 267161"/>
                <a:gd name="connsiteY1" fmla="*/ 173097 h 173096"/>
                <a:gd name="connsiteX2" fmla="*/ 267162 w 267161"/>
                <a:gd name="connsiteY2" fmla="*/ 30536 h 173096"/>
                <a:gd name="connsiteX3" fmla="*/ 267162 w 267161"/>
                <a:gd name="connsiteY3" fmla="*/ 0 h 173096"/>
                <a:gd name="connsiteX4" fmla="*/ 1251 w 267161"/>
                <a:gd name="connsiteY4" fmla="*/ 125313 h 173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61" h="173096">
                  <a:moveTo>
                    <a:pt x="1251" y="125313"/>
                  </a:moveTo>
                  <a:lnTo>
                    <a:pt x="0" y="173097"/>
                  </a:lnTo>
                  <a:lnTo>
                    <a:pt x="267162" y="30536"/>
                  </a:lnTo>
                  <a:lnTo>
                    <a:pt x="267162" y="0"/>
                  </a:lnTo>
                  <a:lnTo>
                    <a:pt x="1251" y="12531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07" name="任意形状 406"/>
            <p:cNvSpPr/>
            <p:nvPr/>
          </p:nvSpPr>
          <p:spPr>
            <a:xfrm>
              <a:off x="2919730" y="4716319"/>
              <a:ext cx="531821" cy="288640"/>
            </a:xfrm>
            <a:custGeom>
              <a:avLst/>
              <a:gdLst>
                <a:gd name="connsiteX0" fmla="*/ 0 w 531821"/>
                <a:gd name="connsiteY0" fmla="*/ 150777 h 288640"/>
                <a:gd name="connsiteX1" fmla="*/ 265910 w 531821"/>
                <a:gd name="connsiteY1" fmla="*/ 288641 h 288640"/>
                <a:gd name="connsiteX2" fmla="*/ 531822 w 531821"/>
                <a:gd name="connsiteY2" fmla="*/ 150777 h 288640"/>
                <a:gd name="connsiteX3" fmla="*/ 265910 w 531821"/>
                <a:gd name="connsiteY3" fmla="*/ 0 h 288640"/>
                <a:gd name="connsiteX4" fmla="*/ 0 w 531821"/>
                <a:gd name="connsiteY4" fmla="*/ 150777 h 28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821" h="288640">
                  <a:moveTo>
                    <a:pt x="0" y="150777"/>
                  </a:moveTo>
                  <a:lnTo>
                    <a:pt x="265910" y="288641"/>
                  </a:lnTo>
                  <a:lnTo>
                    <a:pt x="531822" y="150777"/>
                  </a:lnTo>
                  <a:lnTo>
                    <a:pt x="265910" y="0"/>
                  </a:lnTo>
                  <a:lnTo>
                    <a:pt x="0" y="15077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77" name="图片 80" descr="icon-30"/>
          <p:cNvGrpSpPr/>
          <p:nvPr/>
        </p:nvGrpSpPr>
        <p:grpSpPr>
          <a:xfrm>
            <a:off x="1886615" y="4695419"/>
            <a:ext cx="574495" cy="640577"/>
            <a:chOff x="1886615" y="4695419"/>
            <a:chExt cx="574495" cy="640577"/>
          </a:xfrm>
        </p:grpSpPr>
        <p:sp>
          <p:nvSpPr>
            <p:cNvPr id="378" name="任意形状 377"/>
            <p:cNvSpPr/>
            <p:nvPr/>
          </p:nvSpPr>
          <p:spPr>
            <a:xfrm>
              <a:off x="2198975" y="4788506"/>
              <a:ext cx="262135" cy="472887"/>
            </a:xfrm>
            <a:custGeom>
              <a:avLst/>
              <a:gdLst>
                <a:gd name="connsiteX0" fmla="*/ 0 w 262135"/>
                <a:gd name="connsiteY0" fmla="*/ 73335 h 472887"/>
                <a:gd name="connsiteX1" fmla="*/ 0 w 262135"/>
                <a:gd name="connsiteY1" fmla="*/ 403549 h 472887"/>
                <a:gd name="connsiteX2" fmla="*/ 130451 w 262135"/>
                <a:gd name="connsiteY2" fmla="*/ 472888 h 472887"/>
                <a:gd name="connsiteX3" fmla="*/ 262136 w 262135"/>
                <a:gd name="connsiteY3" fmla="*/ 403549 h 472887"/>
                <a:gd name="connsiteX4" fmla="*/ 262136 w 262135"/>
                <a:gd name="connsiteY4" fmla="*/ 73335 h 472887"/>
                <a:gd name="connsiteX5" fmla="*/ 130451 w 262135"/>
                <a:gd name="connsiteY5" fmla="*/ 0 h 472887"/>
                <a:gd name="connsiteX6" fmla="*/ 0 w 262135"/>
                <a:gd name="connsiteY6" fmla="*/ 73335 h 47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135" h="472887">
                  <a:moveTo>
                    <a:pt x="0" y="73335"/>
                  </a:moveTo>
                  <a:lnTo>
                    <a:pt x="0" y="403549"/>
                  </a:lnTo>
                  <a:lnTo>
                    <a:pt x="130451" y="472888"/>
                  </a:lnTo>
                  <a:lnTo>
                    <a:pt x="262136" y="403549"/>
                  </a:lnTo>
                  <a:lnTo>
                    <a:pt x="262136" y="73335"/>
                  </a:lnTo>
                  <a:lnTo>
                    <a:pt x="130451" y="0"/>
                  </a:lnTo>
                  <a:lnTo>
                    <a:pt x="0" y="73335"/>
                  </a:lnTo>
                  <a:close/>
                </a:path>
              </a:pathLst>
            </a:custGeom>
            <a:solidFill>
              <a:srgbClr val="4571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9" name="任意形状 378"/>
            <p:cNvSpPr/>
            <p:nvPr/>
          </p:nvSpPr>
          <p:spPr>
            <a:xfrm>
              <a:off x="2329426" y="4861841"/>
              <a:ext cx="131684" cy="399552"/>
            </a:xfrm>
            <a:custGeom>
              <a:avLst/>
              <a:gdLst>
                <a:gd name="connsiteX0" fmla="*/ 617 w 131684"/>
                <a:gd name="connsiteY0" fmla="*/ 68967 h 399552"/>
                <a:gd name="connsiteX1" fmla="*/ 0 w 131684"/>
                <a:gd name="connsiteY1" fmla="*/ 399553 h 399552"/>
                <a:gd name="connsiteX2" fmla="*/ 131684 w 131684"/>
                <a:gd name="connsiteY2" fmla="*/ 330214 h 399552"/>
                <a:gd name="connsiteX3" fmla="*/ 131684 w 131684"/>
                <a:gd name="connsiteY3" fmla="*/ 0 h 399552"/>
                <a:gd name="connsiteX4" fmla="*/ 617 w 131684"/>
                <a:gd name="connsiteY4" fmla="*/ 68967 h 399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4" h="399552">
                  <a:moveTo>
                    <a:pt x="617" y="68967"/>
                  </a:moveTo>
                  <a:lnTo>
                    <a:pt x="0" y="399553"/>
                  </a:lnTo>
                  <a:lnTo>
                    <a:pt x="131684" y="330214"/>
                  </a:lnTo>
                  <a:lnTo>
                    <a:pt x="131684" y="0"/>
                  </a:lnTo>
                  <a:lnTo>
                    <a:pt x="617" y="6896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0" name="任意形状 379"/>
            <p:cNvSpPr/>
            <p:nvPr/>
          </p:nvSpPr>
          <p:spPr>
            <a:xfrm>
              <a:off x="1886615" y="4969877"/>
              <a:ext cx="418692" cy="366120"/>
            </a:xfrm>
            <a:custGeom>
              <a:avLst/>
              <a:gdLst>
                <a:gd name="connsiteX0" fmla="*/ 0 w 418692"/>
                <a:gd name="connsiteY0" fmla="*/ 73335 h 366120"/>
                <a:gd name="connsiteX1" fmla="*/ 0 w 418692"/>
                <a:gd name="connsiteY1" fmla="*/ 222178 h 366120"/>
                <a:gd name="connsiteX2" fmla="*/ 287008 w 418692"/>
                <a:gd name="connsiteY2" fmla="*/ 366120 h 366120"/>
                <a:gd name="connsiteX3" fmla="*/ 418692 w 418692"/>
                <a:gd name="connsiteY3" fmla="*/ 296781 h 366120"/>
                <a:gd name="connsiteX4" fmla="*/ 418692 w 418692"/>
                <a:gd name="connsiteY4" fmla="*/ 147938 h 366120"/>
                <a:gd name="connsiteX5" fmla="*/ 130451 w 418692"/>
                <a:gd name="connsiteY5" fmla="*/ 0 h 366120"/>
                <a:gd name="connsiteX6" fmla="*/ 0 w 418692"/>
                <a:gd name="connsiteY6" fmla="*/ 73335 h 3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692" h="366120">
                  <a:moveTo>
                    <a:pt x="0" y="73335"/>
                  </a:moveTo>
                  <a:lnTo>
                    <a:pt x="0" y="222178"/>
                  </a:lnTo>
                  <a:lnTo>
                    <a:pt x="287008" y="366120"/>
                  </a:lnTo>
                  <a:lnTo>
                    <a:pt x="418692" y="296781"/>
                  </a:lnTo>
                  <a:lnTo>
                    <a:pt x="418692" y="147938"/>
                  </a:lnTo>
                  <a:lnTo>
                    <a:pt x="130451" y="0"/>
                  </a:lnTo>
                  <a:lnTo>
                    <a:pt x="0" y="7333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1" name="任意形状 380"/>
            <p:cNvSpPr/>
            <p:nvPr/>
          </p:nvSpPr>
          <p:spPr>
            <a:xfrm>
              <a:off x="2173623" y="5117814"/>
              <a:ext cx="131684" cy="218182"/>
            </a:xfrm>
            <a:custGeom>
              <a:avLst/>
              <a:gdLst>
                <a:gd name="connsiteX0" fmla="*/ 617 w 131684"/>
                <a:gd name="connsiteY0" fmla="*/ 68967 h 218182"/>
                <a:gd name="connsiteX1" fmla="*/ 0 w 131684"/>
                <a:gd name="connsiteY1" fmla="*/ 218183 h 218182"/>
                <a:gd name="connsiteX2" fmla="*/ 131684 w 131684"/>
                <a:gd name="connsiteY2" fmla="*/ 148843 h 218182"/>
                <a:gd name="connsiteX3" fmla="*/ 131684 w 131684"/>
                <a:gd name="connsiteY3" fmla="*/ 0 h 218182"/>
                <a:gd name="connsiteX4" fmla="*/ 617 w 131684"/>
                <a:gd name="connsiteY4" fmla="*/ 68967 h 21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4" h="218182">
                  <a:moveTo>
                    <a:pt x="617" y="68967"/>
                  </a:moveTo>
                  <a:lnTo>
                    <a:pt x="0" y="218183"/>
                  </a:lnTo>
                  <a:lnTo>
                    <a:pt x="131684" y="148843"/>
                  </a:lnTo>
                  <a:lnTo>
                    <a:pt x="131684" y="0"/>
                  </a:lnTo>
                  <a:lnTo>
                    <a:pt x="617" y="6896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2" name="任意形状 381"/>
            <p:cNvSpPr/>
            <p:nvPr/>
          </p:nvSpPr>
          <p:spPr>
            <a:xfrm>
              <a:off x="1886615" y="4969877"/>
              <a:ext cx="418692" cy="216904"/>
            </a:xfrm>
            <a:custGeom>
              <a:avLst/>
              <a:gdLst>
                <a:gd name="connsiteX0" fmla="*/ 0 w 418692"/>
                <a:gd name="connsiteY0" fmla="*/ 73335 h 216904"/>
                <a:gd name="connsiteX1" fmla="*/ 287008 w 418692"/>
                <a:gd name="connsiteY1" fmla="*/ 216904 h 216904"/>
                <a:gd name="connsiteX2" fmla="*/ 418692 w 418692"/>
                <a:gd name="connsiteY2" fmla="*/ 147565 h 216904"/>
                <a:gd name="connsiteX3" fmla="*/ 130451 w 418692"/>
                <a:gd name="connsiteY3" fmla="*/ 0 h 216904"/>
                <a:gd name="connsiteX4" fmla="*/ 0 w 418692"/>
                <a:gd name="connsiteY4" fmla="*/ 73335 h 216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692" h="216904">
                  <a:moveTo>
                    <a:pt x="0" y="73335"/>
                  </a:moveTo>
                  <a:lnTo>
                    <a:pt x="287008" y="216904"/>
                  </a:lnTo>
                  <a:lnTo>
                    <a:pt x="418692" y="147565"/>
                  </a:lnTo>
                  <a:lnTo>
                    <a:pt x="130451" y="0"/>
                  </a:lnTo>
                  <a:lnTo>
                    <a:pt x="0" y="7333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3" name="任意形状 382"/>
            <p:cNvSpPr/>
            <p:nvPr/>
          </p:nvSpPr>
          <p:spPr>
            <a:xfrm rot="10800000" flipV="1">
              <a:off x="1890007" y="4695419"/>
              <a:ext cx="418692" cy="386272"/>
            </a:xfrm>
            <a:custGeom>
              <a:avLst/>
              <a:gdLst>
                <a:gd name="connsiteX0" fmla="*/ -44 w 418692"/>
                <a:gd name="connsiteY0" fmla="*/ 73335 h 386272"/>
                <a:gd name="connsiteX1" fmla="*/ -44 w 418692"/>
                <a:gd name="connsiteY1" fmla="*/ 222178 h 386272"/>
                <a:gd name="connsiteX2" fmla="*/ 286964 w 418692"/>
                <a:gd name="connsiteY2" fmla="*/ 386272 h 386272"/>
                <a:gd name="connsiteX3" fmla="*/ 418648 w 418692"/>
                <a:gd name="connsiteY3" fmla="*/ 316933 h 386272"/>
                <a:gd name="connsiteX4" fmla="*/ 418648 w 418692"/>
                <a:gd name="connsiteY4" fmla="*/ 168090 h 386272"/>
                <a:gd name="connsiteX5" fmla="*/ 130407 w 418692"/>
                <a:gd name="connsiteY5" fmla="*/ 0 h 386272"/>
                <a:gd name="connsiteX6" fmla="*/ -44 w 418692"/>
                <a:gd name="connsiteY6" fmla="*/ 73335 h 386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692" h="386272">
                  <a:moveTo>
                    <a:pt x="-44" y="73335"/>
                  </a:moveTo>
                  <a:lnTo>
                    <a:pt x="-44" y="222178"/>
                  </a:lnTo>
                  <a:lnTo>
                    <a:pt x="286964" y="386272"/>
                  </a:lnTo>
                  <a:lnTo>
                    <a:pt x="418648" y="316933"/>
                  </a:lnTo>
                  <a:lnTo>
                    <a:pt x="418648" y="168090"/>
                  </a:lnTo>
                  <a:lnTo>
                    <a:pt x="130407" y="0"/>
                  </a:lnTo>
                  <a:lnTo>
                    <a:pt x="-44" y="7333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4" name="任意形状 383"/>
            <p:cNvSpPr/>
            <p:nvPr/>
          </p:nvSpPr>
          <p:spPr>
            <a:xfrm rot="10800000" flipV="1">
              <a:off x="1890007" y="4863508"/>
              <a:ext cx="131684" cy="218182"/>
            </a:xfrm>
            <a:custGeom>
              <a:avLst/>
              <a:gdLst>
                <a:gd name="connsiteX0" fmla="*/ -14 w 131684"/>
                <a:gd name="connsiteY0" fmla="*/ 68967 h 218182"/>
                <a:gd name="connsiteX1" fmla="*/ -14 w 131684"/>
                <a:gd name="connsiteY1" fmla="*/ 218183 h 218182"/>
                <a:gd name="connsiteX2" fmla="*/ 131670 w 131684"/>
                <a:gd name="connsiteY2" fmla="*/ 148224 h 218182"/>
                <a:gd name="connsiteX3" fmla="*/ 131670 w 131684"/>
                <a:gd name="connsiteY3" fmla="*/ 0 h 218182"/>
                <a:gd name="connsiteX4" fmla="*/ -14 w 131684"/>
                <a:gd name="connsiteY4" fmla="*/ 68967 h 21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4" h="218182">
                  <a:moveTo>
                    <a:pt x="-14" y="68967"/>
                  </a:moveTo>
                  <a:lnTo>
                    <a:pt x="-14" y="218183"/>
                  </a:lnTo>
                  <a:lnTo>
                    <a:pt x="131670" y="148224"/>
                  </a:lnTo>
                  <a:lnTo>
                    <a:pt x="131670" y="0"/>
                  </a:lnTo>
                  <a:lnTo>
                    <a:pt x="-14" y="6896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5" name="任意形状 384"/>
            <p:cNvSpPr/>
            <p:nvPr/>
          </p:nvSpPr>
          <p:spPr>
            <a:xfrm rot="10800000" flipV="1">
              <a:off x="1890007" y="4695419"/>
              <a:ext cx="418692" cy="237056"/>
            </a:xfrm>
            <a:custGeom>
              <a:avLst/>
              <a:gdLst>
                <a:gd name="connsiteX0" fmla="*/ -44 w 418692"/>
                <a:gd name="connsiteY0" fmla="*/ 73335 h 237056"/>
                <a:gd name="connsiteX1" fmla="*/ 286964 w 418692"/>
                <a:gd name="connsiteY1" fmla="*/ 237056 h 237056"/>
                <a:gd name="connsiteX2" fmla="*/ 418648 w 418692"/>
                <a:gd name="connsiteY2" fmla="*/ 167718 h 237056"/>
                <a:gd name="connsiteX3" fmla="*/ 130407 w 418692"/>
                <a:gd name="connsiteY3" fmla="*/ 0 h 237056"/>
                <a:gd name="connsiteX4" fmla="*/ -44 w 418692"/>
                <a:gd name="connsiteY4" fmla="*/ 73335 h 23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692" h="237056">
                  <a:moveTo>
                    <a:pt x="-44" y="73335"/>
                  </a:moveTo>
                  <a:lnTo>
                    <a:pt x="286964" y="237056"/>
                  </a:lnTo>
                  <a:lnTo>
                    <a:pt x="418648" y="167718"/>
                  </a:lnTo>
                  <a:lnTo>
                    <a:pt x="130407" y="0"/>
                  </a:lnTo>
                  <a:lnTo>
                    <a:pt x="-44" y="7333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6" name="任意形状 385"/>
            <p:cNvSpPr/>
            <p:nvPr/>
          </p:nvSpPr>
          <p:spPr>
            <a:xfrm>
              <a:off x="2198975" y="4788506"/>
              <a:ext cx="262135" cy="142301"/>
            </a:xfrm>
            <a:custGeom>
              <a:avLst/>
              <a:gdLst>
                <a:gd name="connsiteX0" fmla="*/ 0 w 262135"/>
                <a:gd name="connsiteY0" fmla="*/ 73335 h 142301"/>
                <a:gd name="connsiteX1" fmla="*/ 130451 w 262135"/>
                <a:gd name="connsiteY1" fmla="*/ 142302 h 142301"/>
                <a:gd name="connsiteX2" fmla="*/ 262136 w 262135"/>
                <a:gd name="connsiteY2" fmla="*/ 72963 h 142301"/>
                <a:gd name="connsiteX3" fmla="*/ 130451 w 262135"/>
                <a:gd name="connsiteY3" fmla="*/ 0 h 142301"/>
                <a:gd name="connsiteX4" fmla="*/ 0 w 262135"/>
                <a:gd name="connsiteY4" fmla="*/ 73335 h 142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35" h="142301">
                  <a:moveTo>
                    <a:pt x="0" y="73335"/>
                  </a:moveTo>
                  <a:lnTo>
                    <a:pt x="130451" y="142302"/>
                  </a:lnTo>
                  <a:lnTo>
                    <a:pt x="262136" y="72963"/>
                  </a:lnTo>
                  <a:lnTo>
                    <a:pt x="130451" y="0"/>
                  </a:lnTo>
                  <a:lnTo>
                    <a:pt x="0" y="7333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7" name="任意形状 386"/>
            <p:cNvSpPr/>
            <p:nvPr/>
          </p:nvSpPr>
          <p:spPr>
            <a:xfrm>
              <a:off x="2198975" y="4861841"/>
              <a:ext cx="130450" cy="218182"/>
            </a:xfrm>
            <a:custGeom>
              <a:avLst/>
              <a:gdLst>
                <a:gd name="connsiteX0" fmla="*/ 0 w 130450"/>
                <a:gd name="connsiteY0" fmla="*/ 0 h 218182"/>
                <a:gd name="connsiteX1" fmla="*/ 0 w 130450"/>
                <a:gd name="connsiteY1" fmla="*/ 148843 h 218182"/>
                <a:gd name="connsiteX2" fmla="*/ 130451 w 130450"/>
                <a:gd name="connsiteY2" fmla="*/ 218183 h 218182"/>
                <a:gd name="connsiteX3" fmla="*/ 129778 w 130450"/>
                <a:gd name="connsiteY3" fmla="*/ 68967 h 218182"/>
                <a:gd name="connsiteX4" fmla="*/ 0 w 130450"/>
                <a:gd name="connsiteY4" fmla="*/ 0 h 21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50" h="218182">
                  <a:moveTo>
                    <a:pt x="0" y="0"/>
                  </a:moveTo>
                  <a:lnTo>
                    <a:pt x="0" y="148843"/>
                  </a:lnTo>
                  <a:lnTo>
                    <a:pt x="130451" y="218183"/>
                  </a:lnTo>
                  <a:lnTo>
                    <a:pt x="129778" y="68967"/>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71" name="图片 81" descr="icon-31"/>
          <p:cNvGrpSpPr/>
          <p:nvPr/>
        </p:nvGrpSpPr>
        <p:grpSpPr>
          <a:xfrm>
            <a:off x="882650" y="4707719"/>
            <a:ext cx="518960" cy="590550"/>
            <a:chOff x="882650" y="4707719"/>
            <a:chExt cx="518960" cy="590550"/>
          </a:xfrm>
        </p:grpSpPr>
        <p:sp>
          <p:nvSpPr>
            <p:cNvPr id="372" name="任意形状 371"/>
            <p:cNvSpPr/>
            <p:nvPr/>
          </p:nvSpPr>
          <p:spPr>
            <a:xfrm>
              <a:off x="883052" y="4707719"/>
              <a:ext cx="326514" cy="124169"/>
            </a:xfrm>
            <a:custGeom>
              <a:avLst/>
              <a:gdLst>
                <a:gd name="connsiteX0" fmla="*/ 193905 w 326514"/>
                <a:gd name="connsiteY0" fmla="*/ 124170 h 124169"/>
                <a:gd name="connsiteX1" fmla="*/ 326514 w 326514"/>
                <a:gd name="connsiteY1" fmla="*/ 45172 h 124169"/>
                <a:gd name="connsiteX2" fmla="*/ 132598 w 326514"/>
                <a:gd name="connsiteY2" fmla="*/ 0 h 124169"/>
                <a:gd name="connsiteX3" fmla="*/ 0 w 326514"/>
                <a:gd name="connsiteY3" fmla="*/ 79009 h 124169"/>
                <a:gd name="connsiteX4" fmla="*/ 193905 w 326514"/>
                <a:gd name="connsiteY4" fmla="*/ 124170 h 124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514" h="124169">
                  <a:moveTo>
                    <a:pt x="193905" y="124170"/>
                  </a:moveTo>
                  <a:lnTo>
                    <a:pt x="326514" y="45172"/>
                  </a:lnTo>
                  <a:lnTo>
                    <a:pt x="132598" y="0"/>
                  </a:lnTo>
                  <a:lnTo>
                    <a:pt x="0" y="79009"/>
                  </a:lnTo>
                  <a:lnTo>
                    <a:pt x="193905" y="124170"/>
                  </a:lnTo>
                  <a:close/>
                </a:path>
              </a:pathLst>
            </a:custGeom>
            <a:solidFill>
              <a:schemeClr val="accent1">
                <a:lumMod val="60000"/>
                <a:lumOff val="4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3" name="任意形状 372"/>
            <p:cNvSpPr/>
            <p:nvPr/>
          </p:nvSpPr>
          <p:spPr>
            <a:xfrm>
              <a:off x="1075625" y="4928899"/>
              <a:ext cx="325984" cy="369370"/>
            </a:xfrm>
            <a:custGeom>
              <a:avLst/>
              <a:gdLst>
                <a:gd name="connsiteX0" fmla="*/ 0 w 325984"/>
                <a:gd name="connsiteY0" fmla="*/ 369370 h 369370"/>
                <a:gd name="connsiteX1" fmla="*/ 231559 w 325984"/>
                <a:gd name="connsiteY1" fmla="*/ 305842 h 369370"/>
                <a:gd name="connsiteX2" fmla="*/ 315633 w 325984"/>
                <a:gd name="connsiteY2" fmla="*/ 140982 h 369370"/>
                <a:gd name="connsiteX3" fmla="*/ 325985 w 325984"/>
                <a:gd name="connsiteY3" fmla="*/ 0 h 369370"/>
                <a:gd name="connsiteX4" fmla="*/ 193387 w 325984"/>
                <a:gd name="connsiteY4" fmla="*/ 78998 h 369370"/>
                <a:gd name="connsiteX5" fmla="*/ 0 w 325984"/>
                <a:gd name="connsiteY5" fmla="*/ 369370 h 36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984" h="369370">
                  <a:moveTo>
                    <a:pt x="0" y="369370"/>
                  </a:moveTo>
                  <a:cubicBezTo>
                    <a:pt x="0" y="369370"/>
                    <a:pt x="194614" y="340788"/>
                    <a:pt x="231559" y="305842"/>
                  </a:cubicBezTo>
                  <a:cubicBezTo>
                    <a:pt x="299867" y="241224"/>
                    <a:pt x="311329" y="199626"/>
                    <a:pt x="315633" y="140982"/>
                  </a:cubicBezTo>
                  <a:lnTo>
                    <a:pt x="325985" y="0"/>
                  </a:lnTo>
                  <a:lnTo>
                    <a:pt x="193387" y="78998"/>
                  </a:lnTo>
                  <a:lnTo>
                    <a:pt x="0" y="36937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4" name="任意形状 373"/>
            <p:cNvSpPr/>
            <p:nvPr/>
          </p:nvSpPr>
          <p:spPr>
            <a:xfrm>
              <a:off x="1076956" y="4752897"/>
              <a:ext cx="324652" cy="255002"/>
            </a:xfrm>
            <a:custGeom>
              <a:avLst/>
              <a:gdLst>
                <a:gd name="connsiteX0" fmla="*/ 192055 w 324652"/>
                <a:gd name="connsiteY0" fmla="*/ 255002 h 255002"/>
                <a:gd name="connsiteX1" fmla="*/ 324653 w 324652"/>
                <a:gd name="connsiteY1" fmla="*/ 176004 h 255002"/>
                <a:gd name="connsiteX2" fmla="*/ 132608 w 324652"/>
                <a:gd name="connsiteY2" fmla="*/ 0 h 255002"/>
                <a:gd name="connsiteX3" fmla="*/ 0 w 324652"/>
                <a:gd name="connsiteY3" fmla="*/ 78988 h 255002"/>
                <a:gd name="connsiteX4" fmla="*/ 192055 w 324652"/>
                <a:gd name="connsiteY4" fmla="*/ 255002 h 255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652" h="255002">
                  <a:moveTo>
                    <a:pt x="192055" y="255002"/>
                  </a:moveTo>
                  <a:lnTo>
                    <a:pt x="324653" y="176004"/>
                  </a:lnTo>
                  <a:lnTo>
                    <a:pt x="132608" y="0"/>
                  </a:lnTo>
                  <a:lnTo>
                    <a:pt x="0" y="78988"/>
                  </a:lnTo>
                  <a:lnTo>
                    <a:pt x="192055" y="25500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5" name="任意形状 374"/>
            <p:cNvSpPr/>
            <p:nvPr/>
          </p:nvSpPr>
          <p:spPr>
            <a:xfrm>
              <a:off x="882650" y="4786728"/>
              <a:ext cx="386363" cy="511537"/>
            </a:xfrm>
            <a:custGeom>
              <a:avLst/>
              <a:gdLst>
                <a:gd name="connsiteX0" fmla="*/ 194308 w 386363"/>
                <a:gd name="connsiteY0" fmla="*/ 45161 h 511537"/>
                <a:gd name="connsiteX1" fmla="*/ 403 w 386363"/>
                <a:gd name="connsiteY1" fmla="*/ 0 h 511537"/>
                <a:gd name="connsiteX2" fmla="*/ 1 w 386363"/>
                <a:gd name="connsiteY2" fmla="*/ 140010 h 511537"/>
                <a:gd name="connsiteX3" fmla="*/ 85544 w 386363"/>
                <a:gd name="connsiteY3" fmla="*/ 362042 h 511537"/>
                <a:gd name="connsiteX4" fmla="*/ 192976 w 386363"/>
                <a:gd name="connsiteY4" fmla="*/ 511537 h 511537"/>
                <a:gd name="connsiteX5" fmla="*/ 300270 w 386363"/>
                <a:gd name="connsiteY5" fmla="*/ 484997 h 511537"/>
                <a:gd name="connsiteX6" fmla="*/ 385962 w 386363"/>
                <a:gd name="connsiteY6" fmla="*/ 361715 h 511537"/>
                <a:gd name="connsiteX7" fmla="*/ 386364 w 386363"/>
                <a:gd name="connsiteY7" fmla="*/ 221176 h 511537"/>
                <a:gd name="connsiteX8" fmla="*/ 194308 w 386363"/>
                <a:gd name="connsiteY8" fmla="*/ 45161 h 51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363" h="511537">
                  <a:moveTo>
                    <a:pt x="194308" y="45161"/>
                  </a:moveTo>
                  <a:lnTo>
                    <a:pt x="403" y="0"/>
                  </a:lnTo>
                  <a:lnTo>
                    <a:pt x="1" y="140010"/>
                  </a:lnTo>
                  <a:cubicBezTo>
                    <a:pt x="-189" y="205431"/>
                    <a:pt x="30813" y="285761"/>
                    <a:pt x="85544" y="362042"/>
                  </a:cubicBezTo>
                  <a:lnTo>
                    <a:pt x="192976" y="511537"/>
                  </a:lnTo>
                  <a:lnTo>
                    <a:pt x="300270" y="484997"/>
                  </a:lnTo>
                  <a:cubicBezTo>
                    <a:pt x="354789" y="471325"/>
                    <a:pt x="385771" y="426829"/>
                    <a:pt x="385962" y="361715"/>
                  </a:cubicBezTo>
                  <a:lnTo>
                    <a:pt x="386364" y="221176"/>
                  </a:lnTo>
                  <a:lnTo>
                    <a:pt x="194308" y="4516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6" name="任意形状 375"/>
            <p:cNvSpPr/>
            <p:nvPr/>
          </p:nvSpPr>
          <p:spPr>
            <a:xfrm>
              <a:off x="932074" y="4852165"/>
              <a:ext cx="287514" cy="380662"/>
            </a:xfrm>
            <a:custGeom>
              <a:avLst/>
              <a:gdLst>
                <a:gd name="connsiteX0" fmla="*/ 144595 w 287514"/>
                <a:gd name="connsiteY0" fmla="*/ 33607 h 380662"/>
                <a:gd name="connsiteX1" fmla="*/ 300 w 287514"/>
                <a:gd name="connsiteY1" fmla="*/ 0 h 380662"/>
                <a:gd name="connsiteX2" fmla="*/ 1 w 287514"/>
                <a:gd name="connsiteY2" fmla="*/ 104189 h 380662"/>
                <a:gd name="connsiteX3" fmla="*/ 63658 w 287514"/>
                <a:gd name="connsiteY3" fmla="*/ 269416 h 380662"/>
                <a:gd name="connsiteX4" fmla="*/ 143604 w 287514"/>
                <a:gd name="connsiteY4" fmla="*/ 380663 h 380662"/>
                <a:gd name="connsiteX5" fmla="*/ 223448 w 287514"/>
                <a:gd name="connsiteY5" fmla="*/ 360913 h 380662"/>
                <a:gd name="connsiteX6" fmla="*/ 287215 w 287514"/>
                <a:gd name="connsiteY6" fmla="*/ 269172 h 380662"/>
                <a:gd name="connsiteX7" fmla="*/ 287514 w 287514"/>
                <a:gd name="connsiteY7" fmla="*/ 164589 h 380662"/>
                <a:gd name="connsiteX8" fmla="*/ 144595 w 287514"/>
                <a:gd name="connsiteY8" fmla="*/ 33607 h 38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514" h="380662">
                  <a:moveTo>
                    <a:pt x="144595" y="33607"/>
                  </a:moveTo>
                  <a:lnTo>
                    <a:pt x="300" y="0"/>
                  </a:lnTo>
                  <a:lnTo>
                    <a:pt x="1" y="104189"/>
                  </a:lnTo>
                  <a:cubicBezTo>
                    <a:pt x="-141" y="152872"/>
                    <a:pt x="22930" y="212651"/>
                    <a:pt x="63658" y="269416"/>
                  </a:cubicBezTo>
                  <a:lnTo>
                    <a:pt x="143604" y="380663"/>
                  </a:lnTo>
                  <a:lnTo>
                    <a:pt x="223448" y="360913"/>
                  </a:lnTo>
                  <a:cubicBezTo>
                    <a:pt x="264019" y="350738"/>
                    <a:pt x="287074" y="317627"/>
                    <a:pt x="287215" y="269172"/>
                  </a:cubicBezTo>
                  <a:lnTo>
                    <a:pt x="287514" y="164589"/>
                  </a:lnTo>
                  <a:lnTo>
                    <a:pt x="144595" y="3360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2" name="图片 82" descr="icon-32"/>
          <p:cNvGrpSpPr/>
          <p:nvPr/>
        </p:nvGrpSpPr>
        <p:grpSpPr>
          <a:xfrm>
            <a:off x="9219643" y="1650206"/>
            <a:ext cx="603054" cy="561975"/>
            <a:chOff x="9219643" y="1650206"/>
            <a:chExt cx="603054" cy="561975"/>
          </a:xfrm>
        </p:grpSpPr>
        <p:sp>
          <p:nvSpPr>
            <p:cNvPr id="153" name="任意形状 152"/>
            <p:cNvSpPr/>
            <p:nvPr/>
          </p:nvSpPr>
          <p:spPr>
            <a:xfrm>
              <a:off x="9300707" y="1733461"/>
              <a:ext cx="440925" cy="478719"/>
            </a:xfrm>
            <a:custGeom>
              <a:avLst/>
              <a:gdLst>
                <a:gd name="connsiteX0" fmla="*/ 0 w 440925"/>
                <a:gd name="connsiteY0" fmla="*/ 123354 h 478719"/>
                <a:gd name="connsiteX1" fmla="*/ 0 w 440925"/>
                <a:gd name="connsiteY1" fmla="*/ 362088 h 478719"/>
                <a:gd name="connsiteX2" fmla="*/ 219426 w 440925"/>
                <a:gd name="connsiteY2" fmla="*/ 478720 h 478719"/>
                <a:gd name="connsiteX3" fmla="*/ 440926 w 440925"/>
                <a:gd name="connsiteY3" fmla="*/ 362088 h 478719"/>
                <a:gd name="connsiteX4" fmla="*/ 440926 w 440925"/>
                <a:gd name="connsiteY4" fmla="*/ 123354 h 478719"/>
                <a:gd name="connsiteX5" fmla="*/ 219426 w 440925"/>
                <a:gd name="connsiteY5" fmla="*/ 0 h 478719"/>
                <a:gd name="connsiteX6" fmla="*/ 0 w 440925"/>
                <a:gd name="connsiteY6" fmla="*/ 123354 h 47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925" h="478719">
                  <a:moveTo>
                    <a:pt x="0" y="123354"/>
                  </a:moveTo>
                  <a:lnTo>
                    <a:pt x="0" y="362088"/>
                  </a:lnTo>
                  <a:lnTo>
                    <a:pt x="219426" y="478720"/>
                  </a:lnTo>
                  <a:lnTo>
                    <a:pt x="440926" y="362088"/>
                  </a:lnTo>
                  <a:lnTo>
                    <a:pt x="440926" y="123354"/>
                  </a:lnTo>
                  <a:lnTo>
                    <a:pt x="219426" y="0"/>
                  </a:lnTo>
                  <a:lnTo>
                    <a:pt x="0" y="12335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4" name="任意形状 153"/>
            <p:cNvSpPr/>
            <p:nvPr/>
          </p:nvSpPr>
          <p:spPr>
            <a:xfrm>
              <a:off x="9520133" y="1856814"/>
              <a:ext cx="221500" cy="355366"/>
            </a:xfrm>
            <a:custGeom>
              <a:avLst/>
              <a:gdLst>
                <a:gd name="connsiteX0" fmla="*/ 1037 w 221500"/>
                <a:gd name="connsiteY0" fmla="*/ 116007 h 355366"/>
                <a:gd name="connsiteX1" fmla="*/ 0 w 221500"/>
                <a:gd name="connsiteY1" fmla="*/ 355366 h 355366"/>
                <a:gd name="connsiteX2" fmla="*/ 221500 w 221500"/>
                <a:gd name="connsiteY2" fmla="*/ 238735 h 355366"/>
                <a:gd name="connsiteX3" fmla="*/ 221500 w 221500"/>
                <a:gd name="connsiteY3" fmla="*/ 0 h 355366"/>
                <a:gd name="connsiteX4" fmla="*/ 1037 w 221500"/>
                <a:gd name="connsiteY4" fmla="*/ 116007 h 35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500" h="355366">
                  <a:moveTo>
                    <a:pt x="1037" y="116007"/>
                  </a:moveTo>
                  <a:lnTo>
                    <a:pt x="0" y="355366"/>
                  </a:lnTo>
                  <a:lnTo>
                    <a:pt x="221500" y="238735"/>
                  </a:lnTo>
                  <a:lnTo>
                    <a:pt x="221500" y="0"/>
                  </a:lnTo>
                  <a:lnTo>
                    <a:pt x="1037" y="11600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5" name="任意形状 154"/>
            <p:cNvSpPr/>
            <p:nvPr/>
          </p:nvSpPr>
          <p:spPr>
            <a:xfrm>
              <a:off x="9300707" y="1733461"/>
              <a:ext cx="440925" cy="239359"/>
            </a:xfrm>
            <a:custGeom>
              <a:avLst/>
              <a:gdLst>
                <a:gd name="connsiteX0" fmla="*/ 0 w 440925"/>
                <a:gd name="connsiteY0" fmla="*/ 123354 h 239359"/>
                <a:gd name="connsiteX1" fmla="*/ 219426 w 440925"/>
                <a:gd name="connsiteY1" fmla="*/ 239359 h 239359"/>
                <a:gd name="connsiteX2" fmla="*/ 440926 w 440925"/>
                <a:gd name="connsiteY2" fmla="*/ 122728 h 239359"/>
                <a:gd name="connsiteX3" fmla="*/ 219426 w 440925"/>
                <a:gd name="connsiteY3" fmla="*/ 0 h 239359"/>
                <a:gd name="connsiteX4" fmla="*/ 0 w 440925"/>
                <a:gd name="connsiteY4" fmla="*/ 123354 h 239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925" h="239359">
                  <a:moveTo>
                    <a:pt x="0" y="123354"/>
                  </a:moveTo>
                  <a:lnTo>
                    <a:pt x="219426" y="239359"/>
                  </a:lnTo>
                  <a:lnTo>
                    <a:pt x="440926" y="122728"/>
                  </a:lnTo>
                  <a:lnTo>
                    <a:pt x="219426" y="0"/>
                  </a:lnTo>
                  <a:lnTo>
                    <a:pt x="0" y="12335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6" name="任意形状 155"/>
            <p:cNvSpPr/>
            <p:nvPr/>
          </p:nvSpPr>
          <p:spPr>
            <a:xfrm>
              <a:off x="9396561" y="1650206"/>
              <a:ext cx="249218" cy="270580"/>
            </a:xfrm>
            <a:custGeom>
              <a:avLst/>
              <a:gdLst>
                <a:gd name="connsiteX0" fmla="*/ 0 w 249218"/>
                <a:gd name="connsiteY0" fmla="*/ 69721 h 270580"/>
                <a:gd name="connsiteX1" fmla="*/ 0 w 249218"/>
                <a:gd name="connsiteY1" fmla="*/ 204658 h 270580"/>
                <a:gd name="connsiteX2" fmla="*/ 124023 w 249218"/>
                <a:gd name="connsiteY2" fmla="*/ 270580 h 270580"/>
                <a:gd name="connsiteX3" fmla="*/ 249219 w 249218"/>
                <a:gd name="connsiteY3" fmla="*/ 204658 h 270580"/>
                <a:gd name="connsiteX4" fmla="*/ 249219 w 249218"/>
                <a:gd name="connsiteY4" fmla="*/ 69721 h 270580"/>
                <a:gd name="connsiteX5" fmla="*/ 124023 w 249218"/>
                <a:gd name="connsiteY5" fmla="*/ 0 h 270580"/>
                <a:gd name="connsiteX6" fmla="*/ 0 w 249218"/>
                <a:gd name="connsiteY6" fmla="*/ 69721 h 27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218" h="270580">
                  <a:moveTo>
                    <a:pt x="0" y="69721"/>
                  </a:moveTo>
                  <a:lnTo>
                    <a:pt x="0" y="204658"/>
                  </a:lnTo>
                  <a:lnTo>
                    <a:pt x="124023" y="270580"/>
                  </a:lnTo>
                  <a:lnTo>
                    <a:pt x="249219" y="204658"/>
                  </a:lnTo>
                  <a:lnTo>
                    <a:pt x="249219" y="69721"/>
                  </a:lnTo>
                  <a:lnTo>
                    <a:pt x="124023" y="0"/>
                  </a:lnTo>
                  <a:lnTo>
                    <a:pt x="0" y="6972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7" name="任意形状 156"/>
            <p:cNvSpPr/>
            <p:nvPr/>
          </p:nvSpPr>
          <p:spPr>
            <a:xfrm>
              <a:off x="9520584" y="1719927"/>
              <a:ext cx="125195" cy="200859"/>
            </a:xfrm>
            <a:custGeom>
              <a:avLst/>
              <a:gdLst>
                <a:gd name="connsiteX0" fmla="*/ 586 w 125195"/>
                <a:gd name="connsiteY0" fmla="*/ 65569 h 200859"/>
                <a:gd name="connsiteX1" fmla="*/ 0 w 125195"/>
                <a:gd name="connsiteY1" fmla="*/ 200859 h 200859"/>
                <a:gd name="connsiteX2" fmla="*/ 125196 w 125195"/>
                <a:gd name="connsiteY2" fmla="*/ 134937 h 200859"/>
                <a:gd name="connsiteX3" fmla="*/ 125196 w 125195"/>
                <a:gd name="connsiteY3" fmla="*/ 0 h 200859"/>
                <a:gd name="connsiteX4" fmla="*/ 586 w 125195"/>
                <a:gd name="connsiteY4" fmla="*/ 65569 h 200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95" h="200859">
                  <a:moveTo>
                    <a:pt x="586" y="65569"/>
                  </a:moveTo>
                  <a:lnTo>
                    <a:pt x="0" y="200859"/>
                  </a:lnTo>
                  <a:lnTo>
                    <a:pt x="125196" y="134937"/>
                  </a:lnTo>
                  <a:lnTo>
                    <a:pt x="125196" y="0"/>
                  </a:lnTo>
                  <a:lnTo>
                    <a:pt x="586" y="6556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8" name="任意形状 157"/>
            <p:cNvSpPr/>
            <p:nvPr/>
          </p:nvSpPr>
          <p:spPr>
            <a:xfrm>
              <a:off x="9396561" y="1650206"/>
              <a:ext cx="249218" cy="135290"/>
            </a:xfrm>
            <a:custGeom>
              <a:avLst/>
              <a:gdLst>
                <a:gd name="connsiteX0" fmla="*/ 0 w 249218"/>
                <a:gd name="connsiteY0" fmla="*/ 69721 h 135290"/>
                <a:gd name="connsiteX1" fmla="*/ 124023 w 249218"/>
                <a:gd name="connsiteY1" fmla="*/ 135290 h 135290"/>
                <a:gd name="connsiteX2" fmla="*/ 249219 w 249218"/>
                <a:gd name="connsiteY2" fmla="*/ 69368 h 135290"/>
                <a:gd name="connsiteX3" fmla="*/ 124023 w 249218"/>
                <a:gd name="connsiteY3" fmla="*/ 0 h 135290"/>
                <a:gd name="connsiteX4" fmla="*/ 0 w 249218"/>
                <a:gd name="connsiteY4" fmla="*/ 69721 h 135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18" h="135290">
                  <a:moveTo>
                    <a:pt x="0" y="69721"/>
                  </a:moveTo>
                  <a:lnTo>
                    <a:pt x="124023" y="135290"/>
                  </a:lnTo>
                  <a:lnTo>
                    <a:pt x="249219" y="69368"/>
                  </a:lnTo>
                  <a:lnTo>
                    <a:pt x="124023" y="0"/>
                  </a:lnTo>
                  <a:lnTo>
                    <a:pt x="0" y="6972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9" name="任意形状 158"/>
            <p:cNvSpPr/>
            <p:nvPr/>
          </p:nvSpPr>
          <p:spPr>
            <a:xfrm>
              <a:off x="9573479" y="1931193"/>
              <a:ext cx="249218" cy="270580"/>
            </a:xfrm>
            <a:custGeom>
              <a:avLst/>
              <a:gdLst>
                <a:gd name="connsiteX0" fmla="*/ 0 w 249218"/>
                <a:gd name="connsiteY0" fmla="*/ 69721 h 270580"/>
                <a:gd name="connsiteX1" fmla="*/ 0 w 249218"/>
                <a:gd name="connsiteY1" fmla="*/ 204658 h 270580"/>
                <a:gd name="connsiteX2" fmla="*/ 124023 w 249218"/>
                <a:gd name="connsiteY2" fmla="*/ 270580 h 270580"/>
                <a:gd name="connsiteX3" fmla="*/ 249219 w 249218"/>
                <a:gd name="connsiteY3" fmla="*/ 204658 h 270580"/>
                <a:gd name="connsiteX4" fmla="*/ 249219 w 249218"/>
                <a:gd name="connsiteY4" fmla="*/ 69721 h 270580"/>
                <a:gd name="connsiteX5" fmla="*/ 124023 w 249218"/>
                <a:gd name="connsiteY5" fmla="*/ 0 h 270580"/>
                <a:gd name="connsiteX6" fmla="*/ 0 w 249218"/>
                <a:gd name="connsiteY6" fmla="*/ 69721 h 27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218" h="270580">
                  <a:moveTo>
                    <a:pt x="0" y="69721"/>
                  </a:moveTo>
                  <a:lnTo>
                    <a:pt x="0" y="204658"/>
                  </a:lnTo>
                  <a:lnTo>
                    <a:pt x="124023" y="270580"/>
                  </a:lnTo>
                  <a:lnTo>
                    <a:pt x="249219" y="204658"/>
                  </a:lnTo>
                  <a:lnTo>
                    <a:pt x="249219" y="69721"/>
                  </a:lnTo>
                  <a:lnTo>
                    <a:pt x="124023" y="0"/>
                  </a:lnTo>
                  <a:lnTo>
                    <a:pt x="0" y="6972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0" name="任意形状 159"/>
            <p:cNvSpPr/>
            <p:nvPr/>
          </p:nvSpPr>
          <p:spPr>
            <a:xfrm>
              <a:off x="9697502" y="2000915"/>
              <a:ext cx="125195" cy="200859"/>
            </a:xfrm>
            <a:custGeom>
              <a:avLst/>
              <a:gdLst>
                <a:gd name="connsiteX0" fmla="*/ 586 w 125195"/>
                <a:gd name="connsiteY0" fmla="*/ 65569 h 200859"/>
                <a:gd name="connsiteX1" fmla="*/ 0 w 125195"/>
                <a:gd name="connsiteY1" fmla="*/ 200859 h 200859"/>
                <a:gd name="connsiteX2" fmla="*/ 125196 w 125195"/>
                <a:gd name="connsiteY2" fmla="*/ 134937 h 200859"/>
                <a:gd name="connsiteX3" fmla="*/ 125196 w 125195"/>
                <a:gd name="connsiteY3" fmla="*/ 0 h 200859"/>
                <a:gd name="connsiteX4" fmla="*/ 586 w 125195"/>
                <a:gd name="connsiteY4" fmla="*/ 65569 h 200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95" h="200859">
                  <a:moveTo>
                    <a:pt x="586" y="65569"/>
                  </a:moveTo>
                  <a:lnTo>
                    <a:pt x="0" y="200859"/>
                  </a:lnTo>
                  <a:lnTo>
                    <a:pt x="125196" y="134937"/>
                  </a:lnTo>
                  <a:lnTo>
                    <a:pt x="125196" y="0"/>
                  </a:lnTo>
                  <a:lnTo>
                    <a:pt x="586" y="6556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1" name="任意形状 160"/>
            <p:cNvSpPr/>
            <p:nvPr/>
          </p:nvSpPr>
          <p:spPr>
            <a:xfrm>
              <a:off x="9573479" y="1931193"/>
              <a:ext cx="249218" cy="135290"/>
            </a:xfrm>
            <a:custGeom>
              <a:avLst/>
              <a:gdLst>
                <a:gd name="connsiteX0" fmla="*/ 0 w 249218"/>
                <a:gd name="connsiteY0" fmla="*/ 69721 h 135290"/>
                <a:gd name="connsiteX1" fmla="*/ 124023 w 249218"/>
                <a:gd name="connsiteY1" fmla="*/ 135290 h 135290"/>
                <a:gd name="connsiteX2" fmla="*/ 249219 w 249218"/>
                <a:gd name="connsiteY2" fmla="*/ 69368 h 135290"/>
                <a:gd name="connsiteX3" fmla="*/ 124023 w 249218"/>
                <a:gd name="connsiteY3" fmla="*/ 0 h 135290"/>
                <a:gd name="connsiteX4" fmla="*/ 0 w 249218"/>
                <a:gd name="connsiteY4" fmla="*/ 69721 h 135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18" h="135290">
                  <a:moveTo>
                    <a:pt x="0" y="69721"/>
                  </a:moveTo>
                  <a:lnTo>
                    <a:pt x="124023" y="135290"/>
                  </a:lnTo>
                  <a:lnTo>
                    <a:pt x="249219" y="69368"/>
                  </a:lnTo>
                  <a:lnTo>
                    <a:pt x="124023" y="0"/>
                  </a:lnTo>
                  <a:lnTo>
                    <a:pt x="0" y="6972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2" name="任意形状 161"/>
            <p:cNvSpPr/>
            <p:nvPr/>
          </p:nvSpPr>
          <p:spPr>
            <a:xfrm>
              <a:off x="9219643" y="1931193"/>
              <a:ext cx="249218" cy="270580"/>
            </a:xfrm>
            <a:custGeom>
              <a:avLst/>
              <a:gdLst>
                <a:gd name="connsiteX0" fmla="*/ 0 w 249218"/>
                <a:gd name="connsiteY0" fmla="*/ 69721 h 270580"/>
                <a:gd name="connsiteX1" fmla="*/ 0 w 249218"/>
                <a:gd name="connsiteY1" fmla="*/ 204658 h 270580"/>
                <a:gd name="connsiteX2" fmla="*/ 124023 w 249218"/>
                <a:gd name="connsiteY2" fmla="*/ 270580 h 270580"/>
                <a:gd name="connsiteX3" fmla="*/ 249219 w 249218"/>
                <a:gd name="connsiteY3" fmla="*/ 204658 h 270580"/>
                <a:gd name="connsiteX4" fmla="*/ 249219 w 249218"/>
                <a:gd name="connsiteY4" fmla="*/ 69721 h 270580"/>
                <a:gd name="connsiteX5" fmla="*/ 124023 w 249218"/>
                <a:gd name="connsiteY5" fmla="*/ 0 h 270580"/>
                <a:gd name="connsiteX6" fmla="*/ 0 w 249218"/>
                <a:gd name="connsiteY6" fmla="*/ 69721 h 27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218" h="270580">
                  <a:moveTo>
                    <a:pt x="0" y="69721"/>
                  </a:moveTo>
                  <a:lnTo>
                    <a:pt x="0" y="204658"/>
                  </a:lnTo>
                  <a:lnTo>
                    <a:pt x="124023" y="270580"/>
                  </a:lnTo>
                  <a:lnTo>
                    <a:pt x="249219" y="204658"/>
                  </a:lnTo>
                  <a:lnTo>
                    <a:pt x="249219" y="69721"/>
                  </a:lnTo>
                  <a:lnTo>
                    <a:pt x="124023" y="0"/>
                  </a:lnTo>
                  <a:lnTo>
                    <a:pt x="0" y="6972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3" name="任意形状 162"/>
            <p:cNvSpPr/>
            <p:nvPr/>
          </p:nvSpPr>
          <p:spPr>
            <a:xfrm>
              <a:off x="9343666" y="2000915"/>
              <a:ext cx="125195" cy="200859"/>
            </a:xfrm>
            <a:custGeom>
              <a:avLst/>
              <a:gdLst>
                <a:gd name="connsiteX0" fmla="*/ 586 w 125195"/>
                <a:gd name="connsiteY0" fmla="*/ 65569 h 200859"/>
                <a:gd name="connsiteX1" fmla="*/ 0 w 125195"/>
                <a:gd name="connsiteY1" fmla="*/ 200859 h 200859"/>
                <a:gd name="connsiteX2" fmla="*/ 125196 w 125195"/>
                <a:gd name="connsiteY2" fmla="*/ 134937 h 200859"/>
                <a:gd name="connsiteX3" fmla="*/ 125196 w 125195"/>
                <a:gd name="connsiteY3" fmla="*/ 0 h 200859"/>
                <a:gd name="connsiteX4" fmla="*/ 586 w 125195"/>
                <a:gd name="connsiteY4" fmla="*/ 65569 h 200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95" h="200859">
                  <a:moveTo>
                    <a:pt x="586" y="65569"/>
                  </a:moveTo>
                  <a:lnTo>
                    <a:pt x="0" y="200859"/>
                  </a:lnTo>
                  <a:lnTo>
                    <a:pt x="125196" y="134937"/>
                  </a:lnTo>
                  <a:lnTo>
                    <a:pt x="125196" y="0"/>
                  </a:lnTo>
                  <a:lnTo>
                    <a:pt x="586" y="6556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4" name="任意形状 163"/>
            <p:cNvSpPr/>
            <p:nvPr/>
          </p:nvSpPr>
          <p:spPr>
            <a:xfrm>
              <a:off x="9219643" y="1931193"/>
              <a:ext cx="249218" cy="135290"/>
            </a:xfrm>
            <a:custGeom>
              <a:avLst/>
              <a:gdLst>
                <a:gd name="connsiteX0" fmla="*/ 0 w 249218"/>
                <a:gd name="connsiteY0" fmla="*/ 69721 h 135290"/>
                <a:gd name="connsiteX1" fmla="*/ 124023 w 249218"/>
                <a:gd name="connsiteY1" fmla="*/ 135290 h 135290"/>
                <a:gd name="connsiteX2" fmla="*/ 249219 w 249218"/>
                <a:gd name="connsiteY2" fmla="*/ 69368 h 135290"/>
                <a:gd name="connsiteX3" fmla="*/ 124023 w 249218"/>
                <a:gd name="connsiteY3" fmla="*/ 0 h 135290"/>
                <a:gd name="connsiteX4" fmla="*/ 0 w 249218"/>
                <a:gd name="connsiteY4" fmla="*/ 69721 h 135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18" h="135290">
                  <a:moveTo>
                    <a:pt x="0" y="69721"/>
                  </a:moveTo>
                  <a:lnTo>
                    <a:pt x="124023" y="135290"/>
                  </a:lnTo>
                  <a:lnTo>
                    <a:pt x="249219" y="69368"/>
                  </a:lnTo>
                  <a:lnTo>
                    <a:pt x="124023" y="0"/>
                  </a:lnTo>
                  <a:lnTo>
                    <a:pt x="0" y="6972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90" name="副标题 5"/>
          <p:cNvSpPr>
            <a:spLocks noGrp="1"/>
          </p:cNvSpPr>
          <p:nvPr/>
        </p:nvSpPr>
        <p:spPr>
          <a:xfrm>
            <a:off x="753110" y="2479040"/>
            <a:ext cx="93027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城市</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大楼</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3" name="副标题 5"/>
          <p:cNvSpPr>
            <a:spLocks noGrp="1"/>
          </p:cNvSpPr>
          <p:nvPr/>
        </p:nvSpPr>
        <p:spPr>
          <a:xfrm>
            <a:off x="1936115" y="2479040"/>
            <a:ext cx="50546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用户</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4" name="副标题 5"/>
          <p:cNvSpPr>
            <a:spLocks noGrp="1"/>
          </p:cNvSpPr>
          <p:nvPr/>
        </p:nvSpPr>
        <p:spPr>
          <a:xfrm>
            <a:off x="2887980" y="2479040"/>
            <a:ext cx="74739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云</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网络</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5" name="副标题 5"/>
          <p:cNvSpPr>
            <a:spLocks noGrp="1"/>
          </p:cNvSpPr>
          <p:nvPr/>
        </p:nvSpPr>
        <p:spPr>
          <a:xfrm>
            <a:off x="4826635" y="2479040"/>
            <a:ext cx="91694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概念</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6" name="副标题 5"/>
          <p:cNvSpPr>
            <a:spLocks noGrp="1"/>
          </p:cNvSpPr>
          <p:nvPr/>
        </p:nvSpPr>
        <p:spPr>
          <a:xfrm>
            <a:off x="5883275" y="247904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专题库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7" name="副标题 5"/>
          <p:cNvSpPr>
            <a:spLocks noGrp="1"/>
          </p:cNvSpPr>
          <p:nvPr/>
        </p:nvSpPr>
        <p:spPr>
          <a:xfrm>
            <a:off x="7016750" y="2479040"/>
            <a:ext cx="50482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8" name="副标题 5"/>
          <p:cNvSpPr>
            <a:spLocks noGrp="1"/>
          </p:cNvSpPr>
          <p:nvPr/>
        </p:nvSpPr>
        <p:spPr>
          <a:xfrm>
            <a:off x="8091170" y="2479040"/>
            <a:ext cx="67246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服务器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9" name="副标题 5"/>
          <p:cNvSpPr>
            <a:spLocks noGrp="1"/>
          </p:cNvSpPr>
          <p:nvPr/>
        </p:nvSpPr>
        <p:spPr>
          <a:xfrm>
            <a:off x="9122410" y="2479040"/>
            <a:ext cx="93027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概念</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副标题 5"/>
          <p:cNvSpPr>
            <a:spLocks noGrp="1"/>
          </p:cNvSpPr>
          <p:nvPr/>
        </p:nvSpPr>
        <p:spPr>
          <a:xfrm>
            <a:off x="714375" y="5506085"/>
            <a:ext cx="93027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数据安全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1" name="副标题 5"/>
          <p:cNvSpPr>
            <a:spLocks noGrp="1"/>
          </p:cNvSpPr>
          <p:nvPr/>
        </p:nvSpPr>
        <p:spPr>
          <a:xfrm>
            <a:off x="785495" y="3959860"/>
            <a:ext cx="86550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数据安全</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2" name="副标题 5"/>
          <p:cNvSpPr>
            <a:spLocks noGrp="1"/>
          </p:cNvSpPr>
          <p:nvPr/>
        </p:nvSpPr>
        <p:spPr>
          <a:xfrm>
            <a:off x="8091170" y="3959860"/>
            <a:ext cx="6654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主题库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3" name="副标题 5"/>
          <p:cNvSpPr>
            <a:spLocks noGrp="1"/>
          </p:cNvSpPr>
          <p:nvPr/>
        </p:nvSpPr>
        <p:spPr>
          <a:xfrm>
            <a:off x="693864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分析</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4" name="副标题 5"/>
          <p:cNvSpPr>
            <a:spLocks noGrp="1"/>
          </p:cNvSpPr>
          <p:nvPr/>
        </p:nvSpPr>
        <p:spPr>
          <a:xfrm>
            <a:off x="6925310" y="551053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治理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5" name="副标题 5"/>
          <p:cNvSpPr>
            <a:spLocks noGrp="1"/>
          </p:cNvSpPr>
          <p:nvPr/>
        </p:nvSpPr>
        <p:spPr>
          <a:xfrm>
            <a:off x="4780915"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聚合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6" name="副标题 5"/>
          <p:cNvSpPr>
            <a:spLocks noGrp="1"/>
          </p:cNvSpPr>
          <p:nvPr/>
        </p:nvSpPr>
        <p:spPr>
          <a:xfrm>
            <a:off x="3758565"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计算引擎</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7" name="副标题 5"/>
          <p:cNvSpPr>
            <a:spLocks noGrp="1"/>
          </p:cNvSpPr>
          <p:nvPr/>
        </p:nvSpPr>
        <p:spPr>
          <a:xfrm>
            <a:off x="175450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汇聚库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8" name="副标题 5"/>
          <p:cNvSpPr>
            <a:spLocks noGrp="1"/>
          </p:cNvSpPr>
          <p:nvPr/>
        </p:nvSpPr>
        <p:spPr>
          <a:xfrm>
            <a:off x="276669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元数据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0" name="副标题 5"/>
          <p:cNvSpPr>
            <a:spLocks noGrp="1"/>
          </p:cNvSpPr>
          <p:nvPr/>
        </p:nvSpPr>
        <p:spPr>
          <a:xfrm>
            <a:off x="579183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中枢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1" name="副标题 5"/>
          <p:cNvSpPr>
            <a:spLocks noGrp="1"/>
          </p:cNvSpPr>
          <p:nvPr/>
        </p:nvSpPr>
        <p:spPr>
          <a:xfrm>
            <a:off x="484695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数据增长</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2" name="副标题 5"/>
          <p:cNvSpPr>
            <a:spLocks noGrp="1"/>
          </p:cNvSpPr>
          <p:nvPr/>
        </p:nvSpPr>
        <p:spPr>
          <a:xfrm>
            <a:off x="3758565"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数据治理</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4" name="副标题 5"/>
          <p:cNvSpPr>
            <a:spLocks noGrp="1"/>
          </p:cNvSpPr>
          <p:nvPr/>
        </p:nvSpPr>
        <p:spPr>
          <a:xfrm>
            <a:off x="5791835"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聚合</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6" name="副标题 5"/>
          <p:cNvSpPr>
            <a:spLocks noGrp="1"/>
          </p:cNvSpPr>
          <p:nvPr/>
        </p:nvSpPr>
        <p:spPr>
          <a:xfrm>
            <a:off x="7999730"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核心</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algn="l">
              <a:lnSpc>
                <a:spcPct val="100000"/>
              </a:lnSpc>
              <a:spcBef>
                <a:spcPts val="0"/>
              </a:spcBef>
              <a:spcAft>
                <a:spcPts val="0"/>
              </a:spcAft>
            </a:pP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7" name="副标题 5"/>
          <p:cNvSpPr>
            <a:spLocks noGrp="1"/>
          </p:cNvSpPr>
          <p:nvPr/>
        </p:nvSpPr>
        <p:spPr>
          <a:xfrm>
            <a:off x="9076690"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概念</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8" name="副标题 5"/>
          <p:cNvSpPr>
            <a:spLocks noGrp="1"/>
          </p:cNvSpPr>
          <p:nvPr/>
        </p:nvSpPr>
        <p:spPr>
          <a:xfrm>
            <a:off x="10238740"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概念</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9" name="副标题 5"/>
          <p:cNvSpPr>
            <a:spLocks noGrp="1"/>
          </p:cNvSpPr>
          <p:nvPr/>
        </p:nvSpPr>
        <p:spPr>
          <a:xfrm>
            <a:off x="2752090"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隐私</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计算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0" name="副标题 5"/>
          <p:cNvSpPr>
            <a:spLocks noGrp="1"/>
          </p:cNvSpPr>
          <p:nvPr/>
        </p:nvSpPr>
        <p:spPr>
          <a:xfrm>
            <a:off x="1767205" y="5506085"/>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联结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1" name="副标题 5"/>
          <p:cNvSpPr>
            <a:spLocks noGrp="1"/>
          </p:cNvSpPr>
          <p:nvPr/>
        </p:nvSpPr>
        <p:spPr>
          <a:xfrm>
            <a:off x="9084310"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核心</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3" name="副标题 5"/>
          <p:cNvSpPr>
            <a:spLocks noGrp="1"/>
          </p:cNvSpPr>
          <p:nvPr/>
        </p:nvSpPr>
        <p:spPr>
          <a:xfrm>
            <a:off x="10238740" y="395986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筛选</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6" name="副标题 5"/>
          <p:cNvSpPr>
            <a:spLocks noGrp="1"/>
          </p:cNvSpPr>
          <p:nvPr/>
        </p:nvSpPr>
        <p:spPr>
          <a:xfrm>
            <a:off x="3850005" y="2479040"/>
            <a:ext cx="747395"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基础库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8" name="副标题 5"/>
          <p:cNvSpPr>
            <a:spLocks noGrp="1"/>
          </p:cNvSpPr>
          <p:nvPr/>
        </p:nvSpPr>
        <p:spPr>
          <a:xfrm>
            <a:off x="10238740" y="2479040"/>
            <a:ext cx="868680" cy="243840"/>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概念</a:t>
            </a:r>
            <a:r>
              <a:rPr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5" name="图片 1" descr="icon-1"/>
          <p:cNvGrpSpPr/>
          <p:nvPr/>
        </p:nvGrpSpPr>
        <p:grpSpPr>
          <a:xfrm>
            <a:off x="935990" y="1621155"/>
            <a:ext cx="466725" cy="657225"/>
            <a:chOff x="935990" y="1621155"/>
            <a:chExt cx="466725" cy="657225"/>
          </a:xfrm>
        </p:grpSpPr>
        <p:grpSp>
          <p:nvGrpSpPr>
            <p:cNvPr id="7" name="图片 1" descr="icon-1"/>
            <p:cNvGrpSpPr/>
            <p:nvPr/>
          </p:nvGrpSpPr>
          <p:grpSpPr>
            <a:xfrm>
              <a:off x="935990" y="1621155"/>
              <a:ext cx="323850" cy="552450"/>
              <a:chOff x="935990" y="1621155"/>
              <a:chExt cx="323850" cy="552450"/>
            </a:xfrm>
          </p:grpSpPr>
          <p:grpSp>
            <p:nvGrpSpPr>
              <p:cNvPr id="8" name="图片 1" descr="icon-1"/>
              <p:cNvGrpSpPr/>
              <p:nvPr/>
            </p:nvGrpSpPr>
            <p:grpSpPr>
              <a:xfrm>
                <a:off x="935990" y="1643652"/>
                <a:ext cx="323850" cy="529952"/>
                <a:chOff x="935990" y="1643652"/>
                <a:chExt cx="323850" cy="529952"/>
              </a:xfrm>
            </p:grpSpPr>
            <p:sp>
              <p:nvSpPr>
                <p:cNvPr id="9" name="任意形状 8"/>
                <p:cNvSpPr/>
                <p:nvPr/>
              </p:nvSpPr>
              <p:spPr>
                <a:xfrm>
                  <a:off x="935990" y="1643652"/>
                  <a:ext cx="323850" cy="529952"/>
                </a:xfrm>
                <a:custGeom>
                  <a:avLst/>
                  <a:gdLst>
                    <a:gd name="connsiteX0" fmla="*/ 0 w 323850"/>
                    <a:gd name="connsiteY0" fmla="*/ 91036 h 529952"/>
                    <a:gd name="connsiteX1" fmla="*/ 0 w 323850"/>
                    <a:gd name="connsiteY1" fmla="*/ 443876 h 529952"/>
                    <a:gd name="connsiteX2" fmla="*/ 161163 w 323850"/>
                    <a:gd name="connsiteY2" fmla="*/ 529953 h 529952"/>
                    <a:gd name="connsiteX3" fmla="*/ 323850 w 323850"/>
                    <a:gd name="connsiteY3" fmla="*/ 443876 h 529952"/>
                    <a:gd name="connsiteX4" fmla="*/ 323850 w 323850"/>
                    <a:gd name="connsiteY4" fmla="*/ 91036 h 529952"/>
                    <a:gd name="connsiteX5" fmla="*/ 161163 w 323850"/>
                    <a:gd name="connsiteY5" fmla="*/ 0 h 529952"/>
                    <a:gd name="connsiteX6" fmla="*/ 0 w 323850"/>
                    <a:gd name="connsiteY6" fmla="*/ 91036 h 52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850" h="529952">
                      <a:moveTo>
                        <a:pt x="0" y="91036"/>
                      </a:moveTo>
                      <a:lnTo>
                        <a:pt x="0" y="443876"/>
                      </a:lnTo>
                      <a:lnTo>
                        <a:pt x="161163" y="529953"/>
                      </a:lnTo>
                      <a:lnTo>
                        <a:pt x="323850" y="443876"/>
                      </a:lnTo>
                      <a:lnTo>
                        <a:pt x="323850" y="91036"/>
                      </a:lnTo>
                      <a:lnTo>
                        <a:pt x="161163" y="0"/>
                      </a:lnTo>
                      <a:lnTo>
                        <a:pt x="0" y="9103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任意形状 9"/>
                <p:cNvSpPr/>
                <p:nvPr/>
              </p:nvSpPr>
              <p:spPr>
                <a:xfrm>
                  <a:off x="1097915" y="1734688"/>
                  <a:ext cx="161405" cy="432838"/>
                </a:xfrm>
                <a:custGeom>
                  <a:avLst/>
                  <a:gdLst>
                    <a:gd name="connsiteX0" fmla="*/ 590 w 161405"/>
                    <a:gd name="connsiteY0" fmla="*/ 83240 h 432838"/>
                    <a:gd name="connsiteX1" fmla="*/ 161406 w 161405"/>
                    <a:gd name="connsiteY1" fmla="*/ 0 h 432838"/>
                    <a:gd name="connsiteX2" fmla="*/ 161406 w 161405"/>
                    <a:gd name="connsiteY2" fmla="*/ 349716 h 432838"/>
                    <a:gd name="connsiteX3" fmla="*/ 0 w 161405"/>
                    <a:gd name="connsiteY3" fmla="*/ 432839 h 432838"/>
                    <a:gd name="connsiteX4" fmla="*/ 590 w 161405"/>
                    <a:gd name="connsiteY4" fmla="*/ 83240 h 432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405" h="432838">
                      <a:moveTo>
                        <a:pt x="590" y="83240"/>
                      </a:moveTo>
                      <a:lnTo>
                        <a:pt x="161406" y="0"/>
                      </a:lnTo>
                      <a:lnTo>
                        <a:pt x="161406" y="349716"/>
                      </a:lnTo>
                      <a:lnTo>
                        <a:pt x="0" y="432839"/>
                      </a:lnTo>
                      <a:lnTo>
                        <a:pt x="590" y="83240"/>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任意形状 10"/>
                <p:cNvSpPr/>
                <p:nvPr/>
              </p:nvSpPr>
              <p:spPr>
                <a:xfrm>
                  <a:off x="1097915" y="1734688"/>
                  <a:ext cx="161925" cy="432838"/>
                </a:xfrm>
                <a:custGeom>
                  <a:avLst/>
                  <a:gdLst>
                    <a:gd name="connsiteX0" fmla="*/ 590 w 161925"/>
                    <a:gd name="connsiteY0" fmla="*/ 83240 h 432838"/>
                    <a:gd name="connsiteX1" fmla="*/ 161925 w 161925"/>
                    <a:gd name="connsiteY1" fmla="*/ 0 h 432838"/>
                    <a:gd name="connsiteX2" fmla="*/ 161406 w 161925"/>
                    <a:gd name="connsiteY2" fmla="*/ 349716 h 432838"/>
                    <a:gd name="connsiteX3" fmla="*/ 0 w 161925"/>
                    <a:gd name="connsiteY3" fmla="*/ 432839 h 432838"/>
                    <a:gd name="connsiteX4" fmla="*/ 590 w 161925"/>
                    <a:gd name="connsiteY4" fmla="*/ 83240 h 432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432838">
                      <a:moveTo>
                        <a:pt x="590" y="83240"/>
                      </a:moveTo>
                      <a:lnTo>
                        <a:pt x="161925" y="0"/>
                      </a:lnTo>
                      <a:lnTo>
                        <a:pt x="161406" y="349716"/>
                      </a:lnTo>
                      <a:lnTo>
                        <a:pt x="0" y="432839"/>
                      </a:lnTo>
                      <a:lnTo>
                        <a:pt x="590" y="8324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 name="任意形状 11"/>
                <p:cNvSpPr/>
                <p:nvPr/>
              </p:nvSpPr>
              <p:spPr>
                <a:xfrm>
                  <a:off x="935990" y="1643652"/>
                  <a:ext cx="323850" cy="174276"/>
                </a:xfrm>
                <a:custGeom>
                  <a:avLst/>
                  <a:gdLst>
                    <a:gd name="connsiteX0" fmla="*/ 0 w 323850"/>
                    <a:gd name="connsiteY0" fmla="*/ 91036 h 174276"/>
                    <a:gd name="connsiteX1" fmla="*/ 161925 w 323850"/>
                    <a:gd name="connsiteY1" fmla="*/ 174276 h 174276"/>
                    <a:gd name="connsiteX2" fmla="*/ 323850 w 323850"/>
                    <a:gd name="connsiteY2" fmla="*/ 91036 h 174276"/>
                    <a:gd name="connsiteX3" fmla="*/ 161925 w 323850"/>
                    <a:gd name="connsiteY3" fmla="*/ 0 h 174276"/>
                    <a:gd name="connsiteX4" fmla="*/ 0 w 323850"/>
                    <a:gd name="connsiteY4" fmla="*/ 91036 h 174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50" h="174276">
                      <a:moveTo>
                        <a:pt x="0" y="91036"/>
                      </a:moveTo>
                      <a:lnTo>
                        <a:pt x="161925" y="174276"/>
                      </a:lnTo>
                      <a:lnTo>
                        <a:pt x="323850" y="91036"/>
                      </a:lnTo>
                      <a:lnTo>
                        <a:pt x="161925" y="0"/>
                      </a:lnTo>
                      <a:lnTo>
                        <a:pt x="0" y="9103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3" name="任意形状 12"/>
              <p:cNvSpPr/>
              <p:nvPr/>
            </p:nvSpPr>
            <p:spPr>
              <a:xfrm>
                <a:off x="975788" y="1621155"/>
                <a:ext cx="245432" cy="164981"/>
              </a:xfrm>
              <a:custGeom>
                <a:avLst/>
                <a:gdLst>
                  <a:gd name="connsiteX0" fmla="*/ 0 w 245432"/>
                  <a:gd name="connsiteY0" fmla="*/ 68993 h 164981"/>
                  <a:gd name="connsiteX1" fmla="*/ 0 w 245432"/>
                  <a:gd name="connsiteY1" fmla="*/ 99749 h 164981"/>
                  <a:gd name="connsiteX2" fmla="*/ 122139 w 245432"/>
                  <a:gd name="connsiteY2" fmla="*/ 164982 h 164981"/>
                  <a:gd name="connsiteX3" fmla="*/ 245433 w 245432"/>
                  <a:gd name="connsiteY3" fmla="*/ 99749 h 164981"/>
                  <a:gd name="connsiteX4" fmla="*/ 245433 w 245432"/>
                  <a:gd name="connsiteY4" fmla="*/ 68993 h 164981"/>
                  <a:gd name="connsiteX5" fmla="*/ 122139 w 245432"/>
                  <a:gd name="connsiteY5" fmla="*/ 0 h 164981"/>
                  <a:gd name="connsiteX6" fmla="*/ 0 w 245432"/>
                  <a:gd name="connsiteY6" fmla="*/ 68993 h 164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432" h="164981">
                    <a:moveTo>
                      <a:pt x="0" y="68993"/>
                    </a:moveTo>
                    <a:lnTo>
                      <a:pt x="0" y="99749"/>
                    </a:lnTo>
                    <a:lnTo>
                      <a:pt x="122139" y="164982"/>
                    </a:lnTo>
                    <a:lnTo>
                      <a:pt x="245433" y="99749"/>
                    </a:lnTo>
                    <a:lnTo>
                      <a:pt x="245433" y="68993"/>
                    </a:lnTo>
                    <a:lnTo>
                      <a:pt x="122139" y="0"/>
                    </a:lnTo>
                    <a:lnTo>
                      <a:pt x="0" y="6899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 name="任意形状 13"/>
              <p:cNvSpPr/>
              <p:nvPr/>
            </p:nvSpPr>
            <p:spPr>
              <a:xfrm>
                <a:off x="975788" y="1621155"/>
                <a:ext cx="245432" cy="132076"/>
              </a:xfrm>
              <a:custGeom>
                <a:avLst/>
                <a:gdLst>
                  <a:gd name="connsiteX0" fmla="*/ 0 w 245432"/>
                  <a:gd name="connsiteY0" fmla="*/ 68993 h 132076"/>
                  <a:gd name="connsiteX1" fmla="*/ 122716 w 245432"/>
                  <a:gd name="connsiteY1" fmla="*/ 132077 h 132076"/>
                  <a:gd name="connsiteX2" fmla="*/ 245433 w 245432"/>
                  <a:gd name="connsiteY2" fmla="*/ 68993 h 132076"/>
                  <a:gd name="connsiteX3" fmla="*/ 122716 w 245432"/>
                  <a:gd name="connsiteY3" fmla="*/ 0 h 132076"/>
                  <a:gd name="connsiteX4" fmla="*/ 0 w 245432"/>
                  <a:gd name="connsiteY4" fmla="*/ 68993 h 132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2" h="132076">
                    <a:moveTo>
                      <a:pt x="0" y="68993"/>
                    </a:moveTo>
                    <a:lnTo>
                      <a:pt x="122716" y="132077"/>
                    </a:lnTo>
                    <a:lnTo>
                      <a:pt x="245433" y="68993"/>
                    </a:lnTo>
                    <a:lnTo>
                      <a:pt x="122716" y="0"/>
                    </a:lnTo>
                    <a:lnTo>
                      <a:pt x="0" y="689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 name="图片 1" descr="icon-1"/>
            <p:cNvGrpSpPr/>
            <p:nvPr/>
          </p:nvGrpSpPr>
          <p:grpSpPr>
            <a:xfrm>
              <a:off x="1136015" y="1821180"/>
              <a:ext cx="266700" cy="457200"/>
              <a:chOff x="1136015" y="1821180"/>
              <a:chExt cx="266700" cy="457200"/>
            </a:xfrm>
          </p:grpSpPr>
          <p:grpSp>
            <p:nvGrpSpPr>
              <p:cNvPr id="16" name="图片 1" descr="icon-1"/>
              <p:cNvGrpSpPr/>
              <p:nvPr/>
            </p:nvGrpSpPr>
            <p:grpSpPr>
              <a:xfrm>
                <a:off x="1136015" y="1839798"/>
                <a:ext cx="266700" cy="438581"/>
                <a:chOff x="1136015" y="1839798"/>
                <a:chExt cx="266700" cy="438581"/>
              </a:xfrm>
            </p:grpSpPr>
            <p:sp>
              <p:nvSpPr>
                <p:cNvPr id="17" name="任意形状 16"/>
                <p:cNvSpPr/>
                <p:nvPr/>
              </p:nvSpPr>
              <p:spPr>
                <a:xfrm>
                  <a:off x="1136015" y="1839798"/>
                  <a:ext cx="266700" cy="438581"/>
                </a:xfrm>
                <a:custGeom>
                  <a:avLst/>
                  <a:gdLst>
                    <a:gd name="connsiteX0" fmla="*/ 0 w 266700"/>
                    <a:gd name="connsiteY0" fmla="*/ 75340 h 438581"/>
                    <a:gd name="connsiteX1" fmla="*/ 0 w 266700"/>
                    <a:gd name="connsiteY1" fmla="*/ 367346 h 438581"/>
                    <a:gd name="connsiteX2" fmla="*/ 132722 w 266700"/>
                    <a:gd name="connsiteY2" fmla="*/ 438582 h 438581"/>
                    <a:gd name="connsiteX3" fmla="*/ 266700 w 266700"/>
                    <a:gd name="connsiteY3" fmla="*/ 367346 h 438581"/>
                    <a:gd name="connsiteX4" fmla="*/ 266700 w 266700"/>
                    <a:gd name="connsiteY4" fmla="*/ 75340 h 438581"/>
                    <a:gd name="connsiteX5" fmla="*/ 132722 w 266700"/>
                    <a:gd name="connsiteY5" fmla="*/ 0 h 438581"/>
                    <a:gd name="connsiteX6" fmla="*/ 0 w 266700"/>
                    <a:gd name="connsiteY6" fmla="*/ 75340 h 43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 h="438581">
                      <a:moveTo>
                        <a:pt x="0" y="75340"/>
                      </a:moveTo>
                      <a:lnTo>
                        <a:pt x="0" y="367346"/>
                      </a:lnTo>
                      <a:lnTo>
                        <a:pt x="132722" y="438582"/>
                      </a:lnTo>
                      <a:lnTo>
                        <a:pt x="266700" y="367346"/>
                      </a:lnTo>
                      <a:lnTo>
                        <a:pt x="266700" y="75340"/>
                      </a:lnTo>
                      <a:lnTo>
                        <a:pt x="132722" y="0"/>
                      </a:lnTo>
                      <a:lnTo>
                        <a:pt x="0" y="7534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 name="任意形状 17"/>
                <p:cNvSpPr/>
                <p:nvPr/>
              </p:nvSpPr>
              <p:spPr>
                <a:xfrm>
                  <a:off x="1269365" y="1915139"/>
                  <a:ext cx="133350" cy="358211"/>
                </a:xfrm>
                <a:custGeom>
                  <a:avLst/>
                  <a:gdLst>
                    <a:gd name="connsiteX0" fmla="*/ 486 w 133350"/>
                    <a:gd name="connsiteY0" fmla="*/ 68888 h 358211"/>
                    <a:gd name="connsiteX1" fmla="*/ 133350 w 133350"/>
                    <a:gd name="connsiteY1" fmla="*/ 0 h 358211"/>
                    <a:gd name="connsiteX2" fmla="*/ 132922 w 133350"/>
                    <a:gd name="connsiteY2" fmla="*/ 289420 h 358211"/>
                    <a:gd name="connsiteX3" fmla="*/ 0 w 133350"/>
                    <a:gd name="connsiteY3" fmla="*/ 358211 h 358211"/>
                    <a:gd name="connsiteX4" fmla="*/ 486 w 133350"/>
                    <a:gd name="connsiteY4" fmla="*/ 68888 h 358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358211">
                      <a:moveTo>
                        <a:pt x="486" y="68888"/>
                      </a:moveTo>
                      <a:lnTo>
                        <a:pt x="133350" y="0"/>
                      </a:lnTo>
                      <a:lnTo>
                        <a:pt x="132922" y="289420"/>
                      </a:lnTo>
                      <a:lnTo>
                        <a:pt x="0" y="358211"/>
                      </a:lnTo>
                      <a:lnTo>
                        <a:pt x="486" y="68888"/>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 name="任意形状 18"/>
                <p:cNvSpPr/>
                <p:nvPr/>
              </p:nvSpPr>
              <p:spPr>
                <a:xfrm>
                  <a:off x="1269365" y="1915540"/>
                  <a:ext cx="132922" cy="357810"/>
                </a:xfrm>
                <a:custGeom>
                  <a:avLst/>
                  <a:gdLst>
                    <a:gd name="connsiteX0" fmla="*/ 0 w 132922"/>
                    <a:gd name="connsiteY0" fmla="*/ 66148 h 357810"/>
                    <a:gd name="connsiteX1" fmla="*/ 132922 w 132922"/>
                    <a:gd name="connsiteY1" fmla="*/ 0 h 357810"/>
                    <a:gd name="connsiteX2" fmla="*/ 132922 w 132922"/>
                    <a:gd name="connsiteY2" fmla="*/ 289019 h 357810"/>
                    <a:gd name="connsiteX3" fmla="*/ 0 w 132922"/>
                    <a:gd name="connsiteY3" fmla="*/ 357810 h 357810"/>
                    <a:gd name="connsiteX4" fmla="*/ 0 w 132922"/>
                    <a:gd name="connsiteY4" fmla="*/ 66148 h 357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922" h="357810">
                      <a:moveTo>
                        <a:pt x="0" y="66148"/>
                      </a:moveTo>
                      <a:lnTo>
                        <a:pt x="132922" y="0"/>
                      </a:lnTo>
                      <a:lnTo>
                        <a:pt x="132922" y="289019"/>
                      </a:lnTo>
                      <a:lnTo>
                        <a:pt x="0" y="357810"/>
                      </a:lnTo>
                      <a:lnTo>
                        <a:pt x="0" y="66148"/>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 name="任意形状 19"/>
                <p:cNvSpPr/>
                <p:nvPr/>
              </p:nvSpPr>
              <p:spPr>
                <a:xfrm>
                  <a:off x="1136015" y="1839798"/>
                  <a:ext cx="266700" cy="144228"/>
                </a:xfrm>
                <a:custGeom>
                  <a:avLst/>
                  <a:gdLst>
                    <a:gd name="connsiteX0" fmla="*/ 0 w 266700"/>
                    <a:gd name="connsiteY0" fmla="*/ 75340 h 144228"/>
                    <a:gd name="connsiteX1" fmla="*/ 133350 w 266700"/>
                    <a:gd name="connsiteY1" fmla="*/ 144229 h 144228"/>
                    <a:gd name="connsiteX2" fmla="*/ 266700 w 266700"/>
                    <a:gd name="connsiteY2" fmla="*/ 75340 h 144228"/>
                    <a:gd name="connsiteX3" fmla="*/ 133350 w 266700"/>
                    <a:gd name="connsiteY3" fmla="*/ 0 h 144228"/>
                    <a:gd name="connsiteX4" fmla="*/ 0 w 266700"/>
                    <a:gd name="connsiteY4" fmla="*/ 75340 h 144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700" h="144228">
                      <a:moveTo>
                        <a:pt x="0" y="75340"/>
                      </a:moveTo>
                      <a:lnTo>
                        <a:pt x="133350" y="144229"/>
                      </a:lnTo>
                      <a:lnTo>
                        <a:pt x="266700" y="75340"/>
                      </a:lnTo>
                      <a:lnTo>
                        <a:pt x="133350" y="0"/>
                      </a:lnTo>
                      <a:lnTo>
                        <a:pt x="0" y="7534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1" name="任意形状 20"/>
              <p:cNvSpPr/>
              <p:nvPr/>
            </p:nvSpPr>
            <p:spPr>
              <a:xfrm>
                <a:off x="1168790" y="1821180"/>
                <a:ext cx="202121" cy="136537"/>
              </a:xfrm>
              <a:custGeom>
                <a:avLst/>
                <a:gdLst>
                  <a:gd name="connsiteX0" fmla="*/ 0 w 202121"/>
                  <a:gd name="connsiteY0" fmla="*/ 57097 h 136537"/>
                  <a:gd name="connsiteX1" fmla="*/ 0 w 202121"/>
                  <a:gd name="connsiteY1" fmla="*/ 82550 h 136537"/>
                  <a:gd name="connsiteX2" fmla="*/ 100585 w 202121"/>
                  <a:gd name="connsiteY2" fmla="*/ 136537 h 136537"/>
                  <a:gd name="connsiteX3" fmla="*/ 202121 w 202121"/>
                  <a:gd name="connsiteY3" fmla="*/ 82550 h 136537"/>
                  <a:gd name="connsiteX4" fmla="*/ 202121 w 202121"/>
                  <a:gd name="connsiteY4" fmla="*/ 57097 h 136537"/>
                  <a:gd name="connsiteX5" fmla="*/ 100585 w 202121"/>
                  <a:gd name="connsiteY5" fmla="*/ 0 h 136537"/>
                  <a:gd name="connsiteX6" fmla="*/ 0 w 202121"/>
                  <a:gd name="connsiteY6" fmla="*/ 57097 h 136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121" h="136537">
                    <a:moveTo>
                      <a:pt x="0" y="57097"/>
                    </a:moveTo>
                    <a:lnTo>
                      <a:pt x="0" y="82550"/>
                    </a:lnTo>
                    <a:lnTo>
                      <a:pt x="100585" y="136537"/>
                    </a:lnTo>
                    <a:lnTo>
                      <a:pt x="202121" y="82550"/>
                    </a:lnTo>
                    <a:lnTo>
                      <a:pt x="202121" y="57097"/>
                    </a:lnTo>
                    <a:lnTo>
                      <a:pt x="100585" y="0"/>
                    </a:lnTo>
                    <a:lnTo>
                      <a:pt x="0" y="5709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 name="任意形状 21"/>
              <p:cNvSpPr/>
              <p:nvPr/>
            </p:nvSpPr>
            <p:spPr>
              <a:xfrm>
                <a:off x="1168790" y="1821180"/>
                <a:ext cx="202121" cy="109305"/>
              </a:xfrm>
              <a:custGeom>
                <a:avLst/>
                <a:gdLst>
                  <a:gd name="connsiteX0" fmla="*/ 0 w 202121"/>
                  <a:gd name="connsiteY0" fmla="*/ 57097 h 109305"/>
                  <a:gd name="connsiteX1" fmla="*/ 101060 w 202121"/>
                  <a:gd name="connsiteY1" fmla="*/ 109305 h 109305"/>
                  <a:gd name="connsiteX2" fmla="*/ 202121 w 202121"/>
                  <a:gd name="connsiteY2" fmla="*/ 57097 h 109305"/>
                  <a:gd name="connsiteX3" fmla="*/ 101060 w 202121"/>
                  <a:gd name="connsiteY3" fmla="*/ 0 h 109305"/>
                  <a:gd name="connsiteX4" fmla="*/ 0 w 202121"/>
                  <a:gd name="connsiteY4" fmla="*/ 57097 h 109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121" h="109305">
                    <a:moveTo>
                      <a:pt x="0" y="57097"/>
                    </a:moveTo>
                    <a:lnTo>
                      <a:pt x="101060" y="109305"/>
                    </a:lnTo>
                    <a:lnTo>
                      <a:pt x="202121" y="57097"/>
                    </a:lnTo>
                    <a:lnTo>
                      <a:pt x="101060" y="0"/>
                    </a:lnTo>
                    <a:lnTo>
                      <a:pt x="0" y="5709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3" name="任意形状 22"/>
            <p:cNvSpPr/>
            <p:nvPr/>
          </p:nvSpPr>
          <p:spPr>
            <a:xfrm>
              <a:off x="1269365" y="1878330"/>
              <a:ext cx="104775" cy="76200"/>
            </a:xfrm>
            <a:custGeom>
              <a:avLst/>
              <a:gdLst>
                <a:gd name="connsiteX0" fmla="*/ 0 w 104775"/>
                <a:gd name="connsiteY0" fmla="*/ 50079 h 76200"/>
                <a:gd name="connsiteX1" fmla="*/ 104775 w 104775"/>
                <a:gd name="connsiteY1" fmla="*/ 0 h 76200"/>
                <a:gd name="connsiteX2" fmla="*/ 104775 w 104775"/>
                <a:gd name="connsiteY2" fmla="*/ 25111 h 76200"/>
                <a:gd name="connsiteX3" fmla="*/ 0 w 104775"/>
                <a:gd name="connsiteY3" fmla="*/ 76200 h 76200"/>
                <a:gd name="connsiteX4" fmla="*/ 0 w 104775"/>
                <a:gd name="connsiteY4" fmla="*/ 5007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76200">
                  <a:moveTo>
                    <a:pt x="0" y="50079"/>
                  </a:moveTo>
                  <a:lnTo>
                    <a:pt x="104775" y="0"/>
                  </a:lnTo>
                  <a:lnTo>
                    <a:pt x="104775" y="25111"/>
                  </a:lnTo>
                  <a:lnTo>
                    <a:pt x="0" y="76200"/>
                  </a:lnTo>
                  <a:lnTo>
                    <a:pt x="0" y="5007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 name="任意形状 23"/>
            <p:cNvSpPr/>
            <p:nvPr/>
          </p:nvSpPr>
          <p:spPr>
            <a:xfrm>
              <a:off x="1097915" y="1690147"/>
              <a:ext cx="123305" cy="95989"/>
            </a:xfrm>
            <a:custGeom>
              <a:avLst/>
              <a:gdLst>
                <a:gd name="connsiteX0" fmla="*/ 0 w 123305"/>
                <a:gd name="connsiteY0" fmla="*/ 63084 h 95989"/>
                <a:gd name="connsiteX1" fmla="*/ 123306 w 123305"/>
                <a:gd name="connsiteY1" fmla="*/ 0 h 95989"/>
                <a:gd name="connsiteX2" fmla="*/ 123306 w 123305"/>
                <a:gd name="connsiteY2" fmla="*/ 31632 h 95989"/>
                <a:gd name="connsiteX3" fmla="*/ 0 w 123305"/>
                <a:gd name="connsiteY3" fmla="*/ 95989 h 95989"/>
                <a:gd name="connsiteX4" fmla="*/ 0 w 123305"/>
                <a:gd name="connsiteY4" fmla="*/ 63084 h 95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05" h="95989">
                  <a:moveTo>
                    <a:pt x="0" y="63084"/>
                  </a:moveTo>
                  <a:lnTo>
                    <a:pt x="123306" y="0"/>
                  </a:lnTo>
                  <a:lnTo>
                    <a:pt x="123306" y="31632"/>
                  </a:lnTo>
                  <a:lnTo>
                    <a:pt x="0" y="95989"/>
                  </a:lnTo>
                  <a:lnTo>
                    <a:pt x="0" y="6308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 name="图片 2" descr="icon-2"/>
          <p:cNvGrpSpPr/>
          <p:nvPr/>
        </p:nvGrpSpPr>
        <p:grpSpPr>
          <a:xfrm>
            <a:off x="1955165" y="1649729"/>
            <a:ext cx="428623" cy="571499"/>
            <a:chOff x="1955165" y="1649729"/>
            <a:chExt cx="428623" cy="571499"/>
          </a:xfrm>
        </p:grpSpPr>
        <p:grpSp>
          <p:nvGrpSpPr>
            <p:cNvPr id="26" name="图片 2" descr="icon-2"/>
            <p:cNvGrpSpPr/>
            <p:nvPr/>
          </p:nvGrpSpPr>
          <p:grpSpPr>
            <a:xfrm>
              <a:off x="2059939" y="1649729"/>
              <a:ext cx="323848" cy="523875"/>
              <a:chOff x="2059939" y="1649729"/>
              <a:chExt cx="323848" cy="523875"/>
            </a:xfrm>
          </p:grpSpPr>
          <p:sp>
            <p:nvSpPr>
              <p:cNvPr id="27" name="任意形状 26"/>
              <p:cNvSpPr/>
              <p:nvPr/>
            </p:nvSpPr>
            <p:spPr>
              <a:xfrm>
                <a:off x="2175087" y="1649729"/>
                <a:ext cx="165521" cy="212381"/>
              </a:xfrm>
              <a:custGeom>
                <a:avLst/>
                <a:gdLst>
                  <a:gd name="connsiteX0" fmla="*/ 83030 w 165521"/>
                  <a:gd name="connsiteY0" fmla="*/ 11322 h 212381"/>
                  <a:gd name="connsiteX1" fmla="*/ 165521 w 165521"/>
                  <a:gd name="connsiteY1" fmla="*/ 153856 h 212381"/>
                  <a:gd name="connsiteX2" fmla="*/ 82492 w 165521"/>
                  <a:gd name="connsiteY2" fmla="*/ 201058 h 212381"/>
                  <a:gd name="connsiteX3" fmla="*/ 0 w 165521"/>
                  <a:gd name="connsiteY3" fmla="*/ 58524 h 212381"/>
                  <a:gd name="connsiteX4" fmla="*/ 83030 w 165521"/>
                  <a:gd name="connsiteY4" fmla="*/ 11322 h 212381"/>
                  <a:gd name="connsiteX5" fmla="*/ 83030 w 165521"/>
                  <a:gd name="connsiteY5" fmla="*/ 11322 h 2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521" h="212381">
                    <a:moveTo>
                      <a:pt x="83030" y="11322"/>
                    </a:moveTo>
                    <a:cubicBezTo>
                      <a:pt x="128731" y="37645"/>
                      <a:pt x="165669" y="101469"/>
                      <a:pt x="165521" y="153856"/>
                    </a:cubicBezTo>
                    <a:cubicBezTo>
                      <a:pt x="165369" y="206248"/>
                      <a:pt x="128190" y="227382"/>
                      <a:pt x="82492" y="201058"/>
                    </a:cubicBezTo>
                    <a:cubicBezTo>
                      <a:pt x="36790" y="174739"/>
                      <a:pt x="-148" y="110911"/>
                      <a:pt x="0" y="58524"/>
                    </a:cubicBezTo>
                    <a:cubicBezTo>
                      <a:pt x="148" y="6140"/>
                      <a:pt x="37328" y="-15001"/>
                      <a:pt x="83030" y="11322"/>
                    </a:cubicBezTo>
                    <a:lnTo>
                      <a:pt x="83030" y="1132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 name="任意形状 27"/>
              <p:cNvSpPr/>
              <p:nvPr/>
            </p:nvSpPr>
            <p:spPr>
              <a:xfrm>
                <a:off x="2065008" y="1813660"/>
                <a:ext cx="318780" cy="359944"/>
              </a:xfrm>
              <a:custGeom>
                <a:avLst/>
                <a:gdLst>
                  <a:gd name="connsiteX0" fmla="*/ 264250 w 318780"/>
                  <a:gd name="connsiteY0" fmla="*/ 103005 h 359944"/>
                  <a:gd name="connsiteX1" fmla="*/ 318780 w 318780"/>
                  <a:gd name="connsiteY1" fmla="*/ 195695 h 359944"/>
                  <a:gd name="connsiteX2" fmla="*/ 318369 w 318780"/>
                  <a:gd name="connsiteY2" fmla="*/ 337852 h 359944"/>
                  <a:gd name="connsiteX3" fmla="*/ 317817 w 318780"/>
                  <a:gd name="connsiteY3" fmla="*/ 345786 h 359944"/>
                  <a:gd name="connsiteX4" fmla="*/ 274638 w 318780"/>
                  <a:gd name="connsiteY4" fmla="*/ 359945 h 359944"/>
                  <a:gd name="connsiteX5" fmla="*/ 157 w 318780"/>
                  <a:gd name="connsiteY5" fmla="*/ 195695 h 359944"/>
                  <a:gd name="connsiteX6" fmla="*/ 157 w 318780"/>
                  <a:gd name="connsiteY6" fmla="*/ 43068 h 359944"/>
                  <a:gd name="connsiteX7" fmla="*/ 93409 w 318780"/>
                  <a:gd name="connsiteY7" fmla="*/ 6206 h 359944"/>
                  <a:gd name="connsiteX8" fmla="*/ 264250 w 318780"/>
                  <a:gd name="connsiteY8" fmla="*/ 103005 h 35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780" h="359944">
                    <a:moveTo>
                      <a:pt x="264250" y="103005"/>
                    </a:moveTo>
                    <a:cubicBezTo>
                      <a:pt x="294344" y="120057"/>
                      <a:pt x="318878" y="161762"/>
                      <a:pt x="318780" y="195695"/>
                    </a:cubicBezTo>
                    <a:lnTo>
                      <a:pt x="318369" y="337852"/>
                    </a:lnTo>
                    <a:cubicBezTo>
                      <a:pt x="318358" y="340654"/>
                      <a:pt x="318146" y="343267"/>
                      <a:pt x="317817" y="345786"/>
                    </a:cubicBezTo>
                    <a:lnTo>
                      <a:pt x="274638" y="359945"/>
                    </a:lnTo>
                    <a:lnTo>
                      <a:pt x="157" y="195695"/>
                    </a:lnTo>
                    <a:cubicBezTo>
                      <a:pt x="-52" y="193775"/>
                      <a:pt x="-52" y="142899"/>
                      <a:pt x="157" y="43068"/>
                    </a:cubicBezTo>
                    <a:cubicBezTo>
                      <a:pt x="254" y="9131"/>
                      <a:pt x="63315" y="-10845"/>
                      <a:pt x="93409" y="6206"/>
                    </a:cubicBezTo>
                    <a:lnTo>
                      <a:pt x="264250" y="10300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 name="任意形状 28"/>
              <p:cNvSpPr/>
              <p:nvPr/>
            </p:nvSpPr>
            <p:spPr>
              <a:xfrm>
                <a:off x="2059939" y="1826714"/>
                <a:ext cx="280668" cy="346890"/>
              </a:xfrm>
              <a:custGeom>
                <a:avLst/>
                <a:gdLst>
                  <a:gd name="connsiteX0" fmla="*/ 226139 w 280668"/>
                  <a:gd name="connsiteY0" fmla="*/ 104109 h 346890"/>
                  <a:gd name="connsiteX1" fmla="*/ 280668 w 280668"/>
                  <a:gd name="connsiteY1" fmla="*/ 196799 h 346890"/>
                  <a:gd name="connsiteX2" fmla="*/ 280258 w 280668"/>
                  <a:gd name="connsiteY2" fmla="*/ 338956 h 346890"/>
                  <a:gd name="connsiteX3" fmla="*/ 279705 w 280668"/>
                  <a:gd name="connsiteY3" fmla="*/ 346890 h 346890"/>
                  <a:gd name="connsiteX4" fmla="*/ 530 w 280668"/>
                  <a:gd name="connsiteY4" fmla="*/ 188705 h 346890"/>
                  <a:gd name="connsiteX5" fmla="*/ 0 w 280668"/>
                  <a:gd name="connsiteY5" fmla="*/ 180162 h 346890"/>
                  <a:gd name="connsiteX6" fmla="*/ 415 w 280668"/>
                  <a:gd name="connsiteY6" fmla="*/ 38005 h 346890"/>
                  <a:gd name="connsiteX7" fmla="*/ 55298 w 280668"/>
                  <a:gd name="connsiteY7" fmla="*/ 7310 h 346890"/>
                  <a:gd name="connsiteX8" fmla="*/ 226139 w 280668"/>
                  <a:gd name="connsiteY8" fmla="*/ 104109 h 346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68" h="346890">
                    <a:moveTo>
                      <a:pt x="226139" y="104109"/>
                    </a:moveTo>
                    <a:cubicBezTo>
                      <a:pt x="256233" y="121161"/>
                      <a:pt x="280767" y="162866"/>
                      <a:pt x="280668" y="196799"/>
                    </a:cubicBezTo>
                    <a:lnTo>
                      <a:pt x="280258" y="338956"/>
                    </a:lnTo>
                    <a:cubicBezTo>
                      <a:pt x="280246" y="341759"/>
                      <a:pt x="280034" y="344371"/>
                      <a:pt x="279705" y="346890"/>
                    </a:cubicBezTo>
                    <a:lnTo>
                      <a:pt x="530" y="188705"/>
                    </a:lnTo>
                    <a:cubicBezTo>
                      <a:pt x="216" y="185824"/>
                      <a:pt x="-4" y="182965"/>
                      <a:pt x="0" y="180162"/>
                    </a:cubicBezTo>
                    <a:lnTo>
                      <a:pt x="415" y="38005"/>
                    </a:lnTo>
                    <a:cubicBezTo>
                      <a:pt x="512" y="4069"/>
                      <a:pt x="25204" y="-9741"/>
                      <a:pt x="55298" y="7310"/>
                    </a:cubicBezTo>
                    <a:lnTo>
                      <a:pt x="226139" y="104109"/>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 name="任意形状 29"/>
              <p:cNvSpPr/>
              <p:nvPr/>
            </p:nvSpPr>
            <p:spPr>
              <a:xfrm>
                <a:off x="2131908" y="1663888"/>
                <a:ext cx="165521" cy="212381"/>
              </a:xfrm>
              <a:custGeom>
                <a:avLst/>
                <a:gdLst>
                  <a:gd name="connsiteX0" fmla="*/ 83030 w 165521"/>
                  <a:gd name="connsiteY0" fmla="*/ 11322 h 212381"/>
                  <a:gd name="connsiteX1" fmla="*/ 165521 w 165521"/>
                  <a:gd name="connsiteY1" fmla="*/ 153856 h 212381"/>
                  <a:gd name="connsiteX2" fmla="*/ 82492 w 165521"/>
                  <a:gd name="connsiteY2" fmla="*/ 201058 h 212381"/>
                  <a:gd name="connsiteX3" fmla="*/ 0 w 165521"/>
                  <a:gd name="connsiteY3" fmla="*/ 58524 h 212381"/>
                  <a:gd name="connsiteX4" fmla="*/ 83030 w 165521"/>
                  <a:gd name="connsiteY4" fmla="*/ 11322 h 212381"/>
                  <a:gd name="connsiteX5" fmla="*/ 83030 w 165521"/>
                  <a:gd name="connsiteY5" fmla="*/ 11322 h 2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521" h="212381">
                    <a:moveTo>
                      <a:pt x="83030" y="11322"/>
                    </a:moveTo>
                    <a:cubicBezTo>
                      <a:pt x="128731" y="37645"/>
                      <a:pt x="165669" y="101469"/>
                      <a:pt x="165521" y="153856"/>
                    </a:cubicBezTo>
                    <a:cubicBezTo>
                      <a:pt x="165369" y="206248"/>
                      <a:pt x="128190" y="227382"/>
                      <a:pt x="82492" y="201058"/>
                    </a:cubicBezTo>
                    <a:cubicBezTo>
                      <a:pt x="36790" y="174739"/>
                      <a:pt x="-148" y="110911"/>
                      <a:pt x="0" y="58524"/>
                    </a:cubicBezTo>
                    <a:cubicBezTo>
                      <a:pt x="148" y="6140"/>
                      <a:pt x="37328" y="-15001"/>
                      <a:pt x="83030" y="11322"/>
                    </a:cubicBezTo>
                    <a:lnTo>
                      <a:pt x="83030" y="1132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 name="任意形状 30"/>
              <p:cNvSpPr/>
              <p:nvPr/>
            </p:nvSpPr>
            <p:spPr>
              <a:xfrm>
                <a:off x="2116350" y="1945841"/>
                <a:ext cx="9525" cy="101557"/>
              </a:xfrm>
              <a:custGeom>
                <a:avLst/>
                <a:gdLst>
                  <a:gd name="connsiteX0" fmla="*/ 9525 w 9525"/>
                  <a:gd name="connsiteY0" fmla="*/ 4763 h 101557"/>
                  <a:gd name="connsiteX1" fmla="*/ 9525 w 9525"/>
                  <a:gd name="connsiteY1" fmla="*/ 96795 h 101557"/>
                  <a:gd name="connsiteX2" fmla="*/ 0 w 9525"/>
                  <a:gd name="connsiteY2" fmla="*/ 96795 h 101557"/>
                  <a:gd name="connsiteX3" fmla="*/ 0 w 9525"/>
                  <a:gd name="connsiteY3" fmla="*/ 4763 h 101557"/>
                  <a:gd name="connsiteX4" fmla="*/ 9525 w 9525"/>
                  <a:gd name="connsiteY4" fmla="*/ 4763 h 101557"/>
                  <a:gd name="connsiteX5" fmla="*/ 9525 w 9525"/>
                  <a:gd name="connsiteY5" fmla="*/ 4763 h 101557"/>
                  <a:gd name="connsiteX6" fmla="*/ 9433 w 9525"/>
                  <a:gd name="connsiteY6" fmla="*/ 5692 h 101557"/>
                  <a:gd name="connsiteX7" fmla="*/ 9162 w 9525"/>
                  <a:gd name="connsiteY7" fmla="*/ 6585 h 101557"/>
                  <a:gd name="connsiteX8" fmla="*/ 8722 w 9525"/>
                  <a:gd name="connsiteY8" fmla="*/ 7408 h 101557"/>
                  <a:gd name="connsiteX9" fmla="*/ 8130 w 9525"/>
                  <a:gd name="connsiteY9" fmla="*/ 8130 h 101557"/>
                  <a:gd name="connsiteX10" fmla="*/ 7408 w 9525"/>
                  <a:gd name="connsiteY10" fmla="*/ 8722 h 101557"/>
                  <a:gd name="connsiteX11" fmla="*/ 6585 w 9525"/>
                  <a:gd name="connsiteY11" fmla="*/ 9162 h 101557"/>
                  <a:gd name="connsiteX12" fmla="*/ 5692 w 9525"/>
                  <a:gd name="connsiteY12" fmla="*/ 9434 h 101557"/>
                  <a:gd name="connsiteX13" fmla="*/ 4763 w 9525"/>
                  <a:gd name="connsiteY13" fmla="*/ 9525 h 101557"/>
                  <a:gd name="connsiteX14" fmla="*/ 3833 w 9525"/>
                  <a:gd name="connsiteY14" fmla="*/ 9434 h 101557"/>
                  <a:gd name="connsiteX15" fmla="*/ 2940 w 9525"/>
                  <a:gd name="connsiteY15" fmla="*/ 9162 h 101557"/>
                  <a:gd name="connsiteX16" fmla="*/ 2117 w 9525"/>
                  <a:gd name="connsiteY16" fmla="*/ 8722 h 101557"/>
                  <a:gd name="connsiteX17" fmla="*/ 1395 w 9525"/>
                  <a:gd name="connsiteY17" fmla="*/ 8130 h 101557"/>
                  <a:gd name="connsiteX18" fmla="*/ 803 w 9525"/>
                  <a:gd name="connsiteY18" fmla="*/ 7408 h 101557"/>
                  <a:gd name="connsiteX19" fmla="*/ 363 w 9525"/>
                  <a:gd name="connsiteY19" fmla="*/ 6585 h 101557"/>
                  <a:gd name="connsiteX20" fmla="*/ 92 w 9525"/>
                  <a:gd name="connsiteY20" fmla="*/ 5692 h 101557"/>
                  <a:gd name="connsiteX21" fmla="*/ 0 w 9525"/>
                  <a:gd name="connsiteY21" fmla="*/ 4763 h 101557"/>
                  <a:gd name="connsiteX22" fmla="*/ 92 w 9525"/>
                  <a:gd name="connsiteY22" fmla="*/ 3833 h 101557"/>
                  <a:gd name="connsiteX23" fmla="*/ 363 w 9525"/>
                  <a:gd name="connsiteY23" fmla="*/ 2940 h 101557"/>
                  <a:gd name="connsiteX24" fmla="*/ 803 w 9525"/>
                  <a:gd name="connsiteY24" fmla="*/ 2117 h 101557"/>
                  <a:gd name="connsiteX25" fmla="*/ 1395 w 9525"/>
                  <a:gd name="connsiteY25" fmla="*/ 1395 h 101557"/>
                  <a:gd name="connsiteX26" fmla="*/ 2117 w 9525"/>
                  <a:gd name="connsiteY26" fmla="*/ 803 h 101557"/>
                  <a:gd name="connsiteX27" fmla="*/ 2940 w 9525"/>
                  <a:gd name="connsiteY27" fmla="*/ 363 h 101557"/>
                  <a:gd name="connsiteX28" fmla="*/ 3833 w 9525"/>
                  <a:gd name="connsiteY28" fmla="*/ 92 h 101557"/>
                  <a:gd name="connsiteX29" fmla="*/ 4763 w 9525"/>
                  <a:gd name="connsiteY29" fmla="*/ 0 h 101557"/>
                  <a:gd name="connsiteX30" fmla="*/ 5692 w 9525"/>
                  <a:gd name="connsiteY30" fmla="*/ 92 h 101557"/>
                  <a:gd name="connsiteX31" fmla="*/ 6585 w 9525"/>
                  <a:gd name="connsiteY31" fmla="*/ 363 h 101557"/>
                  <a:gd name="connsiteX32" fmla="*/ 7408 w 9525"/>
                  <a:gd name="connsiteY32" fmla="*/ 803 h 101557"/>
                  <a:gd name="connsiteX33" fmla="*/ 8130 w 9525"/>
                  <a:gd name="connsiteY33" fmla="*/ 1395 h 101557"/>
                  <a:gd name="connsiteX34" fmla="*/ 8722 w 9525"/>
                  <a:gd name="connsiteY34" fmla="*/ 2117 h 101557"/>
                  <a:gd name="connsiteX35" fmla="*/ 9162 w 9525"/>
                  <a:gd name="connsiteY35" fmla="*/ 2940 h 101557"/>
                  <a:gd name="connsiteX36" fmla="*/ 9433 w 9525"/>
                  <a:gd name="connsiteY36" fmla="*/ 3833 h 101557"/>
                  <a:gd name="connsiteX37" fmla="*/ 9525 w 9525"/>
                  <a:gd name="connsiteY37" fmla="*/ 4763 h 101557"/>
                  <a:gd name="connsiteX38" fmla="*/ 9525 w 9525"/>
                  <a:gd name="connsiteY38" fmla="*/ 96795 h 101557"/>
                  <a:gd name="connsiteX39" fmla="*/ 9433 w 9525"/>
                  <a:gd name="connsiteY39" fmla="*/ 97723 h 101557"/>
                  <a:gd name="connsiteX40" fmla="*/ 9162 w 9525"/>
                  <a:gd name="connsiteY40" fmla="*/ 98617 h 101557"/>
                  <a:gd name="connsiteX41" fmla="*/ 8722 w 9525"/>
                  <a:gd name="connsiteY41" fmla="*/ 99441 h 101557"/>
                  <a:gd name="connsiteX42" fmla="*/ 8130 w 9525"/>
                  <a:gd name="connsiteY42" fmla="*/ 100162 h 101557"/>
                  <a:gd name="connsiteX43" fmla="*/ 7408 w 9525"/>
                  <a:gd name="connsiteY43" fmla="*/ 100754 h 101557"/>
                  <a:gd name="connsiteX44" fmla="*/ 6585 w 9525"/>
                  <a:gd name="connsiteY44" fmla="*/ 101194 h 101557"/>
                  <a:gd name="connsiteX45" fmla="*/ 5692 w 9525"/>
                  <a:gd name="connsiteY45" fmla="*/ 101466 h 101557"/>
                  <a:gd name="connsiteX46" fmla="*/ 4763 w 9525"/>
                  <a:gd name="connsiteY46" fmla="*/ 101557 h 101557"/>
                  <a:gd name="connsiteX47" fmla="*/ 3833 w 9525"/>
                  <a:gd name="connsiteY47" fmla="*/ 101466 h 101557"/>
                  <a:gd name="connsiteX48" fmla="*/ 2940 w 9525"/>
                  <a:gd name="connsiteY48" fmla="*/ 101194 h 101557"/>
                  <a:gd name="connsiteX49" fmla="*/ 2117 w 9525"/>
                  <a:gd name="connsiteY49" fmla="*/ 100754 h 101557"/>
                  <a:gd name="connsiteX50" fmla="*/ 1395 w 9525"/>
                  <a:gd name="connsiteY50" fmla="*/ 100162 h 101557"/>
                  <a:gd name="connsiteX51" fmla="*/ 803 w 9525"/>
                  <a:gd name="connsiteY51" fmla="*/ 99441 h 101557"/>
                  <a:gd name="connsiteX52" fmla="*/ 363 w 9525"/>
                  <a:gd name="connsiteY52" fmla="*/ 98617 h 101557"/>
                  <a:gd name="connsiteX53" fmla="*/ 92 w 9525"/>
                  <a:gd name="connsiteY53" fmla="*/ 97723 h 101557"/>
                  <a:gd name="connsiteX54" fmla="*/ 0 w 9525"/>
                  <a:gd name="connsiteY54" fmla="*/ 96795 h 101557"/>
                  <a:gd name="connsiteX55" fmla="*/ 92 w 9525"/>
                  <a:gd name="connsiteY55" fmla="*/ 95866 h 101557"/>
                  <a:gd name="connsiteX56" fmla="*/ 363 w 9525"/>
                  <a:gd name="connsiteY56" fmla="*/ 94972 h 101557"/>
                  <a:gd name="connsiteX57" fmla="*/ 803 w 9525"/>
                  <a:gd name="connsiteY57" fmla="*/ 94149 h 101557"/>
                  <a:gd name="connsiteX58" fmla="*/ 1395 w 9525"/>
                  <a:gd name="connsiteY58" fmla="*/ 93427 h 101557"/>
                  <a:gd name="connsiteX59" fmla="*/ 2117 w 9525"/>
                  <a:gd name="connsiteY59" fmla="*/ 92835 h 101557"/>
                  <a:gd name="connsiteX60" fmla="*/ 2940 w 9525"/>
                  <a:gd name="connsiteY60" fmla="*/ 92395 h 101557"/>
                  <a:gd name="connsiteX61" fmla="*/ 3833 w 9525"/>
                  <a:gd name="connsiteY61" fmla="*/ 92124 h 101557"/>
                  <a:gd name="connsiteX62" fmla="*/ 4763 w 9525"/>
                  <a:gd name="connsiteY62" fmla="*/ 92032 h 101557"/>
                  <a:gd name="connsiteX63" fmla="*/ 5692 w 9525"/>
                  <a:gd name="connsiteY63" fmla="*/ 92124 h 101557"/>
                  <a:gd name="connsiteX64" fmla="*/ 6585 w 9525"/>
                  <a:gd name="connsiteY64" fmla="*/ 92395 h 101557"/>
                  <a:gd name="connsiteX65" fmla="*/ 7408 w 9525"/>
                  <a:gd name="connsiteY65" fmla="*/ 92835 h 101557"/>
                  <a:gd name="connsiteX66" fmla="*/ 8130 w 9525"/>
                  <a:gd name="connsiteY66" fmla="*/ 93427 h 101557"/>
                  <a:gd name="connsiteX67" fmla="*/ 8722 w 9525"/>
                  <a:gd name="connsiteY67" fmla="*/ 94149 h 101557"/>
                  <a:gd name="connsiteX68" fmla="*/ 9162 w 9525"/>
                  <a:gd name="connsiteY68" fmla="*/ 94972 h 101557"/>
                  <a:gd name="connsiteX69" fmla="*/ 9433 w 9525"/>
                  <a:gd name="connsiteY69" fmla="*/ 95866 h 101557"/>
                  <a:gd name="connsiteX70" fmla="*/ 9525 w 9525"/>
                  <a:gd name="connsiteY70" fmla="*/ 96795 h 1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525" h="101557">
                    <a:moveTo>
                      <a:pt x="9525" y="4763"/>
                    </a:moveTo>
                    <a:lnTo>
                      <a:pt x="9525" y="96795"/>
                    </a:lnTo>
                    <a:lnTo>
                      <a:pt x="0" y="96795"/>
                    </a:lnTo>
                    <a:lnTo>
                      <a:pt x="0" y="4763"/>
                    </a:lnTo>
                    <a:lnTo>
                      <a:pt x="9525" y="4763"/>
                    </a:ln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3"/>
                      <a:pt x="5692" y="9434"/>
                    </a:cubicBezTo>
                    <a:cubicBezTo>
                      <a:pt x="5385" y="9495"/>
                      <a:pt x="5075" y="9525"/>
                      <a:pt x="4763" y="9525"/>
                    </a:cubicBezTo>
                    <a:cubicBezTo>
                      <a:pt x="4450" y="9525"/>
                      <a:pt x="4140" y="9495"/>
                      <a:pt x="3833" y="9434"/>
                    </a:cubicBezTo>
                    <a:cubicBezTo>
                      <a:pt x="3527" y="9373"/>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3"/>
                      <a:pt x="3833" y="92"/>
                    </a:cubicBezTo>
                    <a:cubicBezTo>
                      <a:pt x="4140" y="31"/>
                      <a:pt x="4450" y="0"/>
                      <a:pt x="4763" y="0"/>
                    </a:cubicBezTo>
                    <a:cubicBezTo>
                      <a:pt x="5075" y="0"/>
                      <a:pt x="5385" y="31"/>
                      <a:pt x="5692" y="92"/>
                    </a:cubicBezTo>
                    <a:cubicBezTo>
                      <a:pt x="5998" y="153"/>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moveTo>
                      <a:pt x="9525" y="96795"/>
                    </a:moveTo>
                    <a:cubicBezTo>
                      <a:pt x="9525" y="97107"/>
                      <a:pt x="9494" y="97417"/>
                      <a:pt x="9433" y="97723"/>
                    </a:cubicBezTo>
                    <a:cubicBezTo>
                      <a:pt x="9372" y="98030"/>
                      <a:pt x="9282" y="98328"/>
                      <a:pt x="9162" y="98617"/>
                    </a:cubicBezTo>
                    <a:cubicBezTo>
                      <a:pt x="9043" y="98906"/>
                      <a:pt x="8896" y="99180"/>
                      <a:pt x="8722" y="99441"/>
                    </a:cubicBezTo>
                    <a:cubicBezTo>
                      <a:pt x="8549" y="99701"/>
                      <a:pt x="8351" y="99941"/>
                      <a:pt x="8130" y="100162"/>
                    </a:cubicBezTo>
                    <a:cubicBezTo>
                      <a:pt x="7909" y="100383"/>
                      <a:pt x="7668" y="100581"/>
                      <a:pt x="7408" y="100754"/>
                    </a:cubicBezTo>
                    <a:cubicBezTo>
                      <a:pt x="7148" y="100928"/>
                      <a:pt x="6874" y="101075"/>
                      <a:pt x="6585" y="101194"/>
                    </a:cubicBezTo>
                    <a:cubicBezTo>
                      <a:pt x="6296" y="101314"/>
                      <a:pt x="5998" y="101405"/>
                      <a:pt x="5692" y="101466"/>
                    </a:cubicBezTo>
                    <a:cubicBezTo>
                      <a:pt x="5385" y="101527"/>
                      <a:pt x="5075" y="101557"/>
                      <a:pt x="4763" y="101557"/>
                    </a:cubicBezTo>
                    <a:cubicBezTo>
                      <a:pt x="4450" y="101557"/>
                      <a:pt x="4140" y="101527"/>
                      <a:pt x="3833" y="101466"/>
                    </a:cubicBezTo>
                    <a:cubicBezTo>
                      <a:pt x="3527" y="101405"/>
                      <a:pt x="3229" y="101314"/>
                      <a:pt x="2940" y="101194"/>
                    </a:cubicBezTo>
                    <a:cubicBezTo>
                      <a:pt x="2651" y="101075"/>
                      <a:pt x="2377" y="100928"/>
                      <a:pt x="2117" y="100754"/>
                    </a:cubicBezTo>
                    <a:cubicBezTo>
                      <a:pt x="1857" y="100581"/>
                      <a:pt x="1616" y="100383"/>
                      <a:pt x="1395" y="100162"/>
                    </a:cubicBezTo>
                    <a:cubicBezTo>
                      <a:pt x="1174" y="99941"/>
                      <a:pt x="976" y="99701"/>
                      <a:pt x="803" y="99441"/>
                    </a:cubicBezTo>
                    <a:cubicBezTo>
                      <a:pt x="629" y="99180"/>
                      <a:pt x="482" y="98906"/>
                      <a:pt x="363" y="98617"/>
                    </a:cubicBezTo>
                    <a:cubicBezTo>
                      <a:pt x="243" y="98328"/>
                      <a:pt x="153" y="98030"/>
                      <a:pt x="92" y="97723"/>
                    </a:cubicBezTo>
                    <a:cubicBezTo>
                      <a:pt x="31" y="97417"/>
                      <a:pt x="0" y="97107"/>
                      <a:pt x="0" y="96795"/>
                    </a:cubicBezTo>
                    <a:cubicBezTo>
                      <a:pt x="0" y="96482"/>
                      <a:pt x="31" y="96172"/>
                      <a:pt x="92" y="95866"/>
                    </a:cubicBezTo>
                    <a:cubicBezTo>
                      <a:pt x="153" y="95559"/>
                      <a:pt x="243" y="95261"/>
                      <a:pt x="363" y="94972"/>
                    </a:cubicBezTo>
                    <a:cubicBezTo>
                      <a:pt x="482" y="94683"/>
                      <a:pt x="629" y="94409"/>
                      <a:pt x="803" y="94149"/>
                    </a:cubicBezTo>
                    <a:cubicBezTo>
                      <a:pt x="976" y="93889"/>
                      <a:pt x="1174" y="93648"/>
                      <a:pt x="1395" y="93427"/>
                    </a:cubicBezTo>
                    <a:cubicBezTo>
                      <a:pt x="1616" y="93206"/>
                      <a:pt x="1857" y="93008"/>
                      <a:pt x="2117" y="92835"/>
                    </a:cubicBezTo>
                    <a:cubicBezTo>
                      <a:pt x="2377" y="92661"/>
                      <a:pt x="2651" y="92514"/>
                      <a:pt x="2940" y="92395"/>
                    </a:cubicBezTo>
                    <a:cubicBezTo>
                      <a:pt x="3229" y="92275"/>
                      <a:pt x="3527" y="92185"/>
                      <a:pt x="3833" y="92124"/>
                    </a:cubicBezTo>
                    <a:cubicBezTo>
                      <a:pt x="4140" y="92063"/>
                      <a:pt x="4450" y="92032"/>
                      <a:pt x="4763" y="92032"/>
                    </a:cubicBezTo>
                    <a:cubicBezTo>
                      <a:pt x="5075" y="92032"/>
                      <a:pt x="5385" y="92063"/>
                      <a:pt x="5692" y="92124"/>
                    </a:cubicBezTo>
                    <a:cubicBezTo>
                      <a:pt x="5998" y="92185"/>
                      <a:pt x="6296" y="92275"/>
                      <a:pt x="6585" y="92395"/>
                    </a:cubicBezTo>
                    <a:cubicBezTo>
                      <a:pt x="6874" y="92514"/>
                      <a:pt x="7148" y="92661"/>
                      <a:pt x="7408" y="92835"/>
                    </a:cubicBezTo>
                    <a:cubicBezTo>
                      <a:pt x="7668" y="93008"/>
                      <a:pt x="7909" y="93206"/>
                      <a:pt x="8130" y="93427"/>
                    </a:cubicBezTo>
                    <a:cubicBezTo>
                      <a:pt x="8351" y="93648"/>
                      <a:pt x="8549" y="93889"/>
                      <a:pt x="8722" y="94149"/>
                    </a:cubicBezTo>
                    <a:cubicBezTo>
                      <a:pt x="8896" y="94409"/>
                      <a:pt x="9043" y="94683"/>
                      <a:pt x="9162" y="94972"/>
                    </a:cubicBezTo>
                    <a:cubicBezTo>
                      <a:pt x="9282" y="95261"/>
                      <a:pt x="9372" y="95559"/>
                      <a:pt x="9433" y="95866"/>
                    </a:cubicBezTo>
                    <a:cubicBezTo>
                      <a:pt x="9494" y="96172"/>
                      <a:pt x="9525" y="96482"/>
                      <a:pt x="9525" y="96795"/>
                    </a:cubicBezTo>
                    <a:close/>
                  </a:path>
                </a:pathLst>
              </a:custGeom>
              <a:solidFill>
                <a:srgbClr val="334866"/>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2" name="图片 2" descr="icon-2"/>
            <p:cNvGrpSpPr/>
            <p:nvPr/>
          </p:nvGrpSpPr>
          <p:grpSpPr>
            <a:xfrm>
              <a:off x="1955165" y="1697354"/>
              <a:ext cx="323319" cy="523874"/>
              <a:chOff x="1955165" y="1697354"/>
              <a:chExt cx="323319" cy="523874"/>
            </a:xfrm>
          </p:grpSpPr>
          <p:sp>
            <p:nvSpPr>
              <p:cNvPr id="33" name="任意形状 32"/>
              <p:cNvSpPr/>
              <p:nvPr/>
            </p:nvSpPr>
            <p:spPr>
              <a:xfrm>
                <a:off x="2070312" y="1697354"/>
                <a:ext cx="165521" cy="212381"/>
              </a:xfrm>
              <a:custGeom>
                <a:avLst/>
                <a:gdLst>
                  <a:gd name="connsiteX0" fmla="*/ 83030 w 165521"/>
                  <a:gd name="connsiteY0" fmla="*/ 11322 h 212381"/>
                  <a:gd name="connsiteX1" fmla="*/ 165521 w 165521"/>
                  <a:gd name="connsiteY1" fmla="*/ 153856 h 212381"/>
                  <a:gd name="connsiteX2" fmla="*/ 82492 w 165521"/>
                  <a:gd name="connsiteY2" fmla="*/ 201058 h 212381"/>
                  <a:gd name="connsiteX3" fmla="*/ 0 w 165521"/>
                  <a:gd name="connsiteY3" fmla="*/ 58524 h 212381"/>
                  <a:gd name="connsiteX4" fmla="*/ 83030 w 165521"/>
                  <a:gd name="connsiteY4" fmla="*/ 11322 h 212381"/>
                  <a:gd name="connsiteX5" fmla="*/ 83030 w 165521"/>
                  <a:gd name="connsiteY5" fmla="*/ 11322 h 2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521" h="212381">
                    <a:moveTo>
                      <a:pt x="83030" y="11322"/>
                    </a:moveTo>
                    <a:cubicBezTo>
                      <a:pt x="128731" y="37645"/>
                      <a:pt x="165669" y="101469"/>
                      <a:pt x="165521" y="153856"/>
                    </a:cubicBezTo>
                    <a:cubicBezTo>
                      <a:pt x="165369" y="206248"/>
                      <a:pt x="128190" y="227382"/>
                      <a:pt x="82492" y="201058"/>
                    </a:cubicBezTo>
                    <a:cubicBezTo>
                      <a:pt x="36790" y="174739"/>
                      <a:pt x="-148" y="110911"/>
                      <a:pt x="0" y="58524"/>
                    </a:cubicBezTo>
                    <a:cubicBezTo>
                      <a:pt x="148" y="6140"/>
                      <a:pt x="37328" y="-15001"/>
                      <a:pt x="83030" y="11322"/>
                    </a:cubicBezTo>
                    <a:lnTo>
                      <a:pt x="83030" y="1132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 name="任意形状 33"/>
              <p:cNvSpPr/>
              <p:nvPr/>
            </p:nvSpPr>
            <p:spPr>
              <a:xfrm>
                <a:off x="1959704" y="1860732"/>
                <a:ext cx="318780" cy="359944"/>
              </a:xfrm>
              <a:custGeom>
                <a:avLst/>
                <a:gdLst>
                  <a:gd name="connsiteX0" fmla="*/ 264250 w 318780"/>
                  <a:gd name="connsiteY0" fmla="*/ 103005 h 359944"/>
                  <a:gd name="connsiteX1" fmla="*/ 318780 w 318780"/>
                  <a:gd name="connsiteY1" fmla="*/ 195695 h 359944"/>
                  <a:gd name="connsiteX2" fmla="*/ 318369 w 318780"/>
                  <a:gd name="connsiteY2" fmla="*/ 337852 h 359944"/>
                  <a:gd name="connsiteX3" fmla="*/ 317817 w 318780"/>
                  <a:gd name="connsiteY3" fmla="*/ 345786 h 359944"/>
                  <a:gd name="connsiteX4" fmla="*/ 274638 w 318780"/>
                  <a:gd name="connsiteY4" fmla="*/ 359945 h 359944"/>
                  <a:gd name="connsiteX5" fmla="*/ 157 w 318780"/>
                  <a:gd name="connsiteY5" fmla="*/ 195695 h 359944"/>
                  <a:gd name="connsiteX6" fmla="*/ 157 w 318780"/>
                  <a:gd name="connsiteY6" fmla="*/ 43068 h 359944"/>
                  <a:gd name="connsiteX7" fmla="*/ 93409 w 318780"/>
                  <a:gd name="connsiteY7" fmla="*/ 6206 h 359944"/>
                  <a:gd name="connsiteX8" fmla="*/ 264250 w 318780"/>
                  <a:gd name="connsiteY8" fmla="*/ 103005 h 35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780" h="359944">
                    <a:moveTo>
                      <a:pt x="264250" y="103005"/>
                    </a:moveTo>
                    <a:cubicBezTo>
                      <a:pt x="294344" y="120057"/>
                      <a:pt x="318878" y="161762"/>
                      <a:pt x="318780" y="195695"/>
                    </a:cubicBezTo>
                    <a:lnTo>
                      <a:pt x="318369" y="337852"/>
                    </a:lnTo>
                    <a:cubicBezTo>
                      <a:pt x="318358" y="340654"/>
                      <a:pt x="318146" y="343267"/>
                      <a:pt x="317817" y="345786"/>
                    </a:cubicBezTo>
                    <a:lnTo>
                      <a:pt x="274638" y="359945"/>
                    </a:lnTo>
                    <a:lnTo>
                      <a:pt x="157" y="195695"/>
                    </a:lnTo>
                    <a:cubicBezTo>
                      <a:pt x="-52" y="193775"/>
                      <a:pt x="-52" y="142899"/>
                      <a:pt x="157" y="43068"/>
                    </a:cubicBezTo>
                    <a:cubicBezTo>
                      <a:pt x="254" y="9131"/>
                      <a:pt x="63315" y="-10845"/>
                      <a:pt x="93409" y="6206"/>
                    </a:cubicBezTo>
                    <a:lnTo>
                      <a:pt x="264250" y="10300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 name="任意形状 34"/>
              <p:cNvSpPr/>
              <p:nvPr/>
            </p:nvSpPr>
            <p:spPr>
              <a:xfrm>
                <a:off x="1955165" y="1874339"/>
                <a:ext cx="280668" cy="346890"/>
              </a:xfrm>
              <a:custGeom>
                <a:avLst/>
                <a:gdLst>
                  <a:gd name="connsiteX0" fmla="*/ 226139 w 280668"/>
                  <a:gd name="connsiteY0" fmla="*/ 104109 h 346890"/>
                  <a:gd name="connsiteX1" fmla="*/ 280668 w 280668"/>
                  <a:gd name="connsiteY1" fmla="*/ 196799 h 346890"/>
                  <a:gd name="connsiteX2" fmla="*/ 280258 w 280668"/>
                  <a:gd name="connsiteY2" fmla="*/ 338956 h 346890"/>
                  <a:gd name="connsiteX3" fmla="*/ 279705 w 280668"/>
                  <a:gd name="connsiteY3" fmla="*/ 346890 h 346890"/>
                  <a:gd name="connsiteX4" fmla="*/ 530 w 280668"/>
                  <a:gd name="connsiteY4" fmla="*/ 188705 h 346890"/>
                  <a:gd name="connsiteX5" fmla="*/ 0 w 280668"/>
                  <a:gd name="connsiteY5" fmla="*/ 180162 h 346890"/>
                  <a:gd name="connsiteX6" fmla="*/ 415 w 280668"/>
                  <a:gd name="connsiteY6" fmla="*/ 38005 h 346890"/>
                  <a:gd name="connsiteX7" fmla="*/ 55298 w 280668"/>
                  <a:gd name="connsiteY7" fmla="*/ 7310 h 346890"/>
                  <a:gd name="connsiteX8" fmla="*/ 226139 w 280668"/>
                  <a:gd name="connsiteY8" fmla="*/ 104109 h 346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68" h="346890">
                    <a:moveTo>
                      <a:pt x="226139" y="104109"/>
                    </a:moveTo>
                    <a:cubicBezTo>
                      <a:pt x="256233" y="121161"/>
                      <a:pt x="280767" y="162866"/>
                      <a:pt x="280668" y="196799"/>
                    </a:cubicBezTo>
                    <a:lnTo>
                      <a:pt x="280258" y="338956"/>
                    </a:lnTo>
                    <a:cubicBezTo>
                      <a:pt x="280246" y="341759"/>
                      <a:pt x="280034" y="344371"/>
                      <a:pt x="279705" y="346890"/>
                    </a:cubicBezTo>
                    <a:lnTo>
                      <a:pt x="530" y="188705"/>
                    </a:lnTo>
                    <a:cubicBezTo>
                      <a:pt x="216" y="185824"/>
                      <a:pt x="-4" y="182965"/>
                      <a:pt x="0" y="180162"/>
                    </a:cubicBezTo>
                    <a:lnTo>
                      <a:pt x="415" y="38005"/>
                    </a:lnTo>
                    <a:cubicBezTo>
                      <a:pt x="512" y="4069"/>
                      <a:pt x="25204" y="-9741"/>
                      <a:pt x="55298" y="7310"/>
                    </a:cubicBezTo>
                    <a:lnTo>
                      <a:pt x="226139" y="104109"/>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 name="任意形状 35"/>
              <p:cNvSpPr/>
              <p:nvPr/>
            </p:nvSpPr>
            <p:spPr>
              <a:xfrm>
                <a:off x="2027133" y="1711513"/>
                <a:ext cx="165521" cy="212381"/>
              </a:xfrm>
              <a:custGeom>
                <a:avLst/>
                <a:gdLst>
                  <a:gd name="connsiteX0" fmla="*/ 83030 w 165521"/>
                  <a:gd name="connsiteY0" fmla="*/ 11322 h 212381"/>
                  <a:gd name="connsiteX1" fmla="*/ 165521 w 165521"/>
                  <a:gd name="connsiteY1" fmla="*/ 153856 h 212381"/>
                  <a:gd name="connsiteX2" fmla="*/ 82492 w 165521"/>
                  <a:gd name="connsiteY2" fmla="*/ 201058 h 212381"/>
                  <a:gd name="connsiteX3" fmla="*/ 0 w 165521"/>
                  <a:gd name="connsiteY3" fmla="*/ 58524 h 212381"/>
                  <a:gd name="connsiteX4" fmla="*/ 83030 w 165521"/>
                  <a:gd name="connsiteY4" fmla="*/ 11322 h 212381"/>
                  <a:gd name="connsiteX5" fmla="*/ 83030 w 165521"/>
                  <a:gd name="connsiteY5" fmla="*/ 11322 h 2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521" h="212381">
                    <a:moveTo>
                      <a:pt x="83030" y="11322"/>
                    </a:moveTo>
                    <a:cubicBezTo>
                      <a:pt x="128731" y="37645"/>
                      <a:pt x="165669" y="101469"/>
                      <a:pt x="165521" y="153856"/>
                    </a:cubicBezTo>
                    <a:cubicBezTo>
                      <a:pt x="165369" y="206248"/>
                      <a:pt x="128190" y="227382"/>
                      <a:pt x="82492" y="201058"/>
                    </a:cubicBezTo>
                    <a:cubicBezTo>
                      <a:pt x="36790" y="174739"/>
                      <a:pt x="-148" y="110911"/>
                      <a:pt x="0" y="58524"/>
                    </a:cubicBezTo>
                    <a:cubicBezTo>
                      <a:pt x="148" y="6140"/>
                      <a:pt x="37328" y="-15001"/>
                      <a:pt x="83030" y="11322"/>
                    </a:cubicBezTo>
                    <a:lnTo>
                      <a:pt x="83030" y="1132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 name="任意形状 36"/>
              <p:cNvSpPr/>
              <p:nvPr/>
            </p:nvSpPr>
            <p:spPr>
              <a:xfrm>
                <a:off x="2011575" y="1993466"/>
                <a:ext cx="9525" cy="101557"/>
              </a:xfrm>
              <a:custGeom>
                <a:avLst/>
                <a:gdLst>
                  <a:gd name="connsiteX0" fmla="*/ 9525 w 9525"/>
                  <a:gd name="connsiteY0" fmla="*/ 4763 h 101557"/>
                  <a:gd name="connsiteX1" fmla="*/ 9525 w 9525"/>
                  <a:gd name="connsiteY1" fmla="*/ 96795 h 101557"/>
                  <a:gd name="connsiteX2" fmla="*/ 0 w 9525"/>
                  <a:gd name="connsiteY2" fmla="*/ 96795 h 101557"/>
                  <a:gd name="connsiteX3" fmla="*/ 0 w 9525"/>
                  <a:gd name="connsiteY3" fmla="*/ 4763 h 101557"/>
                  <a:gd name="connsiteX4" fmla="*/ 9525 w 9525"/>
                  <a:gd name="connsiteY4" fmla="*/ 4763 h 101557"/>
                  <a:gd name="connsiteX5" fmla="*/ 9525 w 9525"/>
                  <a:gd name="connsiteY5" fmla="*/ 4763 h 101557"/>
                  <a:gd name="connsiteX6" fmla="*/ 9433 w 9525"/>
                  <a:gd name="connsiteY6" fmla="*/ 5692 h 101557"/>
                  <a:gd name="connsiteX7" fmla="*/ 9162 w 9525"/>
                  <a:gd name="connsiteY7" fmla="*/ 6585 h 101557"/>
                  <a:gd name="connsiteX8" fmla="*/ 8722 w 9525"/>
                  <a:gd name="connsiteY8" fmla="*/ 7408 h 101557"/>
                  <a:gd name="connsiteX9" fmla="*/ 8130 w 9525"/>
                  <a:gd name="connsiteY9" fmla="*/ 8130 h 101557"/>
                  <a:gd name="connsiteX10" fmla="*/ 7408 w 9525"/>
                  <a:gd name="connsiteY10" fmla="*/ 8722 h 101557"/>
                  <a:gd name="connsiteX11" fmla="*/ 6585 w 9525"/>
                  <a:gd name="connsiteY11" fmla="*/ 9162 h 101557"/>
                  <a:gd name="connsiteX12" fmla="*/ 5692 w 9525"/>
                  <a:gd name="connsiteY12" fmla="*/ 9434 h 101557"/>
                  <a:gd name="connsiteX13" fmla="*/ 4763 w 9525"/>
                  <a:gd name="connsiteY13" fmla="*/ 9525 h 101557"/>
                  <a:gd name="connsiteX14" fmla="*/ 3833 w 9525"/>
                  <a:gd name="connsiteY14" fmla="*/ 9434 h 101557"/>
                  <a:gd name="connsiteX15" fmla="*/ 2940 w 9525"/>
                  <a:gd name="connsiteY15" fmla="*/ 9162 h 101557"/>
                  <a:gd name="connsiteX16" fmla="*/ 2117 w 9525"/>
                  <a:gd name="connsiteY16" fmla="*/ 8722 h 101557"/>
                  <a:gd name="connsiteX17" fmla="*/ 1395 w 9525"/>
                  <a:gd name="connsiteY17" fmla="*/ 8130 h 101557"/>
                  <a:gd name="connsiteX18" fmla="*/ 803 w 9525"/>
                  <a:gd name="connsiteY18" fmla="*/ 7408 h 101557"/>
                  <a:gd name="connsiteX19" fmla="*/ 363 w 9525"/>
                  <a:gd name="connsiteY19" fmla="*/ 6585 h 101557"/>
                  <a:gd name="connsiteX20" fmla="*/ 92 w 9525"/>
                  <a:gd name="connsiteY20" fmla="*/ 5692 h 101557"/>
                  <a:gd name="connsiteX21" fmla="*/ 0 w 9525"/>
                  <a:gd name="connsiteY21" fmla="*/ 4763 h 101557"/>
                  <a:gd name="connsiteX22" fmla="*/ 92 w 9525"/>
                  <a:gd name="connsiteY22" fmla="*/ 3833 h 101557"/>
                  <a:gd name="connsiteX23" fmla="*/ 363 w 9525"/>
                  <a:gd name="connsiteY23" fmla="*/ 2940 h 101557"/>
                  <a:gd name="connsiteX24" fmla="*/ 803 w 9525"/>
                  <a:gd name="connsiteY24" fmla="*/ 2117 h 101557"/>
                  <a:gd name="connsiteX25" fmla="*/ 1395 w 9525"/>
                  <a:gd name="connsiteY25" fmla="*/ 1395 h 101557"/>
                  <a:gd name="connsiteX26" fmla="*/ 2117 w 9525"/>
                  <a:gd name="connsiteY26" fmla="*/ 803 h 101557"/>
                  <a:gd name="connsiteX27" fmla="*/ 2940 w 9525"/>
                  <a:gd name="connsiteY27" fmla="*/ 363 h 101557"/>
                  <a:gd name="connsiteX28" fmla="*/ 3833 w 9525"/>
                  <a:gd name="connsiteY28" fmla="*/ 92 h 101557"/>
                  <a:gd name="connsiteX29" fmla="*/ 4763 w 9525"/>
                  <a:gd name="connsiteY29" fmla="*/ 0 h 101557"/>
                  <a:gd name="connsiteX30" fmla="*/ 5692 w 9525"/>
                  <a:gd name="connsiteY30" fmla="*/ 92 h 101557"/>
                  <a:gd name="connsiteX31" fmla="*/ 6585 w 9525"/>
                  <a:gd name="connsiteY31" fmla="*/ 363 h 101557"/>
                  <a:gd name="connsiteX32" fmla="*/ 7408 w 9525"/>
                  <a:gd name="connsiteY32" fmla="*/ 803 h 101557"/>
                  <a:gd name="connsiteX33" fmla="*/ 8130 w 9525"/>
                  <a:gd name="connsiteY33" fmla="*/ 1395 h 101557"/>
                  <a:gd name="connsiteX34" fmla="*/ 8722 w 9525"/>
                  <a:gd name="connsiteY34" fmla="*/ 2117 h 101557"/>
                  <a:gd name="connsiteX35" fmla="*/ 9162 w 9525"/>
                  <a:gd name="connsiteY35" fmla="*/ 2940 h 101557"/>
                  <a:gd name="connsiteX36" fmla="*/ 9433 w 9525"/>
                  <a:gd name="connsiteY36" fmla="*/ 3833 h 101557"/>
                  <a:gd name="connsiteX37" fmla="*/ 9525 w 9525"/>
                  <a:gd name="connsiteY37" fmla="*/ 4763 h 101557"/>
                  <a:gd name="connsiteX38" fmla="*/ 9525 w 9525"/>
                  <a:gd name="connsiteY38" fmla="*/ 96795 h 101557"/>
                  <a:gd name="connsiteX39" fmla="*/ 9433 w 9525"/>
                  <a:gd name="connsiteY39" fmla="*/ 97723 h 101557"/>
                  <a:gd name="connsiteX40" fmla="*/ 9162 w 9525"/>
                  <a:gd name="connsiteY40" fmla="*/ 98617 h 101557"/>
                  <a:gd name="connsiteX41" fmla="*/ 8722 w 9525"/>
                  <a:gd name="connsiteY41" fmla="*/ 99441 h 101557"/>
                  <a:gd name="connsiteX42" fmla="*/ 8130 w 9525"/>
                  <a:gd name="connsiteY42" fmla="*/ 100162 h 101557"/>
                  <a:gd name="connsiteX43" fmla="*/ 7408 w 9525"/>
                  <a:gd name="connsiteY43" fmla="*/ 100754 h 101557"/>
                  <a:gd name="connsiteX44" fmla="*/ 6585 w 9525"/>
                  <a:gd name="connsiteY44" fmla="*/ 101194 h 101557"/>
                  <a:gd name="connsiteX45" fmla="*/ 5692 w 9525"/>
                  <a:gd name="connsiteY45" fmla="*/ 101466 h 101557"/>
                  <a:gd name="connsiteX46" fmla="*/ 4763 w 9525"/>
                  <a:gd name="connsiteY46" fmla="*/ 101557 h 101557"/>
                  <a:gd name="connsiteX47" fmla="*/ 3833 w 9525"/>
                  <a:gd name="connsiteY47" fmla="*/ 101466 h 101557"/>
                  <a:gd name="connsiteX48" fmla="*/ 2940 w 9525"/>
                  <a:gd name="connsiteY48" fmla="*/ 101194 h 101557"/>
                  <a:gd name="connsiteX49" fmla="*/ 2117 w 9525"/>
                  <a:gd name="connsiteY49" fmla="*/ 100754 h 101557"/>
                  <a:gd name="connsiteX50" fmla="*/ 1395 w 9525"/>
                  <a:gd name="connsiteY50" fmla="*/ 100162 h 101557"/>
                  <a:gd name="connsiteX51" fmla="*/ 803 w 9525"/>
                  <a:gd name="connsiteY51" fmla="*/ 99441 h 101557"/>
                  <a:gd name="connsiteX52" fmla="*/ 363 w 9525"/>
                  <a:gd name="connsiteY52" fmla="*/ 98617 h 101557"/>
                  <a:gd name="connsiteX53" fmla="*/ 92 w 9525"/>
                  <a:gd name="connsiteY53" fmla="*/ 97723 h 101557"/>
                  <a:gd name="connsiteX54" fmla="*/ 0 w 9525"/>
                  <a:gd name="connsiteY54" fmla="*/ 96795 h 101557"/>
                  <a:gd name="connsiteX55" fmla="*/ 92 w 9525"/>
                  <a:gd name="connsiteY55" fmla="*/ 95866 h 101557"/>
                  <a:gd name="connsiteX56" fmla="*/ 363 w 9525"/>
                  <a:gd name="connsiteY56" fmla="*/ 94972 h 101557"/>
                  <a:gd name="connsiteX57" fmla="*/ 803 w 9525"/>
                  <a:gd name="connsiteY57" fmla="*/ 94149 h 101557"/>
                  <a:gd name="connsiteX58" fmla="*/ 1395 w 9525"/>
                  <a:gd name="connsiteY58" fmla="*/ 93427 h 101557"/>
                  <a:gd name="connsiteX59" fmla="*/ 2117 w 9525"/>
                  <a:gd name="connsiteY59" fmla="*/ 92835 h 101557"/>
                  <a:gd name="connsiteX60" fmla="*/ 2940 w 9525"/>
                  <a:gd name="connsiteY60" fmla="*/ 92395 h 101557"/>
                  <a:gd name="connsiteX61" fmla="*/ 3833 w 9525"/>
                  <a:gd name="connsiteY61" fmla="*/ 92124 h 101557"/>
                  <a:gd name="connsiteX62" fmla="*/ 4763 w 9525"/>
                  <a:gd name="connsiteY62" fmla="*/ 92032 h 101557"/>
                  <a:gd name="connsiteX63" fmla="*/ 5692 w 9525"/>
                  <a:gd name="connsiteY63" fmla="*/ 92124 h 101557"/>
                  <a:gd name="connsiteX64" fmla="*/ 6585 w 9525"/>
                  <a:gd name="connsiteY64" fmla="*/ 92395 h 101557"/>
                  <a:gd name="connsiteX65" fmla="*/ 7408 w 9525"/>
                  <a:gd name="connsiteY65" fmla="*/ 92835 h 101557"/>
                  <a:gd name="connsiteX66" fmla="*/ 8130 w 9525"/>
                  <a:gd name="connsiteY66" fmla="*/ 93427 h 101557"/>
                  <a:gd name="connsiteX67" fmla="*/ 8722 w 9525"/>
                  <a:gd name="connsiteY67" fmla="*/ 94149 h 101557"/>
                  <a:gd name="connsiteX68" fmla="*/ 9162 w 9525"/>
                  <a:gd name="connsiteY68" fmla="*/ 94972 h 101557"/>
                  <a:gd name="connsiteX69" fmla="*/ 9433 w 9525"/>
                  <a:gd name="connsiteY69" fmla="*/ 95866 h 101557"/>
                  <a:gd name="connsiteX70" fmla="*/ 9525 w 9525"/>
                  <a:gd name="connsiteY70" fmla="*/ 96795 h 1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525" h="101557">
                    <a:moveTo>
                      <a:pt x="9525" y="4763"/>
                    </a:moveTo>
                    <a:lnTo>
                      <a:pt x="9525" y="96795"/>
                    </a:lnTo>
                    <a:lnTo>
                      <a:pt x="0" y="96795"/>
                    </a:lnTo>
                    <a:lnTo>
                      <a:pt x="0" y="4763"/>
                    </a:lnTo>
                    <a:lnTo>
                      <a:pt x="9525" y="4763"/>
                    </a:ln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3"/>
                      <a:pt x="5692" y="9434"/>
                    </a:cubicBezTo>
                    <a:cubicBezTo>
                      <a:pt x="5385" y="9495"/>
                      <a:pt x="5075" y="9525"/>
                      <a:pt x="4763" y="9525"/>
                    </a:cubicBezTo>
                    <a:cubicBezTo>
                      <a:pt x="4450" y="9525"/>
                      <a:pt x="4140" y="9495"/>
                      <a:pt x="3833" y="9434"/>
                    </a:cubicBezTo>
                    <a:cubicBezTo>
                      <a:pt x="3527" y="9373"/>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3"/>
                      <a:pt x="3833" y="92"/>
                    </a:cubicBezTo>
                    <a:cubicBezTo>
                      <a:pt x="4140" y="31"/>
                      <a:pt x="4450" y="0"/>
                      <a:pt x="4763" y="0"/>
                    </a:cubicBezTo>
                    <a:cubicBezTo>
                      <a:pt x="5075" y="0"/>
                      <a:pt x="5385" y="31"/>
                      <a:pt x="5692" y="92"/>
                    </a:cubicBezTo>
                    <a:cubicBezTo>
                      <a:pt x="5998" y="153"/>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moveTo>
                      <a:pt x="9525" y="96795"/>
                    </a:moveTo>
                    <a:cubicBezTo>
                      <a:pt x="9525" y="97107"/>
                      <a:pt x="9494" y="97417"/>
                      <a:pt x="9433" y="97723"/>
                    </a:cubicBezTo>
                    <a:cubicBezTo>
                      <a:pt x="9372" y="98030"/>
                      <a:pt x="9282" y="98328"/>
                      <a:pt x="9162" y="98617"/>
                    </a:cubicBezTo>
                    <a:cubicBezTo>
                      <a:pt x="9043" y="98906"/>
                      <a:pt x="8896" y="99180"/>
                      <a:pt x="8722" y="99441"/>
                    </a:cubicBezTo>
                    <a:cubicBezTo>
                      <a:pt x="8549" y="99701"/>
                      <a:pt x="8351" y="99941"/>
                      <a:pt x="8130" y="100162"/>
                    </a:cubicBezTo>
                    <a:cubicBezTo>
                      <a:pt x="7909" y="100383"/>
                      <a:pt x="7668" y="100581"/>
                      <a:pt x="7408" y="100754"/>
                    </a:cubicBezTo>
                    <a:cubicBezTo>
                      <a:pt x="7148" y="100928"/>
                      <a:pt x="6874" y="101075"/>
                      <a:pt x="6585" y="101194"/>
                    </a:cubicBezTo>
                    <a:cubicBezTo>
                      <a:pt x="6296" y="101314"/>
                      <a:pt x="5998" y="101405"/>
                      <a:pt x="5692" y="101466"/>
                    </a:cubicBezTo>
                    <a:cubicBezTo>
                      <a:pt x="5385" y="101527"/>
                      <a:pt x="5075" y="101557"/>
                      <a:pt x="4763" y="101557"/>
                    </a:cubicBezTo>
                    <a:cubicBezTo>
                      <a:pt x="4450" y="101557"/>
                      <a:pt x="4140" y="101527"/>
                      <a:pt x="3833" y="101466"/>
                    </a:cubicBezTo>
                    <a:cubicBezTo>
                      <a:pt x="3527" y="101405"/>
                      <a:pt x="3229" y="101314"/>
                      <a:pt x="2940" y="101194"/>
                    </a:cubicBezTo>
                    <a:cubicBezTo>
                      <a:pt x="2651" y="101075"/>
                      <a:pt x="2377" y="100928"/>
                      <a:pt x="2117" y="100754"/>
                    </a:cubicBezTo>
                    <a:cubicBezTo>
                      <a:pt x="1857" y="100581"/>
                      <a:pt x="1616" y="100383"/>
                      <a:pt x="1395" y="100162"/>
                    </a:cubicBezTo>
                    <a:cubicBezTo>
                      <a:pt x="1174" y="99941"/>
                      <a:pt x="976" y="99701"/>
                      <a:pt x="803" y="99441"/>
                    </a:cubicBezTo>
                    <a:cubicBezTo>
                      <a:pt x="629" y="99180"/>
                      <a:pt x="482" y="98906"/>
                      <a:pt x="363" y="98617"/>
                    </a:cubicBezTo>
                    <a:cubicBezTo>
                      <a:pt x="243" y="98328"/>
                      <a:pt x="153" y="98030"/>
                      <a:pt x="92" y="97723"/>
                    </a:cubicBezTo>
                    <a:cubicBezTo>
                      <a:pt x="31" y="97417"/>
                      <a:pt x="0" y="97107"/>
                      <a:pt x="0" y="96795"/>
                    </a:cubicBezTo>
                    <a:cubicBezTo>
                      <a:pt x="0" y="96482"/>
                      <a:pt x="31" y="96172"/>
                      <a:pt x="92" y="95866"/>
                    </a:cubicBezTo>
                    <a:cubicBezTo>
                      <a:pt x="153" y="95559"/>
                      <a:pt x="243" y="95261"/>
                      <a:pt x="363" y="94972"/>
                    </a:cubicBezTo>
                    <a:cubicBezTo>
                      <a:pt x="482" y="94683"/>
                      <a:pt x="629" y="94409"/>
                      <a:pt x="803" y="94149"/>
                    </a:cubicBezTo>
                    <a:cubicBezTo>
                      <a:pt x="976" y="93889"/>
                      <a:pt x="1174" y="93648"/>
                      <a:pt x="1395" y="93427"/>
                    </a:cubicBezTo>
                    <a:cubicBezTo>
                      <a:pt x="1616" y="93206"/>
                      <a:pt x="1857" y="93008"/>
                      <a:pt x="2117" y="92835"/>
                    </a:cubicBezTo>
                    <a:cubicBezTo>
                      <a:pt x="2377" y="92661"/>
                      <a:pt x="2651" y="92514"/>
                      <a:pt x="2940" y="92395"/>
                    </a:cubicBezTo>
                    <a:cubicBezTo>
                      <a:pt x="3229" y="92275"/>
                      <a:pt x="3527" y="92185"/>
                      <a:pt x="3833" y="92124"/>
                    </a:cubicBezTo>
                    <a:cubicBezTo>
                      <a:pt x="4140" y="92063"/>
                      <a:pt x="4450" y="92032"/>
                      <a:pt x="4763" y="92032"/>
                    </a:cubicBezTo>
                    <a:cubicBezTo>
                      <a:pt x="5075" y="92032"/>
                      <a:pt x="5385" y="92063"/>
                      <a:pt x="5692" y="92124"/>
                    </a:cubicBezTo>
                    <a:cubicBezTo>
                      <a:pt x="5998" y="92185"/>
                      <a:pt x="6296" y="92275"/>
                      <a:pt x="6585" y="92395"/>
                    </a:cubicBezTo>
                    <a:cubicBezTo>
                      <a:pt x="6874" y="92514"/>
                      <a:pt x="7148" y="92661"/>
                      <a:pt x="7408" y="92835"/>
                    </a:cubicBezTo>
                    <a:cubicBezTo>
                      <a:pt x="7668" y="93008"/>
                      <a:pt x="7909" y="93206"/>
                      <a:pt x="8130" y="93427"/>
                    </a:cubicBezTo>
                    <a:cubicBezTo>
                      <a:pt x="8351" y="93648"/>
                      <a:pt x="8549" y="93889"/>
                      <a:pt x="8722" y="94149"/>
                    </a:cubicBezTo>
                    <a:cubicBezTo>
                      <a:pt x="8896" y="94409"/>
                      <a:pt x="9043" y="94683"/>
                      <a:pt x="9162" y="94972"/>
                    </a:cubicBezTo>
                    <a:cubicBezTo>
                      <a:pt x="9282" y="95261"/>
                      <a:pt x="9372" y="95559"/>
                      <a:pt x="9433" y="95866"/>
                    </a:cubicBezTo>
                    <a:cubicBezTo>
                      <a:pt x="9494" y="96172"/>
                      <a:pt x="9525" y="96482"/>
                      <a:pt x="9525" y="96795"/>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 name="任意形状 37"/>
              <p:cNvSpPr/>
              <p:nvPr/>
            </p:nvSpPr>
            <p:spPr>
              <a:xfrm>
                <a:off x="2162704" y="2078419"/>
                <a:ext cx="9525" cy="101557"/>
              </a:xfrm>
              <a:custGeom>
                <a:avLst/>
                <a:gdLst>
                  <a:gd name="connsiteX0" fmla="*/ 9525 w 9525"/>
                  <a:gd name="connsiteY0" fmla="*/ 4763 h 101557"/>
                  <a:gd name="connsiteX1" fmla="*/ 9525 w 9525"/>
                  <a:gd name="connsiteY1" fmla="*/ 96795 h 101557"/>
                  <a:gd name="connsiteX2" fmla="*/ 0 w 9525"/>
                  <a:gd name="connsiteY2" fmla="*/ 96795 h 101557"/>
                  <a:gd name="connsiteX3" fmla="*/ 0 w 9525"/>
                  <a:gd name="connsiteY3" fmla="*/ 4763 h 101557"/>
                  <a:gd name="connsiteX4" fmla="*/ 9525 w 9525"/>
                  <a:gd name="connsiteY4" fmla="*/ 4763 h 101557"/>
                  <a:gd name="connsiteX5" fmla="*/ 9525 w 9525"/>
                  <a:gd name="connsiteY5" fmla="*/ 4763 h 101557"/>
                  <a:gd name="connsiteX6" fmla="*/ 9433 w 9525"/>
                  <a:gd name="connsiteY6" fmla="*/ 5692 h 101557"/>
                  <a:gd name="connsiteX7" fmla="*/ 9162 w 9525"/>
                  <a:gd name="connsiteY7" fmla="*/ 6585 h 101557"/>
                  <a:gd name="connsiteX8" fmla="*/ 8722 w 9525"/>
                  <a:gd name="connsiteY8" fmla="*/ 7408 h 101557"/>
                  <a:gd name="connsiteX9" fmla="*/ 8130 w 9525"/>
                  <a:gd name="connsiteY9" fmla="*/ 8130 h 101557"/>
                  <a:gd name="connsiteX10" fmla="*/ 7408 w 9525"/>
                  <a:gd name="connsiteY10" fmla="*/ 8722 h 101557"/>
                  <a:gd name="connsiteX11" fmla="*/ 6585 w 9525"/>
                  <a:gd name="connsiteY11" fmla="*/ 9162 h 101557"/>
                  <a:gd name="connsiteX12" fmla="*/ 5692 w 9525"/>
                  <a:gd name="connsiteY12" fmla="*/ 9434 h 101557"/>
                  <a:gd name="connsiteX13" fmla="*/ 4763 w 9525"/>
                  <a:gd name="connsiteY13" fmla="*/ 9525 h 101557"/>
                  <a:gd name="connsiteX14" fmla="*/ 3833 w 9525"/>
                  <a:gd name="connsiteY14" fmla="*/ 9434 h 101557"/>
                  <a:gd name="connsiteX15" fmla="*/ 2940 w 9525"/>
                  <a:gd name="connsiteY15" fmla="*/ 9162 h 101557"/>
                  <a:gd name="connsiteX16" fmla="*/ 2117 w 9525"/>
                  <a:gd name="connsiteY16" fmla="*/ 8722 h 101557"/>
                  <a:gd name="connsiteX17" fmla="*/ 1395 w 9525"/>
                  <a:gd name="connsiteY17" fmla="*/ 8130 h 101557"/>
                  <a:gd name="connsiteX18" fmla="*/ 803 w 9525"/>
                  <a:gd name="connsiteY18" fmla="*/ 7408 h 101557"/>
                  <a:gd name="connsiteX19" fmla="*/ 363 w 9525"/>
                  <a:gd name="connsiteY19" fmla="*/ 6585 h 101557"/>
                  <a:gd name="connsiteX20" fmla="*/ 91 w 9525"/>
                  <a:gd name="connsiteY20" fmla="*/ 5692 h 101557"/>
                  <a:gd name="connsiteX21" fmla="*/ 0 w 9525"/>
                  <a:gd name="connsiteY21" fmla="*/ 4763 h 101557"/>
                  <a:gd name="connsiteX22" fmla="*/ 91 w 9525"/>
                  <a:gd name="connsiteY22" fmla="*/ 3833 h 101557"/>
                  <a:gd name="connsiteX23" fmla="*/ 363 w 9525"/>
                  <a:gd name="connsiteY23" fmla="*/ 2940 h 101557"/>
                  <a:gd name="connsiteX24" fmla="*/ 803 w 9525"/>
                  <a:gd name="connsiteY24" fmla="*/ 2117 h 101557"/>
                  <a:gd name="connsiteX25" fmla="*/ 1395 w 9525"/>
                  <a:gd name="connsiteY25" fmla="*/ 1395 h 101557"/>
                  <a:gd name="connsiteX26" fmla="*/ 2117 w 9525"/>
                  <a:gd name="connsiteY26" fmla="*/ 803 h 101557"/>
                  <a:gd name="connsiteX27" fmla="*/ 2940 w 9525"/>
                  <a:gd name="connsiteY27" fmla="*/ 363 h 101557"/>
                  <a:gd name="connsiteX28" fmla="*/ 3833 w 9525"/>
                  <a:gd name="connsiteY28" fmla="*/ 92 h 101557"/>
                  <a:gd name="connsiteX29" fmla="*/ 4763 w 9525"/>
                  <a:gd name="connsiteY29" fmla="*/ 0 h 101557"/>
                  <a:gd name="connsiteX30" fmla="*/ 5692 w 9525"/>
                  <a:gd name="connsiteY30" fmla="*/ 92 h 101557"/>
                  <a:gd name="connsiteX31" fmla="*/ 6585 w 9525"/>
                  <a:gd name="connsiteY31" fmla="*/ 363 h 101557"/>
                  <a:gd name="connsiteX32" fmla="*/ 7408 w 9525"/>
                  <a:gd name="connsiteY32" fmla="*/ 803 h 101557"/>
                  <a:gd name="connsiteX33" fmla="*/ 8130 w 9525"/>
                  <a:gd name="connsiteY33" fmla="*/ 1395 h 101557"/>
                  <a:gd name="connsiteX34" fmla="*/ 8722 w 9525"/>
                  <a:gd name="connsiteY34" fmla="*/ 2117 h 101557"/>
                  <a:gd name="connsiteX35" fmla="*/ 9162 w 9525"/>
                  <a:gd name="connsiteY35" fmla="*/ 2940 h 101557"/>
                  <a:gd name="connsiteX36" fmla="*/ 9433 w 9525"/>
                  <a:gd name="connsiteY36" fmla="*/ 3833 h 101557"/>
                  <a:gd name="connsiteX37" fmla="*/ 9525 w 9525"/>
                  <a:gd name="connsiteY37" fmla="*/ 4763 h 101557"/>
                  <a:gd name="connsiteX38" fmla="*/ 9525 w 9525"/>
                  <a:gd name="connsiteY38" fmla="*/ 96795 h 101557"/>
                  <a:gd name="connsiteX39" fmla="*/ 9433 w 9525"/>
                  <a:gd name="connsiteY39" fmla="*/ 97723 h 101557"/>
                  <a:gd name="connsiteX40" fmla="*/ 9162 w 9525"/>
                  <a:gd name="connsiteY40" fmla="*/ 98617 h 101557"/>
                  <a:gd name="connsiteX41" fmla="*/ 8722 w 9525"/>
                  <a:gd name="connsiteY41" fmla="*/ 99441 h 101557"/>
                  <a:gd name="connsiteX42" fmla="*/ 8130 w 9525"/>
                  <a:gd name="connsiteY42" fmla="*/ 100162 h 101557"/>
                  <a:gd name="connsiteX43" fmla="*/ 7408 w 9525"/>
                  <a:gd name="connsiteY43" fmla="*/ 100754 h 101557"/>
                  <a:gd name="connsiteX44" fmla="*/ 6585 w 9525"/>
                  <a:gd name="connsiteY44" fmla="*/ 101194 h 101557"/>
                  <a:gd name="connsiteX45" fmla="*/ 5692 w 9525"/>
                  <a:gd name="connsiteY45" fmla="*/ 101466 h 101557"/>
                  <a:gd name="connsiteX46" fmla="*/ 4763 w 9525"/>
                  <a:gd name="connsiteY46" fmla="*/ 101557 h 101557"/>
                  <a:gd name="connsiteX47" fmla="*/ 3833 w 9525"/>
                  <a:gd name="connsiteY47" fmla="*/ 101466 h 101557"/>
                  <a:gd name="connsiteX48" fmla="*/ 2940 w 9525"/>
                  <a:gd name="connsiteY48" fmla="*/ 101194 h 101557"/>
                  <a:gd name="connsiteX49" fmla="*/ 2117 w 9525"/>
                  <a:gd name="connsiteY49" fmla="*/ 100754 h 101557"/>
                  <a:gd name="connsiteX50" fmla="*/ 1395 w 9525"/>
                  <a:gd name="connsiteY50" fmla="*/ 100162 h 101557"/>
                  <a:gd name="connsiteX51" fmla="*/ 803 w 9525"/>
                  <a:gd name="connsiteY51" fmla="*/ 99441 h 101557"/>
                  <a:gd name="connsiteX52" fmla="*/ 363 w 9525"/>
                  <a:gd name="connsiteY52" fmla="*/ 98617 h 101557"/>
                  <a:gd name="connsiteX53" fmla="*/ 91 w 9525"/>
                  <a:gd name="connsiteY53" fmla="*/ 97723 h 101557"/>
                  <a:gd name="connsiteX54" fmla="*/ 0 w 9525"/>
                  <a:gd name="connsiteY54" fmla="*/ 96795 h 101557"/>
                  <a:gd name="connsiteX55" fmla="*/ 91 w 9525"/>
                  <a:gd name="connsiteY55" fmla="*/ 95866 h 101557"/>
                  <a:gd name="connsiteX56" fmla="*/ 363 w 9525"/>
                  <a:gd name="connsiteY56" fmla="*/ 94972 h 101557"/>
                  <a:gd name="connsiteX57" fmla="*/ 803 w 9525"/>
                  <a:gd name="connsiteY57" fmla="*/ 94149 h 101557"/>
                  <a:gd name="connsiteX58" fmla="*/ 1395 w 9525"/>
                  <a:gd name="connsiteY58" fmla="*/ 93427 h 101557"/>
                  <a:gd name="connsiteX59" fmla="*/ 2117 w 9525"/>
                  <a:gd name="connsiteY59" fmla="*/ 92835 h 101557"/>
                  <a:gd name="connsiteX60" fmla="*/ 2940 w 9525"/>
                  <a:gd name="connsiteY60" fmla="*/ 92395 h 101557"/>
                  <a:gd name="connsiteX61" fmla="*/ 3833 w 9525"/>
                  <a:gd name="connsiteY61" fmla="*/ 92124 h 101557"/>
                  <a:gd name="connsiteX62" fmla="*/ 4763 w 9525"/>
                  <a:gd name="connsiteY62" fmla="*/ 92032 h 101557"/>
                  <a:gd name="connsiteX63" fmla="*/ 5692 w 9525"/>
                  <a:gd name="connsiteY63" fmla="*/ 92124 h 101557"/>
                  <a:gd name="connsiteX64" fmla="*/ 6585 w 9525"/>
                  <a:gd name="connsiteY64" fmla="*/ 92395 h 101557"/>
                  <a:gd name="connsiteX65" fmla="*/ 7408 w 9525"/>
                  <a:gd name="connsiteY65" fmla="*/ 92835 h 101557"/>
                  <a:gd name="connsiteX66" fmla="*/ 8130 w 9525"/>
                  <a:gd name="connsiteY66" fmla="*/ 93427 h 101557"/>
                  <a:gd name="connsiteX67" fmla="*/ 8722 w 9525"/>
                  <a:gd name="connsiteY67" fmla="*/ 94149 h 101557"/>
                  <a:gd name="connsiteX68" fmla="*/ 9162 w 9525"/>
                  <a:gd name="connsiteY68" fmla="*/ 94972 h 101557"/>
                  <a:gd name="connsiteX69" fmla="*/ 9433 w 9525"/>
                  <a:gd name="connsiteY69" fmla="*/ 95866 h 101557"/>
                  <a:gd name="connsiteX70" fmla="*/ 9525 w 9525"/>
                  <a:gd name="connsiteY70" fmla="*/ 96795 h 1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525" h="101557">
                    <a:moveTo>
                      <a:pt x="9525" y="4763"/>
                    </a:moveTo>
                    <a:lnTo>
                      <a:pt x="9525" y="96795"/>
                    </a:lnTo>
                    <a:lnTo>
                      <a:pt x="0" y="96795"/>
                    </a:lnTo>
                    <a:lnTo>
                      <a:pt x="0" y="4763"/>
                    </a:lnTo>
                    <a:lnTo>
                      <a:pt x="9525" y="4763"/>
                    </a:ln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3"/>
                      <a:pt x="5692" y="9434"/>
                    </a:cubicBezTo>
                    <a:cubicBezTo>
                      <a:pt x="5385" y="9495"/>
                      <a:pt x="5075" y="9525"/>
                      <a:pt x="4763" y="9525"/>
                    </a:cubicBezTo>
                    <a:cubicBezTo>
                      <a:pt x="4450" y="9525"/>
                      <a:pt x="4140" y="9495"/>
                      <a:pt x="3833" y="9434"/>
                    </a:cubicBezTo>
                    <a:cubicBezTo>
                      <a:pt x="3527" y="9373"/>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2" y="5998"/>
                      <a:pt x="91" y="5692"/>
                    </a:cubicBezTo>
                    <a:cubicBezTo>
                      <a:pt x="30" y="5385"/>
                      <a:pt x="0" y="5075"/>
                      <a:pt x="0" y="4763"/>
                    </a:cubicBezTo>
                    <a:cubicBezTo>
                      <a:pt x="0" y="4450"/>
                      <a:pt x="30" y="4140"/>
                      <a:pt x="91" y="3833"/>
                    </a:cubicBezTo>
                    <a:cubicBezTo>
                      <a:pt x="152"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3"/>
                      <a:pt x="3833" y="92"/>
                    </a:cubicBezTo>
                    <a:cubicBezTo>
                      <a:pt x="4140" y="31"/>
                      <a:pt x="4450" y="0"/>
                      <a:pt x="4763" y="0"/>
                    </a:cubicBezTo>
                    <a:cubicBezTo>
                      <a:pt x="5075" y="0"/>
                      <a:pt x="5385" y="31"/>
                      <a:pt x="5692" y="92"/>
                    </a:cubicBezTo>
                    <a:cubicBezTo>
                      <a:pt x="5998" y="153"/>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moveTo>
                      <a:pt x="9525" y="96795"/>
                    </a:moveTo>
                    <a:cubicBezTo>
                      <a:pt x="9525" y="97107"/>
                      <a:pt x="9494" y="97417"/>
                      <a:pt x="9433" y="97723"/>
                    </a:cubicBezTo>
                    <a:cubicBezTo>
                      <a:pt x="9372" y="98030"/>
                      <a:pt x="9282" y="98328"/>
                      <a:pt x="9162" y="98617"/>
                    </a:cubicBezTo>
                    <a:cubicBezTo>
                      <a:pt x="9043" y="98906"/>
                      <a:pt x="8896" y="99180"/>
                      <a:pt x="8722" y="99441"/>
                    </a:cubicBezTo>
                    <a:cubicBezTo>
                      <a:pt x="8549" y="99701"/>
                      <a:pt x="8351" y="99941"/>
                      <a:pt x="8130" y="100162"/>
                    </a:cubicBezTo>
                    <a:cubicBezTo>
                      <a:pt x="7909" y="100383"/>
                      <a:pt x="7668" y="100581"/>
                      <a:pt x="7408" y="100754"/>
                    </a:cubicBezTo>
                    <a:cubicBezTo>
                      <a:pt x="7148" y="100928"/>
                      <a:pt x="6874" y="101075"/>
                      <a:pt x="6585" y="101194"/>
                    </a:cubicBezTo>
                    <a:cubicBezTo>
                      <a:pt x="6296" y="101314"/>
                      <a:pt x="5998" y="101405"/>
                      <a:pt x="5692" y="101466"/>
                    </a:cubicBezTo>
                    <a:cubicBezTo>
                      <a:pt x="5385" y="101527"/>
                      <a:pt x="5075" y="101557"/>
                      <a:pt x="4763" y="101557"/>
                    </a:cubicBezTo>
                    <a:cubicBezTo>
                      <a:pt x="4450" y="101557"/>
                      <a:pt x="4140" y="101527"/>
                      <a:pt x="3833" y="101466"/>
                    </a:cubicBezTo>
                    <a:cubicBezTo>
                      <a:pt x="3527" y="101405"/>
                      <a:pt x="3229" y="101314"/>
                      <a:pt x="2940" y="101194"/>
                    </a:cubicBezTo>
                    <a:cubicBezTo>
                      <a:pt x="2651" y="101075"/>
                      <a:pt x="2377" y="100928"/>
                      <a:pt x="2117" y="100754"/>
                    </a:cubicBezTo>
                    <a:cubicBezTo>
                      <a:pt x="1857" y="100581"/>
                      <a:pt x="1616" y="100383"/>
                      <a:pt x="1395" y="100162"/>
                    </a:cubicBezTo>
                    <a:cubicBezTo>
                      <a:pt x="1174" y="99941"/>
                      <a:pt x="976" y="99701"/>
                      <a:pt x="803" y="99441"/>
                    </a:cubicBezTo>
                    <a:cubicBezTo>
                      <a:pt x="629" y="99180"/>
                      <a:pt x="482" y="98906"/>
                      <a:pt x="363" y="98617"/>
                    </a:cubicBezTo>
                    <a:cubicBezTo>
                      <a:pt x="243" y="98328"/>
                      <a:pt x="152" y="98030"/>
                      <a:pt x="91" y="97723"/>
                    </a:cubicBezTo>
                    <a:cubicBezTo>
                      <a:pt x="30" y="97417"/>
                      <a:pt x="0" y="97107"/>
                      <a:pt x="0" y="96795"/>
                    </a:cubicBezTo>
                    <a:cubicBezTo>
                      <a:pt x="0" y="96482"/>
                      <a:pt x="30" y="96172"/>
                      <a:pt x="91" y="95866"/>
                    </a:cubicBezTo>
                    <a:cubicBezTo>
                      <a:pt x="152" y="95559"/>
                      <a:pt x="243" y="95261"/>
                      <a:pt x="363" y="94972"/>
                    </a:cubicBezTo>
                    <a:cubicBezTo>
                      <a:pt x="482" y="94683"/>
                      <a:pt x="629" y="94409"/>
                      <a:pt x="803" y="94149"/>
                    </a:cubicBezTo>
                    <a:cubicBezTo>
                      <a:pt x="976" y="93889"/>
                      <a:pt x="1174" y="93648"/>
                      <a:pt x="1395" y="93427"/>
                    </a:cubicBezTo>
                    <a:cubicBezTo>
                      <a:pt x="1616" y="93206"/>
                      <a:pt x="1857" y="93008"/>
                      <a:pt x="2117" y="92835"/>
                    </a:cubicBezTo>
                    <a:cubicBezTo>
                      <a:pt x="2377" y="92661"/>
                      <a:pt x="2651" y="92514"/>
                      <a:pt x="2940" y="92395"/>
                    </a:cubicBezTo>
                    <a:cubicBezTo>
                      <a:pt x="3229" y="92275"/>
                      <a:pt x="3527" y="92185"/>
                      <a:pt x="3833" y="92124"/>
                    </a:cubicBezTo>
                    <a:cubicBezTo>
                      <a:pt x="4140" y="92063"/>
                      <a:pt x="4450" y="92032"/>
                      <a:pt x="4763" y="92032"/>
                    </a:cubicBezTo>
                    <a:cubicBezTo>
                      <a:pt x="5075" y="92032"/>
                      <a:pt x="5385" y="92063"/>
                      <a:pt x="5692" y="92124"/>
                    </a:cubicBezTo>
                    <a:cubicBezTo>
                      <a:pt x="5998" y="92185"/>
                      <a:pt x="6296" y="92275"/>
                      <a:pt x="6585" y="92395"/>
                    </a:cubicBezTo>
                    <a:cubicBezTo>
                      <a:pt x="6874" y="92514"/>
                      <a:pt x="7148" y="92661"/>
                      <a:pt x="7408" y="92835"/>
                    </a:cubicBezTo>
                    <a:cubicBezTo>
                      <a:pt x="7668" y="93008"/>
                      <a:pt x="7909" y="93206"/>
                      <a:pt x="8130" y="93427"/>
                    </a:cubicBezTo>
                    <a:cubicBezTo>
                      <a:pt x="8351" y="93648"/>
                      <a:pt x="8549" y="93889"/>
                      <a:pt x="8722" y="94149"/>
                    </a:cubicBezTo>
                    <a:cubicBezTo>
                      <a:pt x="8896" y="94409"/>
                      <a:pt x="9043" y="94683"/>
                      <a:pt x="9162" y="94972"/>
                    </a:cubicBezTo>
                    <a:cubicBezTo>
                      <a:pt x="9282" y="95261"/>
                      <a:pt x="9372" y="95559"/>
                      <a:pt x="9433" y="95866"/>
                    </a:cubicBezTo>
                    <a:cubicBezTo>
                      <a:pt x="9494" y="96172"/>
                      <a:pt x="9525" y="96482"/>
                      <a:pt x="9525" y="96795"/>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9" name="图片 3" descr="icon-3"/>
          <p:cNvGrpSpPr/>
          <p:nvPr/>
        </p:nvGrpSpPr>
        <p:grpSpPr>
          <a:xfrm>
            <a:off x="2919730" y="1678305"/>
            <a:ext cx="542924" cy="514350"/>
            <a:chOff x="2919730" y="1678305"/>
            <a:chExt cx="542924" cy="514350"/>
          </a:xfrm>
        </p:grpSpPr>
        <p:sp>
          <p:nvSpPr>
            <p:cNvPr id="40" name="任意形状 39"/>
            <p:cNvSpPr/>
            <p:nvPr/>
          </p:nvSpPr>
          <p:spPr>
            <a:xfrm>
              <a:off x="2986405" y="1678305"/>
              <a:ext cx="476249" cy="485775"/>
            </a:xfrm>
            <a:custGeom>
              <a:avLst/>
              <a:gdLst>
                <a:gd name="connsiteX0" fmla="*/ 240265 w 476249"/>
                <a:gd name="connsiteY0" fmla="*/ 16239 h 485775"/>
                <a:gd name="connsiteX1" fmla="*/ 123287 w 476249"/>
                <a:gd name="connsiteY1" fmla="*/ 61996 h 485775"/>
                <a:gd name="connsiteX2" fmla="*/ 118748 w 476249"/>
                <a:gd name="connsiteY2" fmla="*/ 59252 h 485775"/>
                <a:gd name="connsiteX3" fmla="*/ 1 w 476249"/>
                <a:gd name="connsiteY3" fmla="*/ 126928 h 485775"/>
                <a:gd name="connsiteX4" fmla="*/ 117980 w 476249"/>
                <a:gd name="connsiteY4" fmla="*/ 331236 h 485775"/>
                <a:gd name="connsiteX5" fmla="*/ 124910 w 476249"/>
                <a:gd name="connsiteY5" fmla="*/ 335008 h 485775"/>
                <a:gd name="connsiteX6" fmla="*/ 357537 w 476249"/>
                <a:gd name="connsiteY6" fmla="*/ 469550 h 485775"/>
                <a:gd name="connsiteX7" fmla="*/ 476249 w 476249"/>
                <a:gd name="connsiteY7" fmla="*/ 401899 h 485775"/>
                <a:gd name="connsiteX8" fmla="*/ 358313 w 476249"/>
                <a:gd name="connsiteY8" fmla="*/ 197574 h 485775"/>
                <a:gd name="connsiteX9" fmla="*/ 356570 w 476249"/>
                <a:gd name="connsiteY9" fmla="*/ 196599 h 485775"/>
                <a:gd name="connsiteX10" fmla="*/ 240265 w 476249"/>
                <a:gd name="connsiteY10" fmla="*/ 16239 h 485775"/>
                <a:gd name="connsiteX11" fmla="*/ 240265 w 476249"/>
                <a:gd name="connsiteY11" fmla="*/ 16239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6249" h="485775">
                  <a:moveTo>
                    <a:pt x="240265" y="16239"/>
                  </a:moveTo>
                  <a:cubicBezTo>
                    <a:pt x="181686" y="-17590"/>
                    <a:pt x="132927" y="3234"/>
                    <a:pt x="123287" y="61996"/>
                  </a:cubicBezTo>
                  <a:cubicBezTo>
                    <a:pt x="121786" y="61090"/>
                    <a:pt x="120292" y="60149"/>
                    <a:pt x="118748" y="59252"/>
                  </a:cubicBezTo>
                  <a:cubicBezTo>
                    <a:pt x="53376" y="21512"/>
                    <a:pt x="216" y="51812"/>
                    <a:pt x="1" y="126928"/>
                  </a:cubicBezTo>
                  <a:cubicBezTo>
                    <a:pt x="-207" y="202010"/>
                    <a:pt x="52608" y="293497"/>
                    <a:pt x="117980" y="331236"/>
                  </a:cubicBezTo>
                  <a:cubicBezTo>
                    <a:pt x="120301" y="332574"/>
                    <a:pt x="122623" y="333843"/>
                    <a:pt x="124910" y="335008"/>
                  </a:cubicBezTo>
                  <a:lnTo>
                    <a:pt x="357537" y="469550"/>
                  </a:lnTo>
                  <a:cubicBezTo>
                    <a:pt x="422882" y="507272"/>
                    <a:pt x="476042" y="476981"/>
                    <a:pt x="476249" y="401899"/>
                  </a:cubicBezTo>
                  <a:cubicBezTo>
                    <a:pt x="476465" y="326774"/>
                    <a:pt x="423650" y="235296"/>
                    <a:pt x="358313" y="197574"/>
                  </a:cubicBezTo>
                  <a:cubicBezTo>
                    <a:pt x="357727" y="197237"/>
                    <a:pt x="357148" y="196935"/>
                    <a:pt x="356570" y="196599"/>
                  </a:cubicBezTo>
                  <a:cubicBezTo>
                    <a:pt x="347267" y="126945"/>
                    <a:pt x="298819" y="50043"/>
                    <a:pt x="240265" y="16239"/>
                  </a:cubicBezTo>
                  <a:lnTo>
                    <a:pt x="240265" y="162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 name="任意形状 40"/>
            <p:cNvSpPr/>
            <p:nvPr/>
          </p:nvSpPr>
          <p:spPr>
            <a:xfrm>
              <a:off x="2919730" y="1706880"/>
              <a:ext cx="476249" cy="485775"/>
            </a:xfrm>
            <a:custGeom>
              <a:avLst/>
              <a:gdLst>
                <a:gd name="connsiteX0" fmla="*/ 240265 w 476249"/>
                <a:gd name="connsiteY0" fmla="*/ 16239 h 485775"/>
                <a:gd name="connsiteX1" fmla="*/ 123287 w 476249"/>
                <a:gd name="connsiteY1" fmla="*/ 61996 h 485775"/>
                <a:gd name="connsiteX2" fmla="*/ 118748 w 476249"/>
                <a:gd name="connsiteY2" fmla="*/ 59252 h 485775"/>
                <a:gd name="connsiteX3" fmla="*/ 1 w 476249"/>
                <a:gd name="connsiteY3" fmla="*/ 126928 h 485775"/>
                <a:gd name="connsiteX4" fmla="*/ 117980 w 476249"/>
                <a:gd name="connsiteY4" fmla="*/ 331236 h 485775"/>
                <a:gd name="connsiteX5" fmla="*/ 124910 w 476249"/>
                <a:gd name="connsiteY5" fmla="*/ 335008 h 485775"/>
                <a:gd name="connsiteX6" fmla="*/ 357537 w 476249"/>
                <a:gd name="connsiteY6" fmla="*/ 469550 h 485775"/>
                <a:gd name="connsiteX7" fmla="*/ 476249 w 476249"/>
                <a:gd name="connsiteY7" fmla="*/ 401899 h 485775"/>
                <a:gd name="connsiteX8" fmla="*/ 358313 w 476249"/>
                <a:gd name="connsiteY8" fmla="*/ 197574 h 485775"/>
                <a:gd name="connsiteX9" fmla="*/ 356570 w 476249"/>
                <a:gd name="connsiteY9" fmla="*/ 196599 h 485775"/>
                <a:gd name="connsiteX10" fmla="*/ 240265 w 476249"/>
                <a:gd name="connsiteY10" fmla="*/ 16239 h 485775"/>
                <a:gd name="connsiteX11" fmla="*/ 240265 w 476249"/>
                <a:gd name="connsiteY11" fmla="*/ 16239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6249" h="485775">
                  <a:moveTo>
                    <a:pt x="240265" y="16239"/>
                  </a:moveTo>
                  <a:cubicBezTo>
                    <a:pt x="181686" y="-17590"/>
                    <a:pt x="132927" y="3234"/>
                    <a:pt x="123287" y="61996"/>
                  </a:cubicBezTo>
                  <a:cubicBezTo>
                    <a:pt x="121786" y="61090"/>
                    <a:pt x="120292" y="60149"/>
                    <a:pt x="118748" y="59252"/>
                  </a:cubicBezTo>
                  <a:cubicBezTo>
                    <a:pt x="53376" y="21512"/>
                    <a:pt x="216" y="51812"/>
                    <a:pt x="1" y="126928"/>
                  </a:cubicBezTo>
                  <a:cubicBezTo>
                    <a:pt x="-207" y="202010"/>
                    <a:pt x="52608" y="293497"/>
                    <a:pt x="117980" y="331236"/>
                  </a:cubicBezTo>
                  <a:cubicBezTo>
                    <a:pt x="120301" y="332574"/>
                    <a:pt x="122623" y="333843"/>
                    <a:pt x="124910" y="335008"/>
                  </a:cubicBezTo>
                  <a:lnTo>
                    <a:pt x="357537" y="469550"/>
                  </a:lnTo>
                  <a:cubicBezTo>
                    <a:pt x="422882" y="507272"/>
                    <a:pt x="476042" y="476981"/>
                    <a:pt x="476249" y="401899"/>
                  </a:cubicBezTo>
                  <a:cubicBezTo>
                    <a:pt x="476465" y="326774"/>
                    <a:pt x="423650" y="235296"/>
                    <a:pt x="358313" y="197574"/>
                  </a:cubicBezTo>
                  <a:cubicBezTo>
                    <a:pt x="357727" y="197237"/>
                    <a:pt x="357148" y="196935"/>
                    <a:pt x="356570" y="196599"/>
                  </a:cubicBezTo>
                  <a:cubicBezTo>
                    <a:pt x="347267" y="126945"/>
                    <a:pt x="298819" y="50043"/>
                    <a:pt x="240265" y="16239"/>
                  </a:cubicBezTo>
                  <a:lnTo>
                    <a:pt x="240265" y="16239"/>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2" name="图片 54" descr="icon-4"/>
          <p:cNvGrpSpPr/>
          <p:nvPr/>
        </p:nvGrpSpPr>
        <p:grpSpPr>
          <a:xfrm>
            <a:off x="3878580" y="1630680"/>
            <a:ext cx="624349" cy="604364"/>
            <a:chOff x="3878580" y="1630680"/>
            <a:chExt cx="624349" cy="604364"/>
          </a:xfrm>
        </p:grpSpPr>
        <p:sp>
          <p:nvSpPr>
            <p:cNvPr id="43" name="任意形状 42"/>
            <p:cNvSpPr/>
            <p:nvPr/>
          </p:nvSpPr>
          <p:spPr>
            <a:xfrm>
              <a:off x="4029353" y="1718287"/>
              <a:ext cx="161667" cy="258489"/>
            </a:xfrm>
            <a:custGeom>
              <a:avLst/>
              <a:gdLst>
                <a:gd name="connsiteX0" fmla="*/ 161668 w 161667"/>
                <a:gd name="connsiteY0" fmla="*/ 93050 h 258489"/>
                <a:gd name="connsiteX1" fmla="*/ 161144 w 161667"/>
                <a:gd name="connsiteY1" fmla="*/ 258489 h 258489"/>
                <a:gd name="connsiteX2" fmla="*/ 0 w 161667"/>
                <a:gd name="connsiteY2" fmla="*/ 165459 h 258489"/>
                <a:gd name="connsiteX3" fmla="*/ 524 w 161667"/>
                <a:gd name="connsiteY3" fmla="*/ 0 h 258489"/>
                <a:gd name="connsiteX4" fmla="*/ 161668 w 161667"/>
                <a:gd name="connsiteY4" fmla="*/ 93050 h 258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667" h="258489">
                  <a:moveTo>
                    <a:pt x="161668" y="93050"/>
                  </a:moveTo>
                  <a:lnTo>
                    <a:pt x="161144" y="258489"/>
                  </a:lnTo>
                  <a:lnTo>
                    <a:pt x="0" y="165459"/>
                  </a:lnTo>
                  <a:lnTo>
                    <a:pt x="524" y="0"/>
                  </a:lnTo>
                  <a:lnTo>
                    <a:pt x="161668" y="9305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 name="任意形状 43"/>
            <p:cNvSpPr/>
            <p:nvPr/>
          </p:nvSpPr>
          <p:spPr>
            <a:xfrm>
              <a:off x="4190497" y="1723716"/>
              <a:ext cx="151295" cy="253060"/>
            </a:xfrm>
            <a:custGeom>
              <a:avLst/>
              <a:gdLst>
                <a:gd name="connsiteX0" fmla="*/ 524 w 151295"/>
                <a:gd name="connsiteY0" fmla="*/ 87620 h 253060"/>
                <a:gd name="connsiteX1" fmla="*/ 151295 w 151295"/>
                <a:gd name="connsiteY1" fmla="*/ 0 h 253060"/>
                <a:gd name="connsiteX2" fmla="*/ 150771 w 151295"/>
                <a:gd name="connsiteY2" fmla="*/ 165440 h 253060"/>
                <a:gd name="connsiteX3" fmla="*/ 0 w 151295"/>
                <a:gd name="connsiteY3" fmla="*/ 253060 h 253060"/>
                <a:gd name="connsiteX4" fmla="*/ 524 w 151295"/>
                <a:gd name="connsiteY4" fmla="*/ 87620 h 253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295" h="253060">
                  <a:moveTo>
                    <a:pt x="524" y="87620"/>
                  </a:moveTo>
                  <a:lnTo>
                    <a:pt x="151295" y="0"/>
                  </a:lnTo>
                  <a:lnTo>
                    <a:pt x="150771" y="165440"/>
                  </a:lnTo>
                  <a:lnTo>
                    <a:pt x="0" y="253060"/>
                  </a:lnTo>
                  <a:lnTo>
                    <a:pt x="524" y="8762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 name="任意形状 44"/>
            <p:cNvSpPr/>
            <p:nvPr/>
          </p:nvSpPr>
          <p:spPr>
            <a:xfrm>
              <a:off x="4029877" y="1630680"/>
              <a:ext cx="311905" cy="180660"/>
            </a:xfrm>
            <a:custGeom>
              <a:avLst/>
              <a:gdLst>
                <a:gd name="connsiteX0" fmla="*/ 150771 w 311905"/>
                <a:gd name="connsiteY0" fmla="*/ 0 h 180660"/>
                <a:gd name="connsiteX1" fmla="*/ 0 w 311905"/>
                <a:gd name="connsiteY1" fmla="*/ 87611 h 180660"/>
                <a:gd name="connsiteX2" fmla="*/ 161144 w 311905"/>
                <a:gd name="connsiteY2" fmla="*/ 180661 h 180660"/>
                <a:gd name="connsiteX3" fmla="*/ 311906 w 311905"/>
                <a:gd name="connsiteY3" fmla="*/ 93040 h 180660"/>
                <a:gd name="connsiteX4" fmla="*/ 150771 w 311905"/>
                <a:gd name="connsiteY4" fmla="*/ 0 h 180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05" h="180660">
                  <a:moveTo>
                    <a:pt x="150771" y="0"/>
                  </a:moveTo>
                  <a:lnTo>
                    <a:pt x="0" y="87611"/>
                  </a:lnTo>
                  <a:lnTo>
                    <a:pt x="161144" y="180661"/>
                  </a:lnTo>
                  <a:lnTo>
                    <a:pt x="311906" y="93040"/>
                  </a:lnTo>
                  <a:lnTo>
                    <a:pt x="150771" y="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 name="任意形状 45"/>
            <p:cNvSpPr/>
            <p:nvPr/>
          </p:nvSpPr>
          <p:spPr>
            <a:xfrm>
              <a:off x="4190498" y="1976554"/>
              <a:ext cx="161667" cy="258489"/>
            </a:xfrm>
            <a:custGeom>
              <a:avLst/>
              <a:gdLst>
                <a:gd name="connsiteX0" fmla="*/ 0 w 161667"/>
                <a:gd name="connsiteY0" fmla="*/ 165449 h 258489"/>
                <a:gd name="connsiteX1" fmla="*/ 161144 w 161667"/>
                <a:gd name="connsiteY1" fmla="*/ 258489 h 258489"/>
                <a:gd name="connsiteX2" fmla="*/ 161668 w 161667"/>
                <a:gd name="connsiteY2" fmla="*/ 93050 h 258489"/>
                <a:gd name="connsiteX3" fmla="*/ 524 w 161667"/>
                <a:gd name="connsiteY3" fmla="*/ 0 h 258489"/>
                <a:gd name="connsiteX4" fmla="*/ 0 w 161667"/>
                <a:gd name="connsiteY4" fmla="*/ 165449 h 258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667" h="258489">
                  <a:moveTo>
                    <a:pt x="0" y="165449"/>
                  </a:moveTo>
                  <a:lnTo>
                    <a:pt x="161144" y="258489"/>
                  </a:lnTo>
                  <a:lnTo>
                    <a:pt x="161668" y="93050"/>
                  </a:lnTo>
                  <a:lnTo>
                    <a:pt x="524" y="0"/>
                  </a:lnTo>
                  <a:lnTo>
                    <a:pt x="0" y="16544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 name="任意形状 46"/>
            <p:cNvSpPr/>
            <p:nvPr/>
          </p:nvSpPr>
          <p:spPr>
            <a:xfrm>
              <a:off x="4351643" y="1981980"/>
              <a:ext cx="151285" cy="253060"/>
            </a:xfrm>
            <a:custGeom>
              <a:avLst/>
              <a:gdLst>
                <a:gd name="connsiteX0" fmla="*/ 524 w 151285"/>
                <a:gd name="connsiteY0" fmla="*/ 87620 h 253060"/>
                <a:gd name="connsiteX1" fmla="*/ 0 w 151285"/>
                <a:gd name="connsiteY1" fmla="*/ 253060 h 253060"/>
                <a:gd name="connsiteX2" fmla="*/ 150762 w 151285"/>
                <a:gd name="connsiteY2" fmla="*/ 165440 h 253060"/>
                <a:gd name="connsiteX3" fmla="*/ 151286 w 151285"/>
                <a:gd name="connsiteY3" fmla="*/ 0 h 253060"/>
                <a:gd name="connsiteX4" fmla="*/ 524 w 151285"/>
                <a:gd name="connsiteY4" fmla="*/ 87620 h 253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285" h="253060">
                  <a:moveTo>
                    <a:pt x="524" y="87620"/>
                  </a:moveTo>
                  <a:lnTo>
                    <a:pt x="0" y="253060"/>
                  </a:lnTo>
                  <a:lnTo>
                    <a:pt x="150762" y="165440"/>
                  </a:lnTo>
                  <a:lnTo>
                    <a:pt x="151286" y="0"/>
                  </a:lnTo>
                  <a:lnTo>
                    <a:pt x="524" y="8762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 name="任意形状 47"/>
            <p:cNvSpPr/>
            <p:nvPr/>
          </p:nvSpPr>
          <p:spPr>
            <a:xfrm>
              <a:off x="4191021" y="1888943"/>
              <a:ext cx="311905" cy="180660"/>
            </a:xfrm>
            <a:custGeom>
              <a:avLst/>
              <a:gdLst>
                <a:gd name="connsiteX0" fmla="*/ 0 w 311905"/>
                <a:gd name="connsiteY0" fmla="*/ 87611 h 180660"/>
                <a:gd name="connsiteX1" fmla="*/ 161144 w 311905"/>
                <a:gd name="connsiteY1" fmla="*/ 180661 h 180660"/>
                <a:gd name="connsiteX2" fmla="*/ 311906 w 311905"/>
                <a:gd name="connsiteY2" fmla="*/ 93040 h 180660"/>
                <a:gd name="connsiteX3" fmla="*/ 150762 w 311905"/>
                <a:gd name="connsiteY3" fmla="*/ 0 h 180660"/>
                <a:gd name="connsiteX4" fmla="*/ 0 w 311905"/>
                <a:gd name="connsiteY4" fmla="*/ 87611 h 180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05" h="180660">
                  <a:moveTo>
                    <a:pt x="0" y="87611"/>
                  </a:moveTo>
                  <a:lnTo>
                    <a:pt x="161144" y="180661"/>
                  </a:lnTo>
                  <a:lnTo>
                    <a:pt x="311906" y="93040"/>
                  </a:lnTo>
                  <a:lnTo>
                    <a:pt x="150762" y="0"/>
                  </a:lnTo>
                  <a:lnTo>
                    <a:pt x="0" y="8761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 name="任意形状 48"/>
            <p:cNvSpPr/>
            <p:nvPr/>
          </p:nvSpPr>
          <p:spPr>
            <a:xfrm>
              <a:off x="3878580" y="1971419"/>
              <a:ext cx="161667" cy="258489"/>
            </a:xfrm>
            <a:custGeom>
              <a:avLst/>
              <a:gdLst>
                <a:gd name="connsiteX0" fmla="*/ 0 w 161667"/>
                <a:gd name="connsiteY0" fmla="*/ 165449 h 258489"/>
                <a:gd name="connsiteX1" fmla="*/ 161144 w 161667"/>
                <a:gd name="connsiteY1" fmla="*/ 258489 h 258489"/>
                <a:gd name="connsiteX2" fmla="*/ 161668 w 161667"/>
                <a:gd name="connsiteY2" fmla="*/ 93050 h 258489"/>
                <a:gd name="connsiteX3" fmla="*/ 524 w 161667"/>
                <a:gd name="connsiteY3" fmla="*/ 0 h 258489"/>
                <a:gd name="connsiteX4" fmla="*/ 0 w 161667"/>
                <a:gd name="connsiteY4" fmla="*/ 165449 h 258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667" h="258489">
                  <a:moveTo>
                    <a:pt x="0" y="165449"/>
                  </a:moveTo>
                  <a:lnTo>
                    <a:pt x="161144" y="258489"/>
                  </a:lnTo>
                  <a:lnTo>
                    <a:pt x="161668" y="93050"/>
                  </a:lnTo>
                  <a:lnTo>
                    <a:pt x="524" y="0"/>
                  </a:lnTo>
                  <a:lnTo>
                    <a:pt x="0" y="16544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任意形状 49"/>
            <p:cNvSpPr/>
            <p:nvPr/>
          </p:nvSpPr>
          <p:spPr>
            <a:xfrm>
              <a:off x="4039724" y="1976845"/>
              <a:ext cx="151295" cy="253060"/>
            </a:xfrm>
            <a:custGeom>
              <a:avLst/>
              <a:gdLst>
                <a:gd name="connsiteX0" fmla="*/ 524 w 151295"/>
                <a:gd name="connsiteY0" fmla="*/ 87620 h 253060"/>
                <a:gd name="connsiteX1" fmla="*/ 0 w 151295"/>
                <a:gd name="connsiteY1" fmla="*/ 253060 h 253060"/>
                <a:gd name="connsiteX2" fmla="*/ 150771 w 151295"/>
                <a:gd name="connsiteY2" fmla="*/ 165440 h 253060"/>
                <a:gd name="connsiteX3" fmla="*/ 151295 w 151295"/>
                <a:gd name="connsiteY3" fmla="*/ 0 h 253060"/>
                <a:gd name="connsiteX4" fmla="*/ 524 w 151295"/>
                <a:gd name="connsiteY4" fmla="*/ 87620 h 253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295" h="253060">
                  <a:moveTo>
                    <a:pt x="524" y="87620"/>
                  </a:moveTo>
                  <a:lnTo>
                    <a:pt x="0" y="253060"/>
                  </a:lnTo>
                  <a:lnTo>
                    <a:pt x="150771" y="165440"/>
                  </a:lnTo>
                  <a:lnTo>
                    <a:pt x="151295" y="0"/>
                  </a:lnTo>
                  <a:lnTo>
                    <a:pt x="524" y="8762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 name="任意形状 50"/>
            <p:cNvSpPr/>
            <p:nvPr/>
          </p:nvSpPr>
          <p:spPr>
            <a:xfrm>
              <a:off x="3879102" y="1883808"/>
              <a:ext cx="311915" cy="180660"/>
            </a:xfrm>
            <a:custGeom>
              <a:avLst/>
              <a:gdLst>
                <a:gd name="connsiteX0" fmla="*/ 0 w 311915"/>
                <a:gd name="connsiteY0" fmla="*/ 87611 h 180660"/>
                <a:gd name="connsiteX1" fmla="*/ 161144 w 311915"/>
                <a:gd name="connsiteY1" fmla="*/ 180661 h 180660"/>
                <a:gd name="connsiteX2" fmla="*/ 311915 w 311915"/>
                <a:gd name="connsiteY2" fmla="*/ 93040 h 180660"/>
                <a:gd name="connsiteX3" fmla="*/ 150771 w 311915"/>
                <a:gd name="connsiteY3" fmla="*/ 0 h 180660"/>
                <a:gd name="connsiteX4" fmla="*/ 0 w 311915"/>
                <a:gd name="connsiteY4" fmla="*/ 87611 h 180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15" h="180660">
                  <a:moveTo>
                    <a:pt x="0" y="87611"/>
                  </a:moveTo>
                  <a:lnTo>
                    <a:pt x="161144" y="180661"/>
                  </a:lnTo>
                  <a:lnTo>
                    <a:pt x="311915" y="93040"/>
                  </a:lnTo>
                  <a:lnTo>
                    <a:pt x="150771" y="0"/>
                  </a:lnTo>
                  <a:lnTo>
                    <a:pt x="0" y="8761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2" name="图片 129" descr="icon-5"/>
          <p:cNvGrpSpPr/>
          <p:nvPr/>
        </p:nvGrpSpPr>
        <p:grpSpPr>
          <a:xfrm>
            <a:off x="4958080" y="1743710"/>
            <a:ext cx="514350" cy="400054"/>
            <a:chOff x="4958080" y="1743710"/>
            <a:chExt cx="514350" cy="400054"/>
          </a:xfrm>
        </p:grpSpPr>
        <p:sp>
          <p:nvSpPr>
            <p:cNvPr id="53" name="任意形状 52"/>
            <p:cNvSpPr/>
            <p:nvPr/>
          </p:nvSpPr>
          <p:spPr>
            <a:xfrm>
              <a:off x="4958080" y="1743710"/>
              <a:ext cx="514350" cy="400054"/>
            </a:xfrm>
            <a:custGeom>
              <a:avLst/>
              <a:gdLst>
                <a:gd name="connsiteX0" fmla="*/ 514211 w 514350"/>
                <a:gd name="connsiteY0" fmla="*/ 123825 h 400054"/>
                <a:gd name="connsiteX1" fmla="*/ 514350 w 514350"/>
                <a:gd name="connsiteY1" fmla="*/ 119888 h 400054"/>
                <a:gd name="connsiteX2" fmla="*/ 514040 w 514350"/>
                <a:gd name="connsiteY2" fmla="*/ 114006 h 400054"/>
                <a:gd name="connsiteX3" fmla="*/ 513112 w 514350"/>
                <a:gd name="connsiteY3" fmla="*/ 108137 h 400054"/>
                <a:gd name="connsiteX4" fmla="*/ 511567 w 514350"/>
                <a:gd name="connsiteY4" fmla="*/ 102297 h 400054"/>
                <a:gd name="connsiteX5" fmla="*/ 509408 w 514350"/>
                <a:gd name="connsiteY5" fmla="*/ 96499 h 400054"/>
                <a:gd name="connsiteX6" fmla="*/ 506642 w 514350"/>
                <a:gd name="connsiteY6" fmla="*/ 90758 h 400054"/>
                <a:gd name="connsiteX7" fmla="*/ 503276 w 514350"/>
                <a:gd name="connsiteY7" fmla="*/ 85086 h 400054"/>
                <a:gd name="connsiteX8" fmla="*/ 499317 w 514350"/>
                <a:gd name="connsiteY8" fmla="*/ 79499 h 400054"/>
                <a:gd name="connsiteX9" fmla="*/ 494773 w 514350"/>
                <a:gd name="connsiteY9" fmla="*/ 74009 h 400054"/>
                <a:gd name="connsiteX10" fmla="*/ 489658 w 514350"/>
                <a:gd name="connsiteY10" fmla="*/ 68629 h 400054"/>
                <a:gd name="connsiteX11" fmla="*/ 483983 w 514350"/>
                <a:gd name="connsiteY11" fmla="*/ 63373 h 400054"/>
                <a:gd name="connsiteX12" fmla="*/ 477762 w 514350"/>
                <a:gd name="connsiteY12" fmla="*/ 58253 h 400054"/>
                <a:gd name="connsiteX13" fmla="*/ 471008 w 514350"/>
                <a:gd name="connsiteY13" fmla="*/ 53282 h 400054"/>
                <a:gd name="connsiteX14" fmla="*/ 463740 w 514350"/>
                <a:gd name="connsiteY14" fmla="*/ 48471 h 400054"/>
                <a:gd name="connsiteX15" fmla="*/ 455974 w 514350"/>
                <a:gd name="connsiteY15" fmla="*/ 43832 h 400054"/>
                <a:gd name="connsiteX16" fmla="*/ 447729 w 514350"/>
                <a:gd name="connsiteY16" fmla="*/ 39376 h 400054"/>
                <a:gd name="connsiteX17" fmla="*/ 439025 w 514350"/>
                <a:gd name="connsiteY17" fmla="*/ 35114 h 400054"/>
                <a:gd name="connsiteX18" fmla="*/ 429883 w 514350"/>
                <a:gd name="connsiteY18" fmla="*/ 31057 h 400054"/>
                <a:gd name="connsiteX19" fmla="*/ 420325 w 514350"/>
                <a:gd name="connsiteY19" fmla="*/ 27213 h 400054"/>
                <a:gd name="connsiteX20" fmla="*/ 410374 w 514350"/>
                <a:gd name="connsiteY20" fmla="*/ 23593 h 400054"/>
                <a:gd name="connsiteX21" fmla="*/ 400054 w 514350"/>
                <a:gd name="connsiteY21" fmla="*/ 20205 h 400054"/>
                <a:gd name="connsiteX22" fmla="*/ 389390 w 514350"/>
                <a:gd name="connsiteY22" fmla="*/ 17057 h 400054"/>
                <a:gd name="connsiteX23" fmla="*/ 378406 w 514350"/>
                <a:gd name="connsiteY23" fmla="*/ 14156 h 400054"/>
                <a:gd name="connsiteX24" fmla="*/ 367132 w 514350"/>
                <a:gd name="connsiteY24" fmla="*/ 11510 h 400054"/>
                <a:gd name="connsiteX25" fmla="*/ 355591 w 514350"/>
                <a:gd name="connsiteY25" fmla="*/ 9126 h 400054"/>
                <a:gd name="connsiteX26" fmla="*/ 343814 w 514350"/>
                <a:gd name="connsiteY26" fmla="*/ 7008 h 400054"/>
                <a:gd name="connsiteX27" fmla="*/ 331829 w 514350"/>
                <a:gd name="connsiteY27" fmla="*/ 5162 h 400054"/>
                <a:gd name="connsiteX28" fmla="*/ 319664 w 514350"/>
                <a:gd name="connsiteY28" fmla="*/ 3593 h 400054"/>
                <a:gd name="connsiteX29" fmla="*/ 307347 w 514350"/>
                <a:gd name="connsiteY29" fmla="*/ 2304 h 400054"/>
                <a:gd name="connsiteX30" fmla="*/ 294910 w 514350"/>
                <a:gd name="connsiteY30" fmla="*/ 1298 h 400054"/>
                <a:gd name="connsiteX31" fmla="*/ 282383 w 514350"/>
                <a:gd name="connsiteY31" fmla="*/ 577 h 400054"/>
                <a:gd name="connsiteX32" fmla="*/ 269794 w 514350"/>
                <a:gd name="connsiteY32" fmla="*/ 144 h 400054"/>
                <a:gd name="connsiteX33" fmla="*/ 257175 w 514350"/>
                <a:gd name="connsiteY33" fmla="*/ 0 h 400054"/>
                <a:gd name="connsiteX34" fmla="*/ 244556 w 514350"/>
                <a:gd name="connsiteY34" fmla="*/ 144 h 400054"/>
                <a:gd name="connsiteX35" fmla="*/ 231967 w 514350"/>
                <a:gd name="connsiteY35" fmla="*/ 577 h 400054"/>
                <a:gd name="connsiteX36" fmla="*/ 219440 w 514350"/>
                <a:gd name="connsiteY36" fmla="*/ 1298 h 400054"/>
                <a:gd name="connsiteX37" fmla="*/ 207003 w 514350"/>
                <a:gd name="connsiteY37" fmla="*/ 2304 h 400054"/>
                <a:gd name="connsiteX38" fmla="*/ 194686 w 514350"/>
                <a:gd name="connsiteY38" fmla="*/ 3593 h 400054"/>
                <a:gd name="connsiteX39" fmla="*/ 182521 w 514350"/>
                <a:gd name="connsiteY39" fmla="*/ 5162 h 400054"/>
                <a:gd name="connsiteX40" fmla="*/ 170536 w 514350"/>
                <a:gd name="connsiteY40" fmla="*/ 7008 h 400054"/>
                <a:gd name="connsiteX41" fmla="*/ 158758 w 514350"/>
                <a:gd name="connsiteY41" fmla="*/ 9126 h 400054"/>
                <a:gd name="connsiteX42" fmla="*/ 147218 w 514350"/>
                <a:gd name="connsiteY42" fmla="*/ 11510 h 400054"/>
                <a:gd name="connsiteX43" fmla="*/ 135944 w 514350"/>
                <a:gd name="connsiteY43" fmla="*/ 14156 h 400054"/>
                <a:gd name="connsiteX44" fmla="*/ 124960 w 514350"/>
                <a:gd name="connsiteY44" fmla="*/ 17057 h 400054"/>
                <a:gd name="connsiteX45" fmla="*/ 114296 w 514350"/>
                <a:gd name="connsiteY45" fmla="*/ 20205 h 400054"/>
                <a:gd name="connsiteX46" fmla="*/ 103976 w 514350"/>
                <a:gd name="connsiteY46" fmla="*/ 23593 h 400054"/>
                <a:gd name="connsiteX47" fmla="*/ 94025 w 514350"/>
                <a:gd name="connsiteY47" fmla="*/ 27213 h 400054"/>
                <a:gd name="connsiteX48" fmla="*/ 84467 w 514350"/>
                <a:gd name="connsiteY48" fmla="*/ 31057 h 400054"/>
                <a:gd name="connsiteX49" fmla="*/ 75325 w 514350"/>
                <a:gd name="connsiteY49" fmla="*/ 35114 h 400054"/>
                <a:gd name="connsiteX50" fmla="*/ 66621 w 514350"/>
                <a:gd name="connsiteY50" fmla="*/ 39376 h 400054"/>
                <a:gd name="connsiteX51" fmla="*/ 58376 w 514350"/>
                <a:gd name="connsiteY51" fmla="*/ 43832 h 400054"/>
                <a:gd name="connsiteX52" fmla="*/ 50610 w 514350"/>
                <a:gd name="connsiteY52" fmla="*/ 48471 h 400054"/>
                <a:gd name="connsiteX53" fmla="*/ 43342 w 514350"/>
                <a:gd name="connsiteY53" fmla="*/ 53282 h 400054"/>
                <a:gd name="connsiteX54" fmla="*/ 36589 w 514350"/>
                <a:gd name="connsiteY54" fmla="*/ 58253 h 400054"/>
                <a:gd name="connsiteX55" fmla="*/ 30367 w 514350"/>
                <a:gd name="connsiteY55" fmla="*/ 63373 h 400054"/>
                <a:gd name="connsiteX56" fmla="*/ 24692 w 514350"/>
                <a:gd name="connsiteY56" fmla="*/ 68629 h 400054"/>
                <a:gd name="connsiteX57" fmla="*/ 19576 w 514350"/>
                <a:gd name="connsiteY57" fmla="*/ 74009 h 400054"/>
                <a:gd name="connsiteX58" fmla="*/ 15033 w 514350"/>
                <a:gd name="connsiteY58" fmla="*/ 79499 h 400054"/>
                <a:gd name="connsiteX59" fmla="*/ 11074 w 514350"/>
                <a:gd name="connsiteY59" fmla="*/ 85086 h 400054"/>
                <a:gd name="connsiteX60" fmla="*/ 7707 w 514350"/>
                <a:gd name="connsiteY60" fmla="*/ 90758 h 400054"/>
                <a:gd name="connsiteX61" fmla="*/ 4942 w 514350"/>
                <a:gd name="connsiteY61" fmla="*/ 96499 h 400054"/>
                <a:gd name="connsiteX62" fmla="*/ 2784 w 514350"/>
                <a:gd name="connsiteY62" fmla="*/ 102297 h 400054"/>
                <a:gd name="connsiteX63" fmla="*/ 1238 w 514350"/>
                <a:gd name="connsiteY63" fmla="*/ 108137 h 400054"/>
                <a:gd name="connsiteX64" fmla="*/ 310 w 514350"/>
                <a:gd name="connsiteY64" fmla="*/ 114006 h 400054"/>
                <a:gd name="connsiteX65" fmla="*/ 0 w 514350"/>
                <a:gd name="connsiteY65" fmla="*/ 119888 h 400054"/>
                <a:gd name="connsiteX66" fmla="*/ 139 w 514350"/>
                <a:gd name="connsiteY66" fmla="*/ 123825 h 400054"/>
                <a:gd name="connsiteX67" fmla="*/ 0 w 514350"/>
                <a:gd name="connsiteY67" fmla="*/ 123825 h 400054"/>
                <a:gd name="connsiteX68" fmla="*/ 0 w 514350"/>
                <a:gd name="connsiteY68" fmla="*/ 285750 h 400054"/>
                <a:gd name="connsiteX69" fmla="*/ 274 w 514350"/>
                <a:gd name="connsiteY69" fmla="*/ 285750 h 400054"/>
                <a:gd name="connsiteX70" fmla="*/ 257175 w 514350"/>
                <a:gd name="connsiteY70" fmla="*/ 400055 h 400054"/>
                <a:gd name="connsiteX71" fmla="*/ 514076 w 514350"/>
                <a:gd name="connsiteY71" fmla="*/ 285750 h 400054"/>
                <a:gd name="connsiteX72" fmla="*/ 514350 w 514350"/>
                <a:gd name="connsiteY72" fmla="*/ 285750 h 400054"/>
                <a:gd name="connsiteX73" fmla="*/ 514350 w 514350"/>
                <a:gd name="connsiteY73" fmla="*/ 123825 h 400054"/>
                <a:gd name="connsiteX74" fmla="*/ 514211 w 514350"/>
                <a:gd name="connsiteY74" fmla="*/ 123825 h 400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14350" h="400054">
                  <a:moveTo>
                    <a:pt x="514211" y="123825"/>
                  </a:moveTo>
                  <a:cubicBezTo>
                    <a:pt x="514304" y="122513"/>
                    <a:pt x="514350" y="121201"/>
                    <a:pt x="514350" y="119888"/>
                  </a:cubicBezTo>
                  <a:cubicBezTo>
                    <a:pt x="514350" y="117926"/>
                    <a:pt x="514247" y="115965"/>
                    <a:pt x="514040" y="114006"/>
                  </a:cubicBezTo>
                  <a:cubicBezTo>
                    <a:pt x="513834" y="112046"/>
                    <a:pt x="513525" y="110090"/>
                    <a:pt x="513112" y="108137"/>
                  </a:cubicBezTo>
                  <a:cubicBezTo>
                    <a:pt x="512699" y="106185"/>
                    <a:pt x="512184" y="104238"/>
                    <a:pt x="511567" y="102297"/>
                  </a:cubicBezTo>
                  <a:cubicBezTo>
                    <a:pt x="510949" y="100356"/>
                    <a:pt x="510230" y="98423"/>
                    <a:pt x="509408" y="96499"/>
                  </a:cubicBezTo>
                  <a:cubicBezTo>
                    <a:pt x="508587" y="94575"/>
                    <a:pt x="507665" y="92661"/>
                    <a:pt x="506642" y="90758"/>
                  </a:cubicBezTo>
                  <a:cubicBezTo>
                    <a:pt x="505620" y="88854"/>
                    <a:pt x="504498" y="86964"/>
                    <a:pt x="503276" y="85086"/>
                  </a:cubicBezTo>
                  <a:cubicBezTo>
                    <a:pt x="502055" y="83209"/>
                    <a:pt x="500735" y="81346"/>
                    <a:pt x="499317" y="79499"/>
                  </a:cubicBezTo>
                  <a:cubicBezTo>
                    <a:pt x="497899" y="77652"/>
                    <a:pt x="496384" y="75822"/>
                    <a:pt x="494773" y="74009"/>
                  </a:cubicBezTo>
                  <a:cubicBezTo>
                    <a:pt x="493163" y="72196"/>
                    <a:pt x="491458" y="70403"/>
                    <a:pt x="489658" y="68629"/>
                  </a:cubicBezTo>
                  <a:cubicBezTo>
                    <a:pt x="487859" y="66856"/>
                    <a:pt x="485967" y="65104"/>
                    <a:pt x="483983" y="63373"/>
                  </a:cubicBezTo>
                  <a:cubicBezTo>
                    <a:pt x="481999" y="61643"/>
                    <a:pt x="479925" y="59936"/>
                    <a:pt x="477762" y="58253"/>
                  </a:cubicBezTo>
                  <a:cubicBezTo>
                    <a:pt x="475598" y="56570"/>
                    <a:pt x="473346" y="54913"/>
                    <a:pt x="471008" y="53282"/>
                  </a:cubicBezTo>
                  <a:cubicBezTo>
                    <a:pt x="468670" y="51650"/>
                    <a:pt x="466247" y="50047"/>
                    <a:pt x="463740" y="48471"/>
                  </a:cubicBezTo>
                  <a:cubicBezTo>
                    <a:pt x="461233" y="46895"/>
                    <a:pt x="458644" y="45349"/>
                    <a:pt x="455974" y="43832"/>
                  </a:cubicBezTo>
                  <a:cubicBezTo>
                    <a:pt x="453304" y="42315"/>
                    <a:pt x="450556" y="40830"/>
                    <a:pt x="447729" y="39376"/>
                  </a:cubicBezTo>
                  <a:cubicBezTo>
                    <a:pt x="444903" y="37922"/>
                    <a:pt x="442002" y="36502"/>
                    <a:pt x="439025" y="35114"/>
                  </a:cubicBezTo>
                  <a:cubicBezTo>
                    <a:pt x="436049" y="33727"/>
                    <a:pt x="433002" y="32374"/>
                    <a:pt x="429883" y="31057"/>
                  </a:cubicBezTo>
                  <a:cubicBezTo>
                    <a:pt x="426765" y="29739"/>
                    <a:pt x="423579" y="28458"/>
                    <a:pt x="420325" y="27213"/>
                  </a:cubicBezTo>
                  <a:cubicBezTo>
                    <a:pt x="417072" y="25969"/>
                    <a:pt x="413755" y="24762"/>
                    <a:pt x="410374" y="23593"/>
                  </a:cubicBezTo>
                  <a:cubicBezTo>
                    <a:pt x="406993" y="22424"/>
                    <a:pt x="403553" y="21295"/>
                    <a:pt x="400054" y="20205"/>
                  </a:cubicBezTo>
                  <a:cubicBezTo>
                    <a:pt x="396554" y="19115"/>
                    <a:pt x="393000" y="18065"/>
                    <a:pt x="389390" y="17057"/>
                  </a:cubicBezTo>
                  <a:cubicBezTo>
                    <a:pt x="385780" y="16048"/>
                    <a:pt x="382119" y="15081"/>
                    <a:pt x="378406" y="14156"/>
                  </a:cubicBezTo>
                  <a:cubicBezTo>
                    <a:pt x="374695" y="13231"/>
                    <a:pt x="370937" y="12349"/>
                    <a:pt x="367132" y="11510"/>
                  </a:cubicBezTo>
                  <a:cubicBezTo>
                    <a:pt x="363327" y="10672"/>
                    <a:pt x="359480" y="9877"/>
                    <a:pt x="355591" y="9126"/>
                  </a:cubicBezTo>
                  <a:cubicBezTo>
                    <a:pt x="351703" y="8375"/>
                    <a:pt x="347777" y="7669"/>
                    <a:pt x="343814" y="7008"/>
                  </a:cubicBezTo>
                  <a:cubicBezTo>
                    <a:pt x="339852" y="6347"/>
                    <a:pt x="335857" y="5732"/>
                    <a:pt x="331829" y="5162"/>
                  </a:cubicBezTo>
                  <a:cubicBezTo>
                    <a:pt x="327801" y="4593"/>
                    <a:pt x="323746" y="4070"/>
                    <a:pt x="319664" y="3593"/>
                  </a:cubicBezTo>
                  <a:cubicBezTo>
                    <a:pt x="315581" y="3116"/>
                    <a:pt x="311475" y="2686"/>
                    <a:pt x="307347" y="2304"/>
                  </a:cubicBezTo>
                  <a:cubicBezTo>
                    <a:pt x="303219" y="1921"/>
                    <a:pt x="299074" y="1585"/>
                    <a:pt x="294910" y="1298"/>
                  </a:cubicBezTo>
                  <a:cubicBezTo>
                    <a:pt x="290747" y="1010"/>
                    <a:pt x="286571" y="770"/>
                    <a:pt x="282383" y="577"/>
                  </a:cubicBezTo>
                  <a:cubicBezTo>
                    <a:pt x="278194" y="385"/>
                    <a:pt x="273997" y="241"/>
                    <a:pt x="269794" y="144"/>
                  </a:cubicBezTo>
                  <a:cubicBezTo>
                    <a:pt x="265590" y="48"/>
                    <a:pt x="261384" y="0"/>
                    <a:pt x="257175" y="0"/>
                  </a:cubicBezTo>
                  <a:cubicBezTo>
                    <a:pt x="252966" y="0"/>
                    <a:pt x="248760" y="48"/>
                    <a:pt x="244556" y="144"/>
                  </a:cubicBezTo>
                  <a:cubicBezTo>
                    <a:pt x="240353" y="241"/>
                    <a:pt x="236156" y="385"/>
                    <a:pt x="231967" y="577"/>
                  </a:cubicBezTo>
                  <a:cubicBezTo>
                    <a:pt x="227779" y="770"/>
                    <a:pt x="223603" y="1010"/>
                    <a:pt x="219440" y="1298"/>
                  </a:cubicBezTo>
                  <a:cubicBezTo>
                    <a:pt x="215276" y="1586"/>
                    <a:pt x="211131" y="1921"/>
                    <a:pt x="207003" y="2304"/>
                  </a:cubicBezTo>
                  <a:cubicBezTo>
                    <a:pt x="202875" y="2686"/>
                    <a:pt x="198769" y="3116"/>
                    <a:pt x="194686" y="3593"/>
                  </a:cubicBezTo>
                  <a:cubicBezTo>
                    <a:pt x="190604" y="4070"/>
                    <a:pt x="186549" y="4593"/>
                    <a:pt x="182521" y="5162"/>
                  </a:cubicBezTo>
                  <a:cubicBezTo>
                    <a:pt x="178493" y="5732"/>
                    <a:pt x="174498" y="6347"/>
                    <a:pt x="170536" y="7008"/>
                  </a:cubicBezTo>
                  <a:cubicBezTo>
                    <a:pt x="166573" y="7669"/>
                    <a:pt x="162647" y="8375"/>
                    <a:pt x="158758" y="9126"/>
                  </a:cubicBezTo>
                  <a:cubicBezTo>
                    <a:pt x="154870" y="9877"/>
                    <a:pt x="151023" y="10672"/>
                    <a:pt x="147218" y="11510"/>
                  </a:cubicBezTo>
                  <a:cubicBezTo>
                    <a:pt x="143413" y="12349"/>
                    <a:pt x="139655" y="13231"/>
                    <a:pt x="135944" y="14156"/>
                  </a:cubicBezTo>
                  <a:cubicBezTo>
                    <a:pt x="132231" y="15081"/>
                    <a:pt x="128570" y="16048"/>
                    <a:pt x="124960" y="17057"/>
                  </a:cubicBezTo>
                  <a:cubicBezTo>
                    <a:pt x="121350" y="18065"/>
                    <a:pt x="117796" y="19115"/>
                    <a:pt x="114296" y="20205"/>
                  </a:cubicBezTo>
                  <a:cubicBezTo>
                    <a:pt x="110797" y="21295"/>
                    <a:pt x="107357" y="22424"/>
                    <a:pt x="103976" y="23593"/>
                  </a:cubicBezTo>
                  <a:cubicBezTo>
                    <a:pt x="100595" y="24762"/>
                    <a:pt x="97278" y="25969"/>
                    <a:pt x="94025" y="27213"/>
                  </a:cubicBezTo>
                  <a:cubicBezTo>
                    <a:pt x="90771" y="28458"/>
                    <a:pt x="87585" y="29739"/>
                    <a:pt x="84467" y="31057"/>
                  </a:cubicBezTo>
                  <a:cubicBezTo>
                    <a:pt x="81348" y="32374"/>
                    <a:pt x="78301" y="33727"/>
                    <a:pt x="75325" y="35114"/>
                  </a:cubicBezTo>
                  <a:cubicBezTo>
                    <a:pt x="72349" y="36502"/>
                    <a:pt x="69447" y="37922"/>
                    <a:pt x="66621" y="39376"/>
                  </a:cubicBezTo>
                  <a:cubicBezTo>
                    <a:pt x="63794" y="40830"/>
                    <a:pt x="61046" y="42315"/>
                    <a:pt x="58376" y="43832"/>
                  </a:cubicBezTo>
                  <a:cubicBezTo>
                    <a:pt x="55706" y="45349"/>
                    <a:pt x="53117" y="46895"/>
                    <a:pt x="50610" y="48471"/>
                  </a:cubicBezTo>
                  <a:cubicBezTo>
                    <a:pt x="48103" y="50047"/>
                    <a:pt x="45680" y="51650"/>
                    <a:pt x="43342" y="53282"/>
                  </a:cubicBezTo>
                  <a:cubicBezTo>
                    <a:pt x="41003" y="54913"/>
                    <a:pt x="38752" y="56570"/>
                    <a:pt x="36589" y="58253"/>
                  </a:cubicBezTo>
                  <a:cubicBezTo>
                    <a:pt x="34425" y="59936"/>
                    <a:pt x="32351" y="61643"/>
                    <a:pt x="30367" y="63373"/>
                  </a:cubicBezTo>
                  <a:cubicBezTo>
                    <a:pt x="28383" y="65104"/>
                    <a:pt x="26491" y="66856"/>
                    <a:pt x="24692" y="68629"/>
                  </a:cubicBezTo>
                  <a:cubicBezTo>
                    <a:pt x="22892" y="70403"/>
                    <a:pt x="21187" y="72196"/>
                    <a:pt x="19576" y="74009"/>
                  </a:cubicBezTo>
                  <a:cubicBezTo>
                    <a:pt x="17966" y="75822"/>
                    <a:pt x="16451" y="77652"/>
                    <a:pt x="15033" y="79499"/>
                  </a:cubicBezTo>
                  <a:cubicBezTo>
                    <a:pt x="13616" y="81346"/>
                    <a:pt x="12296" y="83209"/>
                    <a:pt x="11074" y="85086"/>
                  </a:cubicBezTo>
                  <a:cubicBezTo>
                    <a:pt x="9852" y="86964"/>
                    <a:pt x="8730" y="88854"/>
                    <a:pt x="7707" y="90758"/>
                  </a:cubicBezTo>
                  <a:cubicBezTo>
                    <a:pt x="6685" y="92661"/>
                    <a:pt x="5763" y="94575"/>
                    <a:pt x="4942" y="96499"/>
                  </a:cubicBezTo>
                  <a:cubicBezTo>
                    <a:pt x="4120" y="98423"/>
                    <a:pt x="3401" y="100356"/>
                    <a:pt x="2784" y="102297"/>
                  </a:cubicBezTo>
                  <a:cubicBezTo>
                    <a:pt x="2166" y="104238"/>
                    <a:pt x="1651" y="106185"/>
                    <a:pt x="1238" y="108137"/>
                  </a:cubicBezTo>
                  <a:cubicBezTo>
                    <a:pt x="826" y="110090"/>
                    <a:pt x="516" y="112046"/>
                    <a:pt x="310" y="114006"/>
                  </a:cubicBezTo>
                  <a:cubicBezTo>
                    <a:pt x="103" y="115965"/>
                    <a:pt x="0" y="117926"/>
                    <a:pt x="0" y="119888"/>
                  </a:cubicBezTo>
                  <a:cubicBezTo>
                    <a:pt x="0" y="121201"/>
                    <a:pt x="46" y="122513"/>
                    <a:pt x="139" y="123825"/>
                  </a:cubicBezTo>
                  <a:lnTo>
                    <a:pt x="0" y="123825"/>
                  </a:lnTo>
                  <a:lnTo>
                    <a:pt x="0" y="285750"/>
                  </a:lnTo>
                  <a:lnTo>
                    <a:pt x="274" y="285750"/>
                  </a:lnTo>
                  <a:cubicBezTo>
                    <a:pt x="6530" y="349370"/>
                    <a:pt x="119156" y="400055"/>
                    <a:pt x="257175" y="400055"/>
                  </a:cubicBezTo>
                  <a:cubicBezTo>
                    <a:pt x="395194" y="400055"/>
                    <a:pt x="507820" y="349370"/>
                    <a:pt x="514076" y="285750"/>
                  </a:cubicBezTo>
                  <a:lnTo>
                    <a:pt x="514350" y="285750"/>
                  </a:lnTo>
                  <a:lnTo>
                    <a:pt x="514350" y="123825"/>
                  </a:lnTo>
                  <a:lnTo>
                    <a:pt x="514211" y="12382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4" name="任意形状 53"/>
            <p:cNvSpPr/>
            <p:nvPr/>
          </p:nvSpPr>
          <p:spPr>
            <a:xfrm>
              <a:off x="4958080" y="1743710"/>
              <a:ext cx="514350" cy="247650"/>
            </a:xfrm>
            <a:custGeom>
              <a:avLst/>
              <a:gdLst>
                <a:gd name="connsiteX0" fmla="*/ 514350 w 514350"/>
                <a:gd name="connsiteY0" fmla="*/ 123825 h 247650"/>
                <a:gd name="connsiteX1" fmla="*/ 257175 w 514350"/>
                <a:gd name="connsiteY1" fmla="*/ 247650 h 247650"/>
                <a:gd name="connsiteX2" fmla="*/ 0 w 514350"/>
                <a:gd name="connsiteY2" fmla="*/ 123825 h 247650"/>
                <a:gd name="connsiteX3" fmla="*/ 257175 w 514350"/>
                <a:gd name="connsiteY3" fmla="*/ 0 h 247650"/>
                <a:gd name="connsiteX4" fmla="*/ 514350 w 514350"/>
                <a:gd name="connsiteY4" fmla="*/ 123825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0" h="247650">
                  <a:moveTo>
                    <a:pt x="514350" y="123825"/>
                  </a:moveTo>
                  <a:cubicBezTo>
                    <a:pt x="514350" y="192212"/>
                    <a:pt x="399209" y="247650"/>
                    <a:pt x="257175" y="247650"/>
                  </a:cubicBezTo>
                  <a:cubicBezTo>
                    <a:pt x="115141" y="247650"/>
                    <a:pt x="0" y="192212"/>
                    <a:pt x="0" y="123825"/>
                  </a:cubicBezTo>
                  <a:cubicBezTo>
                    <a:pt x="0" y="55438"/>
                    <a:pt x="115141" y="0"/>
                    <a:pt x="257175" y="0"/>
                  </a:cubicBezTo>
                  <a:cubicBezTo>
                    <a:pt x="399209" y="0"/>
                    <a:pt x="514350" y="55438"/>
                    <a:pt x="514350" y="12382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6" name="图片 56" descr="icon-6"/>
          <p:cNvGrpSpPr/>
          <p:nvPr/>
        </p:nvGrpSpPr>
        <p:grpSpPr>
          <a:xfrm>
            <a:off x="5978525" y="1610360"/>
            <a:ext cx="494010" cy="666850"/>
            <a:chOff x="5978525" y="1610360"/>
            <a:chExt cx="494010" cy="666850"/>
          </a:xfrm>
        </p:grpSpPr>
        <p:grpSp>
          <p:nvGrpSpPr>
            <p:cNvPr id="70" name="图片 56" descr="icon-6"/>
            <p:cNvGrpSpPr/>
            <p:nvPr/>
          </p:nvGrpSpPr>
          <p:grpSpPr>
            <a:xfrm>
              <a:off x="5978525" y="1610360"/>
              <a:ext cx="494010" cy="666850"/>
              <a:chOff x="5978525" y="1610360"/>
              <a:chExt cx="494010" cy="666850"/>
            </a:xfrm>
          </p:grpSpPr>
          <p:sp>
            <p:nvSpPr>
              <p:cNvPr id="76" name="任意形状 75"/>
              <p:cNvSpPr/>
              <p:nvPr/>
            </p:nvSpPr>
            <p:spPr>
              <a:xfrm>
                <a:off x="6140450" y="1610360"/>
                <a:ext cx="332085" cy="523975"/>
              </a:xfrm>
              <a:custGeom>
                <a:avLst/>
                <a:gdLst>
                  <a:gd name="connsiteX0" fmla="*/ 0 w 332085"/>
                  <a:gd name="connsiteY0" fmla="*/ 27771 h 523975"/>
                  <a:gd name="connsiteX1" fmla="*/ 0 w 332085"/>
                  <a:gd name="connsiteY1" fmla="*/ 389147 h 523975"/>
                  <a:gd name="connsiteX2" fmla="*/ 290429 w 332085"/>
                  <a:gd name="connsiteY2" fmla="*/ 523976 h 523975"/>
                  <a:gd name="connsiteX3" fmla="*/ 332085 w 332085"/>
                  <a:gd name="connsiteY3" fmla="*/ 496204 h 523975"/>
                  <a:gd name="connsiteX4" fmla="*/ 332085 w 332085"/>
                  <a:gd name="connsiteY4" fmla="*/ 123598 h 523975"/>
                  <a:gd name="connsiteX5" fmla="*/ 41657 w 332085"/>
                  <a:gd name="connsiteY5" fmla="*/ 0 h 523975"/>
                  <a:gd name="connsiteX6" fmla="*/ 0 w 332085"/>
                  <a:gd name="connsiteY6" fmla="*/ 27771 h 5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085" h="523975">
                    <a:moveTo>
                      <a:pt x="0" y="27771"/>
                    </a:moveTo>
                    <a:lnTo>
                      <a:pt x="0" y="389147"/>
                    </a:lnTo>
                    <a:lnTo>
                      <a:pt x="290429" y="523976"/>
                    </a:lnTo>
                    <a:lnTo>
                      <a:pt x="332085" y="496204"/>
                    </a:lnTo>
                    <a:lnTo>
                      <a:pt x="332085" y="123598"/>
                    </a:lnTo>
                    <a:lnTo>
                      <a:pt x="41657" y="0"/>
                    </a:lnTo>
                    <a:lnTo>
                      <a:pt x="0" y="2777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4" name="任意形状 83"/>
              <p:cNvSpPr/>
              <p:nvPr/>
            </p:nvSpPr>
            <p:spPr>
              <a:xfrm>
                <a:off x="6140450" y="1638131"/>
                <a:ext cx="290428" cy="496203"/>
              </a:xfrm>
              <a:custGeom>
                <a:avLst/>
                <a:gdLst>
                  <a:gd name="connsiteX0" fmla="*/ 0 w 290428"/>
                  <a:gd name="connsiteY0" fmla="*/ 0 h 496203"/>
                  <a:gd name="connsiteX1" fmla="*/ 0 w 290428"/>
                  <a:gd name="connsiteY1" fmla="*/ 361376 h 496203"/>
                  <a:gd name="connsiteX2" fmla="*/ 290429 w 290428"/>
                  <a:gd name="connsiteY2" fmla="*/ 496204 h 496203"/>
                  <a:gd name="connsiteX3" fmla="*/ 290429 w 290428"/>
                  <a:gd name="connsiteY3" fmla="*/ 130541 h 496203"/>
                  <a:gd name="connsiteX4" fmla="*/ 0 w 290428"/>
                  <a:gd name="connsiteY4" fmla="*/ 0 h 496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428" h="496203">
                    <a:moveTo>
                      <a:pt x="0" y="0"/>
                    </a:moveTo>
                    <a:lnTo>
                      <a:pt x="0" y="361376"/>
                    </a:lnTo>
                    <a:lnTo>
                      <a:pt x="290429" y="496204"/>
                    </a:lnTo>
                    <a:lnTo>
                      <a:pt x="290429" y="130541"/>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任意形状 84"/>
              <p:cNvSpPr/>
              <p:nvPr/>
            </p:nvSpPr>
            <p:spPr>
              <a:xfrm>
                <a:off x="6064250" y="1677035"/>
                <a:ext cx="332085" cy="523975"/>
              </a:xfrm>
              <a:custGeom>
                <a:avLst/>
                <a:gdLst>
                  <a:gd name="connsiteX0" fmla="*/ 0 w 332085"/>
                  <a:gd name="connsiteY0" fmla="*/ 27771 h 523975"/>
                  <a:gd name="connsiteX1" fmla="*/ 0 w 332085"/>
                  <a:gd name="connsiteY1" fmla="*/ 389147 h 523975"/>
                  <a:gd name="connsiteX2" fmla="*/ 290429 w 332085"/>
                  <a:gd name="connsiteY2" fmla="*/ 523976 h 523975"/>
                  <a:gd name="connsiteX3" fmla="*/ 332085 w 332085"/>
                  <a:gd name="connsiteY3" fmla="*/ 496204 h 523975"/>
                  <a:gd name="connsiteX4" fmla="*/ 332085 w 332085"/>
                  <a:gd name="connsiteY4" fmla="*/ 123598 h 523975"/>
                  <a:gd name="connsiteX5" fmla="*/ 41657 w 332085"/>
                  <a:gd name="connsiteY5" fmla="*/ 0 h 523975"/>
                  <a:gd name="connsiteX6" fmla="*/ 0 w 332085"/>
                  <a:gd name="connsiteY6" fmla="*/ 27771 h 5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085" h="523975">
                    <a:moveTo>
                      <a:pt x="0" y="27771"/>
                    </a:moveTo>
                    <a:lnTo>
                      <a:pt x="0" y="389147"/>
                    </a:lnTo>
                    <a:lnTo>
                      <a:pt x="290429" y="523976"/>
                    </a:lnTo>
                    <a:lnTo>
                      <a:pt x="332085" y="496204"/>
                    </a:lnTo>
                    <a:lnTo>
                      <a:pt x="332085" y="123598"/>
                    </a:lnTo>
                    <a:lnTo>
                      <a:pt x="41657" y="0"/>
                    </a:lnTo>
                    <a:lnTo>
                      <a:pt x="0" y="2777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6" name="任意形状 85"/>
              <p:cNvSpPr/>
              <p:nvPr/>
            </p:nvSpPr>
            <p:spPr>
              <a:xfrm>
                <a:off x="6064250" y="1704806"/>
                <a:ext cx="290428" cy="496203"/>
              </a:xfrm>
              <a:custGeom>
                <a:avLst/>
                <a:gdLst>
                  <a:gd name="connsiteX0" fmla="*/ 0 w 290428"/>
                  <a:gd name="connsiteY0" fmla="*/ 0 h 496203"/>
                  <a:gd name="connsiteX1" fmla="*/ 0 w 290428"/>
                  <a:gd name="connsiteY1" fmla="*/ 361376 h 496203"/>
                  <a:gd name="connsiteX2" fmla="*/ 290429 w 290428"/>
                  <a:gd name="connsiteY2" fmla="*/ 496204 h 496203"/>
                  <a:gd name="connsiteX3" fmla="*/ 290429 w 290428"/>
                  <a:gd name="connsiteY3" fmla="*/ 130541 h 496203"/>
                  <a:gd name="connsiteX4" fmla="*/ 0 w 290428"/>
                  <a:gd name="connsiteY4" fmla="*/ 0 h 496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428" h="496203">
                    <a:moveTo>
                      <a:pt x="0" y="0"/>
                    </a:moveTo>
                    <a:lnTo>
                      <a:pt x="0" y="361376"/>
                    </a:lnTo>
                    <a:lnTo>
                      <a:pt x="290429" y="496204"/>
                    </a:lnTo>
                    <a:lnTo>
                      <a:pt x="290429" y="130541"/>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7" name="任意形状 86"/>
              <p:cNvSpPr/>
              <p:nvPr/>
            </p:nvSpPr>
            <p:spPr>
              <a:xfrm>
                <a:off x="5978525" y="1753235"/>
                <a:ext cx="332085" cy="523975"/>
              </a:xfrm>
              <a:custGeom>
                <a:avLst/>
                <a:gdLst>
                  <a:gd name="connsiteX0" fmla="*/ 0 w 332085"/>
                  <a:gd name="connsiteY0" fmla="*/ 27771 h 523975"/>
                  <a:gd name="connsiteX1" fmla="*/ 0 w 332085"/>
                  <a:gd name="connsiteY1" fmla="*/ 389147 h 523975"/>
                  <a:gd name="connsiteX2" fmla="*/ 290429 w 332085"/>
                  <a:gd name="connsiteY2" fmla="*/ 523976 h 523975"/>
                  <a:gd name="connsiteX3" fmla="*/ 332085 w 332085"/>
                  <a:gd name="connsiteY3" fmla="*/ 496204 h 523975"/>
                  <a:gd name="connsiteX4" fmla="*/ 332085 w 332085"/>
                  <a:gd name="connsiteY4" fmla="*/ 123598 h 523975"/>
                  <a:gd name="connsiteX5" fmla="*/ 41657 w 332085"/>
                  <a:gd name="connsiteY5" fmla="*/ 0 h 523975"/>
                  <a:gd name="connsiteX6" fmla="*/ 0 w 332085"/>
                  <a:gd name="connsiteY6" fmla="*/ 27771 h 5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085" h="523975">
                    <a:moveTo>
                      <a:pt x="0" y="27771"/>
                    </a:moveTo>
                    <a:lnTo>
                      <a:pt x="0" y="389147"/>
                    </a:lnTo>
                    <a:lnTo>
                      <a:pt x="290429" y="523976"/>
                    </a:lnTo>
                    <a:lnTo>
                      <a:pt x="332085" y="496204"/>
                    </a:lnTo>
                    <a:lnTo>
                      <a:pt x="332085" y="123598"/>
                    </a:lnTo>
                    <a:lnTo>
                      <a:pt x="41657" y="0"/>
                    </a:lnTo>
                    <a:lnTo>
                      <a:pt x="0" y="2777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8" name="任意形状 87"/>
              <p:cNvSpPr/>
              <p:nvPr/>
            </p:nvSpPr>
            <p:spPr>
              <a:xfrm>
                <a:off x="5978525" y="1781006"/>
                <a:ext cx="290428" cy="496203"/>
              </a:xfrm>
              <a:custGeom>
                <a:avLst/>
                <a:gdLst>
                  <a:gd name="connsiteX0" fmla="*/ 0 w 290428"/>
                  <a:gd name="connsiteY0" fmla="*/ 0 h 496203"/>
                  <a:gd name="connsiteX1" fmla="*/ 0 w 290428"/>
                  <a:gd name="connsiteY1" fmla="*/ 361376 h 496203"/>
                  <a:gd name="connsiteX2" fmla="*/ 290429 w 290428"/>
                  <a:gd name="connsiteY2" fmla="*/ 496204 h 496203"/>
                  <a:gd name="connsiteX3" fmla="*/ 290429 w 290428"/>
                  <a:gd name="connsiteY3" fmla="*/ 130541 h 496203"/>
                  <a:gd name="connsiteX4" fmla="*/ 0 w 290428"/>
                  <a:gd name="connsiteY4" fmla="*/ 0 h 496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428" h="496203">
                    <a:moveTo>
                      <a:pt x="0" y="0"/>
                    </a:moveTo>
                    <a:lnTo>
                      <a:pt x="0" y="361376"/>
                    </a:lnTo>
                    <a:lnTo>
                      <a:pt x="290429" y="496204"/>
                    </a:lnTo>
                    <a:lnTo>
                      <a:pt x="290429" y="130541"/>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89" name="任意形状 88"/>
            <p:cNvSpPr/>
            <p:nvPr/>
          </p:nvSpPr>
          <p:spPr>
            <a:xfrm>
              <a:off x="6268392" y="1876832"/>
              <a:ext cx="42217" cy="400377"/>
            </a:xfrm>
            <a:custGeom>
              <a:avLst/>
              <a:gdLst>
                <a:gd name="connsiteX0" fmla="*/ 561 w 42217"/>
                <a:gd name="connsiteY0" fmla="*/ 34714 h 400377"/>
                <a:gd name="connsiteX1" fmla="*/ 42218 w 42217"/>
                <a:gd name="connsiteY1" fmla="*/ 0 h 400377"/>
                <a:gd name="connsiteX2" fmla="*/ 42218 w 42217"/>
                <a:gd name="connsiteY2" fmla="*/ 371702 h 400377"/>
                <a:gd name="connsiteX3" fmla="*/ 0 w 42217"/>
                <a:gd name="connsiteY3" fmla="*/ 400378 h 400377"/>
                <a:gd name="connsiteX4" fmla="*/ 561 w 42217"/>
                <a:gd name="connsiteY4" fmla="*/ 34714 h 40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7" h="400377">
                  <a:moveTo>
                    <a:pt x="561" y="34714"/>
                  </a:moveTo>
                  <a:lnTo>
                    <a:pt x="42218" y="0"/>
                  </a:lnTo>
                  <a:lnTo>
                    <a:pt x="42218" y="371702"/>
                  </a:lnTo>
                  <a:lnTo>
                    <a:pt x="0" y="400378"/>
                  </a:lnTo>
                  <a:lnTo>
                    <a:pt x="561" y="3471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1" name="任意形状 90"/>
            <p:cNvSpPr/>
            <p:nvPr/>
          </p:nvSpPr>
          <p:spPr>
            <a:xfrm>
              <a:off x="6354117" y="1800632"/>
              <a:ext cx="42217" cy="400377"/>
            </a:xfrm>
            <a:custGeom>
              <a:avLst/>
              <a:gdLst>
                <a:gd name="connsiteX0" fmla="*/ 561 w 42217"/>
                <a:gd name="connsiteY0" fmla="*/ 34714 h 400377"/>
                <a:gd name="connsiteX1" fmla="*/ 42218 w 42217"/>
                <a:gd name="connsiteY1" fmla="*/ 0 h 400377"/>
                <a:gd name="connsiteX2" fmla="*/ 42218 w 42217"/>
                <a:gd name="connsiteY2" fmla="*/ 371702 h 400377"/>
                <a:gd name="connsiteX3" fmla="*/ 0 w 42217"/>
                <a:gd name="connsiteY3" fmla="*/ 400378 h 400377"/>
                <a:gd name="connsiteX4" fmla="*/ 561 w 42217"/>
                <a:gd name="connsiteY4" fmla="*/ 34714 h 40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7" h="400377">
                  <a:moveTo>
                    <a:pt x="561" y="34714"/>
                  </a:moveTo>
                  <a:lnTo>
                    <a:pt x="42218" y="0"/>
                  </a:lnTo>
                  <a:lnTo>
                    <a:pt x="42218" y="371702"/>
                  </a:lnTo>
                  <a:lnTo>
                    <a:pt x="0" y="400378"/>
                  </a:lnTo>
                  <a:lnTo>
                    <a:pt x="561" y="3471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2" name="任意形状 91"/>
            <p:cNvSpPr/>
            <p:nvPr/>
          </p:nvSpPr>
          <p:spPr>
            <a:xfrm>
              <a:off x="6430317" y="1733957"/>
              <a:ext cx="42217" cy="400377"/>
            </a:xfrm>
            <a:custGeom>
              <a:avLst/>
              <a:gdLst>
                <a:gd name="connsiteX0" fmla="*/ 561 w 42217"/>
                <a:gd name="connsiteY0" fmla="*/ 34714 h 400377"/>
                <a:gd name="connsiteX1" fmla="*/ 42218 w 42217"/>
                <a:gd name="connsiteY1" fmla="*/ 0 h 400377"/>
                <a:gd name="connsiteX2" fmla="*/ 42218 w 42217"/>
                <a:gd name="connsiteY2" fmla="*/ 371702 h 400377"/>
                <a:gd name="connsiteX3" fmla="*/ 0 w 42217"/>
                <a:gd name="connsiteY3" fmla="*/ 400378 h 400377"/>
                <a:gd name="connsiteX4" fmla="*/ 561 w 42217"/>
                <a:gd name="connsiteY4" fmla="*/ 34714 h 40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7" h="400377">
                  <a:moveTo>
                    <a:pt x="561" y="34714"/>
                  </a:moveTo>
                  <a:lnTo>
                    <a:pt x="42218" y="0"/>
                  </a:lnTo>
                  <a:lnTo>
                    <a:pt x="42218" y="371702"/>
                  </a:lnTo>
                  <a:lnTo>
                    <a:pt x="0" y="400378"/>
                  </a:lnTo>
                  <a:lnTo>
                    <a:pt x="561" y="3471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9" name="图片 58" descr="icon-8"/>
          <p:cNvGrpSpPr/>
          <p:nvPr/>
        </p:nvGrpSpPr>
        <p:grpSpPr>
          <a:xfrm>
            <a:off x="7062470" y="1667510"/>
            <a:ext cx="438150" cy="533402"/>
            <a:chOff x="7062470" y="1667510"/>
            <a:chExt cx="438150" cy="533402"/>
          </a:xfrm>
        </p:grpSpPr>
        <p:grpSp>
          <p:nvGrpSpPr>
            <p:cNvPr id="113" name="图片 58" descr="icon-8"/>
            <p:cNvGrpSpPr/>
            <p:nvPr/>
          </p:nvGrpSpPr>
          <p:grpSpPr>
            <a:xfrm>
              <a:off x="7062470" y="1896110"/>
              <a:ext cx="438150" cy="304802"/>
              <a:chOff x="7062470" y="1896110"/>
              <a:chExt cx="438150" cy="304802"/>
            </a:xfrm>
          </p:grpSpPr>
          <p:sp>
            <p:nvSpPr>
              <p:cNvPr id="115" name="任意形状 114"/>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2" name="任意形状 121"/>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4" name="任意形状 123"/>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5" name="图片 58" descr="icon-8"/>
            <p:cNvGrpSpPr/>
            <p:nvPr/>
          </p:nvGrpSpPr>
          <p:grpSpPr>
            <a:xfrm>
              <a:off x="7062470" y="1781810"/>
              <a:ext cx="438150" cy="304802"/>
              <a:chOff x="7062470" y="1781810"/>
              <a:chExt cx="438150" cy="304802"/>
            </a:xfrm>
          </p:grpSpPr>
          <p:sp>
            <p:nvSpPr>
              <p:cNvPr id="127" name="任意形状 126"/>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9" name="任意形状 128"/>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1" name="任意形状 130"/>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2" name="图片 58" descr="icon-8"/>
            <p:cNvGrpSpPr/>
            <p:nvPr/>
          </p:nvGrpSpPr>
          <p:grpSpPr>
            <a:xfrm>
              <a:off x="7062470" y="1667510"/>
              <a:ext cx="438150" cy="304802"/>
              <a:chOff x="7062470" y="1667510"/>
              <a:chExt cx="438150" cy="304802"/>
            </a:xfrm>
          </p:grpSpPr>
          <p:sp>
            <p:nvSpPr>
              <p:cNvPr id="133" name="任意形状 132"/>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4" name="任意形状 133"/>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5" name="任意形状 134"/>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65" name="图片 71" descr="icon-21"/>
          <p:cNvGrpSpPr/>
          <p:nvPr/>
        </p:nvGrpSpPr>
        <p:grpSpPr>
          <a:xfrm>
            <a:off x="10377805" y="1653321"/>
            <a:ext cx="591171" cy="581025"/>
            <a:chOff x="10377805" y="1653321"/>
            <a:chExt cx="591171" cy="581025"/>
          </a:xfrm>
        </p:grpSpPr>
        <p:sp>
          <p:nvSpPr>
            <p:cNvPr id="166" name="任意形状 165"/>
            <p:cNvSpPr/>
            <p:nvPr/>
          </p:nvSpPr>
          <p:spPr>
            <a:xfrm>
              <a:off x="10416039" y="1902461"/>
              <a:ext cx="514702" cy="331885"/>
            </a:xfrm>
            <a:custGeom>
              <a:avLst/>
              <a:gdLst>
                <a:gd name="connsiteX0" fmla="*/ 0 w 514702"/>
                <a:gd name="connsiteY0" fmla="*/ 145923 h 331885"/>
                <a:gd name="connsiteX1" fmla="*/ 0 w 514702"/>
                <a:gd name="connsiteY1" fmla="*/ 193914 h 331885"/>
                <a:gd name="connsiteX2" fmla="*/ 256141 w 514702"/>
                <a:gd name="connsiteY2" fmla="*/ 331885 h 331885"/>
                <a:gd name="connsiteX3" fmla="*/ 514702 w 514702"/>
                <a:gd name="connsiteY3" fmla="*/ 193914 h 331885"/>
                <a:gd name="connsiteX4" fmla="*/ 514702 w 514702"/>
                <a:gd name="connsiteY4" fmla="*/ 145923 h 331885"/>
                <a:gd name="connsiteX5" fmla="*/ 256141 w 514702"/>
                <a:gd name="connsiteY5" fmla="*/ 0 h 331885"/>
                <a:gd name="connsiteX6" fmla="*/ 0 w 514702"/>
                <a:gd name="connsiteY6" fmla="*/ 145923 h 33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702" h="331885">
                  <a:moveTo>
                    <a:pt x="0" y="145923"/>
                  </a:moveTo>
                  <a:lnTo>
                    <a:pt x="0" y="193914"/>
                  </a:lnTo>
                  <a:lnTo>
                    <a:pt x="256141" y="331885"/>
                  </a:lnTo>
                  <a:lnTo>
                    <a:pt x="514702" y="193914"/>
                  </a:lnTo>
                  <a:lnTo>
                    <a:pt x="514702" y="145923"/>
                  </a:lnTo>
                  <a:lnTo>
                    <a:pt x="256141" y="0"/>
                  </a:lnTo>
                  <a:lnTo>
                    <a:pt x="0" y="14592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7" name="任意形状 166"/>
            <p:cNvSpPr/>
            <p:nvPr/>
          </p:nvSpPr>
          <p:spPr>
            <a:xfrm>
              <a:off x="10672179" y="2048384"/>
              <a:ext cx="258561" cy="185962"/>
            </a:xfrm>
            <a:custGeom>
              <a:avLst/>
              <a:gdLst>
                <a:gd name="connsiteX0" fmla="*/ 1211 w 258561"/>
                <a:gd name="connsiteY0" fmla="*/ 121279 h 185962"/>
                <a:gd name="connsiteX1" fmla="*/ 0 w 258561"/>
                <a:gd name="connsiteY1" fmla="*/ 185962 h 185962"/>
                <a:gd name="connsiteX2" fmla="*/ 258562 w 258561"/>
                <a:gd name="connsiteY2" fmla="*/ 47990 h 185962"/>
                <a:gd name="connsiteX3" fmla="*/ 258562 w 258561"/>
                <a:gd name="connsiteY3" fmla="*/ 0 h 185962"/>
                <a:gd name="connsiteX4" fmla="*/ 1211 w 258561"/>
                <a:gd name="connsiteY4" fmla="*/ 121279 h 18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561" h="185962">
                  <a:moveTo>
                    <a:pt x="1211" y="121279"/>
                  </a:moveTo>
                  <a:lnTo>
                    <a:pt x="0" y="185962"/>
                  </a:lnTo>
                  <a:lnTo>
                    <a:pt x="258562" y="47990"/>
                  </a:lnTo>
                  <a:lnTo>
                    <a:pt x="258562" y="0"/>
                  </a:lnTo>
                  <a:lnTo>
                    <a:pt x="1211" y="12127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8" name="任意形状 167"/>
            <p:cNvSpPr/>
            <p:nvPr/>
          </p:nvSpPr>
          <p:spPr>
            <a:xfrm>
              <a:off x="10416039" y="1902461"/>
              <a:ext cx="514702" cy="279349"/>
            </a:xfrm>
            <a:custGeom>
              <a:avLst/>
              <a:gdLst>
                <a:gd name="connsiteX0" fmla="*/ 0 w 514702"/>
                <a:gd name="connsiteY0" fmla="*/ 145923 h 279349"/>
                <a:gd name="connsiteX1" fmla="*/ 257351 w 514702"/>
                <a:gd name="connsiteY1" fmla="*/ 279349 h 279349"/>
                <a:gd name="connsiteX2" fmla="*/ 514702 w 514702"/>
                <a:gd name="connsiteY2" fmla="*/ 145923 h 279349"/>
                <a:gd name="connsiteX3" fmla="*/ 257351 w 514702"/>
                <a:gd name="connsiteY3" fmla="*/ 0 h 279349"/>
                <a:gd name="connsiteX4" fmla="*/ 0 w 514702"/>
                <a:gd name="connsiteY4" fmla="*/ 145923 h 27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702" h="279349">
                  <a:moveTo>
                    <a:pt x="0" y="145923"/>
                  </a:moveTo>
                  <a:lnTo>
                    <a:pt x="257351" y="279349"/>
                  </a:lnTo>
                  <a:lnTo>
                    <a:pt x="514702" y="145923"/>
                  </a:lnTo>
                  <a:lnTo>
                    <a:pt x="257351" y="0"/>
                  </a:lnTo>
                  <a:lnTo>
                    <a:pt x="0" y="14592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9" name="任意形状 168"/>
            <p:cNvSpPr/>
            <p:nvPr/>
          </p:nvSpPr>
          <p:spPr>
            <a:xfrm>
              <a:off x="10377805" y="1742979"/>
              <a:ext cx="591171" cy="381193"/>
            </a:xfrm>
            <a:custGeom>
              <a:avLst/>
              <a:gdLst>
                <a:gd name="connsiteX0" fmla="*/ 0 w 591171"/>
                <a:gd name="connsiteY0" fmla="*/ 167603 h 381193"/>
                <a:gd name="connsiteX1" fmla="*/ 0 w 591171"/>
                <a:gd name="connsiteY1" fmla="*/ 222723 h 381193"/>
                <a:gd name="connsiteX2" fmla="*/ 294195 w 591171"/>
                <a:gd name="connsiteY2" fmla="*/ 381193 h 381193"/>
                <a:gd name="connsiteX3" fmla="*/ 591171 w 591171"/>
                <a:gd name="connsiteY3" fmla="*/ 222723 h 381193"/>
                <a:gd name="connsiteX4" fmla="*/ 591171 w 591171"/>
                <a:gd name="connsiteY4" fmla="*/ 167603 h 381193"/>
                <a:gd name="connsiteX5" fmla="*/ 294195 w 591171"/>
                <a:gd name="connsiteY5" fmla="*/ 0 h 381193"/>
                <a:gd name="connsiteX6" fmla="*/ 0 w 591171"/>
                <a:gd name="connsiteY6" fmla="*/ 167603 h 38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171" h="381193">
                  <a:moveTo>
                    <a:pt x="0" y="167603"/>
                  </a:moveTo>
                  <a:lnTo>
                    <a:pt x="0" y="222723"/>
                  </a:lnTo>
                  <a:lnTo>
                    <a:pt x="294195" y="381193"/>
                  </a:lnTo>
                  <a:lnTo>
                    <a:pt x="591171" y="222723"/>
                  </a:lnTo>
                  <a:lnTo>
                    <a:pt x="591171" y="167603"/>
                  </a:lnTo>
                  <a:lnTo>
                    <a:pt x="294195" y="0"/>
                  </a:lnTo>
                  <a:lnTo>
                    <a:pt x="0" y="16760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0" name="任意形状 169"/>
            <p:cNvSpPr/>
            <p:nvPr/>
          </p:nvSpPr>
          <p:spPr>
            <a:xfrm>
              <a:off x="10671999" y="1910582"/>
              <a:ext cx="296976" cy="213590"/>
            </a:xfrm>
            <a:custGeom>
              <a:avLst/>
              <a:gdLst>
                <a:gd name="connsiteX0" fmla="*/ 1391 w 296976"/>
                <a:gd name="connsiteY0" fmla="*/ 139297 h 213590"/>
                <a:gd name="connsiteX1" fmla="*/ 0 w 296976"/>
                <a:gd name="connsiteY1" fmla="*/ 213590 h 213590"/>
                <a:gd name="connsiteX2" fmla="*/ 296976 w 296976"/>
                <a:gd name="connsiteY2" fmla="*/ 55120 h 213590"/>
                <a:gd name="connsiteX3" fmla="*/ 296976 w 296976"/>
                <a:gd name="connsiteY3" fmla="*/ 0 h 213590"/>
                <a:gd name="connsiteX4" fmla="*/ 1391 w 296976"/>
                <a:gd name="connsiteY4" fmla="*/ 139297 h 21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976" h="213590">
                  <a:moveTo>
                    <a:pt x="1391" y="139297"/>
                  </a:moveTo>
                  <a:lnTo>
                    <a:pt x="0" y="213590"/>
                  </a:lnTo>
                  <a:lnTo>
                    <a:pt x="296976" y="55120"/>
                  </a:lnTo>
                  <a:lnTo>
                    <a:pt x="296976" y="0"/>
                  </a:lnTo>
                  <a:lnTo>
                    <a:pt x="1391" y="13929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1" name="任意形状 170"/>
            <p:cNvSpPr/>
            <p:nvPr/>
          </p:nvSpPr>
          <p:spPr>
            <a:xfrm>
              <a:off x="10377805" y="1742979"/>
              <a:ext cx="591171" cy="320851"/>
            </a:xfrm>
            <a:custGeom>
              <a:avLst/>
              <a:gdLst>
                <a:gd name="connsiteX0" fmla="*/ 0 w 591171"/>
                <a:gd name="connsiteY0" fmla="*/ 167603 h 320851"/>
                <a:gd name="connsiteX1" fmla="*/ 295586 w 591171"/>
                <a:gd name="connsiteY1" fmla="*/ 320852 h 320851"/>
                <a:gd name="connsiteX2" fmla="*/ 591171 w 591171"/>
                <a:gd name="connsiteY2" fmla="*/ 167603 h 320851"/>
                <a:gd name="connsiteX3" fmla="*/ 295586 w 591171"/>
                <a:gd name="connsiteY3" fmla="*/ 0 h 320851"/>
                <a:gd name="connsiteX4" fmla="*/ 0 w 591171"/>
                <a:gd name="connsiteY4" fmla="*/ 167603 h 320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171" h="320851">
                  <a:moveTo>
                    <a:pt x="0" y="167603"/>
                  </a:moveTo>
                  <a:lnTo>
                    <a:pt x="295586" y="320852"/>
                  </a:lnTo>
                  <a:lnTo>
                    <a:pt x="591171" y="167603"/>
                  </a:lnTo>
                  <a:lnTo>
                    <a:pt x="295586" y="0"/>
                  </a:lnTo>
                  <a:lnTo>
                    <a:pt x="0" y="16760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2" name="任意形状 171"/>
            <p:cNvSpPr/>
            <p:nvPr/>
          </p:nvSpPr>
          <p:spPr>
            <a:xfrm>
              <a:off x="10501405" y="1810062"/>
              <a:ext cx="343968" cy="186685"/>
            </a:xfrm>
            <a:custGeom>
              <a:avLst/>
              <a:gdLst>
                <a:gd name="connsiteX0" fmla="*/ 0 w 343968"/>
                <a:gd name="connsiteY0" fmla="*/ 97519 h 186685"/>
                <a:gd name="connsiteX1" fmla="*/ 171984 w 343968"/>
                <a:gd name="connsiteY1" fmla="*/ 186685 h 186685"/>
                <a:gd name="connsiteX2" fmla="*/ 343969 w 343968"/>
                <a:gd name="connsiteY2" fmla="*/ 97519 h 186685"/>
                <a:gd name="connsiteX3" fmla="*/ 171984 w 343968"/>
                <a:gd name="connsiteY3" fmla="*/ 0 h 186685"/>
                <a:gd name="connsiteX4" fmla="*/ 0 w 343968"/>
                <a:gd name="connsiteY4" fmla="*/ 97519 h 186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968" h="186685">
                  <a:moveTo>
                    <a:pt x="0" y="97519"/>
                  </a:moveTo>
                  <a:lnTo>
                    <a:pt x="171984" y="186685"/>
                  </a:lnTo>
                  <a:lnTo>
                    <a:pt x="343969" y="97519"/>
                  </a:lnTo>
                  <a:lnTo>
                    <a:pt x="171984" y="0"/>
                  </a:lnTo>
                  <a:lnTo>
                    <a:pt x="0" y="97519"/>
                  </a:lnTo>
                  <a:close/>
                </a:path>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3" name="任意形状 172"/>
            <p:cNvSpPr/>
            <p:nvPr/>
          </p:nvSpPr>
          <p:spPr>
            <a:xfrm>
              <a:off x="10673390" y="1810062"/>
              <a:ext cx="171984" cy="115906"/>
            </a:xfrm>
            <a:custGeom>
              <a:avLst/>
              <a:gdLst>
                <a:gd name="connsiteX0" fmla="*/ 0 w 171984"/>
                <a:gd name="connsiteY0" fmla="*/ 36959 h 115906"/>
                <a:gd name="connsiteX1" fmla="*/ 136834 w 171984"/>
                <a:gd name="connsiteY1" fmla="*/ 115907 h 115906"/>
                <a:gd name="connsiteX2" fmla="*/ 171984 w 171984"/>
                <a:gd name="connsiteY2" fmla="*/ 97519 h 115906"/>
                <a:gd name="connsiteX3" fmla="*/ 0 w 171984"/>
                <a:gd name="connsiteY3" fmla="*/ 0 h 115906"/>
                <a:gd name="connsiteX4" fmla="*/ 0 w 171984"/>
                <a:gd name="connsiteY4" fmla="*/ 36959 h 115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4" h="115906">
                  <a:moveTo>
                    <a:pt x="0" y="36959"/>
                  </a:moveTo>
                  <a:lnTo>
                    <a:pt x="136834" y="115907"/>
                  </a:lnTo>
                  <a:lnTo>
                    <a:pt x="171984" y="97519"/>
                  </a:lnTo>
                  <a:lnTo>
                    <a:pt x="0" y="0"/>
                  </a:lnTo>
                  <a:lnTo>
                    <a:pt x="0" y="36959"/>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4" name="任意形状 173"/>
            <p:cNvSpPr/>
            <p:nvPr/>
          </p:nvSpPr>
          <p:spPr>
            <a:xfrm>
              <a:off x="10501405" y="1810062"/>
              <a:ext cx="171984" cy="115906"/>
            </a:xfrm>
            <a:custGeom>
              <a:avLst/>
              <a:gdLst>
                <a:gd name="connsiteX0" fmla="*/ 171984 w 171984"/>
                <a:gd name="connsiteY0" fmla="*/ 36959 h 115906"/>
                <a:gd name="connsiteX1" fmla="*/ 33583 w 171984"/>
                <a:gd name="connsiteY1" fmla="*/ 115907 h 115906"/>
                <a:gd name="connsiteX2" fmla="*/ 0 w 171984"/>
                <a:gd name="connsiteY2" fmla="*/ 97519 h 115906"/>
                <a:gd name="connsiteX3" fmla="*/ 171984 w 171984"/>
                <a:gd name="connsiteY3" fmla="*/ 0 h 115906"/>
                <a:gd name="connsiteX4" fmla="*/ 171984 w 171984"/>
                <a:gd name="connsiteY4" fmla="*/ 36959 h 115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4" h="115906">
                  <a:moveTo>
                    <a:pt x="171984" y="36959"/>
                  </a:moveTo>
                  <a:lnTo>
                    <a:pt x="33583" y="115907"/>
                  </a:lnTo>
                  <a:lnTo>
                    <a:pt x="0" y="97519"/>
                  </a:lnTo>
                  <a:lnTo>
                    <a:pt x="171984" y="0"/>
                  </a:lnTo>
                  <a:lnTo>
                    <a:pt x="171984" y="36959"/>
                  </a:lnTo>
                  <a:close/>
                </a:path>
              </a:pathLst>
            </a:custGeom>
            <a:solidFill>
              <a:srgbClr val="4571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5" name="任意形状 174"/>
            <p:cNvSpPr/>
            <p:nvPr/>
          </p:nvSpPr>
          <p:spPr>
            <a:xfrm>
              <a:off x="10555520" y="1725921"/>
              <a:ext cx="226530" cy="245947"/>
            </a:xfrm>
            <a:custGeom>
              <a:avLst/>
              <a:gdLst>
                <a:gd name="connsiteX0" fmla="*/ 0 w 226530"/>
                <a:gd name="connsiteY0" fmla="*/ 63374 h 245947"/>
                <a:gd name="connsiteX1" fmla="*/ 0 w 226530"/>
                <a:gd name="connsiteY1" fmla="*/ 186027 h 245947"/>
                <a:gd name="connsiteX2" fmla="*/ 112732 w 226530"/>
                <a:gd name="connsiteY2" fmla="*/ 245948 h 245947"/>
                <a:gd name="connsiteX3" fmla="*/ 226530 w 226530"/>
                <a:gd name="connsiteY3" fmla="*/ 186027 h 245947"/>
                <a:gd name="connsiteX4" fmla="*/ 226530 w 226530"/>
                <a:gd name="connsiteY4" fmla="*/ 63374 h 245947"/>
                <a:gd name="connsiteX5" fmla="*/ 112732 w 226530"/>
                <a:gd name="connsiteY5" fmla="*/ 0 h 245947"/>
                <a:gd name="connsiteX6" fmla="*/ 0 w 226530"/>
                <a:gd name="connsiteY6" fmla="*/ 63374 h 245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530" h="245947">
                  <a:moveTo>
                    <a:pt x="0" y="63374"/>
                  </a:moveTo>
                  <a:lnTo>
                    <a:pt x="0" y="186027"/>
                  </a:lnTo>
                  <a:lnTo>
                    <a:pt x="112732" y="245948"/>
                  </a:lnTo>
                  <a:lnTo>
                    <a:pt x="226530" y="186027"/>
                  </a:lnTo>
                  <a:lnTo>
                    <a:pt x="226530" y="63374"/>
                  </a:lnTo>
                  <a:lnTo>
                    <a:pt x="112732" y="0"/>
                  </a:lnTo>
                  <a:lnTo>
                    <a:pt x="0" y="6337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6" name="任意形状 175"/>
            <p:cNvSpPr/>
            <p:nvPr/>
          </p:nvSpPr>
          <p:spPr>
            <a:xfrm>
              <a:off x="10668252" y="1789295"/>
              <a:ext cx="113798" cy="182573"/>
            </a:xfrm>
            <a:custGeom>
              <a:avLst/>
              <a:gdLst>
                <a:gd name="connsiteX0" fmla="*/ 533 w 113798"/>
                <a:gd name="connsiteY0" fmla="*/ 59600 h 182573"/>
                <a:gd name="connsiteX1" fmla="*/ 0 w 113798"/>
                <a:gd name="connsiteY1" fmla="*/ 182573 h 182573"/>
                <a:gd name="connsiteX2" fmla="*/ 113798 w 113798"/>
                <a:gd name="connsiteY2" fmla="*/ 122652 h 182573"/>
                <a:gd name="connsiteX3" fmla="*/ 113798 w 113798"/>
                <a:gd name="connsiteY3" fmla="*/ 0 h 182573"/>
                <a:gd name="connsiteX4" fmla="*/ 533 w 113798"/>
                <a:gd name="connsiteY4" fmla="*/ 59600 h 182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98" h="182573">
                  <a:moveTo>
                    <a:pt x="533" y="59600"/>
                  </a:moveTo>
                  <a:lnTo>
                    <a:pt x="0" y="182573"/>
                  </a:lnTo>
                  <a:lnTo>
                    <a:pt x="113798" y="122652"/>
                  </a:lnTo>
                  <a:lnTo>
                    <a:pt x="113798" y="0"/>
                  </a:lnTo>
                  <a:lnTo>
                    <a:pt x="533" y="5960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7" name="任意形状 176"/>
            <p:cNvSpPr/>
            <p:nvPr/>
          </p:nvSpPr>
          <p:spPr>
            <a:xfrm>
              <a:off x="10555520" y="1725921"/>
              <a:ext cx="226530" cy="122973"/>
            </a:xfrm>
            <a:custGeom>
              <a:avLst/>
              <a:gdLst>
                <a:gd name="connsiteX0" fmla="*/ 0 w 226530"/>
                <a:gd name="connsiteY0" fmla="*/ 63374 h 122973"/>
                <a:gd name="connsiteX1" fmla="*/ 112732 w 226530"/>
                <a:gd name="connsiteY1" fmla="*/ 122973 h 122973"/>
                <a:gd name="connsiteX2" fmla="*/ 226530 w 226530"/>
                <a:gd name="connsiteY2" fmla="*/ 63053 h 122973"/>
                <a:gd name="connsiteX3" fmla="*/ 112732 w 226530"/>
                <a:gd name="connsiteY3" fmla="*/ 0 h 122973"/>
                <a:gd name="connsiteX4" fmla="*/ 0 w 226530"/>
                <a:gd name="connsiteY4" fmla="*/ 63374 h 122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30" h="122973">
                  <a:moveTo>
                    <a:pt x="0" y="63374"/>
                  </a:moveTo>
                  <a:lnTo>
                    <a:pt x="112732" y="122973"/>
                  </a:lnTo>
                  <a:lnTo>
                    <a:pt x="226530" y="63053"/>
                  </a:lnTo>
                  <a:lnTo>
                    <a:pt x="112732" y="0"/>
                  </a:lnTo>
                  <a:lnTo>
                    <a:pt x="0" y="6337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8" name="任意形状 177"/>
            <p:cNvSpPr/>
            <p:nvPr/>
          </p:nvSpPr>
          <p:spPr>
            <a:xfrm>
              <a:off x="10555520" y="1653321"/>
              <a:ext cx="226530" cy="162976"/>
            </a:xfrm>
            <a:custGeom>
              <a:avLst/>
              <a:gdLst>
                <a:gd name="connsiteX0" fmla="*/ 0 w 226530"/>
                <a:gd name="connsiteY0" fmla="*/ 63374 h 162976"/>
                <a:gd name="connsiteX1" fmla="*/ 0 w 226530"/>
                <a:gd name="connsiteY1" fmla="*/ 103056 h 162976"/>
                <a:gd name="connsiteX2" fmla="*/ 112732 w 226530"/>
                <a:gd name="connsiteY2" fmla="*/ 162977 h 162976"/>
                <a:gd name="connsiteX3" fmla="*/ 226530 w 226530"/>
                <a:gd name="connsiteY3" fmla="*/ 103056 h 162976"/>
                <a:gd name="connsiteX4" fmla="*/ 226530 w 226530"/>
                <a:gd name="connsiteY4" fmla="*/ 63374 h 162976"/>
                <a:gd name="connsiteX5" fmla="*/ 112732 w 226530"/>
                <a:gd name="connsiteY5" fmla="*/ 0 h 162976"/>
                <a:gd name="connsiteX6" fmla="*/ 0 w 226530"/>
                <a:gd name="connsiteY6" fmla="*/ 63374 h 16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530" h="162976">
                  <a:moveTo>
                    <a:pt x="0" y="63374"/>
                  </a:moveTo>
                  <a:lnTo>
                    <a:pt x="0" y="103056"/>
                  </a:lnTo>
                  <a:lnTo>
                    <a:pt x="112732" y="162977"/>
                  </a:lnTo>
                  <a:lnTo>
                    <a:pt x="226530" y="103056"/>
                  </a:lnTo>
                  <a:lnTo>
                    <a:pt x="226530" y="63374"/>
                  </a:lnTo>
                  <a:lnTo>
                    <a:pt x="112732" y="0"/>
                  </a:lnTo>
                  <a:lnTo>
                    <a:pt x="0" y="6337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9" name="任意形状 178"/>
            <p:cNvSpPr/>
            <p:nvPr/>
          </p:nvSpPr>
          <p:spPr>
            <a:xfrm>
              <a:off x="10668252" y="1716695"/>
              <a:ext cx="113798" cy="99601"/>
            </a:xfrm>
            <a:custGeom>
              <a:avLst/>
              <a:gdLst>
                <a:gd name="connsiteX0" fmla="*/ 533 w 113798"/>
                <a:gd name="connsiteY0" fmla="*/ 59600 h 99601"/>
                <a:gd name="connsiteX1" fmla="*/ 0 w 113798"/>
                <a:gd name="connsiteY1" fmla="*/ 99602 h 99601"/>
                <a:gd name="connsiteX2" fmla="*/ 113798 w 113798"/>
                <a:gd name="connsiteY2" fmla="*/ 39681 h 99601"/>
                <a:gd name="connsiteX3" fmla="*/ 113798 w 113798"/>
                <a:gd name="connsiteY3" fmla="*/ 0 h 99601"/>
                <a:gd name="connsiteX4" fmla="*/ 533 w 113798"/>
                <a:gd name="connsiteY4" fmla="*/ 59600 h 99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98" h="99601">
                  <a:moveTo>
                    <a:pt x="533" y="59600"/>
                  </a:moveTo>
                  <a:lnTo>
                    <a:pt x="0" y="99602"/>
                  </a:lnTo>
                  <a:lnTo>
                    <a:pt x="113798" y="39681"/>
                  </a:lnTo>
                  <a:lnTo>
                    <a:pt x="113798" y="0"/>
                  </a:lnTo>
                  <a:lnTo>
                    <a:pt x="533" y="5960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0" name="任意形状 179"/>
            <p:cNvSpPr/>
            <p:nvPr/>
          </p:nvSpPr>
          <p:spPr>
            <a:xfrm>
              <a:off x="10555520" y="1653321"/>
              <a:ext cx="226530" cy="122973"/>
            </a:xfrm>
            <a:custGeom>
              <a:avLst/>
              <a:gdLst>
                <a:gd name="connsiteX0" fmla="*/ 0 w 226530"/>
                <a:gd name="connsiteY0" fmla="*/ 63374 h 122973"/>
                <a:gd name="connsiteX1" fmla="*/ 112732 w 226530"/>
                <a:gd name="connsiteY1" fmla="*/ 122973 h 122973"/>
                <a:gd name="connsiteX2" fmla="*/ 226530 w 226530"/>
                <a:gd name="connsiteY2" fmla="*/ 63053 h 122973"/>
                <a:gd name="connsiteX3" fmla="*/ 112732 w 226530"/>
                <a:gd name="connsiteY3" fmla="*/ 0 h 122973"/>
                <a:gd name="connsiteX4" fmla="*/ 0 w 226530"/>
                <a:gd name="connsiteY4" fmla="*/ 63374 h 122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30" h="122973">
                  <a:moveTo>
                    <a:pt x="0" y="63374"/>
                  </a:moveTo>
                  <a:lnTo>
                    <a:pt x="112732" y="122973"/>
                  </a:lnTo>
                  <a:lnTo>
                    <a:pt x="226530" y="63053"/>
                  </a:lnTo>
                  <a:lnTo>
                    <a:pt x="112732" y="0"/>
                  </a:lnTo>
                  <a:lnTo>
                    <a:pt x="0" y="6337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81" name="图片 72" descr="icon-22"/>
          <p:cNvGrpSpPr/>
          <p:nvPr/>
        </p:nvGrpSpPr>
        <p:grpSpPr>
          <a:xfrm>
            <a:off x="10368280" y="3173928"/>
            <a:ext cx="619488" cy="581025"/>
            <a:chOff x="10368280" y="3173928"/>
            <a:chExt cx="619488" cy="581025"/>
          </a:xfrm>
        </p:grpSpPr>
        <p:sp>
          <p:nvSpPr>
            <p:cNvPr id="182" name="任意形状 181"/>
            <p:cNvSpPr/>
            <p:nvPr/>
          </p:nvSpPr>
          <p:spPr>
            <a:xfrm>
              <a:off x="10438601" y="3380826"/>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3" name="任意形状 182"/>
            <p:cNvSpPr/>
            <p:nvPr/>
          </p:nvSpPr>
          <p:spPr>
            <a:xfrm>
              <a:off x="10468315" y="3396140"/>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4" name="任意形状 183"/>
            <p:cNvSpPr/>
            <p:nvPr/>
          </p:nvSpPr>
          <p:spPr>
            <a:xfrm>
              <a:off x="10438601" y="3380826"/>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5" name="任意形状 184"/>
            <p:cNvSpPr/>
            <p:nvPr/>
          </p:nvSpPr>
          <p:spPr>
            <a:xfrm>
              <a:off x="10492005" y="3412868"/>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6" name="任意形状 185"/>
            <p:cNvSpPr/>
            <p:nvPr/>
          </p:nvSpPr>
          <p:spPr>
            <a:xfrm>
              <a:off x="10521719" y="3428183"/>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7" name="任意形状 186"/>
            <p:cNvSpPr/>
            <p:nvPr/>
          </p:nvSpPr>
          <p:spPr>
            <a:xfrm>
              <a:off x="10492005" y="3412868"/>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8" name="任意形状 187"/>
            <p:cNvSpPr/>
            <p:nvPr/>
          </p:nvSpPr>
          <p:spPr>
            <a:xfrm>
              <a:off x="10545409" y="3444911"/>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9" name="任意形状 188"/>
            <p:cNvSpPr/>
            <p:nvPr/>
          </p:nvSpPr>
          <p:spPr>
            <a:xfrm>
              <a:off x="10575124" y="3460225"/>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0" name="任意形状 189"/>
            <p:cNvSpPr/>
            <p:nvPr/>
          </p:nvSpPr>
          <p:spPr>
            <a:xfrm>
              <a:off x="10545409" y="3444911"/>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1" name="任意形状 190"/>
            <p:cNvSpPr/>
            <p:nvPr/>
          </p:nvSpPr>
          <p:spPr>
            <a:xfrm>
              <a:off x="10598813" y="3476953"/>
              <a:ext cx="335550" cy="278000"/>
            </a:xfrm>
            <a:custGeom>
              <a:avLst/>
              <a:gdLst>
                <a:gd name="connsiteX0" fmla="*/ 0 w 335550"/>
                <a:gd name="connsiteY0" fmla="*/ 161922 h 278000"/>
                <a:gd name="connsiteX1" fmla="*/ 0 w 335550"/>
                <a:gd name="connsiteY1" fmla="*/ 261410 h 278000"/>
                <a:gd name="connsiteX2" fmla="*/ 29714 w 335550"/>
                <a:gd name="connsiteY2" fmla="*/ 278001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1"/>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2" name="任意形状 191"/>
            <p:cNvSpPr/>
            <p:nvPr/>
          </p:nvSpPr>
          <p:spPr>
            <a:xfrm>
              <a:off x="10628528" y="3492268"/>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3" name="任意形状 192"/>
            <p:cNvSpPr/>
            <p:nvPr/>
          </p:nvSpPr>
          <p:spPr>
            <a:xfrm>
              <a:off x="10598813" y="3476953"/>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4" name="任意形状 193"/>
            <p:cNvSpPr/>
            <p:nvPr/>
          </p:nvSpPr>
          <p:spPr>
            <a:xfrm>
              <a:off x="10368280" y="3330345"/>
              <a:ext cx="608807" cy="392565"/>
            </a:xfrm>
            <a:custGeom>
              <a:avLst/>
              <a:gdLst>
                <a:gd name="connsiteX0" fmla="*/ 0 w 608807"/>
                <a:gd name="connsiteY0" fmla="*/ 172603 h 392565"/>
                <a:gd name="connsiteX1" fmla="*/ 0 w 608807"/>
                <a:gd name="connsiteY1" fmla="*/ 229368 h 392565"/>
                <a:gd name="connsiteX2" fmla="*/ 302971 w 608807"/>
                <a:gd name="connsiteY2" fmla="*/ 392565 h 392565"/>
                <a:gd name="connsiteX3" fmla="*/ 608808 w 608807"/>
                <a:gd name="connsiteY3" fmla="*/ 229368 h 392565"/>
                <a:gd name="connsiteX4" fmla="*/ 608808 w 608807"/>
                <a:gd name="connsiteY4" fmla="*/ 172603 h 392565"/>
                <a:gd name="connsiteX5" fmla="*/ 302971 w 608807"/>
                <a:gd name="connsiteY5" fmla="*/ 0 h 392565"/>
                <a:gd name="connsiteX6" fmla="*/ 0 w 608807"/>
                <a:gd name="connsiteY6" fmla="*/ 172603 h 3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807" h="392565">
                  <a:moveTo>
                    <a:pt x="0" y="172603"/>
                  </a:moveTo>
                  <a:lnTo>
                    <a:pt x="0" y="229368"/>
                  </a:lnTo>
                  <a:lnTo>
                    <a:pt x="302971" y="392565"/>
                  </a:lnTo>
                  <a:lnTo>
                    <a:pt x="608808" y="229368"/>
                  </a:lnTo>
                  <a:lnTo>
                    <a:pt x="608808" y="172603"/>
                  </a:lnTo>
                  <a:lnTo>
                    <a:pt x="302971" y="0"/>
                  </a:lnTo>
                  <a:lnTo>
                    <a:pt x="0" y="17260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5" name="任意形状 194"/>
            <p:cNvSpPr/>
            <p:nvPr/>
          </p:nvSpPr>
          <p:spPr>
            <a:xfrm>
              <a:off x="10671251" y="3502948"/>
              <a:ext cx="305835" cy="219962"/>
            </a:xfrm>
            <a:custGeom>
              <a:avLst/>
              <a:gdLst>
                <a:gd name="connsiteX0" fmla="*/ 1432 w 305835"/>
                <a:gd name="connsiteY0" fmla="*/ 143453 h 219962"/>
                <a:gd name="connsiteX1" fmla="*/ 0 w 305835"/>
                <a:gd name="connsiteY1" fmla="*/ 219963 h 219962"/>
                <a:gd name="connsiteX2" fmla="*/ 305835 w 305835"/>
                <a:gd name="connsiteY2" fmla="*/ 56765 h 219962"/>
                <a:gd name="connsiteX3" fmla="*/ 305835 w 305835"/>
                <a:gd name="connsiteY3" fmla="*/ 0 h 219962"/>
                <a:gd name="connsiteX4" fmla="*/ 1432 w 305835"/>
                <a:gd name="connsiteY4" fmla="*/ 143453 h 219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19962">
                  <a:moveTo>
                    <a:pt x="1432" y="143453"/>
                  </a:moveTo>
                  <a:lnTo>
                    <a:pt x="0" y="219963"/>
                  </a:lnTo>
                  <a:lnTo>
                    <a:pt x="305835" y="56765"/>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6" name="任意形状 195"/>
            <p:cNvSpPr/>
            <p:nvPr/>
          </p:nvSpPr>
          <p:spPr>
            <a:xfrm>
              <a:off x="10368280" y="3330345"/>
              <a:ext cx="608807" cy="330424"/>
            </a:xfrm>
            <a:custGeom>
              <a:avLst/>
              <a:gdLst>
                <a:gd name="connsiteX0" fmla="*/ 0 w 608807"/>
                <a:gd name="connsiteY0" fmla="*/ 172603 h 330424"/>
                <a:gd name="connsiteX1" fmla="*/ 304404 w 608807"/>
                <a:gd name="connsiteY1" fmla="*/ 330424 h 330424"/>
                <a:gd name="connsiteX2" fmla="*/ 608808 w 608807"/>
                <a:gd name="connsiteY2" fmla="*/ 172603 h 330424"/>
                <a:gd name="connsiteX3" fmla="*/ 304404 w 608807"/>
                <a:gd name="connsiteY3" fmla="*/ 0 h 330424"/>
                <a:gd name="connsiteX4" fmla="*/ 0 w 608807"/>
                <a:gd name="connsiteY4" fmla="*/ 172603 h 330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807" h="330424">
                  <a:moveTo>
                    <a:pt x="0" y="172603"/>
                  </a:moveTo>
                  <a:lnTo>
                    <a:pt x="304404" y="330424"/>
                  </a:lnTo>
                  <a:lnTo>
                    <a:pt x="608808" y="172603"/>
                  </a:lnTo>
                  <a:lnTo>
                    <a:pt x="304404" y="0"/>
                  </a:lnTo>
                  <a:lnTo>
                    <a:pt x="0" y="17260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7" name="任意形状 196"/>
            <p:cNvSpPr/>
            <p:nvPr/>
          </p:nvSpPr>
          <p:spPr>
            <a:xfrm>
              <a:off x="10449282" y="3241975"/>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8" name="任意形状 197"/>
            <p:cNvSpPr/>
            <p:nvPr/>
          </p:nvSpPr>
          <p:spPr>
            <a:xfrm>
              <a:off x="10478996" y="3257289"/>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9" name="任意形状 198"/>
            <p:cNvSpPr/>
            <p:nvPr/>
          </p:nvSpPr>
          <p:spPr>
            <a:xfrm>
              <a:off x="10449282" y="3241975"/>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0" name="任意形状 199"/>
            <p:cNvSpPr/>
            <p:nvPr/>
          </p:nvSpPr>
          <p:spPr>
            <a:xfrm>
              <a:off x="10502686" y="3274017"/>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1" name="任意形状 200"/>
            <p:cNvSpPr/>
            <p:nvPr/>
          </p:nvSpPr>
          <p:spPr>
            <a:xfrm>
              <a:off x="10532400" y="3289332"/>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2" name="任意形状 201"/>
            <p:cNvSpPr/>
            <p:nvPr/>
          </p:nvSpPr>
          <p:spPr>
            <a:xfrm>
              <a:off x="10502686" y="3274017"/>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3" name="任意形状 202"/>
            <p:cNvSpPr/>
            <p:nvPr/>
          </p:nvSpPr>
          <p:spPr>
            <a:xfrm>
              <a:off x="10556090" y="3306060"/>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4" name="任意形状 203"/>
            <p:cNvSpPr/>
            <p:nvPr/>
          </p:nvSpPr>
          <p:spPr>
            <a:xfrm>
              <a:off x="10585804" y="3321374"/>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5" name="任意形状 204"/>
            <p:cNvSpPr/>
            <p:nvPr/>
          </p:nvSpPr>
          <p:spPr>
            <a:xfrm>
              <a:off x="10556090" y="3306060"/>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6" name="任意形状 205"/>
            <p:cNvSpPr/>
            <p:nvPr/>
          </p:nvSpPr>
          <p:spPr>
            <a:xfrm>
              <a:off x="10609494" y="3338102"/>
              <a:ext cx="335550" cy="278000"/>
            </a:xfrm>
            <a:custGeom>
              <a:avLst/>
              <a:gdLst>
                <a:gd name="connsiteX0" fmla="*/ 0 w 335550"/>
                <a:gd name="connsiteY0" fmla="*/ 161922 h 278000"/>
                <a:gd name="connsiteX1" fmla="*/ 0 w 335550"/>
                <a:gd name="connsiteY1" fmla="*/ 261410 h 278000"/>
                <a:gd name="connsiteX2" fmla="*/ 29714 w 335550"/>
                <a:gd name="connsiteY2" fmla="*/ 278000 h 278000"/>
                <a:gd name="connsiteX3" fmla="*/ 335551 w 335550"/>
                <a:gd name="connsiteY3" fmla="*/ 114802 h 278000"/>
                <a:gd name="connsiteX4" fmla="*/ 335551 w 335550"/>
                <a:gd name="connsiteY4" fmla="*/ 15314 h 278000"/>
                <a:gd name="connsiteX5" fmla="*/ 304404 w 335550"/>
                <a:gd name="connsiteY5" fmla="*/ 0 h 278000"/>
                <a:gd name="connsiteX6" fmla="*/ 0 w 335550"/>
                <a:gd name="connsiteY6" fmla="*/ 161922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50" h="278000">
                  <a:moveTo>
                    <a:pt x="0" y="161922"/>
                  </a:moveTo>
                  <a:lnTo>
                    <a:pt x="0" y="261410"/>
                  </a:lnTo>
                  <a:lnTo>
                    <a:pt x="29714" y="278000"/>
                  </a:lnTo>
                  <a:lnTo>
                    <a:pt x="335551" y="114802"/>
                  </a:lnTo>
                  <a:lnTo>
                    <a:pt x="335551" y="15314"/>
                  </a:lnTo>
                  <a:lnTo>
                    <a:pt x="304404" y="0"/>
                  </a:lnTo>
                  <a:lnTo>
                    <a:pt x="0" y="16192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7" name="任意形状 206"/>
            <p:cNvSpPr/>
            <p:nvPr/>
          </p:nvSpPr>
          <p:spPr>
            <a:xfrm>
              <a:off x="10639208" y="3353417"/>
              <a:ext cx="305835" cy="262685"/>
            </a:xfrm>
            <a:custGeom>
              <a:avLst/>
              <a:gdLst>
                <a:gd name="connsiteX0" fmla="*/ 1432 w 305835"/>
                <a:gd name="connsiteY0" fmla="*/ 143453 h 262685"/>
                <a:gd name="connsiteX1" fmla="*/ 0 w 305835"/>
                <a:gd name="connsiteY1" fmla="*/ 262685 h 262685"/>
                <a:gd name="connsiteX2" fmla="*/ 305835 w 305835"/>
                <a:gd name="connsiteY2" fmla="*/ 99488 h 262685"/>
                <a:gd name="connsiteX3" fmla="*/ 305835 w 305835"/>
                <a:gd name="connsiteY3" fmla="*/ 0 h 262685"/>
                <a:gd name="connsiteX4" fmla="*/ 1432 w 305835"/>
                <a:gd name="connsiteY4" fmla="*/ 143453 h 262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62685">
                  <a:moveTo>
                    <a:pt x="1432" y="143453"/>
                  </a:moveTo>
                  <a:lnTo>
                    <a:pt x="0" y="262685"/>
                  </a:lnTo>
                  <a:lnTo>
                    <a:pt x="305835" y="99488"/>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8" name="任意形状 207"/>
            <p:cNvSpPr/>
            <p:nvPr/>
          </p:nvSpPr>
          <p:spPr>
            <a:xfrm>
              <a:off x="10609494" y="3338102"/>
              <a:ext cx="335550" cy="173134"/>
            </a:xfrm>
            <a:custGeom>
              <a:avLst/>
              <a:gdLst>
                <a:gd name="connsiteX0" fmla="*/ 0 w 335550"/>
                <a:gd name="connsiteY0" fmla="*/ 161922 h 173134"/>
                <a:gd name="connsiteX1" fmla="*/ 31147 w 335550"/>
                <a:gd name="connsiteY1" fmla="*/ 173135 h 173134"/>
                <a:gd name="connsiteX2" fmla="*/ 335551 w 335550"/>
                <a:gd name="connsiteY2" fmla="*/ 15314 h 173134"/>
                <a:gd name="connsiteX3" fmla="*/ 304404 w 335550"/>
                <a:gd name="connsiteY3" fmla="*/ 0 h 173134"/>
                <a:gd name="connsiteX4" fmla="*/ 0 w 335550"/>
                <a:gd name="connsiteY4" fmla="*/ 161922 h 173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0" h="173134">
                  <a:moveTo>
                    <a:pt x="0" y="161922"/>
                  </a:moveTo>
                  <a:lnTo>
                    <a:pt x="31147" y="173135"/>
                  </a:lnTo>
                  <a:lnTo>
                    <a:pt x="335551" y="15314"/>
                  </a:lnTo>
                  <a:lnTo>
                    <a:pt x="304404" y="0"/>
                  </a:lnTo>
                  <a:lnTo>
                    <a:pt x="0" y="161922"/>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9" name="任意形状 208"/>
            <p:cNvSpPr/>
            <p:nvPr/>
          </p:nvSpPr>
          <p:spPr>
            <a:xfrm>
              <a:off x="10378960" y="3180814"/>
              <a:ext cx="608807" cy="392565"/>
            </a:xfrm>
            <a:custGeom>
              <a:avLst/>
              <a:gdLst>
                <a:gd name="connsiteX0" fmla="*/ 0 w 608807"/>
                <a:gd name="connsiteY0" fmla="*/ 172603 h 392565"/>
                <a:gd name="connsiteX1" fmla="*/ 0 w 608807"/>
                <a:gd name="connsiteY1" fmla="*/ 229368 h 392565"/>
                <a:gd name="connsiteX2" fmla="*/ 302971 w 608807"/>
                <a:gd name="connsiteY2" fmla="*/ 392565 h 392565"/>
                <a:gd name="connsiteX3" fmla="*/ 608808 w 608807"/>
                <a:gd name="connsiteY3" fmla="*/ 229368 h 392565"/>
                <a:gd name="connsiteX4" fmla="*/ 608808 w 608807"/>
                <a:gd name="connsiteY4" fmla="*/ 172603 h 392565"/>
                <a:gd name="connsiteX5" fmla="*/ 302971 w 608807"/>
                <a:gd name="connsiteY5" fmla="*/ 0 h 392565"/>
                <a:gd name="connsiteX6" fmla="*/ 0 w 608807"/>
                <a:gd name="connsiteY6" fmla="*/ 172603 h 3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807" h="392565">
                  <a:moveTo>
                    <a:pt x="0" y="172603"/>
                  </a:moveTo>
                  <a:lnTo>
                    <a:pt x="0" y="229368"/>
                  </a:lnTo>
                  <a:lnTo>
                    <a:pt x="302971" y="392565"/>
                  </a:lnTo>
                  <a:lnTo>
                    <a:pt x="608808" y="229368"/>
                  </a:lnTo>
                  <a:lnTo>
                    <a:pt x="608808" y="172603"/>
                  </a:lnTo>
                  <a:lnTo>
                    <a:pt x="302971" y="0"/>
                  </a:lnTo>
                  <a:lnTo>
                    <a:pt x="0" y="17260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0" name="任意形状 209"/>
            <p:cNvSpPr/>
            <p:nvPr/>
          </p:nvSpPr>
          <p:spPr>
            <a:xfrm>
              <a:off x="10681932" y="3353417"/>
              <a:ext cx="305835" cy="219962"/>
            </a:xfrm>
            <a:custGeom>
              <a:avLst/>
              <a:gdLst>
                <a:gd name="connsiteX0" fmla="*/ 1432 w 305835"/>
                <a:gd name="connsiteY0" fmla="*/ 143453 h 219962"/>
                <a:gd name="connsiteX1" fmla="*/ 0 w 305835"/>
                <a:gd name="connsiteY1" fmla="*/ 219963 h 219962"/>
                <a:gd name="connsiteX2" fmla="*/ 305835 w 305835"/>
                <a:gd name="connsiteY2" fmla="*/ 56765 h 219962"/>
                <a:gd name="connsiteX3" fmla="*/ 305835 w 305835"/>
                <a:gd name="connsiteY3" fmla="*/ 0 h 219962"/>
                <a:gd name="connsiteX4" fmla="*/ 1432 w 305835"/>
                <a:gd name="connsiteY4" fmla="*/ 143453 h 219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835" h="219962">
                  <a:moveTo>
                    <a:pt x="1432" y="143453"/>
                  </a:moveTo>
                  <a:lnTo>
                    <a:pt x="0" y="219963"/>
                  </a:lnTo>
                  <a:lnTo>
                    <a:pt x="305835" y="56765"/>
                  </a:lnTo>
                  <a:lnTo>
                    <a:pt x="305835" y="0"/>
                  </a:lnTo>
                  <a:lnTo>
                    <a:pt x="1432" y="14345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1" name="任意形状 210"/>
            <p:cNvSpPr/>
            <p:nvPr/>
          </p:nvSpPr>
          <p:spPr>
            <a:xfrm>
              <a:off x="10378960" y="3180814"/>
              <a:ext cx="608807" cy="330424"/>
            </a:xfrm>
            <a:custGeom>
              <a:avLst/>
              <a:gdLst>
                <a:gd name="connsiteX0" fmla="*/ 0 w 608807"/>
                <a:gd name="connsiteY0" fmla="*/ 172603 h 330424"/>
                <a:gd name="connsiteX1" fmla="*/ 304404 w 608807"/>
                <a:gd name="connsiteY1" fmla="*/ 330424 h 330424"/>
                <a:gd name="connsiteX2" fmla="*/ 608808 w 608807"/>
                <a:gd name="connsiteY2" fmla="*/ 172603 h 330424"/>
                <a:gd name="connsiteX3" fmla="*/ 304404 w 608807"/>
                <a:gd name="connsiteY3" fmla="*/ 0 h 330424"/>
                <a:gd name="connsiteX4" fmla="*/ 0 w 608807"/>
                <a:gd name="connsiteY4" fmla="*/ 172603 h 330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807" h="330424">
                  <a:moveTo>
                    <a:pt x="0" y="172603"/>
                  </a:moveTo>
                  <a:lnTo>
                    <a:pt x="304404" y="330424"/>
                  </a:lnTo>
                  <a:lnTo>
                    <a:pt x="608808" y="172603"/>
                  </a:lnTo>
                  <a:lnTo>
                    <a:pt x="304404" y="0"/>
                  </a:lnTo>
                  <a:lnTo>
                    <a:pt x="0" y="17260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2" name="任意形状 211"/>
            <p:cNvSpPr/>
            <p:nvPr/>
          </p:nvSpPr>
          <p:spPr>
            <a:xfrm>
              <a:off x="10561978" y="3173928"/>
              <a:ext cx="233289" cy="253284"/>
            </a:xfrm>
            <a:custGeom>
              <a:avLst/>
              <a:gdLst>
                <a:gd name="connsiteX0" fmla="*/ 0 w 233289"/>
                <a:gd name="connsiteY0" fmla="*/ 65265 h 253284"/>
                <a:gd name="connsiteX1" fmla="*/ 0 w 233289"/>
                <a:gd name="connsiteY1" fmla="*/ 191576 h 253284"/>
                <a:gd name="connsiteX2" fmla="*/ 116095 w 233289"/>
                <a:gd name="connsiteY2" fmla="*/ 253285 h 253284"/>
                <a:gd name="connsiteX3" fmla="*/ 233289 w 233289"/>
                <a:gd name="connsiteY3" fmla="*/ 191576 h 253284"/>
                <a:gd name="connsiteX4" fmla="*/ 233289 w 233289"/>
                <a:gd name="connsiteY4" fmla="*/ 65265 h 253284"/>
                <a:gd name="connsiteX5" fmla="*/ 116095 w 233289"/>
                <a:gd name="connsiteY5" fmla="*/ 0 h 253284"/>
                <a:gd name="connsiteX6" fmla="*/ 0 w 233289"/>
                <a:gd name="connsiteY6" fmla="*/ 65265 h 25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89" h="253284">
                  <a:moveTo>
                    <a:pt x="0" y="65265"/>
                  </a:moveTo>
                  <a:lnTo>
                    <a:pt x="0" y="191576"/>
                  </a:lnTo>
                  <a:lnTo>
                    <a:pt x="116095" y="253285"/>
                  </a:lnTo>
                  <a:lnTo>
                    <a:pt x="233289" y="191576"/>
                  </a:lnTo>
                  <a:lnTo>
                    <a:pt x="233289" y="65265"/>
                  </a:lnTo>
                  <a:lnTo>
                    <a:pt x="116095" y="0"/>
                  </a:lnTo>
                  <a:lnTo>
                    <a:pt x="0" y="6526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3" name="任意形状 212"/>
            <p:cNvSpPr/>
            <p:nvPr/>
          </p:nvSpPr>
          <p:spPr>
            <a:xfrm>
              <a:off x="10678073" y="3239193"/>
              <a:ext cx="117192" cy="188019"/>
            </a:xfrm>
            <a:custGeom>
              <a:avLst/>
              <a:gdLst>
                <a:gd name="connsiteX0" fmla="*/ 549 w 117192"/>
                <a:gd name="connsiteY0" fmla="*/ 61378 h 188019"/>
                <a:gd name="connsiteX1" fmla="*/ 0 w 117192"/>
                <a:gd name="connsiteY1" fmla="*/ 188020 h 188019"/>
                <a:gd name="connsiteX2" fmla="*/ 117193 w 117192"/>
                <a:gd name="connsiteY2" fmla="*/ 126312 h 188019"/>
                <a:gd name="connsiteX3" fmla="*/ 117193 w 117192"/>
                <a:gd name="connsiteY3" fmla="*/ 0 h 188019"/>
                <a:gd name="connsiteX4" fmla="*/ 549 w 117192"/>
                <a:gd name="connsiteY4" fmla="*/ 61378 h 188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92" h="188019">
                  <a:moveTo>
                    <a:pt x="549" y="61378"/>
                  </a:moveTo>
                  <a:lnTo>
                    <a:pt x="0" y="188020"/>
                  </a:lnTo>
                  <a:lnTo>
                    <a:pt x="117193" y="126312"/>
                  </a:lnTo>
                  <a:lnTo>
                    <a:pt x="117193" y="0"/>
                  </a:lnTo>
                  <a:lnTo>
                    <a:pt x="549" y="61378"/>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4" name="任意形状 213"/>
            <p:cNvSpPr/>
            <p:nvPr/>
          </p:nvSpPr>
          <p:spPr>
            <a:xfrm>
              <a:off x="10561978" y="3173928"/>
              <a:ext cx="233289" cy="126642"/>
            </a:xfrm>
            <a:custGeom>
              <a:avLst/>
              <a:gdLst>
                <a:gd name="connsiteX0" fmla="*/ 0 w 233289"/>
                <a:gd name="connsiteY0" fmla="*/ 65265 h 126642"/>
                <a:gd name="connsiteX1" fmla="*/ 116095 w 233289"/>
                <a:gd name="connsiteY1" fmla="*/ 126642 h 126642"/>
                <a:gd name="connsiteX2" fmla="*/ 233289 w 233289"/>
                <a:gd name="connsiteY2" fmla="*/ 64934 h 126642"/>
                <a:gd name="connsiteX3" fmla="*/ 116095 w 233289"/>
                <a:gd name="connsiteY3" fmla="*/ 0 h 126642"/>
                <a:gd name="connsiteX4" fmla="*/ 0 w 233289"/>
                <a:gd name="connsiteY4" fmla="*/ 65265 h 126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89" h="126642">
                  <a:moveTo>
                    <a:pt x="0" y="65265"/>
                  </a:moveTo>
                  <a:lnTo>
                    <a:pt x="116095" y="126642"/>
                  </a:lnTo>
                  <a:lnTo>
                    <a:pt x="233289" y="64934"/>
                  </a:lnTo>
                  <a:lnTo>
                    <a:pt x="116095" y="0"/>
                  </a:lnTo>
                  <a:lnTo>
                    <a:pt x="0" y="6526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5" name="图片 60" descr="icon-10"/>
          <p:cNvGrpSpPr/>
          <p:nvPr/>
        </p:nvGrpSpPr>
        <p:grpSpPr>
          <a:xfrm>
            <a:off x="9244843" y="3162331"/>
            <a:ext cx="543351" cy="590549"/>
            <a:chOff x="9244843" y="3162331"/>
            <a:chExt cx="543351" cy="590549"/>
          </a:xfrm>
        </p:grpSpPr>
        <p:sp>
          <p:nvSpPr>
            <p:cNvPr id="216" name="任意形状 215"/>
            <p:cNvSpPr/>
            <p:nvPr/>
          </p:nvSpPr>
          <p:spPr>
            <a:xfrm>
              <a:off x="9244843" y="3162331"/>
              <a:ext cx="543351" cy="589924"/>
            </a:xfrm>
            <a:custGeom>
              <a:avLst/>
              <a:gdLst>
                <a:gd name="connsiteX0" fmla="*/ 0 w 543351"/>
                <a:gd name="connsiteY0" fmla="*/ 145970 h 589924"/>
                <a:gd name="connsiteX1" fmla="*/ 0 w 543351"/>
                <a:gd name="connsiteY1" fmla="*/ 446200 h 589924"/>
                <a:gd name="connsiteX2" fmla="*/ 270398 w 543351"/>
                <a:gd name="connsiteY2" fmla="*/ 589924 h 589924"/>
                <a:gd name="connsiteX3" fmla="*/ 543352 w 543351"/>
                <a:gd name="connsiteY3" fmla="*/ 446200 h 589924"/>
                <a:gd name="connsiteX4" fmla="*/ 543352 w 543351"/>
                <a:gd name="connsiteY4" fmla="*/ 152008 h 589924"/>
                <a:gd name="connsiteX5" fmla="*/ 270398 w 543351"/>
                <a:gd name="connsiteY5" fmla="*/ 0 h 589924"/>
                <a:gd name="connsiteX6" fmla="*/ 0 w 543351"/>
                <a:gd name="connsiteY6" fmla="*/ 145970 h 589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351" h="589924">
                  <a:moveTo>
                    <a:pt x="0" y="145970"/>
                  </a:moveTo>
                  <a:lnTo>
                    <a:pt x="0" y="446200"/>
                  </a:lnTo>
                  <a:lnTo>
                    <a:pt x="270398" y="589924"/>
                  </a:lnTo>
                  <a:lnTo>
                    <a:pt x="543352" y="446200"/>
                  </a:lnTo>
                  <a:lnTo>
                    <a:pt x="543352" y="152008"/>
                  </a:lnTo>
                  <a:lnTo>
                    <a:pt x="270398" y="0"/>
                  </a:lnTo>
                  <a:lnTo>
                    <a:pt x="0" y="14597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7" name="任意形状 216"/>
            <p:cNvSpPr/>
            <p:nvPr/>
          </p:nvSpPr>
          <p:spPr>
            <a:xfrm>
              <a:off x="9244843" y="3162331"/>
              <a:ext cx="543351" cy="279437"/>
            </a:xfrm>
            <a:custGeom>
              <a:avLst/>
              <a:gdLst>
                <a:gd name="connsiteX0" fmla="*/ 0 w 543351"/>
                <a:gd name="connsiteY0" fmla="*/ 145970 h 279437"/>
                <a:gd name="connsiteX1" fmla="*/ 271676 w 543351"/>
                <a:gd name="connsiteY1" fmla="*/ 279438 h 279437"/>
                <a:gd name="connsiteX2" fmla="*/ 543352 w 543351"/>
                <a:gd name="connsiteY2" fmla="*/ 145970 h 279437"/>
                <a:gd name="connsiteX3" fmla="*/ 271676 w 543351"/>
                <a:gd name="connsiteY3" fmla="*/ 0 h 279437"/>
                <a:gd name="connsiteX4" fmla="*/ 0 w 543351"/>
                <a:gd name="connsiteY4" fmla="*/ 145970 h 279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351" h="279437">
                  <a:moveTo>
                    <a:pt x="0" y="145970"/>
                  </a:moveTo>
                  <a:lnTo>
                    <a:pt x="271676" y="279438"/>
                  </a:lnTo>
                  <a:lnTo>
                    <a:pt x="543352" y="145970"/>
                  </a:lnTo>
                  <a:lnTo>
                    <a:pt x="271676" y="0"/>
                  </a:lnTo>
                  <a:lnTo>
                    <a:pt x="0" y="14597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8" name="任意形状 217"/>
            <p:cNvSpPr/>
            <p:nvPr/>
          </p:nvSpPr>
          <p:spPr>
            <a:xfrm>
              <a:off x="9516519" y="3308300"/>
              <a:ext cx="271675" cy="444580"/>
            </a:xfrm>
            <a:custGeom>
              <a:avLst/>
              <a:gdLst>
                <a:gd name="connsiteX0" fmla="*/ 0 w 271675"/>
                <a:gd name="connsiteY0" fmla="*/ 444580 h 444580"/>
                <a:gd name="connsiteX1" fmla="*/ 0 w 271675"/>
                <a:gd name="connsiteY1" fmla="*/ 133468 h 444580"/>
                <a:gd name="connsiteX2" fmla="*/ 271676 w 271675"/>
                <a:gd name="connsiteY2" fmla="*/ 0 h 444580"/>
                <a:gd name="connsiteX3" fmla="*/ 271676 w 271675"/>
                <a:gd name="connsiteY3" fmla="*/ 298611 h 444580"/>
                <a:gd name="connsiteX4" fmla="*/ 0 w 271675"/>
                <a:gd name="connsiteY4" fmla="*/ 444580 h 444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675" h="444580">
                  <a:moveTo>
                    <a:pt x="0" y="444580"/>
                  </a:moveTo>
                  <a:lnTo>
                    <a:pt x="0" y="133468"/>
                  </a:lnTo>
                  <a:lnTo>
                    <a:pt x="271676" y="0"/>
                  </a:lnTo>
                  <a:lnTo>
                    <a:pt x="271676" y="298611"/>
                  </a:lnTo>
                  <a:lnTo>
                    <a:pt x="0" y="44458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9" name="任意形状 218"/>
            <p:cNvSpPr/>
            <p:nvPr/>
          </p:nvSpPr>
          <p:spPr>
            <a:xfrm>
              <a:off x="9375938" y="3293425"/>
              <a:ext cx="282542" cy="306760"/>
            </a:xfrm>
            <a:custGeom>
              <a:avLst/>
              <a:gdLst>
                <a:gd name="connsiteX0" fmla="*/ 0 w 282542"/>
                <a:gd name="connsiteY0" fmla="*/ 79044 h 306760"/>
                <a:gd name="connsiteX1" fmla="*/ 0 w 282542"/>
                <a:gd name="connsiteY1" fmla="*/ 232023 h 306760"/>
                <a:gd name="connsiteX2" fmla="*/ 140607 w 282542"/>
                <a:gd name="connsiteY2" fmla="*/ 306760 h 306760"/>
                <a:gd name="connsiteX3" fmla="*/ 282543 w 282542"/>
                <a:gd name="connsiteY3" fmla="*/ 232023 h 306760"/>
                <a:gd name="connsiteX4" fmla="*/ 282543 w 282542"/>
                <a:gd name="connsiteY4" fmla="*/ 79044 h 306760"/>
                <a:gd name="connsiteX5" fmla="*/ 140607 w 282542"/>
                <a:gd name="connsiteY5" fmla="*/ 0 h 306760"/>
                <a:gd name="connsiteX6" fmla="*/ 0 w 282542"/>
                <a:gd name="connsiteY6" fmla="*/ 79044 h 306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542" h="306760">
                  <a:moveTo>
                    <a:pt x="0" y="79044"/>
                  </a:moveTo>
                  <a:lnTo>
                    <a:pt x="0" y="232023"/>
                  </a:lnTo>
                  <a:lnTo>
                    <a:pt x="140607" y="306760"/>
                  </a:lnTo>
                  <a:lnTo>
                    <a:pt x="282543" y="232023"/>
                  </a:lnTo>
                  <a:lnTo>
                    <a:pt x="282543" y="79044"/>
                  </a:lnTo>
                  <a:lnTo>
                    <a:pt x="140607" y="0"/>
                  </a:lnTo>
                  <a:lnTo>
                    <a:pt x="0" y="7904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0" name="任意形状 219"/>
            <p:cNvSpPr/>
            <p:nvPr/>
          </p:nvSpPr>
          <p:spPr>
            <a:xfrm>
              <a:off x="9375938" y="3293425"/>
              <a:ext cx="142494" cy="232023"/>
            </a:xfrm>
            <a:custGeom>
              <a:avLst/>
              <a:gdLst>
                <a:gd name="connsiteX0" fmla="*/ 0 w 142494"/>
                <a:gd name="connsiteY0" fmla="*/ 79044 h 232023"/>
                <a:gd name="connsiteX1" fmla="*/ 0 w 142494"/>
                <a:gd name="connsiteY1" fmla="*/ 232023 h 232023"/>
                <a:gd name="connsiteX2" fmla="*/ 142494 w 142494"/>
                <a:gd name="connsiteY2" fmla="*/ 153380 h 232023"/>
                <a:gd name="connsiteX3" fmla="*/ 140607 w 142494"/>
                <a:gd name="connsiteY3" fmla="*/ 0 h 232023"/>
                <a:gd name="connsiteX4" fmla="*/ 0 w 142494"/>
                <a:gd name="connsiteY4" fmla="*/ 79044 h 232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94" h="232023">
                  <a:moveTo>
                    <a:pt x="0" y="79044"/>
                  </a:moveTo>
                  <a:lnTo>
                    <a:pt x="0" y="232023"/>
                  </a:lnTo>
                  <a:lnTo>
                    <a:pt x="142494" y="153380"/>
                  </a:lnTo>
                  <a:lnTo>
                    <a:pt x="140607" y="0"/>
                  </a:lnTo>
                  <a:lnTo>
                    <a:pt x="0" y="7904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1" name="任意形状 220"/>
            <p:cNvSpPr/>
            <p:nvPr/>
          </p:nvSpPr>
          <p:spPr>
            <a:xfrm>
              <a:off x="9375938" y="3446805"/>
              <a:ext cx="282542" cy="153380"/>
            </a:xfrm>
            <a:custGeom>
              <a:avLst/>
              <a:gdLst>
                <a:gd name="connsiteX0" fmla="*/ 0 w 282542"/>
                <a:gd name="connsiteY0" fmla="*/ 78643 h 153380"/>
                <a:gd name="connsiteX1" fmla="*/ 140607 w 282542"/>
                <a:gd name="connsiteY1" fmla="*/ 153380 h 153380"/>
                <a:gd name="connsiteX2" fmla="*/ 282543 w 282542"/>
                <a:gd name="connsiteY2" fmla="*/ 78643 h 153380"/>
                <a:gd name="connsiteX3" fmla="*/ 142494 w 282542"/>
                <a:gd name="connsiteY3" fmla="*/ 0 h 153380"/>
                <a:gd name="connsiteX4" fmla="*/ 0 w 282542"/>
                <a:gd name="connsiteY4" fmla="*/ 78643 h 15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542" h="153380">
                  <a:moveTo>
                    <a:pt x="0" y="78643"/>
                  </a:moveTo>
                  <a:lnTo>
                    <a:pt x="140607" y="153380"/>
                  </a:lnTo>
                  <a:lnTo>
                    <a:pt x="282543" y="78643"/>
                  </a:lnTo>
                  <a:lnTo>
                    <a:pt x="142494" y="0"/>
                  </a:lnTo>
                  <a:lnTo>
                    <a:pt x="0" y="7864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2" name="任意形状 221"/>
            <p:cNvSpPr/>
            <p:nvPr/>
          </p:nvSpPr>
          <p:spPr>
            <a:xfrm>
              <a:off x="9414838" y="3335660"/>
              <a:ext cx="204740" cy="222290"/>
            </a:xfrm>
            <a:custGeom>
              <a:avLst/>
              <a:gdLst>
                <a:gd name="connsiteX0" fmla="*/ 0 w 204740"/>
                <a:gd name="connsiteY0" fmla="*/ 57278 h 222290"/>
                <a:gd name="connsiteX1" fmla="*/ 0 w 204740"/>
                <a:gd name="connsiteY1" fmla="*/ 168133 h 222290"/>
                <a:gd name="connsiteX2" fmla="*/ 101889 w 204740"/>
                <a:gd name="connsiteY2" fmla="*/ 222291 h 222290"/>
                <a:gd name="connsiteX3" fmla="*/ 204741 w 204740"/>
                <a:gd name="connsiteY3" fmla="*/ 168133 h 222290"/>
                <a:gd name="connsiteX4" fmla="*/ 204741 w 204740"/>
                <a:gd name="connsiteY4" fmla="*/ 57278 h 222290"/>
                <a:gd name="connsiteX5" fmla="*/ 101889 w 204740"/>
                <a:gd name="connsiteY5" fmla="*/ 0 h 222290"/>
                <a:gd name="connsiteX6" fmla="*/ 0 w 204740"/>
                <a:gd name="connsiteY6" fmla="*/ 57278 h 22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40" h="222290">
                  <a:moveTo>
                    <a:pt x="0" y="57278"/>
                  </a:moveTo>
                  <a:lnTo>
                    <a:pt x="0" y="168133"/>
                  </a:lnTo>
                  <a:lnTo>
                    <a:pt x="101889" y="222291"/>
                  </a:lnTo>
                  <a:lnTo>
                    <a:pt x="204741" y="168133"/>
                  </a:lnTo>
                  <a:lnTo>
                    <a:pt x="204741" y="57278"/>
                  </a:lnTo>
                  <a:lnTo>
                    <a:pt x="101889" y="0"/>
                  </a:lnTo>
                  <a:lnTo>
                    <a:pt x="0" y="57278"/>
                  </a:lnTo>
                  <a:close/>
                </a:path>
              </a:pathLst>
            </a:custGeom>
            <a:solidFill>
              <a:srgbClr val="4571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3" name="任意形状 222"/>
            <p:cNvSpPr/>
            <p:nvPr/>
          </p:nvSpPr>
          <p:spPr>
            <a:xfrm>
              <a:off x="9414838" y="3335660"/>
              <a:ext cx="204740" cy="222290"/>
            </a:xfrm>
            <a:custGeom>
              <a:avLst/>
              <a:gdLst>
                <a:gd name="connsiteX0" fmla="*/ 0 w 204740"/>
                <a:gd name="connsiteY0" fmla="*/ 57278 h 222290"/>
                <a:gd name="connsiteX1" fmla="*/ 0 w 204740"/>
                <a:gd name="connsiteY1" fmla="*/ 168133 h 222290"/>
                <a:gd name="connsiteX2" fmla="*/ 101889 w 204740"/>
                <a:gd name="connsiteY2" fmla="*/ 222291 h 222290"/>
                <a:gd name="connsiteX3" fmla="*/ 204741 w 204740"/>
                <a:gd name="connsiteY3" fmla="*/ 168133 h 222290"/>
                <a:gd name="connsiteX4" fmla="*/ 204741 w 204740"/>
                <a:gd name="connsiteY4" fmla="*/ 57278 h 222290"/>
                <a:gd name="connsiteX5" fmla="*/ 101889 w 204740"/>
                <a:gd name="connsiteY5" fmla="*/ 0 h 222290"/>
                <a:gd name="connsiteX6" fmla="*/ 0 w 204740"/>
                <a:gd name="connsiteY6" fmla="*/ 57278 h 22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40" h="222290">
                  <a:moveTo>
                    <a:pt x="0" y="57278"/>
                  </a:moveTo>
                  <a:lnTo>
                    <a:pt x="0" y="168133"/>
                  </a:lnTo>
                  <a:lnTo>
                    <a:pt x="101889" y="222291"/>
                  </a:lnTo>
                  <a:lnTo>
                    <a:pt x="204741" y="168133"/>
                  </a:lnTo>
                  <a:lnTo>
                    <a:pt x="204741" y="57278"/>
                  </a:lnTo>
                  <a:lnTo>
                    <a:pt x="101889" y="0"/>
                  </a:lnTo>
                  <a:lnTo>
                    <a:pt x="0" y="5727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4" name="任意形状 223"/>
            <p:cNvSpPr/>
            <p:nvPr/>
          </p:nvSpPr>
          <p:spPr>
            <a:xfrm>
              <a:off x="9516727" y="3392938"/>
              <a:ext cx="102851" cy="165012"/>
            </a:xfrm>
            <a:custGeom>
              <a:avLst/>
              <a:gdLst>
                <a:gd name="connsiteX0" fmla="*/ 482 w 102851"/>
                <a:gd name="connsiteY0" fmla="*/ 53867 h 165012"/>
                <a:gd name="connsiteX1" fmla="*/ 0 w 102851"/>
                <a:gd name="connsiteY1" fmla="*/ 165012 h 165012"/>
                <a:gd name="connsiteX2" fmla="*/ 102852 w 102851"/>
                <a:gd name="connsiteY2" fmla="*/ 110855 h 165012"/>
                <a:gd name="connsiteX3" fmla="*/ 102852 w 102851"/>
                <a:gd name="connsiteY3" fmla="*/ 0 h 165012"/>
                <a:gd name="connsiteX4" fmla="*/ 482 w 102851"/>
                <a:gd name="connsiteY4" fmla="*/ 53867 h 165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51" h="165012">
                  <a:moveTo>
                    <a:pt x="482" y="53867"/>
                  </a:moveTo>
                  <a:lnTo>
                    <a:pt x="0" y="165012"/>
                  </a:lnTo>
                  <a:lnTo>
                    <a:pt x="102852" y="110855"/>
                  </a:lnTo>
                  <a:lnTo>
                    <a:pt x="102852" y="0"/>
                  </a:lnTo>
                  <a:lnTo>
                    <a:pt x="482" y="5386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5" name="任意形状 224"/>
            <p:cNvSpPr/>
            <p:nvPr/>
          </p:nvSpPr>
          <p:spPr>
            <a:xfrm>
              <a:off x="9414838" y="3335660"/>
              <a:ext cx="204740" cy="111145"/>
            </a:xfrm>
            <a:custGeom>
              <a:avLst/>
              <a:gdLst>
                <a:gd name="connsiteX0" fmla="*/ 0 w 204740"/>
                <a:gd name="connsiteY0" fmla="*/ 57278 h 111145"/>
                <a:gd name="connsiteX1" fmla="*/ 101889 w 204740"/>
                <a:gd name="connsiteY1" fmla="*/ 111145 h 111145"/>
                <a:gd name="connsiteX2" fmla="*/ 204741 w 204740"/>
                <a:gd name="connsiteY2" fmla="*/ 56988 h 111145"/>
                <a:gd name="connsiteX3" fmla="*/ 101889 w 204740"/>
                <a:gd name="connsiteY3" fmla="*/ 0 h 111145"/>
                <a:gd name="connsiteX4" fmla="*/ 0 w 204740"/>
                <a:gd name="connsiteY4" fmla="*/ 57278 h 111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40" h="111145">
                  <a:moveTo>
                    <a:pt x="0" y="57278"/>
                  </a:moveTo>
                  <a:lnTo>
                    <a:pt x="101889" y="111145"/>
                  </a:lnTo>
                  <a:lnTo>
                    <a:pt x="204741" y="56988"/>
                  </a:lnTo>
                  <a:lnTo>
                    <a:pt x="101889" y="0"/>
                  </a:lnTo>
                  <a:lnTo>
                    <a:pt x="0" y="5727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26" name="图片 59" descr="icon-9"/>
          <p:cNvGrpSpPr/>
          <p:nvPr/>
        </p:nvGrpSpPr>
        <p:grpSpPr>
          <a:xfrm>
            <a:off x="8186420" y="3166745"/>
            <a:ext cx="498045" cy="596774"/>
            <a:chOff x="8186420" y="3166745"/>
            <a:chExt cx="498045" cy="596774"/>
          </a:xfrm>
        </p:grpSpPr>
        <p:grpSp>
          <p:nvGrpSpPr>
            <p:cNvPr id="227" name="图片 59" descr="icon-9"/>
            <p:cNvGrpSpPr/>
            <p:nvPr/>
          </p:nvGrpSpPr>
          <p:grpSpPr>
            <a:xfrm>
              <a:off x="8186420" y="3166745"/>
              <a:ext cx="498045" cy="596202"/>
              <a:chOff x="8186420" y="3166745"/>
              <a:chExt cx="498045" cy="596202"/>
            </a:xfrm>
          </p:grpSpPr>
          <p:grpSp>
            <p:nvGrpSpPr>
              <p:cNvPr id="228" name="图片 59" descr="icon-9"/>
              <p:cNvGrpSpPr/>
              <p:nvPr/>
            </p:nvGrpSpPr>
            <p:grpSpPr>
              <a:xfrm>
                <a:off x="8186420" y="3414395"/>
                <a:ext cx="498045" cy="348552"/>
                <a:chOff x="8186420" y="3414395"/>
                <a:chExt cx="498045" cy="348552"/>
              </a:xfrm>
            </p:grpSpPr>
            <p:sp>
              <p:nvSpPr>
                <p:cNvPr id="229" name="任意形状 228"/>
                <p:cNvSpPr/>
                <p:nvPr/>
              </p:nvSpPr>
              <p:spPr>
                <a:xfrm>
                  <a:off x="8186420" y="341439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0" name="任意形状 229"/>
                <p:cNvSpPr/>
                <p:nvPr/>
              </p:nvSpPr>
              <p:spPr>
                <a:xfrm>
                  <a:off x="8186420" y="341439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31" name="图片 59" descr="icon-9"/>
              <p:cNvGrpSpPr/>
              <p:nvPr/>
            </p:nvGrpSpPr>
            <p:grpSpPr>
              <a:xfrm>
                <a:off x="8186420" y="3290570"/>
                <a:ext cx="498045" cy="348552"/>
                <a:chOff x="8186420" y="3290570"/>
                <a:chExt cx="498045" cy="348552"/>
              </a:xfrm>
            </p:grpSpPr>
            <p:sp>
              <p:nvSpPr>
                <p:cNvPr id="232" name="任意形状 231"/>
                <p:cNvSpPr/>
                <p:nvPr/>
              </p:nvSpPr>
              <p:spPr>
                <a:xfrm>
                  <a:off x="8186420" y="3290570"/>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3" name="任意形状 232"/>
                <p:cNvSpPr/>
                <p:nvPr/>
              </p:nvSpPr>
              <p:spPr>
                <a:xfrm>
                  <a:off x="8186420" y="3290570"/>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34" name="图片 59" descr="icon-9"/>
              <p:cNvGrpSpPr/>
              <p:nvPr/>
            </p:nvGrpSpPr>
            <p:grpSpPr>
              <a:xfrm>
                <a:off x="8186420" y="3166745"/>
                <a:ext cx="498045" cy="348552"/>
                <a:chOff x="8186420" y="3166745"/>
                <a:chExt cx="498045" cy="348552"/>
              </a:xfrm>
            </p:grpSpPr>
            <p:sp>
              <p:nvSpPr>
                <p:cNvPr id="235" name="任意形状 234"/>
                <p:cNvSpPr/>
                <p:nvPr/>
              </p:nvSpPr>
              <p:spPr>
                <a:xfrm>
                  <a:off x="8186420" y="316674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6" name="任意形状 235"/>
                <p:cNvSpPr/>
                <p:nvPr/>
              </p:nvSpPr>
              <p:spPr>
                <a:xfrm>
                  <a:off x="8186420" y="316674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237" name="任意形状 236"/>
            <p:cNvSpPr/>
            <p:nvPr/>
          </p:nvSpPr>
          <p:spPr>
            <a:xfrm>
              <a:off x="8434070" y="330843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8" name="任意形状 237"/>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9" name="任意形状 238"/>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0" name="任意形状 239"/>
            <p:cNvSpPr/>
            <p:nvPr/>
          </p:nvSpPr>
          <p:spPr>
            <a:xfrm>
              <a:off x="8434070" y="355608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41" name="图片 61" descr="icon-11"/>
          <p:cNvGrpSpPr/>
          <p:nvPr/>
        </p:nvGrpSpPr>
        <p:grpSpPr>
          <a:xfrm>
            <a:off x="7033895" y="3165475"/>
            <a:ext cx="502938" cy="609600"/>
            <a:chOff x="7033895" y="3165475"/>
            <a:chExt cx="502938" cy="609600"/>
          </a:xfrm>
        </p:grpSpPr>
        <p:sp>
          <p:nvSpPr>
            <p:cNvPr id="242" name="任意形状 241"/>
            <p:cNvSpPr/>
            <p:nvPr/>
          </p:nvSpPr>
          <p:spPr>
            <a:xfrm>
              <a:off x="7138670" y="3603625"/>
              <a:ext cx="285750" cy="161925"/>
            </a:xfrm>
            <a:custGeom>
              <a:avLst/>
              <a:gdLst>
                <a:gd name="connsiteX0" fmla="*/ 285750 w 285750"/>
                <a:gd name="connsiteY0" fmla="*/ 80963 h 161925"/>
                <a:gd name="connsiteX1" fmla="*/ 142875 w 285750"/>
                <a:gd name="connsiteY1" fmla="*/ 161925 h 161925"/>
                <a:gd name="connsiteX2" fmla="*/ 0 w 285750"/>
                <a:gd name="connsiteY2" fmla="*/ 80963 h 161925"/>
                <a:gd name="connsiteX3" fmla="*/ 142875 w 285750"/>
                <a:gd name="connsiteY3" fmla="*/ 0 h 161925"/>
                <a:gd name="connsiteX4" fmla="*/ 285750 w 285750"/>
                <a:gd name="connsiteY4" fmla="*/ 80963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161925">
                  <a:moveTo>
                    <a:pt x="285750" y="80963"/>
                  </a:moveTo>
                  <a:cubicBezTo>
                    <a:pt x="285750" y="125677"/>
                    <a:pt x="221783" y="161925"/>
                    <a:pt x="142875" y="161925"/>
                  </a:cubicBezTo>
                  <a:cubicBezTo>
                    <a:pt x="63967" y="161925"/>
                    <a:pt x="0" y="125677"/>
                    <a:pt x="0" y="80963"/>
                  </a:cubicBezTo>
                  <a:cubicBezTo>
                    <a:pt x="0" y="36248"/>
                    <a:pt x="63967" y="0"/>
                    <a:pt x="142875" y="0"/>
                  </a:cubicBezTo>
                  <a:cubicBezTo>
                    <a:pt x="221783" y="0"/>
                    <a:pt x="285750" y="36248"/>
                    <a:pt x="285750" y="809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3" name="任意形状 242"/>
            <p:cNvSpPr/>
            <p:nvPr/>
          </p:nvSpPr>
          <p:spPr>
            <a:xfrm>
              <a:off x="7138670" y="3584575"/>
              <a:ext cx="285750" cy="161925"/>
            </a:xfrm>
            <a:custGeom>
              <a:avLst/>
              <a:gdLst>
                <a:gd name="connsiteX0" fmla="*/ 285750 w 285750"/>
                <a:gd name="connsiteY0" fmla="*/ 80963 h 161925"/>
                <a:gd name="connsiteX1" fmla="*/ 142875 w 285750"/>
                <a:gd name="connsiteY1" fmla="*/ 161925 h 161925"/>
                <a:gd name="connsiteX2" fmla="*/ 0 w 285750"/>
                <a:gd name="connsiteY2" fmla="*/ 80963 h 161925"/>
                <a:gd name="connsiteX3" fmla="*/ 142875 w 285750"/>
                <a:gd name="connsiteY3" fmla="*/ 0 h 161925"/>
                <a:gd name="connsiteX4" fmla="*/ 285750 w 285750"/>
                <a:gd name="connsiteY4" fmla="*/ 80963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161925">
                  <a:moveTo>
                    <a:pt x="285750" y="80963"/>
                  </a:moveTo>
                  <a:cubicBezTo>
                    <a:pt x="285750" y="125677"/>
                    <a:pt x="221783" y="161925"/>
                    <a:pt x="142875" y="161925"/>
                  </a:cubicBezTo>
                  <a:cubicBezTo>
                    <a:pt x="63967" y="161925"/>
                    <a:pt x="0" y="125677"/>
                    <a:pt x="0" y="80963"/>
                  </a:cubicBezTo>
                  <a:cubicBezTo>
                    <a:pt x="0" y="36248"/>
                    <a:pt x="63967" y="0"/>
                    <a:pt x="142875" y="0"/>
                  </a:cubicBezTo>
                  <a:cubicBezTo>
                    <a:pt x="221783" y="0"/>
                    <a:pt x="285750" y="36248"/>
                    <a:pt x="285750" y="80963"/>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244" name="图片 61" descr="icon-11"/>
            <p:cNvGrpSpPr/>
            <p:nvPr/>
          </p:nvGrpSpPr>
          <p:grpSpPr>
            <a:xfrm>
              <a:off x="7033895" y="3165475"/>
              <a:ext cx="502938" cy="609600"/>
              <a:chOff x="7033895" y="3165475"/>
              <a:chExt cx="502938" cy="609600"/>
            </a:xfrm>
          </p:grpSpPr>
          <p:sp>
            <p:nvSpPr>
              <p:cNvPr id="245" name="任意形状 244"/>
              <p:cNvSpPr/>
              <p:nvPr/>
            </p:nvSpPr>
            <p:spPr>
              <a:xfrm>
                <a:off x="7033895" y="3165475"/>
                <a:ext cx="502938" cy="609600"/>
              </a:xfrm>
              <a:custGeom>
                <a:avLst/>
                <a:gdLst>
                  <a:gd name="connsiteX0" fmla="*/ 0 w 502938"/>
                  <a:gd name="connsiteY0" fmla="*/ 27771 h 609600"/>
                  <a:gd name="connsiteX1" fmla="*/ 0 w 502938"/>
                  <a:gd name="connsiteY1" fmla="*/ 389147 h 609600"/>
                  <a:gd name="connsiteX2" fmla="*/ 461281 w 502938"/>
                  <a:gd name="connsiteY2" fmla="*/ 609600 h 609600"/>
                  <a:gd name="connsiteX3" fmla="*/ 502938 w 502938"/>
                  <a:gd name="connsiteY3" fmla="*/ 581829 h 609600"/>
                  <a:gd name="connsiteX4" fmla="*/ 502938 w 502938"/>
                  <a:gd name="connsiteY4" fmla="*/ 209222 h 609600"/>
                  <a:gd name="connsiteX5" fmla="*/ 41657 w 502938"/>
                  <a:gd name="connsiteY5" fmla="*/ 0 h 609600"/>
                  <a:gd name="connsiteX6" fmla="*/ 0 w 502938"/>
                  <a:gd name="connsiteY6" fmla="*/ 27771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2938" h="609600">
                    <a:moveTo>
                      <a:pt x="0" y="27771"/>
                    </a:moveTo>
                    <a:lnTo>
                      <a:pt x="0" y="389147"/>
                    </a:lnTo>
                    <a:lnTo>
                      <a:pt x="461281" y="609600"/>
                    </a:lnTo>
                    <a:lnTo>
                      <a:pt x="502938" y="581829"/>
                    </a:lnTo>
                    <a:lnTo>
                      <a:pt x="502938" y="209222"/>
                    </a:lnTo>
                    <a:lnTo>
                      <a:pt x="41657" y="0"/>
                    </a:lnTo>
                    <a:lnTo>
                      <a:pt x="0" y="27771"/>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6" name="任意形状 245"/>
              <p:cNvSpPr/>
              <p:nvPr/>
            </p:nvSpPr>
            <p:spPr>
              <a:xfrm>
                <a:off x="7033895" y="3165475"/>
                <a:ext cx="502938" cy="243936"/>
              </a:xfrm>
              <a:custGeom>
                <a:avLst/>
                <a:gdLst>
                  <a:gd name="connsiteX0" fmla="*/ 0 w 502938"/>
                  <a:gd name="connsiteY0" fmla="*/ 27771 h 243936"/>
                  <a:gd name="connsiteX1" fmla="*/ 461281 w 502938"/>
                  <a:gd name="connsiteY1" fmla="*/ 243936 h 243936"/>
                  <a:gd name="connsiteX2" fmla="*/ 502938 w 502938"/>
                  <a:gd name="connsiteY2" fmla="*/ 209222 h 243936"/>
                  <a:gd name="connsiteX3" fmla="*/ 41657 w 502938"/>
                  <a:gd name="connsiteY3" fmla="*/ 0 h 243936"/>
                  <a:gd name="connsiteX4" fmla="*/ 0 w 502938"/>
                  <a:gd name="connsiteY4" fmla="*/ 27771 h 243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8" h="243936">
                    <a:moveTo>
                      <a:pt x="0" y="27771"/>
                    </a:moveTo>
                    <a:lnTo>
                      <a:pt x="461281" y="243936"/>
                    </a:lnTo>
                    <a:lnTo>
                      <a:pt x="502938" y="209222"/>
                    </a:lnTo>
                    <a:lnTo>
                      <a:pt x="41657" y="0"/>
                    </a:lnTo>
                    <a:lnTo>
                      <a:pt x="0" y="2777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7" name="任意形状 246"/>
              <p:cNvSpPr/>
              <p:nvPr/>
            </p:nvSpPr>
            <p:spPr>
              <a:xfrm>
                <a:off x="7033895" y="3193246"/>
                <a:ext cx="461281" cy="581828"/>
              </a:xfrm>
              <a:custGeom>
                <a:avLst/>
                <a:gdLst>
                  <a:gd name="connsiteX0" fmla="*/ 0 w 461281"/>
                  <a:gd name="connsiteY0" fmla="*/ 0 h 581828"/>
                  <a:gd name="connsiteX1" fmla="*/ 0 w 461281"/>
                  <a:gd name="connsiteY1" fmla="*/ 361376 h 581828"/>
                  <a:gd name="connsiteX2" fmla="*/ 461281 w 461281"/>
                  <a:gd name="connsiteY2" fmla="*/ 581829 h 581828"/>
                  <a:gd name="connsiteX3" fmla="*/ 461281 w 461281"/>
                  <a:gd name="connsiteY3" fmla="*/ 216165 h 581828"/>
                  <a:gd name="connsiteX4" fmla="*/ 0 w 461281"/>
                  <a:gd name="connsiteY4" fmla="*/ 0 h 581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281" h="581828">
                    <a:moveTo>
                      <a:pt x="0" y="0"/>
                    </a:moveTo>
                    <a:lnTo>
                      <a:pt x="0" y="361376"/>
                    </a:lnTo>
                    <a:lnTo>
                      <a:pt x="461281" y="581829"/>
                    </a:lnTo>
                    <a:lnTo>
                      <a:pt x="461281" y="216165"/>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8" name="任意形状 247"/>
              <p:cNvSpPr/>
              <p:nvPr/>
            </p:nvSpPr>
            <p:spPr>
              <a:xfrm>
                <a:off x="7083616" y="3255961"/>
                <a:ext cx="361839" cy="456398"/>
              </a:xfrm>
              <a:custGeom>
                <a:avLst/>
                <a:gdLst>
                  <a:gd name="connsiteX0" fmla="*/ 0 w 361839"/>
                  <a:gd name="connsiteY0" fmla="*/ 0 h 456398"/>
                  <a:gd name="connsiteX1" fmla="*/ 0 w 361839"/>
                  <a:gd name="connsiteY1" fmla="*/ 283471 h 456398"/>
                  <a:gd name="connsiteX2" fmla="*/ 361840 w 361839"/>
                  <a:gd name="connsiteY2" fmla="*/ 456399 h 456398"/>
                  <a:gd name="connsiteX3" fmla="*/ 361840 w 361839"/>
                  <a:gd name="connsiteY3" fmla="*/ 169565 h 456398"/>
                  <a:gd name="connsiteX4" fmla="*/ 0 w 361839"/>
                  <a:gd name="connsiteY4" fmla="*/ 0 h 456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839" h="456398">
                    <a:moveTo>
                      <a:pt x="0" y="0"/>
                    </a:moveTo>
                    <a:lnTo>
                      <a:pt x="0" y="283471"/>
                    </a:lnTo>
                    <a:lnTo>
                      <a:pt x="361840" y="456399"/>
                    </a:lnTo>
                    <a:lnTo>
                      <a:pt x="361840" y="169565"/>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9" name="任意形状 248"/>
              <p:cNvSpPr/>
              <p:nvPr/>
            </p:nvSpPr>
            <p:spPr>
              <a:xfrm>
                <a:off x="7110733" y="3392273"/>
                <a:ext cx="304084" cy="197867"/>
              </a:xfrm>
              <a:custGeom>
                <a:avLst/>
                <a:gdLst>
                  <a:gd name="connsiteX0" fmla="*/ 300154 w 304084"/>
                  <a:gd name="connsiteY0" fmla="*/ 151317 h 197867"/>
                  <a:gd name="connsiteX1" fmla="*/ 234433 w 304084"/>
                  <a:gd name="connsiteY1" fmla="*/ 121555 h 197867"/>
                  <a:gd name="connsiteX2" fmla="*/ 236397 w 304084"/>
                  <a:gd name="connsiteY2" fmla="*/ 117217 h 197867"/>
                  <a:gd name="connsiteX3" fmla="*/ 240670 w 304084"/>
                  <a:gd name="connsiteY3" fmla="*/ 119321 h 197867"/>
                  <a:gd name="connsiteX4" fmla="*/ 202013 w 304084"/>
                  <a:gd name="connsiteY4" fmla="*/ 197868 h 197867"/>
                  <a:gd name="connsiteX5" fmla="*/ 202013 w 304084"/>
                  <a:gd name="connsiteY5" fmla="*/ 57696 h 197867"/>
                  <a:gd name="connsiteX6" fmla="*/ 206776 w 304084"/>
                  <a:gd name="connsiteY6" fmla="*/ 57696 h 197867"/>
                  <a:gd name="connsiteX7" fmla="*/ 210758 w 304084"/>
                  <a:gd name="connsiteY7" fmla="*/ 60307 h 197867"/>
                  <a:gd name="connsiteX8" fmla="*/ 152099 w 304084"/>
                  <a:gd name="connsiteY8" fmla="*/ 149773 h 197867"/>
                  <a:gd name="connsiteX9" fmla="*/ 133814 w 304084"/>
                  <a:gd name="connsiteY9" fmla="*/ 86361 h 197867"/>
                  <a:gd name="connsiteX10" fmla="*/ 138390 w 304084"/>
                  <a:gd name="connsiteY10" fmla="*/ 85042 h 197867"/>
                  <a:gd name="connsiteX11" fmla="*/ 142611 w 304084"/>
                  <a:gd name="connsiteY11" fmla="*/ 87247 h 197867"/>
                  <a:gd name="connsiteX12" fmla="*/ 97075 w 304084"/>
                  <a:gd name="connsiteY12" fmla="*/ 174382 h 197867"/>
                  <a:gd name="connsiteX13" fmla="*/ 78740 w 304084"/>
                  <a:gd name="connsiteY13" fmla="*/ 12230 h 197867"/>
                  <a:gd name="connsiteX14" fmla="*/ 83472 w 304084"/>
                  <a:gd name="connsiteY14" fmla="*/ 11695 h 197867"/>
                  <a:gd name="connsiteX15" fmla="*/ 87146 w 304084"/>
                  <a:gd name="connsiteY15" fmla="*/ 14725 h 197867"/>
                  <a:gd name="connsiteX16" fmla="*/ 46955 w 304084"/>
                  <a:gd name="connsiteY16" fmla="*/ 63465 h 197867"/>
                  <a:gd name="connsiteX17" fmla="*/ 0 w 304084"/>
                  <a:gd name="connsiteY17" fmla="*/ 43610 h 197867"/>
                  <a:gd name="connsiteX18" fmla="*/ 3710 w 304084"/>
                  <a:gd name="connsiteY18" fmla="*/ 34837 h 197867"/>
                  <a:gd name="connsiteX19" fmla="*/ 47395 w 304084"/>
                  <a:gd name="connsiteY19" fmla="*/ 53310 h 197867"/>
                  <a:gd name="connsiteX20" fmla="*/ 45540 w 304084"/>
                  <a:gd name="connsiteY20" fmla="*/ 57696 h 197867"/>
                  <a:gd name="connsiteX21" fmla="*/ 41865 w 304084"/>
                  <a:gd name="connsiteY21" fmla="*/ 54666 h 197867"/>
                  <a:gd name="connsiteX22" fmla="*/ 86942 w 304084"/>
                  <a:gd name="connsiteY22" fmla="*/ 0 h 197867"/>
                  <a:gd name="connsiteX23" fmla="*/ 104792 w 304084"/>
                  <a:gd name="connsiteY23" fmla="*/ 157854 h 197867"/>
                  <a:gd name="connsiteX24" fmla="*/ 100060 w 304084"/>
                  <a:gd name="connsiteY24" fmla="*/ 158388 h 197867"/>
                  <a:gd name="connsiteX25" fmla="*/ 95838 w 304084"/>
                  <a:gd name="connsiteY25" fmla="*/ 156183 h 197867"/>
                  <a:gd name="connsiteX26" fmla="*/ 139673 w 304084"/>
                  <a:gd name="connsiteY26" fmla="*/ 72303 h 197867"/>
                  <a:gd name="connsiteX27" fmla="*/ 158378 w 304084"/>
                  <a:gd name="connsiteY27" fmla="*/ 137170 h 197867"/>
                  <a:gd name="connsiteX28" fmla="*/ 153802 w 304084"/>
                  <a:gd name="connsiteY28" fmla="*/ 138490 h 197867"/>
                  <a:gd name="connsiteX29" fmla="*/ 149820 w 304084"/>
                  <a:gd name="connsiteY29" fmla="*/ 135879 h 197867"/>
                  <a:gd name="connsiteX30" fmla="*/ 211538 w 304084"/>
                  <a:gd name="connsiteY30" fmla="*/ 41747 h 197867"/>
                  <a:gd name="connsiteX31" fmla="*/ 211538 w 304084"/>
                  <a:gd name="connsiteY31" fmla="*/ 177405 h 197867"/>
                  <a:gd name="connsiteX32" fmla="*/ 206776 w 304084"/>
                  <a:gd name="connsiteY32" fmla="*/ 177405 h 197867"/>
                  <a:gd name="connsiteX33" fmla="*/ 202502 w 304084"/>
                  <a:gd name="connsiteY33" fmla="*/ 175303 h 197867"/>
                  <a:gd name="connsiteX34" fmla="*/ 234161 w 304084"/>
                  <a:gd name="connsiteY34" fmla="*/ 110977 h 197867"/>
                  <a:gd name="connsiteX35" fmla="*/ 304084 w 304084"/>
                  <a:gd name="connsiteY35" fmla="*/ 142641 h 197867"/>
                  <a:gd name="connsiteX36" fmla="*/ 300154 w 304084"/>
                  <a:gd name="connsiteY36" fmla="*/ 151317 h 19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4084" h="197867">
                    <a:moveTo>
                      <a:pt x="300154" y="151317"/>
                    </a:moveTo>
                    <a:lnTo>
                      <a:pt x="234433" y="121555"/>
                    </a:lnTo>
                    <a:lnTo>
                      <a:pt x="236397" y="117217"/>
                    </a:lnTo>
                    <a:lnTo>
                      <a:pt x="240670" y="119321"/>
                    </a:lnTo>
                    <a:lnTo>
                      <a:pt x="202013" y="197868"/>
                    </a:lnTo>
                    <a:lnTo>
                      <a:pt x="202013" y="57696"/>
                    </a:lnTo>
                    <a:lnTo>
                      <a:pt x="206776" y="57696"/>
                    </a:lnTo>
                    <a:lnTo>
                      <a:pt x="210758" y="60307"/>
                    </a:lnTo>
                    <a:lnTo>
                      <a:pt x="152099" y="149773"/>
                    </a:lnTo>
                    <a:lnTo>
                      <a:pt x="133814" y="86361"/>
                    </a:lnTo>
                    <a:lnTo>
                      <a:pt x="138390" y="85042"/>
                    </a:lnTo>
                    <a:lnTo>
                      <a:pt x="142611" y="87247"/>
                    </a:lnTo>
                    <a:lnTo>
                      <a:pt x="97075" y="174382"/>
                    </a:lnTo>
                    <a:lnTo>
                      <a:pt x="78740" y="12230"/>
                    </a:lnTo>
                    <a:lnTo>
                      <a:pt x="83472" y="11695"/>
                    </a:lnTo>
                    <a:lnTo>
                      <a:pt x="87146" y="14725"/>
                    </a:lnTo>
                    <a:lnTo>
                      <a:pt x="46955" y="63465"/>
                    </a:lnTo>
                    <a:lnTo>
                      <a:pt x="0" y="43610"/>
                    </a:lnTo>
                    <a:lnTo>
                      <a:pt x="3710" y="34837"/>
                    </a:lnTo>
                    <a:lnTo>
                      <a:pt x="47395" y="53310"/>
                    </a:lnTo>
                    <a:lnTo>
                      <a:pt x="45540" y="57696"/>
                    </a:lnTo>
                    <a:lnTo>
                      <a:pt x="41865" y="54666"/>
                    </a:lnTo>
                    <a:lnTo>
                      <a:pt x="86942" y="0"/>
                    </a:lnTo>
                    <a:lnTo>
                      <a:pt x="104792" y="157854"/>
                    </a:lnTo>
                    <a:lnTo>
                      <a:pt x="100060" y="158388"/>
                    </a:lnTo>
                    <a:lnTo>
                      <a:pt x="95838" y="156183"/>
                    </a:lnTo>
                    <a:lnTo>
                      <a:pt x="139673" y="72303"/>
                    </a:lnTo>
                    <a:lnTo>
                      <a:pt x="158378" y="137170"/>
                    </a:lnTo>
                    <a:lnTo>
                      <a:pt x="153802" y="138490"/>
                    </a:lnTo>
                    <a:lnTo>
                      <a:pt x="149820" y="135879"/>
                    </a:lnTo>
                    <a:lnTo>
                      <a:pt x="211538" y="41747"/>
                    </a:lnTo>
                    <a:lnTo>
                      <a:pt x="211538" y="177405"/>
                    </a:lnTo>
                    <a:lnTo>
                      <a:pt x="206776" y="177405"/>
                    </a:lnTo>
                    <a:lnTo>
                      <a:pt x="202502" y="175303"/>
                    </a:lnTo>
                    <a:lnTo>
                      <a:pt x="234161" y="110977"/>
                    </a:lnTo>
                    <a:lnTo>
                      <a:pt x="304084" y="142641"/>
                    </a:lnTo>
                    <a:lnTo>
                      <a:pt x="300154" y="15131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50" name="图片 62" descr="icon-12"/>
          <p:cNvGrpSpPr/>
          <p:nvPr/>
        </p:nvGrpSpPr>
        <p:grpSpPr>
          <a:xfrm>
            <a:off x="5883275" y="3127375"/>
            <a:ext cx="609600" cy="666750"/>
            <a:chOff x="5883275" y="3127375"/>
            <a:chExt cx="609600" cy="666750"/>
          </a:xfrm>
        </p:grpSpPr>
        <p:grpSp>
          <p:nvGrpSpPr>
            <p:cNvPr id="251" name="图片 62" descr="icon-12"/>
            <p:cNvGrpSpPr/>
            <p:nvPr/>
          </p:nvGrpSpPr>
          <p:grpSpPr>
            <a:xfrm>
              <a:off x="5883275" y="3127375"/>
              <a:ext cx="609600" cy="666750"/>
              <a:chOff x="5883275" y="3127375"/>
              <a:chExt cx="609600" cy="666750"/>
            </a:xfrm>
          </p:grpSpPr>
          <p:grpSp>
            <p:nvGrpSpPr>
              <p:cNvPr id="252" name="图片 62" descr="icon-12"/>
              <p:cNvGrpSpPr/>
              <p:nvPr/>
            </p:nvGrpSpPr>
            <p:grpSpPr>
              <a:xfrm>
                <a:off x="5949950" y="3146425"/>
                <a:ext cx="542925" cy="647700"/>
                <a:chOff x="5949950" y="3146425"/>
                <a:chExt cx="542925" cy="647700"/>
              </a:xfrm>
            </p:grpSpPr>
            <p:grpSp>
              <p:nvGrpSpPr>
                <p:cNvPr id="253" name="图片 62" descr="icon-12"/>
                <p:cNvGrpSpPr/>
                <p:nvPr/>
              </p:nvGrpSpPr>
              <p:grpSpPr>
                <a:xfrm>
                  <a:off x="5949950" y="3280945"/>
                  <a:ext cx="542925" cy="513179"/>
                  <a:chOff x="5949950" y="3280945"/>
                  <a:chExt cx="542925" cy="513179"/>
                </a:xfrm>
              </p:grpSpPr>
              <p:sp>
                <p:nvSpPr>
                  <p:cNvPr id="254" name="任意形状 253"/>
                  <p:cNvSpPr/>
                  <p:nvPr/>
                </p:nvSpPr>
                <p:spPr>
                  <a:xfrm>
                    <a:off x="5949950" y="3280945"/>
                    <a:ext cx="542925" cy="513179"/>
                  </a:xfrm>
                  <a:custGeom>
                    <a:avLst/>
                    <a:gdLst>
                      <a:gd name="connsiteX0" fmla="*/ 0 w 542925"/>
                      <a:gd name="connsiteY0" fmla="*/ 153925 h 513179"/>
                      <a:gd name="connsiteX1" fmla="*/ 0 w 542925"/>
                      <a:gd name="connsiteY1" fmla="*/ 367642 h 513179"/>
                      <a:gd name="connsiteX2" fmla="*/ 270185 w 542925"/>
                      <a:gd name="connsiteY2" fmla="*/ 513179 h 513179"/>
                      <a:gd name="connsiteX3" fmla="*/ 542925 w 542925"/>
                      <a:gd name="connsiteY3" fmla="*/ 367642 h 513179"/>
                      <a:gd name="connsiteX4" fmla="*/ 542925 w 542925"/>
                      <a:gd name="connsiteY4" fmla="*/ 153925 h 513179"/>
                      <a:gd name="connsiteX5" fmla="*/ 270185 w 542925"/>
                      <a:gd name="connsiteY5" fmla="*/ 0 h 513179"/>
                      <a:gd name="connsiteX6" fmla="*/ 0 w 542925"/>
                      <a:gd name="connsiteY6" fmla="*/ 153925 h 51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925" h="513179">
                        <a:moveTo>
                          <a:pt x="0" y="153925"/>
                        </a:moveTo>
                        <a:lnTo>
                          <a:pt x="0" y="367642"/>
                        </a:lnTo>
                        <a:lnTo>
                          <a:pt x="270185" y="513179"/>
                        </a:lnTo>
                        <a:lnTo>
                          <a:pt x="542925" y="367642"/>
                        </a:lnTo>
                        <a:lnTo>
                          <a:pt x="542925" y="153925"/>
                        </a:lnTo>
                        <a:lnTo>
                          <a:pt x="270185" y="0"/>
                        </a:lnTo>
                        <a:lnTo>
                          <a:pt x="0" y="15392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5" name="任意形状 254"/>
                  <p:cNvSpPr/>
                  <p:nvPr/>
                </p:nvSpPr>
                <p:spPr>
                  <a:xfrm>
                    <a:off x="6220135" y="3434870"/>
                    <a:ext cx="272739" cy="359254"/>
                  </a:xfrm>
                  <a:custGeom>
                    <a:avLst/>
                    <a:gdLst>
                      <a:gd name="connsiteX0" fmla="*/ 1277 w 272739"/>
                      <a:gd name="connsiteY0" fmla="*/ 130654 h 359254"/>
                      <a:gd name="connsiteX1" fmla="*/ 0 w 272739"/>
                      <a:gd name="connsiteY1" fmla="*/ 359254 h 359254"/>
                      <a:gd name="connsiteX2" fmla="*/ 272740 w 272739"/>
                      <a:gd name="connsiteY2" fmla="*/ 213717 h 359254"/>
                      <a:gd name="connsiteX3" fmla="*/ 272740 w 272739"/>
                      <a:gd name="connsiteY3" fmla="*/ 0 h 359254"/>
                      <a:gd name="connsiteX4" fmla="*/ 1277 w 272739"/>
                      <a:gd name="connsiteY4" fmla="*/ 130654 h 359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39" h="359254">
                        <a:moveTo>
                          <a:pt x="1277" y="130654"/>
                        </a:moveTo>
                        <a:lnTo>
                          <a:pt x="0" y="359254"/>
                        </a:lnTo>
                        <a:lnTo>
                          <a:pt x="272740" y="213717"/>
                        </a:lnTo>
                        <a:lnTo>
                          <a:pt x="272740" y="0"/>
                        </a:lnTo>
                        <a:lnTo>
                          <a:pt x="1277" y="13065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6" name="任意形状 255"/>
                  <p:cNvSpPr/>
                  <p:nvPr/>
                </p:nvSpPr>
                <p:spPr>
                  <a:xfrm>
                    <a:off x="5949950" y="3280945"/>
                    <a:ext cx="542925" cy="294667"/>
                  </a:xfrm>
                  <a:custGeom>
                    <a:avLst/>
                    <a:gdLst>
                      <a:gd name="connsiteX0" fmla="*/ 0 w 542925"/>
                      <a:gd name="connsiteY0" fmla="*/ 153925 h 294667"/>
                      <a:gd name="connsiteX1" fmla="*/ 271463 w 542925"/>
                      <a:gd name="connsiteY1" fmla="*/ 294667 h 294667"/>
                      <a:gd name="connsiteX2" fmla="*/ 542925 w 542925"/>
                      <a:gd name="connsiteY2" fmla="*/ 153925 h 294667"/>
                      <a:gd name="connsiteX3" fmla="*/ 271463 w 542925"/>
                      <a:gd name="connsiteY3" fmla="*/ 0 h 294667"/>
                      <a:gd name="connsiteX4" fmla="*/ 0 w 542925"/>
                      <a:gd name="connsiteY4" fmla="*/ 153925 h 294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5" h="294667">
                        <a:moveTo>
                          <a:pt x="0" y="153925"/>
                        </a:moveTo>
                        <a:lnTo>
                          <a:pt x="271463" y="294667"/>
                        </a:lnTo>
                        <a:lnTo>
                          <a:pt x="542925" y="153925"/>
                        </a:lnTo>
                        <a:lnTo>
                          <a:pt x="271463" y="0"/>
                        </a:lnTo>
                        <a:lnTo>
                          <a:pt x="0" y="15392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7" name="图片 62" descr="icon-12"/>
                <p:cNvGrpSpPr/>
                <p:nvPr/>
              </p:nvGrpSpPr>
              <p:grpSpPr>
                <a:xfrm>
                  <a:off x="5949950" y="3146425"/>
                  <a:ext cx="542925" cy="378658"/>
                  <a:chOff x="5949950" y="3146425"/>
                  <a:chExt cx="542925" cy="378658"/>
                </a:xfrm>
              </p:grpSpPr>
              <p:sp>
                <p:nvSpPr>
                  <p:cNvPr id="258" name="任意形状 257"/>
                  <p:cNvSpPr/>
                  <p:nvPr/>
                </p:nvSpPr>
                <p:spPr>
                  <a:xfrm>
                    <a:off x="5949950" y="3146425"/>
                    <a:ext cx="542925" cy="378658"/>
                  </a:xfrm>
                  <a:custGeom>
                    <a:avLst/>
                    <a:gdLst>
                      <a:gd name="connsiteX0" fmla="*/ 0 w 542925"/>
                      <a:gd name="connsiteY0" fmla="*/ 153925 h 378658"/>
                      <a:gd name="connsiteX1" fmla="*/ 0 w 542925"/>
                      <a:gd name="connsiteY1" fmla="*/ 233122 h 378658"/>
                      <a:gd name="connsiteX2" fmla="*/ 270185 w 542925"/>
                      <a:gd name="connsiteY2" fmla="*/ 378659 h 378658"/>
                      <a:gd name="connsiteX3" fmla="*/ 542925 w 542925"/>
                      <a:gd name="connsiteY3" fmla="*/ 233122 h 378658"/>
                      <a:gd name="connsiteX4" fmla="*/ 542925 w 542925"/>
                      <a:gd name="connsiteY4" fmla="*/ 153925 h 378658"/>
                      <a:gd name="connsiteX5" fmla="*/ 270185 w 542925"/>
                      <a:gd name="connsiteY5" fmla="*/ 0 h 378658"/>
                      <a:gd name="connsiteX6" fmla="*/ 0 w 542925"/>
                      <a:gd name="connsiteY6" fmla="*/ 153925 h 37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925" h="378658">
                        <a:moveTo>
                          <a:pt x="0" y="153925"/>
                        </a:moveTo>
                        <a:lnTo>
                          <a:pt x="0" y="233122"/>
                        </a:lnTo>
                        <a:lnTo>
                          <a:pt x="270185" y="378659"/>
                        </a:lnTo>
                        <a:lnTo>
                          <a:pt x="542925" y="233122"/>
                        </a:lnTo>
                        <a:lnTo>
                          <a:pt x="542925" y="153925"/>
                        </a:lnTo>
                        <a:lnTo>
                          <a:pt x="270185" y="0"/>
                        </a:lnTo>
                        <a:lnTo>
                          <a:pt x="0" y="15392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9" name="任意形状 258"/>
                  <p:cNvSpPr/>
                  <p:nvPr/>
                </p:nvSpPr>
                <p:spPr>
                  <a:xfrm>
                    <a:off x="6220135" y="3300349"/>
                    <a:ext cx="272739" cy="224733"/>
                  </a:xfrm>
                  <a:custGeom>
                    <a:avLst/>
                    <a:gdLst>
                      <a:gd name="connsiteX0" fmla="*/ 1277 w 272739"/>
                      <a:gd name="connsiteY0" fmla="*/ 127929 h 224733"/>
                      <a:gd name="connsiteX1" fmla="*/ 0 w 272739"/>
                      <a:gd name="connsiteY1" fmla="*/ 224734 h 224733"/>
                      <a:gd name="connsiteX2" fmla="*/ 272740 w 272739"/>
                      <a:gd name="connsiteY2" fmla="*/ 79197 h 224733"/>
                      <a:gd name="connsiteX3" fmla="*/ 272740 w 272739"/>
                      <a:gd name="connsiteY3" fmla="*/ 0 h 224733"/>
                      <a:gd name="connsiteX4" fmla="*/ 1277 w 272739"/>
                      <a:gd name="connsiteY4" fmla="*/ 127929 h 224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39" h="224733">
                        <a:moveTo>
                          <a:pt x="1277" y="127929"/>
                        </a:moveTo>
                        <a:lnTo>
                          <a:pt x="0" y="224734"/>
                        </a:lnTo>
                        <a:lnTo>
                          <a:pt x="272740" y="79197"/>
                        </a:lnTo>
                        <a:lnTo>
                          <a:pt x="272740" y="0"/>
                        </a:lnTo>
                        <a:lnTo>
                          <a:pt x="1277" y="12792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0" name="任意形状 259"/>
                  <p:cNvSpPr/>
                  <p:nvPr/>
                </p:nvSpPr>
                <p:spPr>
                  <a:xfrm>
                    <a:off x="5949950" y="3146425"/>
                    <a:ext cx="542925" cy="294667"/>
                  </a:xfrm>
                  <a:custGeom>
                    <a:avLst/>
                    <a:gdLst>
                      <a:gd name="connsiteX0" fmla="*/ 0 w 542925"/>
                      <a:gd name="connsiteY0" fmla="*/ 153925 h 294667"/>
                      <a:gd name="connsiteX1" fmla="*/ 271463 w 542925"/>
                      <a:gd name="connsiteY1" fmla="*/ 294667 h 294667"/>
                      <a:gd name="connsiteX2" fmla="*/ 542925 w 542925"/>
                      <a:gd name="connsiteY2" fmla="*/ 153925 h 294667"/>
                      <a:gd name="connsiteX3" fmla="*/ 271463 w 542925"/>
                      <a:gd name="connsiteY3" fmla="*/ 0 h 294667"/>
                      <a:gd name="connsiteX4" fmla="*/ 0 w 542925"/>
                      <a:gd name="connsiteY4" fmla="*/ 153925 h 294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5" h="294667">
                        <a:moveTo>
                          <a:pt x="0" y="153925"/>
                        </a:moveTo>
                        <a:lnTo>
                          <a:pt x="271463" y="294667"/>
                        </a:lnTo>
                        <a:lnTo>
                          <a:pt x="542925" y="153925"/>
                        </a:lnTo>
                        <a:lnTo>
                          <a:pt x="271463" y="0"/>
                        </a:lnTo>
                        <a:lnTo>
                          <a:pt x="0" y="15392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61" name="图片 62" descr="icon-12"/>
              <p:cNvGrpSpPr/>
              <p:nvPr/>
            </p:nvGrpSpPr>
            <p:grpSpPr>
              <a:xfrm>
                <a:off x="5883275" y="3127375"/>
                <a:ext cx="127457" cy="245636"/>
                <a:chOff x="5883275" y="3127375"/>
                <a:chExt cx="127457" cy="245636"/>
              </a:xfrm>
            </p:grpSpPr>
            <p:sp>
              <p:nvSpPr>
                <p:cNvPr id="262" name="任意形状 261"/>
                <p:cNvSpPr/>
                <p:nvPr/>
              </p:nvSpPr>
              <p:spPr>
                <a:xfrm>
                  <a:off x="5883275" y="3127375"/>
                  <a:ext cx="9525" cy="9525"/>
                </a:xfrm>
                <a:custGeom>
                  <a:avLst/>
                  <a:gdLst/>
                  <a:ahLst/>
                  <a:cxnLst/>
                  <a:rect l="l" t="t" r="r" b="b"/>
                  <a:pathLst>
                    <a:path w="9525" h="9525"/>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3" name="任意形状 262"/>
                <p:cNvSpPr/>
                <p:nvPr/>
              </p:nvSpPr>
              <p:spPr>
                <a:xfrm>
                  <a:off x="5980231" y="3352928"/>
                  <a:ext cx="30501" cy="20082"/>
                </a:xfrm>
                <a:custGeom>
                  <a:avLst/>
                  <a:gdLst>
                    <a:gd name="connsiteX0" fmla="*/ 23598 w 30501"/>
                    <a:gd name="connsiteY0" fmla="*/ 19574 h 20082"/>
                    <a:gd name="connsiteX1" fmla="*/ 2621 w 30501"/>
                    <a:gd name="connsiteY1" fmla="*/ 9017 h 20082"/>
                    <a:gd name="connsiteX2" fmla="*/ 4763 w 30501"/>
                    <a:gd name="connsiteY2" fmla="*/ 4763 h 20082"/>
                    <a:gd name="connsiteX3" fmla="*/ 6904 w 30501"/>
                    <a:gd name="connsiteY3" fmla="*/ 509 h 20082"/>
                    <a:gd name="connsiteX4" fmla="*/ 27880 w 30501"/>
                    <a:gd name="connsiteY4" fmla="*/ 11066 h 20082"/>
                    <a:gd name="connsiteX5" fmla="*/ 25739 w 30501"/>
                    <a:gd name="connsiteY5" fmla="*/ 15320 h 20082"/>
                    <a:gd name="connsiteX6" fmla="*/ 23598 w 30501"/>
                    <a:gd name="connsiteY6" fmla="*/ 19574 h 20082"/>
                    <a:gd name="connsiteX7" fmla="*/ 27880 w 30501"/>
                    <a:gd name="connsiteY7" fmla="*/ 11066 h 20082"/>
                    <a:gd name="connsiteX8" fmla="*/ 28669 w 30501"/>
                    <a:gd name="connsiteY8" fmla="*/ 11566 h 20082"/>
                    <a:gd name="connsiteX9" fmla="*/ 29345 w 30501"/>
                    <a:gd name="connsiteY9" fmla="*/ 12209 h 20082"/>
                    <a:gd name="connsiteX10" fmla="*/ 29883 w 30501"/>
                    <a:gd name="connsiteY10" fmla="*/ 12973 h 20082"/>
                    <a:gd name="connsiteX11" fmla="*/ 30261 w 30501"/>
                    <a:gd name="connsiteY11" fmla="*/ 13826 h 20082"/>
                    <a:gd name="connsiteX12" fmla="*/ 30465 w 30501"/>
                    <a:gd name="connsiteY12" fmla="*/ 14737 h 20082"/>
                    <a:gd name="connsiteX13" fmla="*/ 30488 w 30501"/>
                    <a:gd name="connsiteY13" fmla="*/ 15670 h 20082"/>
                    <a:gd name="connsiteX14" fmla="*/ 30329 w 30501"/>
                    <a:gd name="connsiteY14" fmla="*/ 16590 h 20082"/>
                    <a:gd name="connsiteX15" fmla="*/ 29993 w 30501"/>
                    <a:gd name="connsiteY15" fmla="*/ 17461 h 20082"/>
                    <a:gd name="connsiteX16" fmla="*/ 29493 w 30501"/>
                    <a:gd name="connsiteY16" fmla="*/ 18250 h 20082"/>
                    <a:gd name="connsiteX17" fmla="*/ 28850 w 30501"/>
                    <a:gd name="connsiteY17" fmla="*/ 18926 h 20082"/>
                    <a:gd name="connsiteX18" fmla="*/ 28086 w 30501"/>
                    <a:gd name="connsiteY18" fmla="*/ 19464 h 20082"/>
                    <a:gd name="connsiteX19" fmla="*/ 27233 w 30501"/>
                    <a:gd name="connsiteY19" fmla="*/ 19842 h 20082"/>
                    <a:gd name="connsiteX20" fmla="*/ 26322 w 30501"/>
                    <a:gd name="connsiteY20" fmla="*/ 20047 h 20082"/>
                    <a:gd name="connsiteX21" fmla="*/ 25389 w 30501"/>
                    <a:gd name="connsiteY21" fmla="*/ 20070 h 20082"/>
                    <a:gd name="connsiteX22" fmla="*/ 24469 w 30501"/>
                    <a:gd name="connsiteY22" fmla="*/ 19910 h 20082"/>
                    <a:gd name="connsiteX23" fmla="*/ 23598 w 30501"/>
                    <a:gd name="connsiteY23" fmla="*/ 19574 h 20082"/>
                    <a:gd name="connsiteX24" fmla="*/ 2621 w 30501"/>
                    <a:gd name="connsiteY24" fmla="*/ 9017 h 20082"/>
                    <a:gd name="connsiteX25" fmla="*/ 1833 w 30501"/>
                    <a:gd name="connsiteY25" fmla="*/ 8517 h 20082"/>
                    <a:gd name="connsiteX26" fmla="*/ 1156 w 30501"/>
                    <a:gd name="connsiteY26" fmla="*/ 7873 h 20082"/>
                    <a:gd name="connsiteX27" fmla="*/ 619 w 30501"/>
                    <a:gd name="connsiteY27" fmla="*/ 7110 h 20082"/>
                    <a:gd name="connsiteX28" fmla="*/ 240 w 30501"/>
                    <a:gd name="connsiteY28" fmla="*/ 6257 h 20082"/>
                    <a:gd name="connsiteX29" fmla="*/ 36 w 30501"/>
                    <a:gd name="connsiteY29" fmla="*/ 5346 h 20082"/>
                    <a:gd name="connsiteX30" fmla="*/ 13 w 30501"/>
                    <a:gd name="connsiteY30" fmla="*/ 4412 h 20082"/>
                    <a:gd name="connsiteX31" fmla="*/ 173 w 30501"/>
                    <a:gd name="connsiteY31" fmla="*/ 3492 h 20082"/>
                    <a:gd name="connsiteX32" fmla="*/ 509 w 30501"/>
                    <a:gd name="connsiteY32" fmla="*/ 2621 h 20082"/>
                    <a:gd name="connsiteX33" fmla="*/ 1008 w 30501"/>
                    <a:gd name="connsiteY33" fmla="*/ 1833 h 20082"/>
                    <a:gd name="connsiteX34" fmla="*/ 1652 w 30501"/>
                    <a:gd name="connsiteY34" fmla="*/ 1156 h 20082"/>
                    <a:gd name="connsiteX35" fmla="*/ 2415 w 30501"/>
                    <a:gd name="connsiteY35" fmla="*/ 619 h 20082"/>
                    <a:gd name="connsiteX36" fmla="*/ 3269 w 30501"/>
                    <a:gd name="connsiteY36" fmla="*/ 240 h 20082"/>
                    <a:gd name="connsiteX37" fmla="*/ 4179 w 30501"/>
                    <a:gd name="connsiteY37" fmla="*/ 36 h 20082"/>
                    <a:gd name="connsiteX38" fmla="*/ 5113 w 30501"/>
                    <a:gd name="connsiteY38" fmla="*/ 13 h 20082"/>
                    <a:gd name="connsiteX39" fmla="*/ 6033 w 30501"/>
                    <a:gd name="connsiteY39" fmla="*/ 173 h 20082"/>
                    <a:gd name="connsiteX40" fmla="*/ 6904 w 30501"/>
                    <a:gd name="connsiteY40" fmla="*/ 509 h 20082"/>
                    <a:gd name="connsiteX41" fmla="*/ 27880 w 30501"/>
                    <a:gd name="connsiteY41" fmla="*/ 11066 h 2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501" h="20082">
                      <a:moveTo>
                        <a:pt x="23598" y="19574"/>
                      </a:moveTo>
                      <a:lnTo>
                        <a:pt x="2621" y="9017"/>
                      </a:lnTo>
                      <a:lnTo>
                        <a:pt x="4763" y="4763"/>
                      </a:lnTo>
                      <a:lnTo>
                        <a:pt x="6904" y="509"/>
                      </a:lnTo>
                      <a:lnTo>
                        <a:pt x="27880" y="11066"/>
                      </a:lnTo>
                      <a:lnTo>
                        <a:pt x="25739" y="15320"/>
                      </a:lnTo>
                      <a:lnTo>
                        <a:pt x="23598" y="19574"/>
                      </a:lnTo>
                      <a:close/>
                      <a:moveTo>
                        <a:pt x="27880" y="11066"/>
                      </a:moveTo>
                      <a:cubicBezTo>
                        <a:pt x="28159" y="11207"/>
                        <a:pt x="28422" y="11373"/>
                        <a:pt x="28669" y="11566"/>
                      </a:cubicBezTo>
                      <a:cubicBezTo>
                        <a:pt x="28915" y="11758"/>
                        <a:pt x="29141" y="11973"/>
                        <a:pt x="29345" y="12209"/>
                      </a:cubicBezTo>
                      <a:cubicBezTo>
                        <a:pt x="29549" y="12446"/>
                        <a:pt x="29728" y="12701"/>
                        <a:pt x="29883" y="12973"/>
                      </a:cubicBezTo>
                      <a:cubicBezTo>
                        <a:pt x="30037" y="13245"/>
                        <a:pt x="30163" y="13529"/>
                        <a:pt x="30261" y="13826"/>
                      </a:cubicBezTo>
                      <a:cubicBezTo>
                        <a:pt x="30359" y="14123"/>
                        <a:pt x="30427" y="14427"/>
                        <a:pt x="30465" y="14737"/>
                      </a:cubicBezTo>
                      <a:cubicBezTo>
                        <a:pt x="30504" y="15048"/>
                        <a:pt x="30511" y="15359"/>
                        <a:pt x="30488" y="15670"/>
                      </a:cubicBezTo>
                      <a:cubicBezTo>
                        <a:pt x="30465" y="15982"/>
                        <a:pt x="30412" y="16289"/>
                        <a:pt x="30329" y="16590"/>
                      </a:cubicBezTo>
                      <a:cubicBezTo>
                        <a:pt x="30245" y="16892"/>
                        <a:pt x="30133" y="17182"/>
                        <a:pt x="29993" y="17461"/>
                      </a:cubicBezTo>
                      <a:cubicBezTo>
                        <a:pt x="29852" y="17741"/>
                        <a:pt x="29686" y="18004"/>
                        <a:pt x="29493" y="18250"/>
                      </a:cubicBezTo>
                      <a:cubicBezTo>
                        <a:pt x="29301" y="18497"/>
                        <a:pt x="29086" y="18722"/>
                        <a:pt x="28850" y="18926"/>
                      </a:cubicBezTo>
                      <a:cubicBezTo>
                        <a:pt x="28613" y="19131"/>
                        <a:pt x="28358" y="19310"/>
                        <a:pt x="28086" y="19464"/>
                      </a:cubicBezTo>
                      <a:cubicBezTo>
                        <a:pt x="27814" y="19618"/>
                        <a:pt x="27530" y="19744"/>
                        <a:pt x="27233" y="19842"/>
                      </a:cubicBezTo>
                      <a:cubicBezTo>
                        <a:pt x="26936" y="19941"/>
                        <a:pt x="26632" y="20009"/>
                        <a:pt x="26322" y="20047"/>
                      </a:cubicBezTo>
                      <a:cubicBezTo>
                        <a:pt x="26012" y="20085"/>
                        <a:pt x="25700" y="20093"/>
                        <a:pt x="25389" y="20070"/>
                      </a:cubicBezTo>
                      <a:cubicBezTo>
                        <a:pt x="25077" y="20047"/>
                        <a:pt x="24770" y="19994"/>
                        <a:pt x="24469" y="19910"/>
                      </a:cubicBezTo>
                      <a:cubicBezTo>
                        <a:pt x="24167" y="19827"/>
                        <a:pt x="23877" y="19715"/>
                        <a:pt x="23598" y="19574"/>
                      </a:cubicBezTo>
                      <a:lnTo>
                        <a:pt x="2621" y="9017"/>
                      </a:lnTo>
                      <a:cubicBezTo>
                        <a:pt x="2342" y="8876"/>
                        <a:pt x="2079" y="8710"/>
                        <a:pt x="1833" y="8517"/>
                      </a:cubicBezTo>
                      <a:cubicBezTo>
                        <a:pt x="1586" y="8325"/>
                        <a:pt x="1361" y="8110"/>
                        <a:pt x="1156" y="7873"/>
                      </a:cubicBezTo>
                      <a:cubicBezTo>
                        <a:pt x="952" y="7637"/>
                        <a:pt x="773" y="7382"/>
                        <a:pt x="619" y="7110"/>
                      </a:cubicBezTo>
                      <a:cubicBezTo>
                        <a:pt x="465" y="6838"/>
                        <a:pt x="339" y="6554"/>
                        <a:pt x="240" y="6257"/>
                      </a:cubicBezTo>
                      <a:cubicBezTo>
                        <a:pt x="142" y="5960"/>
                        <a:pt x="74" y="5656"/>
                        <a:pt x="36" y="5346"/>
                      </a:cubicBezTo>
                      <a:cubicBezTo>
                        <a:pt x="-2" y="5035"/>
                        <a:pt x="-10" y="4724"/>
                        <a:pt x="13" y="4412"/>
                      </a:cubicBezTo>
                      <a:cubicBezTo>
                        <a:pt x="36" y="4100"/>
                        <a:pt x="89" y="3794"/>
                        <a:pt x="173" y="3492"/>
                      </a:cubicBezTo>
                      <a:cubicBezTo>
                        <a:pt x="256" y="3191"/>
                        <a:pt x="368" y="2901"/>
                        <a:pt x="509" y="2621"/>
                      </a:cubicBezTo>
                      <a:cubicBezTo>
                        <a:pt x="649" y="2342"/>
                        <a:pt x="816" y="2079"/>
                        <a:pt x="1008" y="1833"/>
                      </a:cubicBezTo>
                      <a:cubicBezTo>
                        <a:pt x="1200" y="1586"/>
                        <a:pt x="1415" y="1361"/>
                        <a:pt x="1652" y="1156"/>
                      </a:cubicBezTo>
                      <a:cubicBezTo>
                        <a:pt x="1888" y="952"/>
                        <a:pt x="2143" y="773"/>
                        <a:pt x="2415" y="619"/>
                      </a:cubicBezTo>
                      <a:cubicBezTo>
                        <a:pt x="2687" y="465"/>
                        <a:pt x="2972" y="339"/>
                        <a:pt x="3269" y="240"/>
                      </a:cubicBezTo>
                      <a:cubicBezTo>
                        <a:pt x="3565" y="142"/>
                        <a:pt x="3869" y="74"/>
                        <a:pt x="4179" y="36"/>
                      </a:cubicBezTo>
                      <a:cubicBezTo>
                        <a:pt x="4490" y="-2"/>
                        <a:pt x="4801" y="-10"/>
                        <a:pt x="5113" y="13"/>
                      </a:cubicBezTo>
                      <a:cubicBezTo>
                        <a:pt x="5425" y="36"/>
                        <a:pt x="5731" y="89"/>
                        <a:pt x="6033" y="173"/>
                      </a:cubicBezTo>
                      <a:cubicBezTo>
                        <a:pt x="6334" y="256"/>
                        <a:pt x="6624" y="368"/>
                        <a:pt x="6904" y="509"/>
                      </a:cubicBezTo>
                      <a:lnTo>
                        <a:pt x="27880" y="11066"/>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64" name="图片 62" descr="icon-12"/>
              <p:cNvGrpSpPr/>
              <p:nvPr/>
            </p:nvGrpSpPr>
            <p:grpSpPr>
              <a:xfrm>
                <a:off x="5883275" y="3127375"/>
                <a:ext cx="168990" cy="266332"/>
                <a:chOff x="5883275" y="3127375"/>
                <a:chExt cx="168990" cy="266332"/>
              </a:xfrm>
            </p:grpSpPr>
            <p:sp>
              <p:nvSpPr>
                <p:cNvPr id="265" name="任意形状 264"/>
                <p:cNvSpPr/>
                <p:nvPr/>
              </p:nvSpPr>
              <p:spPr>
                <a:xfrm>
                  <a:off x="5883275" y="3127375"/>
                  <a:ext cx="9525" cy="9525"/>
                </a:xfrm>
                <a:custGeom>
                  <a:avLst/>
                  <a:gdLst/>
                  <a:ahLst/>
                  <a:cxnLst/>
                  <a:rect l="l" t="t" r="r" b="b"/>
                  <a:pathLst>
                    <a:path w="9525" h="9525"/>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6" name="任意形状 265"/>
                <p:cNvSpPr/>
                <p:nvPr/>
              </p:nvSpPr>
              <p:spPr>
                <a:xfrm>
                  <a:off x="6021764" y="3373624"/>
                  <a:ext cx="30501" cy="20082"/>
                </a:xfrm>
                <a:custGeom>
                  <a:avLst/>
                  <a:gdLst>
                    <a:gd name="connsiteX0" fmla="*/ 23598 w 30501"/>
                    <a:gd name="connsiteY0" fmla="*/ 19574 h 20082"/>
                    <a:gd name="connsiteX1" fmla="*/ 2621 w 30501"/>
                    <a:gd name="connsiteY1" fmla="*/ 9017 h 20082"/>
                    <a:gd name="connsiteX2" fmla="*/ 4763 w 30501"/>
                    <a:gd name="connsiteY2" fmla="*/ 4763 h 20082"/>
                    <a:gd name="connsiteX3" fmla="*/ 6904 w 30501"/>
                    <a:gd name="connsiteY3" fmla="*/ 509 h 20082"/>
                    <a:gd name="connsiteX4" fmla="*/ 27880 w 30501"/>
                    <a:gd name="connsiteY4" fmla="*/ 11066 h 20082"/>
                    <a:gd name="connsiteX5" fmla="*/ 25739 w 30501"/>
                    <a:gd name="connsiteY5" fmla="*/ 15320 h 20082"/>
                    <a:gd name="connsiteX6" fmla="*/ 23598 w 30501"/>
                    <a:gd name="connsiteY6" fmla="*/ 19574 h 20082"/>
                    <a:gd name="connsiteX7" fmla="*/ 27880 w 30501"/>
                    <a:gd name="connsiteY7" fmla="*/ 11066 h 20082"/>
                    <a:gd name="connsiteX8" fmla="*/ 28669 w 30501"/>
                    <a:gd name="connsiteY8" fmla="*/ 11566 h 20082"/>
                    <a:gd name="connsiteX9" fmla="*/ 29345 w 30501"/>
                    <a:gd name="connsiteY9" fmla="*/ 12209 h 20082"/>
                    <a:gd name="connsiteX10" fmla="*/ 29883 w 30501"/>
                    <a:gd name="connsiteY10" fmla="*/ 12973 h 20082"/>
                    <a:gd name="connsiteX11" fmla="*/ 30261 w 30501"/>
                    <a:gd name="connsiteY11" fmla="*/ 13826 h 20082"/>
                    <a:gd name="connsiteX12" fmla="*/ 30465 w 30501"/>
                    <a:gd name="connsiteY12" fmla="*/ 14737 h 20082"/>
                    <a:gd name="connsiteX13" fmla="*/ 30488 w 30501"/>
                    <a:gd name="connsiteY13" fmla="*/ 15670 h 20082"/>
                    <a:gd name="connsiteX14" fmla="*/ 30329 w 30501"/>
                    <a:gd name="connsiteY14" fmla="*/ 16590 h 20082"/>
                    <a:gd name="connsiteX15" fmla="*/ 29993 w 30501"/>
                    <a:gd name="connsiteY15" fmla="*/ 17461 h 20082"/>
                    <a:gd name="connsiteX16" fmla="*/ 29493 w 30501"/>
                    <a:gd name="connsiteY16" fmla="*/ 18250 h 20082"/>
                    <a:gd name="connsiteX17" fmla="*/ 28850 w 30501"/>
                    <a:gd name="connsiteY17" fmla="*/ 18926 h 20082"/>
                    <a:gd name="connsiteX18" fmla="*/ 28086 w 30501"/>
                    <a:gd name="connsiteY18" fmla="*/ 19464 h 20082"/>
                    <a:gd name="connsiteX19" fmla="*/ 27233 w 30501"/>
                    <a:gd name="connsiteY19" fmla="*/ 19842 h 20082"/>
                    <a:gd name="connsiteX20" fmla="*/ 26322 w 30501"/>
                    <a:gd name="connsiteY20" fmla="*/ 20047 h 20082"/>
                    <a:gd name="connsiteX21" fmla="*/ 25389 w 30501"/>
                    <a:gd name="connsiteY21" fmla="*/ 20070 h 20082"/>
                    <a:gd name="connsiteX22" fmla="*/ 24469 w 30501"/>
                    <a:gd name="connsiteY22" fmla="*/ 19910 h 20082"/>
                    <a:gd name="connsiteX23" fmla="*/ 23598 w 30501"/>
                    <a:gd name="connsiteY23" fmla="*/ 19574 h 20082"/>
                    <a:gd name="connsiteX24" fmla="*/ 2621 w 30501"/>
                    <a:gd name="connsiteY24" fmla="*/ 9017 h 20082"/>
                    <a:gd name="connsiteX25" fmla="*/ 1833 w 30501"/>
                    <a:gd name="connsiteY25" fmla="*/ 8517 h 20082"/>
                    <a:gd name="connsiteX26" fmla="*/ 1156 w 30501"/>
                    <a:gd name="connsiteY26" fmla="*/ 7873 h 20082"/>
                    <a:gd name="connsiteX27" fmla="*/ 619 w 30501"/>
                    <a:gd name="connsiteY27" fmla="*/ 7110 h 20082"/>
                    <a:gd name="connsiteX28" fmla="*/ 240 w 30501"/>
                    <a:gd name="connsiteY28" fmla="*/ 6257 h 20082"/>
                    <a:gd name="connsiteX29" fmla="*/ 36 w 30501"/>
                    <a:gd name="connsiteY29" fmla="*/ 5346 h 20082"/>
                    <a:gd name="connsiteX30" fmla="*/ 13 w 30501"/>
                    <a:gd name="connsiteY30" fmla="*/ 4412 h 20082"/>
                    <a:gd name="connsiteX31" fmla="*/ 173 w 30501"/>
                    <a:gd name="connsiteY31" fmla="*/ 3492 h 20082"/>
                    <a:gd name="connsiteX32" fmla="*/ 509 w 30501"/>
                    <a:gd name="connsiteY32" fmla="*/ 2621 h 20082"/>
                    <a:gd name="connsiteX33" fmla="*/ 1008 w 30501"/>
                    <a:gd name="connsiteY33" fmla="*/ 1833 h 20082"/>
                    <a:gd name="connsiteX34" fmla="*/ 1652 w 30501"/>
                    <a:gd name="connsiteY34" fmla="*/ 1156 h 20082"/>
                    <a:gd name="connsiteX35" fmla="*/ 2415 w 30501"/>
                    <a:gd name="connsiteY35" fmla="*/ 619 h 20082"/>
                    <a:gd name="connsiteX36" fmla="*/ 3269 w 30501"/>
                    <a:gd name="connsiteY36" fmla="*/ 240 h 20082"/>
                    <a:gd name="connsiteX37" fmla="*/ 4179 w 30501"/>
                    <a:gd name="connsiteY37" fmla="*/ 36 h 20082"/>
                    <a:gd name="connsiteX38" fmla="*/ 5113 w 30501"/>
                    <a:gd name="connsiteY38" fmla="*/ 13 h 20082"/>
                    <a:gd name="connsiteX39" fmla="*/ 6033 w 30501"/>
                    <a:gd name="connsiteY39" fmla="*/ 173 h 20082"/>
                    <a:gd name="connsiteX40" fmla="*/ 6904 w 30501"/>
                    <a:gd name="connsiteY40" fmla="*/ 509 h 20082"/>
                    <a:gd name="connsiteX41" fmla="*/ 27880 w 30501"/>
                    <a:gd name="connsiteY41" fmla="*/ 11066 h 2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501" h="20082">
                      <a:moveTo>
                        <a:pt x="23598" y="19574"/>
                      </a:moveTo>
                      <a:lnTo>
                        <a:pt x="2621" y="9017"/>
                      </a:lnTo>
                      <a:lnTo>
                        <a:pt x="4763" y="4763"/>
                      </a:lnTo>
                      <a:lnTo>
                        <a:pt x="6904" y="509"/>
                      </a:lnTo>
                      <a:lnTo>
                        <a:pt x="27880" y="11066"/>
                      </a:lnTo>
                      <a:lnTo>
                        <a:pt x="25739" y="15320"/>
                      </a:lnTo>
                      <a:lnTo>
                        <a:pt x="23598" y="19574"/>
                      </a:lnTo>
                      <a:close/>
                      <a:moveTo>
                        <a:pt x="27880" y="11066"/>
                      </a:moveTo>
                      <a:cubicBezTo>
                        <a:pt x="28159" y="11207"/>
                        <a:pt x="28422" y="11373"/>
                        <a:pt x="28669" y="11566"/>
                      </a:cubicBezTo>
                      <a:cubicBezTo>
                        <a:pt x="28915" y="11758"/>
                        <a:pt x="29141" y="11973"/>
                        <a:pt x="29345" y="12209"/>
                      </a:cubicBezTo>
                      <a:cubicBezTo>
                        <a:pt x="29549" y="12446"/>
                        <a:pt x="29728" y="12701"/>
                        <a:pt x="29883" y="12973"/>
                      </a:cubicBezTo>
                      <a:cubicBezTo>
                        <a:pt x="30037" y="13245"/>
                        <a:pt x="30163" y="13529"/>
                        <a:pt x="30261" y="13826"/>
                      </a:cubicBezTo>
                      <a:cubicBezTo>
                        <a:pt x="30359" y="14123"/>
                        <a:pt x="30427" y="14427"/>
                        <a:pt x="30465" y="14737"/>
                      </a:cubicBezTo>
                      <a:cubicBezTo>
                        <a:pt x="30504" y="15048"/>
                        <a:pt x="30511" y="15359"/>
                        <a:pt x="30488" y="15670"/>
                      </a:cubicBezTo>
                      <a:cubicBezTo>
                        <a:pt x="30465" y="15982"/>
                        <a:pt x="30412" y="16289"/>
                        <a:pt x="30329" y="16590"/>
                      </a:cubicBezTo>
                      <a:cubicBezTo>
                        <a:pt x="30245" y="16892"/>
                        <a:pt x="30133" y="17182"/>
                        <a:pt x="29993" y="17461"/>
                      </a:cubicBezTo>
                      <a:cubicBezTo>
                        <a:pt x="29852" y="17741"/>
                        <a:pt x="29686" y="18004"/>
                        <a:pt x="29493" y="18250"/>
                      </a:cubicBezTo>
                      <a:cubicBezTo>
                        <a:pt x="29301" y="18497"/>
                        <a:pt x="29086" y="18722"/>
                        <a:pt x="28850" y="18926"/>
                      </a:cubicBezTo>
                      <a:cubicBezTo>
                        <a:pt x="28613" y="19131"/>
                        <a:pt x="28358" y="19310"/>
                        <a:pt x="28086" y="19464"/>
                      </a:cubicBezTo>
                      <a:cubicBezTo>
                        <a:pt x="27814" y="19618"/>
                        <a:pt x="27530" y="19744"/>
                        <a:pt x="27233" y="19842"/>
                      </a:cubicBezTo>
                      <a:cubicBezTo>
                        <a:pt x="26936" y="19941"/>
                        <a:pt x="26632" y="20009"/>
                        <a:pt x="26322" y="20047"/>
                      </a:cubicBezTo>
                      <a:cubicBezTo>
                        <a:pt x="26012" y="20085"/>
                        <a:pt x="25701" y="20093"/>
                        <a:pt x="25389" y="20070"/>
                      </a:cubicBezTo>
                      <a:cubicBezTo>
                        <a:pt x="25077" y="20047"/>
                        <a:pt x="24770" y="19994"/>
                        <a:pt x="24469" y="19910"/>
                      </a:cubicBezTo>
                      <a:cubicBezTo>
                        <a:pt x="24167" y="19827"/>
                        <a:pt x="23877" y="19715"/>
                        <a:pt x="23598" y="19574"/>
                      </a:cubicBezTo>
                      <a:lnTo>
                        <a:pt x="2621" y="9017"/>
                      </a:lnTo>
                      <a:cubicBezTo>
                        <a:pt x="2342" y="8876"/>
                        <a:pt x="2079" y="8710"/>
                        <a:pt x="1833" y="8517"/>
                      </a:cubicBezTo>
                      <a:cubicBezTo>
                        <a:pt x="1586" y="8325"/>
                        <a:pt x="1361" y="8110"/>
                        <a:pt x="1156" y="7873"/>
                      </a:cubicBezTo>
                      <a:cubicBezTo>
                        <a:pt x="952" y="7637"/>
                        <a:pt x="773" y="7382"/>
                        <a:pt x="619" y="7110"/>
                      </a:cubicBezTo>
                      <a:cubicBezTo>
                        <a:pt x="465" y="6838"/>
                        <a:pt x="339" y="6554"/>
                        <a:pt x="240" y="6257"/>
                      </a:cubicBezTo>
                      <a:cubicBezTo>
                        <a:pt x="142" y="5960"/>
                        <a:pt x="74" y="5656"/>
                        <a:pt x="36" y="5346"/>
                      </a:cubicBezTo>
                      <a:cubicBezTo>
                        <a:pt x="-2" y="5035"/>
                        <a:pt x="-10" y="4724"/>
                        <a:pt x="13" y="4412"/>
                      </a:cubicBezTo>
                      <a:cubicBezTo>
                        <a:pt x="36" y="4100"/>
                        <a:pt x="89" y="3794"/>
                        <a:pt x="173" y="3492"/>
                      </a:cubicBezTo>
                      <a:cubicBezTo>
                        <a:pt x="256" y="3191"/>
                        <a:pt x="368" y="2901"/>
                        <a:pt x="509" y="2621"/>
                      </a:cubicBezTo>
                      <a:cubicBezTo>
                        <a:pt x="649" y="2342"/>
                        <a:pt x="816" y="2079"/>
                        <a:pt x="1008" y="1833"/>
                      </a:cubicBezTo>
                      <a:cubicBezTo>
                        <a:pt x="1200" y="1586"/>
                        <a:pt x="1415" y="1361"/>
                        <a:pt x="1652" y="1156"/>
                      </a:cubicBezTo>
                      <a:cubicBezTo>
                        <a:pt x="1888" y="952"/>
                        <a:pt x="2143" y="773"/>
                        <a:pt x="2415" y="619"/>
                      </a:cubicBezTo>
                      <a:cubicBezTo>
                        <a:pt x="2687" y="465"/>
                        <a:pt x="2972" y="339"/>
                        <a:pt x="3269" y="240"/>
                      </a:cubicBezTo>
                      <a:cubicBezTo>
                        <a:pt x="3565" y="142"/>
                        <a:pt x="3869" y="74"/>
                        <a:pt x="4179" y="36"/>
                      </a:cubicBezTo>
                      <a:cubicBezTo>
                        <a:pt x="4490" y="-2"/>
                        <a:pt x="4801" y="-10"/>
                        <a:pt x="5113" y="13"/>
                      </a:cubicBezTo>
                      <a:cubicBezTo>
                        <a:pt x="5425" y="36"/>
                        <a:pt x="5731" y="89"/>
                        <a:pt x="6033" y="173"/>
                      </a:cubicBezTo>
                      <a:cubicBezTo>
                        <a:pt x="6334" y="256"/>
                        <a:pt x="6624" y="368"/>
                        <a:pt x="6904" y="509"/>
                      </a:cubicBezTo>
                      <a:lnTo>
                        <a:pt x="27880" y="11066"/>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67" name="图片 62" descr="icon-12"/>
            <p:cNvGrpSpPr/>
            <p:nvPr/>
          </p:nvGrpSpPr>
          <p:grpSpPr>
            <a:xfrm>
              <a:off x="5883275" y="3127375"/>
              <a:ext cx="280987" cy="528637"/>
              <a:chOff x="5883275" y="3127375"/>
              <a:chExt cx="280987" cy="528637"/>
            </a:xfrm>
          </p:grpSpPr>
          <p:sp>
            <p:nvSpPr>
              <p:cNvPr id="268" name="任意形状 267"/>
              <p:cNvSpPr/>
              <p:nvPr/>
            </p:nvSpPr>
            <p:spPr>
              <a:xfrm>
                <a:off x="5883275" y="3127375"/>
                <a:ext cx="9525" cy="9525"/>
              </a:xfrm>
              <a:custGeom>
                <a:avLst/>
                <a:gdLst/>
                <a:ahLst/>
                <a:cxnLst/>
                <a:rect l="l" t="t" r="r" b="b"/>
                <a:pathLst>
                  <a:path w="9525" h="9525"/>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9" name="任意形状 268"/>
              <p:cNvSpPr/>
              <p:nvPr/>
            </p:nvSpPr>
            <p:spPr>
              <a:xfrm>
                <a:off x="6002337" y="3560762"/>
                <a:ext cx="161924" cy="95250"/>
              </a:xfrm>
              <a:custGeom>
                <a:avLst/>
                <a:gdLst>
                  <a:gd name="connsiteX0" fmla="*/ 154828 w 161924"/>
                  <a:gd name="connsiteY0" fmla="*/ 94638 h 95250"/>
                  <a:gd name="connsiteX1" fmla="*/ 2428 w 161924"/>
                  <a:gd name="connsiteY1" fmla="*/ 8913 h 95250"/>
                  <a:gd name="connsiteX2" fmla="*/ 4763 w 161924"/>
                  <a:gd name="connsiteY2" fmla="*/ 4763 h 95250"/>
                  <a:gd name="connsiteX3" fmla="*/ 7097 w 161924"/>
                  <a:gd name="connsiteY3" fmla="*/ 612 h 95250"/>
                  <a:gd name="connsiteX4" fmla="*/ 159497 w 161924"/>
                  <a:gd name="connsiteY4" fmla="*/ 86337 h 95250"/>
                  <a:gd name="connsiteX5" fmla="*/ 157163 w 161924"/>
                  <a:gd name="connsiteY5" fmla="*/ 90488 h 95250"/>
                  <a:gd name="connsiteX6" fmla="*/ 154828 w 161924"/>
                  <a:gd name="connsiteY6" fmla="*/ 94638 h 95250"/>
                  <a:gd name="connsiteX7" fmla="*/ 159497 w 161924"/>
                  <a:gd name="connsiteY7" fmla="*/ 86337 h 95250"/>
                  <a:gd name="connsiteX8" fmla="*/ 160262 w 161924"/>
                  <a:gd name="connsiteY8" fmla="*/ 86872 h 95250"/>
                  <a:gd name="connsiteX9" fmla="*/ 160908 w 161924"/>
                  <a:gd name="connsiteY9" fmla="*/ 87546 h 95250"/>
                  <a:gd name="connsiteX10" fmla="*/ 161410 w 161924"/>
                  <a:gd name="connsiteY10" fmla="*/ 88333 h 95250"/>
                  <a:gd name="connsiteX11" fmla="*/ 161749 w 161924"/>
                  <a:gd name="connsiteY11" fmla="*/ 89203 h 95250"/>
                  <a:gd name="connsiteX12" fmla="*/ 161911 w 161924"/>
                  <a:gd name="connsiteY12" fmla="*/ 90123 h 95250"/>
                  <a:gd name="connsiteX13" fmla="*/ 161891 w 161924"/>
                  <a:gd name="connsiteY13" fmla="*/ 91056 h 95250"/>
                  <a:gd name="connsiteX14" fmla="*/ 161689 w 161924"/>
                  <a:gd name="connsiteY14" fmla="*/ 91968 h 95250"/>
                  <a:gd name="connsiteX15" fmla="*/ 161314 w 161924"/>
                  <a:gd name="connsiteY15" fmla="*/ 92822 h 95250"/>
                  <a:gd name="connsiteX16" fmla="*/ 160778 w 161924"/>
                  <a:gd name="connsiteY16" fmla="*/ 93587 h 95250"/>
                  <a:gd name="connsiteX17" fmla="*/ 160104 w 161924"/>
                  <a:gd name="connsiteY17" fmla="*/ 94233 h 95250"/>
                  <a:gd name="connsiteX18" fmla="*/ 159317 w 161924"/>
                  <a:gd name="connsiteY18" fmla="*/ 94735 h 95250"/>
                  <a:gd name="connsiteX19" fmla="*/ 158447 w 161924"/>
                  <a:gd name="connsiteY19" fmla="*/ 95074 h 95250"/>
                  <a:gd name="connsiteX20" fmla="*/ 157527 w 161924"/>
                  <a:gd name="connsiteY20" fmla="*/ 95236 h 95250"/>
                  <a:gd name="connsiteX21" fmla="*/ 156594 w 161924"/>
                  <a:gd name="connsiteY21" fmla="*/ 95216 h 95250"/>
                  <a:gd name="connsiteX22" fmla="*/ 155682 w 161924"/>
                  <a:gd name="connsiteY22" fmla="*/ 95014 h 95250"/>
                  <a:gd name="connsiteX23" fmla="*/ 154828 w 161924"/>
                  <a:gd name="connsiteY23" fmla="*/ 94638 h 95250"/>
                  <a:gd name="connsiteX24" fmla="*/ 2428 w 161924"/>
                  <a:gd name="connsiteY24" fmla="*/ 8913 h 95250"/>
                  <a:gd name="connsiteX25" fmla="*/ 1663 w 161924"/>
                  <a:gd name="connsiteY25" fmla="*/ 8378 h 95250"/>
                  <a:gd name="connsiteX26" fmla="*/ 1017 w 161924"/>
                  <a:gd name="connsiteY26" fmla="*/ 7704 h 95250"/>
                  <a:gd name="connsiteX27" fmla="*/ 515 w 161924"/>
                  <a:gd name="connsiteY27" fmla="*/ 6917 h 95250"/>
                  <a:gd name="connsiteX28" fmla="*/ 176 w 161924"/>
                  <a:gd name="connsiteY28" fmla="*/ 6047 h 95250"/>
                  <a:gd name="connsiteX29" fmla="*/ 14 w 161924"/>
                  <a:gd name="connsiteY29" fmla="*/ 5127 h 95250"/>
                  <a:gd name="connsiteX30" fmla="*/ 34 w 161924"/>
                  <a:gd name="connsiteY30" fmla="*/ 4194 h 95250"/>
                  <a:gd name="connsiteX31" fmla="*/ 236 w 161924"/>
                  <a:gd name="connsiteY31" fmla="*/ 3282 h 95250"/>
                  <a:gd name="connsiteX32" fmla="*/ 612 w 161924"/>
                  <a:gd name="connsiteY32" fmla="*/ 2428 h 95250"/>
                  <a:gd name="connsiteX33" fmla="*/ 1147 w 161924"/>
                  <a:gd name="connsiteY33" fmla="*/ 1663 h 95250"/>
                  <a:gd name="connsiteX34" fmla="*/ 1821 w 161924"/>
                  <a:gd name="connsiteY34" fmla="*/ 1017 h 95250"/>
                  <a:gd name="connsiteX35" fmla="*/ 2608 w 161924"/>
                  <a:gd name="connsiteY35" fmla="*/ 515 h 95250"/>
                  <a:gd name="connsiteX36" fmla="*/ 3478 w 161924"/>
                  <a:gd name="connsiteY36" fmla="*/ 176 h 95250"/>
                  <a:gd name="connsiteX37" fmla="*/ 4398 w 161924"/>
                  <a:gd name="connsiteY37" fmla="*/ 14 h 95250"/>
                  <a:gd name="connsiteX38" fmla="*/ 5331 w 161924"/>
                  <a:gd name="connsiteY38" fmla="*/ 34 h 95250"/>
                  <a:gd name="connsiteX39" fmla="*/ 6243 w 161924"/>
                  <a:gd name="connsiteY39" fmla="*/ 236 h 95250"/>
                  <a:gd name="connsiteX40" fmla="*/ 7097 w 161924"/>
                  <a:gd name="connsiteY40" fmla="*/ 612 h 95250"/>
                  <a:gd name="connsiteX41" fmla="*/ 159497 w 161924"/>
                  <a:gd name="connsiteY41" fmla="*/ 8633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924" h="95250">
                    <a:moveTo>
                      <a:pt x="154828" y="94638"/>
                    </a:moveTo>
                    <a:lnTo>
                      <a:pt x="2428" y="8913"/>
                    </a:lnTo>
                    <a:lnTo>
                      <a:pt x="4763" y="4763"/>
                    </a:lnTo>
                    <a:lnTo>
                      <a:pt x="7097" y="612"/>
                    </a:lnTo>
                    <a:lnTo>
                      <a:pt x="159497" y="86337"/>
                    </a:lnTo>
                    <a:lnTo>
                      <a:pt x="157163" y="90488"/>
                    </a:lnTo>
                    <a:lnTo>
                      <a:pt x="154828" y="94638"/>
                    </a:lnTo>
                    <a:close/>
                    <a:moveTo>
                      <a:pt x="159497" y="86337"/>
                    </a:moveTo>
                    <a:cubicBezTo>
                      <a:pt x="159770" y="86490"/>
                      <a:pt x="160025" y="86668"/>
                      <a:pt x="160262" y="86872"/>
                    </a:cubicBezTo>
                    <a:cubicBezTo>
                      <a:pt x="160499" y="87075"/>
                      <a:pt x="160715" y="87300"/>
                      <a:pt x="160908" y="87546"/>
                    </a:cubicBezTo>
                    <a:cubicBezTo>
                      <a:pt x="161101" y="87792"/>
                      <a:pt x="161269" y="88054"/>
                      <a:pt x="161410" y="88333"/>
                    </a:cubicBezTo>
                    <a:cubicBezTo>
                      <a:pt x="161551" y="88612"/>
                      <a:pt x="161664" y="88902"/>
                      <a:pt x="161749" y="89203"/>
                    </a:cubicBezTo>
                    <a:cubicBezTo>
                      <a:pt x="161833" y="89505"/>
                      <a:pt x="161887" y="89811"/>
                      <a:pt x="161911" y="90123"/>
                    </a:cubicBezTo>
                    <a:cubicBezTo>
                      <a:pt x="161935" y="90435"/>
                      <a:pt x="161928" y="90746"/>
                      <a:pt x="161891" y="91056"/>
                    </a:cubicBezTo>
                    <a:cubicBezTo>
                      <a:pt x="161853" y="91367"/>
                      <a:pt x="161786" y="91671"/>
                      <a:pt x="161689" y="91968"/>
                    </a:cubicBezTo>
                    <a:cubicBezTo>
                      <a:pt x="161592" y="92265"/>
                      <a:pt x="161467" y="92550"/>
                      <a:pt x="161314" y="92822"/>
                    </a:cubicBezTo>
                    <a:cubicBezTo>
                      <a:pt x="161160" y="93095"/>
                      <a:pt x="160981" y="93350"/>
                      <a:pt x="160778" y="93587"/>
                    </a:cubicBezTo>
                    <a:cubicBezTo>
                      <a:pt x="160574" y="93825"/>
                      <a:pt x="160350" y="94040"/>
                      <a:pt x="160104" y="94233"/>
                    </a:cubicBezTo>
                    <a:cubicBezTo>
                      <a:pt x="159858" y="94426"/>
                      <a:pt x="159596" y="94594"/>
                      <a:pt x="159317" y="94735"/>
                    </a:cubicBezTo>
                    <a:cubicBezTo>
                      <a:pt x="159038" y="94876"/>
                      <a:pt x="158748" y="94989"/>
                      <a:pt x="158447" y="95074"/>
                    </a:cubicBezTo>
                    <a:cubicBezTo>
                      <a:pt x="158146" y="95158"/>
                      <a:pt x="157839" y="95212"/>
                      <a:pt x="157527" y="95236"/>
                    </a:cubicBezTo>
                    <a:cubicBezTo>
                      <a:pt x="157216" y="95260"/>
                      <a:pt x="156904" y="95253"/>
                      <a:pt x="156594" y="95216"/>
                    </a:cubicBezTo>
                    <a:cubicBezTo>
                      <a:pt x="156283" y="95179"/>
                      <a:pt x="155980" y="95111"/>
                      <a:pt x="155682" y="95014"/>
                    </a:cubicBezTo>
                    <a:cubicBezTo>
                      <a:pt x="155385" y="94917"/>
                      <a:pt x="155100" y="94792"/>
                      <a:pt x="154828" y="94638"/>
                    </a:cubicBezTo>
                    <a:lnTo>
                      <a:pt x="2428" y="8913"/>
                    </a:lnTo>
                    <a:cubicBezTo>
                      <a:pt x="2155" y="8760"/>
                      <a:pt x="1900" y="8582"/>
                      <a:pt x="1663" y="8378"/>
                    </a:cubicBezTo>
                    <a:cubicBezTo>
                      <a:pt x="1425" y="8175"/>
                      <a:pt x="1210" y="7950"/>
                      <a:pt x="1017" y="7704"/>
                    </a:cubicBezTo>
                    <a:cubicBezTo>
                      <a:pt x="824" y="7458"/>
                      <a:pt x="657" y="7196"/>
                      <a:pt x="515" y="6917"/>
                    </a:cubicBezTo>
                    <a:cubicBezTo>
                      <a:pt x="374" y="6638"/>
                      <a:pt x="261" y="6348"/>
                      <a:pt x="176" y="6047"/>
                    </a:cubicBezTo>
                    <a:cubicBezTo>
                      <a:pt x="92" y="5746"/>
                      <a:pt x="38" y="5439"/>
                      <a:pt x="14" y="5127"/>
                    </a:cubicBezTo>
                    <a:cubicBezTo>
                      <a:pt x="-10" y="4815"/>
                      <a:pt x="-3" y="4504"/>
                      <a:pt x="34" y="4194"/>
                    </a:cubicBezTo>
                    <a:cubicBezTo>
                      <a:pt x="71" y="3883"/>
                      <a:pt x="139" y="3580"/>
                      <a:pt x="236" y="3282"/>
                    </a:cubicBezTo>
                    <a:cubicBezTo>
                      <a:pt x="333" y="2985"/>
                      <a:pt x="458" y="2700"/>
                      <a:pt x="612" y="2428"/>
                    </a:cubicBezTo>
                    <a:cubicBezTo>
                      <a:pt x="765" y="2155"/>
                      <a:pt x="943" y="1900"/>
                      <a:pt x="1147" y="1663"/>
                    </a:cubicBezTo>
                    <a:cubicBezTo>
                      <a:pt x="1350" y="1425"/>
                      <a:pt x="1575" y="1210"/>
                      <a:pt x="1821" y="1017"/>
                    </a:cubicBezTo>
                    <a:cubicBezTo>
                      <a:pt x="2067" y="824"/>
                      <a:pt x="2330" y="657"/>
                      <a:pt x="2608" y="515"/>
                    </a:cubicBezTo>
                    <a:cubicBezTo>
                      <a:pt x="2887" y="374"/>
                      <a:pt x="3177" y="261"/>
                      <a:pt x="3478" y="176"/>
                    </a:cubicBezTo>
                    <a:cubicBezTo>
                      <a:pt x="3780" y="92"/>
                      <a:pt x="4086" y="38"/>
                      <a:pt x="4398" y="14"/>
                    </a:cubicBezTo>
                    <a:cubicBezTo>
                      <a:pt x="4710" y="-10"/>
                      <a:pt x="5021" y="-3"/>
                      <a:pt x="5331" y="34"/>
                    </a:cubicBezTo>
                    <a:cubicBezTo>
                      <a:pt x="5642" y="71"/>
                      <a:pt x="5946" y="139"/>
                      <a:pt x="6243" y="236"/>
                    </a:cubicBezTo>
                    <a:cubicBezTo>
                      <a:pt x="6540" y="333"/>
                      <a:pt x="6825" y="458"/>
                      <a:pt x="7097" y="612"/>
                    </a:cubicBezTo>
                    <a:lnTo>
                      <a:pt x="159497" y="86337"/>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0" name="图片 62" descr="icon-12"/>
            <p:cNvGrpSpPr/>
            <p:nvPr/>
          </p:nvGrpSpPr>
          <p:grpSpPr>
            <a:xfrm>
              <a:off x="5883275" y="3127375"/>
              <a:ext cx="280987" cy="566737"/>
              <a:chOff x="5883275" y="3127375"/>
              <a:chExt cx="280987" cy="566737"/>
            </a:xfrm>
          </p:grpSpPr>
          <p:sp>
            <p:nvSpPr>
              <p:cNvPr id="271" name="任意形状 270"/>
              <p:cNvSpPr/>
              <p:nvPr/>
            </p:nvSpPr>
            <p:spPr>
              <a:xfrm>
                <a:off x="5883275" y="3127375"/>
                <a:ext cx="9525" cy="9525"/>
              </a:xfrm>
              <a:custGeom>
                <a:avLst/>
                <a:gdLst/>
                <a:ahLst/>
                <a:cxnLst/>
                <a:rect l="l" t="t" r="r" b="b"/>
                <a:pathLst>
                  <a:path w="9525" h="9525"/>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2" name="任意形状 271"/>
              <p:cNvSpPr/>
              <p:nvPr/>
            </p:nvSpPr>
            <p:spPr>
              <a:xfrm>
                <a:off x="6002337" y="3598862"/>
                <a:ext cx="161924" cy="95250"/>
              </a:xfrm>
              <a:custGeom>
                <a:avLst/>
                <a:gdLst>
                  <a:gd name="connsiteX0" fmla="*/ 154828 w 161924"/>
                  <a:gd name="connsiteY0" fmla="*/ 94638 h 95250"/>
                  <a:gd name="connsiteX1" fmla="*/ 2428 w 161924"/>
                  <a:gd name="connsiteY1" fmla="*/ 8913 h 95250"/>
                  <a:gd name="connsiteX2" fmla="*/ 4763 w 161924"/>
                  <a:gd name="connsiteY2" fmla="*/ 4763 h 95250"/>
                  <a:gd name="connsiteX3" fmla="*/ 7097 w 161924"/>
                  <a:gd name="connsiteY3" fmla="*/ 612 h 95250"/>
                  <a:gd name="connsiteX4" fmla="*/ 159497 w 161924"/>
                  <a:gd name="connsiteY4" fmla="*/ 86337 h 95250"/>
                  <a:gd name="connsiteX5" fmla="*/ 157163 w 161924"/>
                  <a:gd name="connsiteY5" fmla="*/ 90488 h 95250"/>
                  <a:gd name="connsiteX6" fmla="*/ 154828 w 161924"/>
                  <a:gd name="connsiteY6" fmla="*/ 94638 h 95250"/>
                  <a:gd name="connsiteX7" fmla="*/ 159497 w 161924"/>
                  <a:gd name="connsiteY7" fmla="*/ 86337 h 95250"/>
                  <a:gd name="connsiteX8" fmla="*/ 160262 w 161924"/>
                  <a:gd name="connsiteY8" fmla="*/ 86872 h 95250"/>
                  <a:gd name="connsiteX9" fmla="*/ 160908 w 161924"/>
                  <a:gd name="connsiteY9" fmla="*/ 87546 h 95250"/>
                  <a:gd name="connsiteX10" fmla="*/ 161410 w 161924"/>
                  <a:gd name="connsiteY10" fmla="*/ 88333 h 95250"/>
                  <a:gd name="connsiteX11" fmla="*/ 161749 w 161924"/>
                  <a:gd name="connsiteY11" fmla="*/ 89203 h 95250"/>
                  <a:gd name="connsiteX12" fmla="*/ 161911 w 161924"/>
                  <a:gd name="connsiteY12" fmla="*/ 90123 h 95250"/>
                  <a:gd name="connsiteX13" fmla="*/ 161891 w 161924"/>
                  <a:gd name="connsiteY13" fmla="*/ 91056 h 95250"/>
                  <a:gd name="connsiteX14" fmla="*/ 161689 w 161924"/>
                  <a:gd name="connsiteY14" fmla="*/ 91968 h 95250"/>
                  <a:gd name="connsiteX15" fmla="*/ 161314 w 161924"/>
                  <a:gd name="connsiteY15" fmla="*/ 92822 h 95250"/>
                  <a:gd name="connsiteX16" fmla="*/ 160778 w 161924"/>
                  <a:gd name="connsiteY16" fmla="*/ 93587 h 95250"/>
                  <a:gd name="connsiteX17" fmla="*/ 160104 w 161924"/>
                  <a:gd name="connsiteY17" fmla="*/ 94233 h 95250"/>
                  <a:gd name="connsiteX18" fmla="*/ 159317 w 161924"/>
                  <a:gd name="connsiteY18" fmla="*/ 94735 h 95250"/>
                  <a:gd name="connsiteX19" fmla="*/ 158447 w 161924"/>
                  <a:gd name="connsiteY19" fmla="*/ 95074 h 95250"/>
                  <a:gd name="connsiteX20" fmla="*/ 157527 w 161924"/>
                  <a:gd name="connsiteY20" fmla="*/ 95236 h 95250"/>
                  <a:gd name="connsiteX21" fmla="*/ 156594 w 161924"/>
                  <a:gd name="connsiteY21" fmla="*/ 95216 h 95250"/>
                  <a:gd name="connsiteX22" fmla="*/ 155682 w 161924"/>
                  <a:gd name="connsiteY22" fmla="*/ 95014 h 95250"/>
                  <a:gd name="connsiteX23" fmla="*/ 154828 w 161924"/>
                  <a:gd name="connsiteY23" fmla="*/ 94638 h 95250"/>
                  <a:gd name="connsiteX24" fmla="*/ 2428 w 161924"/>
                  <a:gd name="connsiteY24" fmla="*/ 8913 h 95250"/>
                  <a:gd name="connsiteX25" fmla="*/ 1663 w 161924"/>
                  <a:gd name="connsiteY25" fmla="*/ 8378 h 95250"/>
                  <a:gd name="connsiteX26" fmla="*/ 1017 w 161924"/>
                  <a:gd name="connsiteY26" fmla="*/ 7704 h 95250"/>
                  <a:gd name="connsiteX27" fmla="*/ 515 w 161924"/>
                  <a:gd name="connsiteY27" fmla="*/ 6917 h 95250"/>
                  <a:gd name="connsiteX28" fmla="*/ 176 w 161924"/>
                  <a:gd name="connsiteY28" fmla="*/ 6047 h 95250"/>
                  <a:gd name="connsiteX29" fmla="*/ 14 w 161924"/>
                  <a:gd name="connsiteY29" fmla="*/ 5127 h 95250"/>
                  <a:gd name="connsiteX30" fmla="*/ 34 w 161924"/>
                  <a:gd name="connsiteY30" fmla="*/ 4194 h 95250"/>
                  <a:gd name="connsiteX31" fmla="*/ 236 w 161924"/>
                  <a:gd name="connsiteY31" fmla="*/ 3282 h 95250"/>
                  <a:gd name="connsiteX32" fmla="*/ 612 w 161924"/>
                  <a:gd name="connsiteY32" fmla="*/ 2428 h 95250"/>
                  <a:gd name="connsiteX33" fmla="*/ 1147 w 161924"/>
                  <a:gd name="connsiteY33" fmla="*/ 1663 h 95250"/>
                  <a:gd name="connsiteX34" fmla="*/ 1821 w 161924"/>
                  <a:gd name="connsiteY34" fmla="*/ 1017 h 95250"/>
                  <a:gd name="connsiteX35" fmla="*/ 2608 w 161924"/>
                  <a:gd name="connsiteY35" fmla="*/ 515 h 95250"/>
                  <a:gd name="connsiteX36" fmla="*/ 3478 w 161924"/>
                  <a:gd name="connsiteY36" fmla="*/ 176 h 95250"/>
                  <a:gd name="connsiteX37" fmla="*/ 4398 w 161924"/>
                  <a:gd name="connsiteY37" fmla="*/ 14 h 95250"/>
                  <a:gd name="connsiteX38" fmla="*/ 5331 w 161924"/>
                  <a:gd name="connsiteY38" fmla="*/ 34 h 95250"/>
                  <a:gd name="connsiteX39" fmla="*/ 6243 w 161924"/>
                  <a:gd name="connsiteY39" fmla="*/ 236 h 95250"/>
                  <a:gd name="connsiteX40" fmla="*/ 7097 w 161924"/>
                  <a:gd name="connsiteY40" fmla="*/ 612 h 95250"/>
                  <a:gd name="connsiteX41" fmla="*/ 159497 w 161924"/>
                  <a:gd name="connsiteY41" fmla="*/ 8633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924" h="95250">
                    <a:moveTo>
                      <a:pt x="154828" y="94638"/>
                    </a:moveTo>
                    <a:lnTo>
                      <a:pt x="2428" y="8913"/>
                    </a:lnTo>
                    <a:lnTo>
                      <a:pt x="4763" y="4763"/>
                    </a:lnTo>
                    <a:lnTo>
                      <a:pt x="7097" y="612"/>
                    </a:lnTo>
                    <a:lnTo>
                      <a:pt x="159497" y="86337"/>
                    </a:lnTo>
                    <a:lnTo>
                      <a:pt x="157163" y="90488"/>
                    </a:lnTo>
                    <a:lnTo>
                      <a:pt x="154828" y="94638"/>
                    </a:lnTo>
                    <a:close/>
                    <a:moveTo>
                      <a:pt x="159497" y="86337"/>
                    </a:moveTo>
                    <a:cubicBezTo>
                      <a:pt x="159770" y="86490"/>
                      <a:pt x="160025" y="86668"/>
                      <a:pt x="160262" y="86872"/>
                    </a:cubicBezTo>
                    <a:cubicBezTo>
                      <a:pt x="160499" y="87075"/>
                      <a:pt x="160715" y="87300"/>
                      <a:pt x="160908" y="87546"/>
                    </a:cubicBezTo>
                    <a:cubicBezTo>
                      <a:pt x="161101" y="87792"/>
                      <a:pt x="161269" y="88054"/>
                      <a:pt x="161410" y="88333"/>
                    </a:cubicBezTo>
                    <a:cubicBezTo>
                      <a:pt x="161551" y="88612"/>
                      <a:pt x="161664" y="88902"/>
                      <a:pt x="161749" y="89203"/>
                    </a:cubicBezTo>
                    <a:cubicBezTo>
                      <a:pt x="161833" y="89505"/>
                      <a:pt x="161887" y="89811"/>
                      <a:pt x="161911" y="90123"/>
                    </a:cubicBezTo>
                    <a:cubicBezTo>
                      <a:pt x="161935" y="90435"/>
                      <a:pt x="161928" y="90746"/>
                      <a:pt x="161891" y="91056"/>
                    </a:cubicBezTo>
                    <a:cubicBezTo>
                      <a:pt x="161853" y="91367"/>
                      <a:pt x="161786" y="91671"/>
                      <a:pt x="161689" y="91968"/>
                    </a:cubicBezTo>
                    <a:cubicBezTo>
                      <a:pt x="161592" y="92265"/>
                      <a:pt x="161467" y="92550"/>
                      <a:pt x="161314" y="92822"/>
                    </a:cubicBezTo>
                    <a:cubicBezTo>
                      <a:pt x="161160" y="93095"/>
                      <a:pt x="160981" y="93350"/>
                      <a:pt x="160778" y="93587"/>
                    </a:cubicBezTo>
                    <a:cubicBezTo>
                      <a:pt x="160574" y="93825"/>
                      <a:pt x="160350" y="94040"/>
                      <a:pt x="160104" y="94233"/>
                    </a:cubicBezTo>
                    <a:cubicBezTo>
                      <a:pt x="159858" y="94426"/>
                      <a:pt x="159596" y="94594"/>
                      <a:pt x="159317" y="94735"/>
                    </a:cubicBezTo>
                    <a:cubicBezTo>
                      <a:pt x="159038" y="94876"/>
                      <a:pt x="158748" y="94989"/>
                      <a:pt x="158447" y="95074"/>
                    </a:cubicBezTo>
                    <a:cubicBezTo>
                      <a:pt x="158146" y="95158"/>
                      <a:pt x="157839" y="95212"/>
                      <a:pt x="157527" y="95236"/>
                    </a:cubicBezTo>
                    <a:cubicBezTo>
                      <a:pt x="157216" y="95260"/>
                      <a:pt x="156904" y="95253"/>
                      <a:pt x="156594" y="95216"/>
                    </a:cubicBezTo>
                    <a:cubicBezTo>
                      <a:pt x="156283" y="95179"/>
                      <a:pt x="155980" y="95111"/>
                      <a:pt x="155682" y="95014"/>
                    </a:cubicBezTo>
                    <a:cubicBezTo>
                      <a:pt x="155385" y="94917"/>
                      <a:pt x="155100" y="94792"/>
                      <a:pt x="154828" y="94638"/>
                    </a:cubicBezTo>
                    <a:lnTo>
                      <a:pt x="2428" y="8913"/>
                    </a:lnTo>
                    <a:cubicBezTo>
                      <a:pt x="2155" y="8760"/>
                      <a:pt x="1900" y="8582"/>
                      <a:pt x="1663" y="8378"/>
                    </a:cubicBezTo>
                    <a:cubicBezTo>
                      <a:pt x="1425" y="8175"/>
                      <a:pt x="1210" y="7950"/>
                      <a:pt x="1017" y="7704"/>
                    </a:cubicBezTo>
                    <a:cubicBezTo>
                      <a:pt x="824" y="7458"/>
                      <a:pt x="657" y="7196"/>
                      <a:pt x="515" y="6917"/>
                    </a:cubicBezTo>
                    <a:cubicBezTo>
                      <a:pt x="374" y="6638"/>
                      <a:pt x="261" y="6348"/>
                      <a:pt x="176" y="6047"/>
                    </a:cubicBezTo>
                    <a:cubicBezTo>
                      <a:pt x="92" y="5746"/>
                      <a:pt x="38" y="5439"/>
                      <a:pt x="14" y="5127"/>
                    </a:cubicBezTo>
                    <a:cubicBezTo>
                      <a:pt x="-10" y="4815"/>
                      <a:pt x="-3" y="4504"/>
                      <a:pt x="34" y="4194"/>
                    </a:cubicBezTo>
                    <a:cubicBezTo>
                      <a:pt x="71" y="3883"/>
                      <a:pt x="139" y="3580"/>
                      <a:pt x="236" y="3282"/>
                    </a:cubicBezTo>
                    <a:cubicBezTo>
                      <a:pt x="333" y="2985"/>
                      <a:pt x="458" y="2700"/>
                      <a:pt x="612" y="2428"/>
                    </a:cubicBezTo>
                    <a:cubicBezTo>
                      <a:pt x="765" y="2155"/>
                      <a:pt x="943" y="1900"/>
                      <a:pt x="1147" y="1663"/>
                    </a:cubicBezTo>
                    <a:cubicBezTo>
                      <a:pt x="1350" y="1425"/>
                      <a:pt x="1575" y="1210"/>
                      <a:pt x="1821" y="1017"/>
                    </a:cubicBezTo>
                    <a:cubicBezTo>
                      <a:pt x="2067" y="824"/>
                      <a:pt x="2330" y="657"/>
                      <a:pt x="2608" y="515"/>
                    </a:cubicBezTo>
                    <a:cubicBezTo>
                      <a:pt x="2887" y="374"/>
                      <a:pt x="3177" y="261"/>
                      <a:pt x="3478" y="176"/>
                    </a:cubicBezTo>
                    <a:cubicBezTo>
                      <a:pt x="3780" y="92"/>
                      <a:pt x="4086" y="38"/>
                      <a:pt x="4398" y="14"/>
                    </a:cubicBezTo>
                    <a:cubicBezTo>
                      <a:pt x="4710" y="-10"/>
                      <a:pt x="5021" y="-3"/>
                      <a:pt x="5331" y="34"/>
                    </a:cubicBezTo>
                    <a:cubicBezTo>
                      <a:pt x="5642" y="71"/>
                      <a:pt x="5946" y="139"/>
                      <a:pt x="6243" y="236"/>
                    </a:cubicBezTo>
                    <a:cubicBezTo>
                      <a:pt x="6540" y="333"/>
                      <a:pt x="6825" y="458"/>
                      <a:pt x="7097" y="612"/>
                    </a:cubicBezTo>
                    <a:lnTo>
                      <a:pt x="159497" y="86337"/>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73" name="图片 62" descr="icon-12"/>
            <p:cNvGrpSpPr/>
            <p:nvPr/>
          </p:nvGrpSpPr>
          <p:grpSpPr>
            <a:xfrm>
              <a:off x="5883275" y="3127375"/>
              <a:ext cx="280987" cy="490537"/>
              <a:chOff x="5883275" y="3127375"/>
              <a:chExt cx="280987" cy="490537"/>
            </a:xfrm>
          </p:grpSpPr>
          <p:sp>
            <p:nvSpPr>
              <p:cNvPr id="274" name="任意形状 273"/>
              <p:cNvSpPr/>
              <p:nvPr/>
            </p:nvSpPr>
            <p:spPr>
              <a:xfrm>
                <a:off x="5883275" y="3127375"/>
                <a:ext cx="9525" cy="9525"/>
              </a:xfrm>
              <a:custGeom>
                <a:avLst/>
                <a:gdLst/>
                <a:ahLst/>
                <a:cxnLst/>
                <a:rect l="l" t="t" r="r" b="b"/>
                <a:pathLst>
                  <a:path w="9525" h="9525"/>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5" name="任意形状 274"/>
              <p:cNvSpPr/>
              <p:nvPr/>
            </p:nvSpPr>
            <p:spPr>
              <a:xfrm>
                <a:off x="6002337" y="3522662"/>
                <a:ext cx="161924" cy="95250"/>
              </a:xfrm>
              <a:custGeom>
                <a:avLst/>
                <a:gdLst>
                  <a:gd name="connsiteX0" fmla="*/ 154828 w 161924"/>
                  <a:gd name="connsiteY0" fmla="*/ 94638 h 95250"/>
                  <a:gd name="connsiteX1" fmla="*/ 2428 w 161924"/>
                  <a:gd name="connsiteY1" fmla="*/ 8913 h 95250"/>
                  <a:gd name="connsiteX2" fmla="*/ 4763 w 161924"/>
                  <a:gd name="connsiteY2" fmla="*/ 4763 h 95250"/>
                  <a:gd name="connsiteX3" fmla="*/ 7097 w 161924"/>
                  <a:gd name="connsiteY3" fmla="*/ 612 h 95250"/>
                  <a:gd name="connsiteX4" fmla="*/ 159497 w 161924"/>
                  <a:gd name="connsiteY4" fmla="*/ 86337 h 95250"/>
                  <a:gd name="connsiteX5" fmla="*/ 157163 w 161924"/>
                  <a:gd name="connsiteY5" fmla="*/ 90488 h 95250"/>
                  <a:gd name="connsiteX6" fmla="*/ 154828 w 161924"/>
                  <a:gd name="connsiteY6" fmla="*/ 94638 h 95250"/>
                  <a:gd name="connsiteX7" fmla="*/ 159497 w 161924"/>
                  <a:gd name="connsiteY7" fmla="*/ 86337 h 95250"/>
                  <a:gd name="connsiteX8" fmla="*/ 160262 w 161924"/>
                  <a:gd name="connsiteY8" fmla="*/ 86872 h 95250"/>
                  <a:gd name="connsiteX9" fmla="*/ 160908 w 161924"/>
                  <a:gd name="connsiteY9" fmla="*/ 87546 h 95250"/>
                  <a:gd name="connsiteX10" fmla="*/ 161410 w 161924"/>
                  <a:gd name="connsiteY10" fmla="*/ 88333 h 95250"/>
                  <a:gd name="connsiteX11" fmla="*/ 161749 w 161924"/>
                  <a:gd name="connsiteY11" fmla="*/ 89203 h 95250"/>
                  <a:gd name="connsiteX12" fmla="*/ 161911 w 161924"/>
                  <a:gd name="connsiteY12" fmla="*/ 90123 h 95250"/>
                  <a:gd name="connsiteX13" fmla="*/ 161891 w 161924"/>
                  <a:gd name="connsiteY13" fmla="*/ 91056 h 95250"/>
                  <a:gd name="connsiteX14" fmla="*/ 161689 w 161924"/>
                  <a:gd name="connsiteY14" fmla="*/ 91968 h 95250"/>
                  <a:gd name="connsiteX15" fmla="*/ 161314 w 161924"/>
                  <a:gd name="connsiteY15" fmla="*/ 92822 h 95250"/>
                  <a:gd name="connsiteX16" fmla="*/ 160778 w 161924"/>
                  <a:gd name="connsiteY16" fmla="*/ 93587 h 95250"/>
                  <a:gd name="connsiteX17" fmla="*/ 160104 w 161924"/>
                  <a:gd name="connsiteY17" fmla="*/ 94233 h 95250"/>
                  <a:gd name="connsiteX18" fmla="*/ 159317 w 161924"/>
                  <a:gd name="connsiteY18" fmla="*/ 94735 h 95250"/>
                  <a:gd name="connsiteX19" fmla="*/ 158447 w 161924"/>
                  <a:gd name="connsiteY19" fmla="*/ 95074 h 95250"/>
                  <a:gd name="connsiteX20" fmla="*/ 157527 w 161924"/>
                  <a:gd name="connsiteY20" fmla="*/ 95236 h 95250"/>
                  <a:gd name="connsiteX21" fmla="*/ 156594 w 161924"/>
                  <a:gd name="connsiteY21" fmla="*/ 95216 h 95250"/>
                  <a:gd name="connsiteX22" fmla="*/ 155682 w 161924"/>
                  <a:gd name="connsiteY22" fmla="*/ 95014 h 95250"/>
                  <a:gd name="connsiteX23" fmla="*/ 154828 w 161924"/>
                  <a:gd name="connsiteY23" fmla="*/ 94638 h 95250"/>
                  <a:gd name="connsiteX24" fmla="*/ 2428 w 161924"/>
                  <a:gd name="connsiteY24" fmla="*/ 8913 h 95250"/>
                  <a:gd name="connsiteX25" fmla="*/ 1663 w 161924"/>
                  <a:gd name="connsiteY25" fmla="*/ 8378 h 95250"/>
                  <a:gd name="connsiteX26" fmla="*/ 1017 w 161924"/>
                  <a:gd name="connsiteY26" fmla="*/ 7704 h 95250"/>
                  <a:gd name="connsiteX27" fmla="*/ 515 w 161924"/>
                  <a:gd name="connsiteY27" fmla="*/ 6917 h 95250"/>
                  <a:gd name="connsiteX28" fmla="*/ 176 w 161924"/>
                  <a:gd name="connsiteY28" fmla="*/ 6047 h 95250"/>
                  <a:gd name="connsiteX29" fmla="*/ 14 w 161924"/>
                  <a:gd name="connsiteY29" fmla="*/ 5127 h 95250"/>
                  <a:gd name="connsiteX30" fmla="*/ 34 w 161924"/>
                  <a:gd name="connsiteY30" fmla="*/ 4194 h 95250"/>
                  <a:gd name="connsiteX31" fmla="*/ 236 w 161924"/>
                  <a:gd name="connsiteY31" fmla="*/ 3282 h 95250"/>
                  <a:gd name="connsiteX32" fmla="*/ 612 w 161924"/>
                  <a:gd name="connsiteY32" fmla="*/ 2428 h 95250"/>
                  <a:gd name="connsiteX33" fmla="*/ 1147 w 161924"/>
                  <a:gd name="connsiteY33" fmla="*/ 1663 h 95250"/>
                  <a:gd name="connsiteX34" fmla="*/ 1821 w 161924"/>
                  <a:gd name="connsiteY34" fmla="*/ 1017 h 95250"/>
                  <a:gd name="connsiteX35" fmla="*/ 2608 w 161924"/>
                  <a:gd name="connsiteY35" fmla="*/ 515 h 95250"/>
                  <a:gd name="connsiteX36" fmla="*/ 3478 w 161924"/>
                  <a:gd name="connsiteY36" fmla="*/ 176 h 95250"/>
                  <a:gd name="connsiteX37" fmla="*/ 4398 w 161924"/>
                  <a:gd name="connsiteY37" fmla="*/ 14 h 95250"/>
                  <a:gd name="connsiteX38" fmla="*/ 5331 w 161924"/>
                  <a:gd name="connsiteY38" fmla="*/ 34 h 95250"/>
                  <a:gd name="connsiteX39" fmla="*/ 6243 w 161924"/>
                  <a:gd name="connsiteY39" fmla="*/ 236 h 95250"/>
                  <a:gd name="connsiteX40" fmla="*/ 7097 w 161924"/>
                  <a:gd name="connsiteY40" fmla="*/ 612 h 95250"/>
                  <a:gd name="connsiteX41" fmla="*/ 159497 w 161924"/>
                  <a:gd name="connsiteY41" fmla="*/ 8633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1924" h="95250">
                    <a:moveTo>
                      <a:pt x="154828" y="94638"/>
                    </a:moveTo>
                    <a:lnTo>
                      <a:pt x="2428" y="8913"/>
                    </a:lnTo>
                    <a:lnTo>
                      <a:pt x="4763" y="4763"/>
                    </a:lnTo>
                    <a:lnTo>
                      <a:pt x="7097" y="612"/>
                    </a:lnTo>
                    <a:lnTo>
                      <a:pt x="159497" y="86337"/>
                    </a:lnTo>
                    <a:lnTo>
                      <a:pt x="157163" y="90488"/>
                    </a:lnTo>
                    <a:lnTo>
                      <a:pt x="154828" y="94638"/>
                    </a:lnTo>
                    <a:close/>
                    <a:moveTo>
                      <a:pt x="159497" y="86337"/>
                    </a:moveTo>
                    <a:cubicBezTo>
                      <a:pt x="159770" y="86490"/>
                      <a:pt x="160025" y="86668"/>
                      <a:pt x="160262" y="86872"/>
                    </a:cubicBezTo>
                    <a:cubicBezTo>
                      <a:pt x="160499" y="87075"/>
                      <a:pt x="160715" y="87300"/>
                      <a:pt x="160908" y="87546"/>
                    </a:cubicBezTo>
                    <a:cubicBezTo>
                      <a:pt x="161101" y="87792"/>
                      <a:pt x="161269" y="88054"/>
                      <a:pt x="161410" y="88333"/>
                    </a:cubicBezTo>
                    <a:cubicBezTo>
                      <a:pt x="161551" y="88612"/>
                      <a:pt x="161664" y="88902"/>
                      <a:pt x="161749" y="89203"/>
                    </a:cubicBezTo>
                    <a:cubicBezTo>
                      <a:pt x="161833" y="89505"/>
                      <a:pt x="161887" y="89811"/>
                      <a:pt x="161911" y="90123"/>
                    </a:cubicBezTo>
                    <a:cubicBezTo>
                      <a:pt x="161935" y="90435"/>
                      <a:pt x="161928" y="90746"/>
                      <a:pt x="161891" y="91056"/>
                    </a:cubicBezTo>
                    <a:cubicBezTo>
                      <a:pt x="161853" y="91367"/>
                      <a:pt x="161786" y="91671"/>
                      <a:pt x="161689" y="91968"/>
                    </a:cubicBezTo>
                    <a:cubicBezTo>
                      <a:pt x="161592" y="92265"/>
                      <a:pt x="161467" y="92550"/>
                      <a:pt x="161314" y="92822"/>
                    </a:cubicBezTo>
                    <a:cubicBezTo>
                      <a:pt x="161160" y="93095"/>
                      <a:pt x="160981" y="93350"/>
                      <a:pt x="160778" y="93587"/>
                    </a:cubicBezTo>
                    <a:cubicBezTo>
                      <a:pt x="160574" y="93825"/>
                      <a:pt x="160350" y="94040"/>
                      <a:pt x="160104" y="94233"/>
                    </a:cubicBezTo>
                    <a:cubicBezTo>
                      <a:pt x="159858" y="94426"/>
                      <a:pt x="159596" y="94594"/>
                      <a:pt x="159317" y="94735"/>
                    </a:cubicBezTo>
                    <a:cubicBezTo>
                      <a:pt x="159038" y="94876"/>
                      <a:pt x="158748" y="94989"/>
                      <a:pt x="158447" y="95074"/>
                    </a:cubicBezTo>
                    <a:cubicBezTo>
                      <a:pt x="158146" y="95158"/>
                      <a:pt x="157839" y="95212"/>
                      <a:pt x="157527" y="95236"/>
                    </a:cubicBezTo>
                    <a:cubicBezTo>
                      <a:pt x="157216" y="95260"/>
                      <a:pt x="156904" y="95253"/>
                      <a:pt x="156594" y="95216"/>
                    </a:cubicBezTo>
                    <a:cubicBezTo>
                      <a:pt x="156283" y="95179"/>
                      <a:pt x="155980" y="95111"/>
                      <a:pt x="155682" y="95014"/>
                    </a:cubicBezTo>
                    <a:cubicBezTo>
                      <a:pt x="155385" y="94917"/>
                      <a:pt x="155100" y="94792"/>
                      <a:pt x="154828" y="94638"/>
                    </a:cubicBezTo>
                    <a:lnTo>
                      <a:pt x="2428" y="8913"/>
                    </a:lnTo>
                    <a:cubicBezTo>
                      <a:pt x="2155" y="8760"/>
                      <a:pt x="1900" y="8582"/>
                      <a:pt x="1663" y="8378"/>
                    </a:cubicBezTo>
                    <a:cubicBezTo>
                      <a:pt x="1425" y="8175"/>
                      <a:pt x="1210" y="7950"/>
                      <a:pt x="1017" y="7704"/>
                    </a:cubicBezTo>
                    <a:cubicBezTo>
                      <a:pt x="824" y="7458"/>
                      <a:pt x="657" y="7196"/>
                      <a:pt x="515" y="6917"/>
                    </a:cubicBezTo>
                    <a:cubicBezTo>
                      <a:pt x="374" y="6638"/>
                      <a:pt x="261" y="6348"/>
                      <a:pt x="176" y="6047"/>
                    </a:cubicBezTo>
                    <a:cubicBezTo>
                      <a:pt x="92" y="5746"/>
                      <a:pt x="38" y="5439"/>
                      <a:pt x="14" y="5127"/>
                    </a:cubicBezTo>
                    <a:cubicBezTo>
                      <a:pt x="-10" y="4815"/>
                      <a:pt x="-3" y="4504"/>
                      <a:pt x="34" y="4194"/>
                    </a:cubicBezTo>
                    <a:cubicBezTo>
                      <a:pt x="71" y="3883"/>
                      <a:pt x="139" y="3580"/>
                      <a:pt x="236" y="3282"/>
                    </a:cubicBezTo>
                    <a:cubicBezTo>
                      <a:pt x="333" y="2985"/>
                      <a:pt x="458" y="2700"/>
                      <a:pt x="612" y="2428"/>
                    </a:cubicBezTo>
                    <a:cubicBezTo>
                      <a:pt x="765" y="2155"/>
                      <a:pt x="943" y="1900"/>
                      <a:pt x="1147" y="1663"/>
                    </a:cubicBezTo>
                    <a:cubicBezTo>
                      <a:pt x="1350" y="1425"/>
                      <a:pt x="1575" y="1210"/>
                      <a:pt x="1821" y="1017"/>
                    </a:cubicBezTo>
                    <a:cubicBezTo>
                      <a:pt x="2067" y="824"/>
                      <a:pt x="2330" y="657"/>
                      <a:pt x="2608" y="515"/>
                    </a:cubicBezTo>
                    <a:cubicBezTo>
                      <a:pt x="2887" y="374"/>
                      <a:pt x="3177" y="261"/>
                      <a:pt x="3478" y="176"/>
                    </a:cubicBezTo>
                    <a:cubicBezTo>
                      <a:pt x="3780" y="92"/>
                      <a:pt x="4086" y="38"/>
                      <a:pt x="4398" y="14"/>
                    </a:cubicBezTo>
                    <a:cubicBezTo>
                      <a:pt x="4710" y="-10"/>
                      <a:pt x="5021" y="-3"/>
                      <a:pt x="5331" y="34"/>
                    </a:cubicBezTo>
                    <a:cubicBezTo>
                      <a:pt x="5642" y="71"/>
                      <a:pt x="5946" y="139"/>
                      <a:pt x="6243" y="236"/>
                    </a:cubicBezTo>
                    <a:cubicBezTo>
                      <a:pt x="6540" y="333"/>
                      <a:pt x="6825" y="458"/>
                      <a:pt x="7097" y="612"/>
                    </a:cubicBezTo>
                    <a:lnTo>
                      <a:pt x="159497" y="86337"/>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76" name="图片 63" descr="icon-13"/>
          <p:cNvGrpSpPr/>
          <p:nvPr/>
        </p:nvGrpSpPr>
        <p:grpSpPr>
          <a:xfrm>
            <a:off x="4909810" y="3176370"/>
            <a:ext cx="620414" cy="584516"/>
            <a:chOff x="4909810" y="3176370"/>
            <a:chExt cx="620414" cy="584516"/>
          </a:xfrm>
        </p:grpSpPr>
        <p:sp>
          <p:nvSpPr>
            <p:cNvPr id="277" name="任意形状 276"/>
            <p:cNvSpPr/>
            <p:nvPr/>
          </p:nvSpPr>
          <p:spPr>
            <a:xfrm>
              <a:off x="4909810" y="3360836"/>
              <a:ext cx="620414" cy="400050"/>
            </a:xfrm>
            <a:custGeom>
              <a:avLst/>
              <a:gdLst>
                <a:gd name="connsiteX0" fmla="*/ 0 w 620414"/>
                <a:gd name="connsiteY0" fmla="*/ 175893 h 400050"/>
                <a:gd name="connsiteX1" fmla="*/ 0 w 620414"/>
                <a:gd name="connsiteY1" fmla="*/ 233741 h 400050"/>
                <a:gd name="connsiteX2" fmla="*/ 308748 w 620414"/>
                <a:gd name="connsiteY2" fmla="*/ 400050 h 400050"/>
                <a:gd name="connsiteX3" fmla="*/ 620415 w 620414"/>
                <a:gd name="connsiteY3" fmla="*/ 214691 h 400050"/>
                <a:gd name="connsiteX4" fmla="*/ 620415 w 620414"/>
                <a:gd name="connsiteY4" fmla="*/ 156843 h 400050"/>
                <a:gd name="connsiteX5" fmla="*/ 308748 w 620414"/>
                <a:gd name="connsiteY5" fmla="*/ 0 h 400050"/>
                <a:gd name="connsiteX6" fmla="*/ 0 w 620414"/>
                <a:gd name="connsiteY6" fmla="*/ 175893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14" h="400050">
                  <a:moveTo>
                    <a:pt x="0" y="175893"/>
                  </a:moveTo>
                  <a:lnTo>
                    <a:pt x="0" y="233741"/>
                  </a:lnTo>
                  <a:lnTo>
                    <a:pt x="308748" y="400050"/>
                  </a:lnTo>
                  <a:lnTo>
                    <a:pt x="620415" y="214691"/>
                  </a:lnTo>
                  <a:lnTo>
                    <a:pt x="620415" y="156843"/>
                  </a:lnTo>
                  <a:lnTo>
                    <a:pt x="308748" y="0"/>
                  </a:lnTo>
                  <a:lnTo>
                    <a:pt x="0" y="17589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8" name="任意形状 277"/>
            <p:cNvSpPr/>
            <p:nvPr/>
          </p:nvSpPr>
          <p:spPr>
            <a:xfrm>
              <a:off x="5218558" y="3517680"/>
              <a:ext cx="311666" cy="243206"/>
            </a:xfrm>
            <a:custGeom>
              <a:avLst/>
              <a:gdLst>
                <a:gd name="connsiteX0" fmla="*/ 1459 w 311666"/>
                <a:gd name="connsiteY0" fmla="*/ 165239 h 243206"/>
                <a:gd name="connsiteX1" fmla="*/ 0 w 311666"/>
                <a:gd name="connsiteY1" fmla="*/ 243207 h 243206"/>
                <a:gd name="connsiteX2" fmla="*/ 311667 w 311666"/>
                <a:gd name="connsiteY2" fmla="*/ 57847 h 243206"/>
                <a:gd name="connsiteX3" fmla="*/ 311667 w 311666"/>
                <a:gd name="connsiteY3" fmla="*/ 0 h 243206"/>
                <a:gd name="connsiteX4" fmla="*/ 1459 w 311666"/>
                <a:gd name="connsiteY4" fmla="*/ 165239 h 243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666" h="243206">
                  <a:moveTo>
                    <a:pt x="1459" y="165239"/>
                  </a:moveTo>
                  <a:lnTo>
                    <a:pt x="0" y="243207"/>
                  </a:lnTo>
                  <a:lnTo>
                    <a:pt x="311667" y="57847"/>
                  </a:lnTo>
                  <a:lnTo>
                    <a:pt x="311667" y="0"/>
                  </a:lnTo>
                  <a:lnTo>
                    <a:pt x="1459" y="1652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9" name="任意形状 278"/>
            <p:cNvSpPr/>
            <p:nvPr/>
          </p:nvSpPr>
          <p:spPr>
            <a:xfrm>
              <a:off x="4909810" y="3360836"/>
              <a:ext cx="620414" cy="336723"/>
            </a:xfrm>
            <a:custGeom>
              <a:avLst/>
              <a:gdLst>
                <a:gd name="connsiteX0" fmla="*/ 0 w 620414"/>
                <a:gd name="connsiteY0" fmla="*/ 175893 h 336723"/>
                <a:gd name="connsiteX1" fmla="*/ 310207 w 620414"/>
                <a:gd name="connsiteY1" fmla="*/ 336724 h 336723"/>
                <a:gd name="connsiteX2" fmla="*/ 620415 w 620414"/>
                <a:gd name="connsiteY2" fmla="*/ 156843 h 336723"/>
                <a:gd name="connsiteX3" fmla="*/ 310207 w 620414"/>
                <a:gd name="connsiteY3" fmla="*/ 0 h 336723"/>
                <a:gd name="connsiteX4" fmla="*/ 0 w 620414"/>
                <a:gd name="connsiteY4" fmla="*/ 175893 h 336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414" h="336723">
                  <a:moveTo>
                    <a:pt x="0" y="175893"/>
                  </a:moveTo>
                  <a:lnTo>
                    <a:pt x="310207" y="336724"/>
                  </a:lnTo>
                  <a:lnTo>
                    <a:pt x="620415" y="156843"/>
                  </a:lnTo>
                  <a:lnTo>
                    <a:pt x="310207" y="0"/>
                  </a:lnTo>
                  <a:lnTo>
                    <a:pt x="0" y="1758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0" name="任意形状 279"/>
            <p:cNvSpPr/>
            <p:nvPr/>
          </p:nvSpPr>
          <p:spPr>
            <a:xfrm>
              <a:off x="5158105" y="3252570"/>
              <a:ext cx="271653" cy="304800"/>
            </a:xfrm>
            <a:custGeom>
              <a:avLst/>
              <a:gdLst>
                <a:gd name="connsiteX0" fmla="*/ 0 w 271653"/>
                <a:gd name="connsiteY0" fmla="*/ 22718 h 304800"/>
                <a:gd name="connsiteX1" fmla="*/ 0 w 271653"/>
                <a:gd name="connsiteY1" fmla="*/ 194507 h 304800"/>
                <a:gd name="connsiteX2" fmla="*/ 237578 w 271653"/>
                <a:gd name="connsiteY2" fmla="*/ 304800 h 304800"/>
                <a:gd name="connsiteX3" fmla="*/ 271654 w 271653"/>
                <a:gd name="connsiteY3" fmla="*/ 282083 h 304800"/>
                <a:gd name="connsiteX4" fmla="*/ 271654 w 271653"/>
                <a:gd name="connsiteY4" fmla="*/ 101106 h 304800"/>
                <a:gd name="connsiteX5" fmla="*/ 34076 w 271653"/>
                <a:gd name="connsiteY5" fmla="*/ 0 h 304800"/>
                <a:gd name="connsiteX6" fmla="*/ 0 w 271653"/>
                <a:gd name="connsiteY6" fmla="*/ 22718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53" h="304800">
                  <a:moveTo>
                    <a:pt x="0" y="22718"/>
                  </a:moveTo>
                  <a:lnTo>
                    <a:pt x="0" y="194507"/>
                  </a:lnTo>
                  <a:lnTo>
                    <a:pt x="237578" y="304800"/>
                  </a:lnTo>
                  <a:lnTo>
                    <a:pt x="271654" y="282083"/>
                  </a:lnTo>
                  <a:lnTo>
                    <a:pt x="271654" y="101106"/>
                  </a:lnTo>
                  <a:lnTo>
                    <a:pt x="34076" y="0"/>
                  </a:lnTo>
                  <a:lnTo>
                    <a:pt x="0" y="2271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1" name="任意形状 280"/>
            <p:cNvSpPr/>
            <p:nvPr/>
          </p:nvSpPr>
          <p:spPr>
            <a:xfrm>
              <a:off x="5158105" y="3275287"/>
              <a:ext cx="237578" cy="282082"/>
            </a:xfrm>
            <a:custGeom>
              <a:avLst/>
              <a:gdLst>
                <a:gd name="connsiteX0" fmla="*/ 0 w 237578"/>
                <a:gd name="connsiteY0" fmla="*/ 0 h 282082"/>
                <a:gd name="connsiteX1" fmla="*/ 0 w 237578"/>
                <a:gd name="connsiteY1" fmla="*/ 171789 h 282082"/>
                <a:gd name="connsiteX2" fmla="*/ 237578 w 237578"/>
                <a:gd name="connsiteY2" fmla="*/ 282083 h 282082"/>
                <a:gd name="connsiteX3" fmla="*/ 237578 w 237578"/>
                <a:gd name="connsiteY3" fmla="*/ 106786 h 282082"/>
                <a:gd name="connsiteX4" fmla="*/ 0 w 237578"/>
                <a:gd name="connsiteY4" fmla="*/ 0 h 2820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78" h="282082">
                  <a:moveTo>
                    <a:pt x="0" y="0"/>
                  </a:moveTo>
                  <a:lnTo>
                    <a:pt x="0" y="171789"/>
                  </a:lnTo>
                  <a:lnTo>
                    <a:pt x="237578" y="282083"/>
                  </a:lnTo>
                  <a:lnTo>
                    <a:pt x="237578" y="106786"/>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2" name="任意形状 281"/>
            <p:cNvSpPr/>
            <p:nvPr/>
          </p:nvSpPr>
          <p:spPr>
            <a:xfrm>
              <a:off x="5395224" y="3353676"/>
              <a:ext cx="34535" cy="203694"/>
            </a:xfrm>
            <a:custGeom>
              <a:avLst/>
              <a:gdLst>
                <a:gd name="connsiteX0" fmla="*/ 459 w 34535"/>
                <a:gd name="connsiteY0" fmla="*/ 28397 h 203694"/>
                <a:gd name="connsiteX1" fmla="*/ 34535 w 34535"/>
                <a:gd name="connsiteY1" fmla="*/ 0 h 203694"/>
                <a:gd name="connsiteX2" fmla="*/ 34535 w 34535"/>
                <a:gd name="connsiteY2" fmla="*/ 180237 h 203694"/>
                <a:gd name="connsiteX3" fmla="*/ 0 w 34535"/>
                <a:gd name="connsiteY3" fmla="*/ 203694 h 203694"/>
                <a:gd name="connsiteX4" fmla="*/ 459 w 34535"/>
                <a:gd name="connsiteY4" fmla="*/ 28397 h 203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5" h="203694">
                  <a:moveTo>
                    <a:pt x="459" y="28397"/>
                  </a:moveTo>
                  <a:lnTo>
                    <a:pt x="34535" y="0"/>
                  </a:lnTo>
                  <a:lnTo>
                    <a:pt x="34535" y="180237"/>
                  </a:lnTo>
                  <a:lnTo>
                    <a:pt x="0" y="203694"/>
                  </a:lnTo>
                  <a:lnTo>
                    <a:pt x="459" y="2839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3" name="任意形状 282"/>
            <p:cNvSpPr/>
            <p:nvPr/>
          </p:nvSpPr>
          <p:spPr>
            <a:xfrm>
              <a:off x="5091430" y="3176370"/>
              <a:ext cx="271653" cy="428625"/>
            </a:xfrm>
            <a:custGeom>
              <a:avLst/>
              <a:gdLst>
                <a:gd name="connsiteX0" fmla="*/ 0 w 271653"/>
                <a:gd name="connsiteY0" fmla="*/ 22718 h 428625"/>
                <a:gd name="connsiteX1" fmla="*/ 0 w 271653"/>
                <a:gd name="connsiteY1" fmla="*/ 318332 h 428625"/>
                <a:gd name="connsiteX2" fmla="*/ 237578 w 271653"/>
                <a:gd name="connsiteY2" fmla="*/ 428625 h 428625"/>
                <a:gd name="connsiteX3" fmla="*/ 271654 w 271653"/>
                <a:gd name="connsiteY3" fmla="*/ 405908 h 428625"/>
                <a:gd name="connsiteX4" fmla="*/ 271654 w 271653"/>
                <a:gd name="connsiteY4" fmla="*/ 101106 h 428625"/>
                <a:gd name="connsiteX5" fmla="*/ 34076 w 271653"/>
                <a:gd name="connsiteY5" fmla="*/ 0 h 428625"/>
                <a:gd name="connsiteX6" fmla="*/ 0 w 271653"/>
                <a:gd name="connsiteY6" fmla="*/ 2271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53" h="428625">
                  <a:moveTo>
                    <a:pt x="0" y="22718"/>
                  </a:moveTo>
                  <a:lnTo>
                    <a:pt x="0" y="318332"/>
                  </a:lnTo>
                  <a:lnTo>
                    <a:pt x="237578" y="428625"/>
                  </a:lnTo>
                  <a:lnTo>
                    <a:pt x="271654" y="405908"/>
                  </a:lnTo>
                  <a:lnTo>
                    <a:pt x="271654" y="101106"/>
                  </a:lnTo>
                  <a:lnTo>
                    <a:pt x="34076" y="0"/>
                  </a:lnTo>
                  <a:lnTo>
                    <a:pt x="0" y="2271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4" name="任意形状 283"/>
            <p:cNvSpPr/>
            <p:nvPr/>
          </p:nvSpPr>
          <p:spPr>
            <a:xfrm>
              <a:off x="5091430" y="3199087"/>
              <a:ext cx="237578" cy="405907"/>
            </a:xfrm>
            <a:custGeom>
              <a:avLst/>
              <a:gdLst>
                <a:gd name="connsiteX0" fmla="*/ 0 w 237578"/>
                <a:gd name="connsiteY0" fmla="*/ 0 h 405907"/>
                <a:gd name="connsiteX1" fmla="*/ 0 w 237578"/>
                <a:gd name="connsiteY1" fmla="*/ 295614 h 405907"/>
                <a:gd name="connsiteX2" fmla="*/ 237578 w 237578"/>
                <a:gd name="connsiteY2" fmla="*/ 405908 h 405907"/>
                <a:gd name="connsiteX3" fmla="*/ 237578 w 237578"/>
                <a:gd name="connsiteY3" fmla="*/ 106786 h 405907"/>
                <a:gd name="connsiteX4" fmla="*/ 0 w 237578"/>
                <a:gd name="connsiteY4" fmla="*/ 0 h 40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78" h="405907">
                  <a:moveTo>
                    <a:pt x="0" y="0"/>
                  </a:moveTo>
                  <a:lnTo>
                    <a:pt x="0" y="295614"/>
                  </a:lnTo>
                  <a:lnTo>
                    <a:pt x="237578" y="405908"/>
                  </a:lnTo>
                  <a:lnTo>
                    <a:pt x="237578" y="106786"/>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5" name="任意形状 284"/>
            <p:cNvSpPr/>
            <p:nvPr/>
          </p:nvSpPr>
          <p:spPr>
            <a:xfrm>
              <a:off x="5328549" y="3277476"/>
              <a:ext cx="34535" cy="327519"/>
            </a:xfrm>
            <a:custGeom>
              <a:avLst/>
              <a:gdLst>
                <a:gd name="connsiteX0" fmla="*/ 459 w 34535"/>
                <a:gd name="connsiteY0" fmla="*/ 28397 h 327519"/>
                <a:gd name="connsiteX1" fmla="*/ 34535 w 34535"/>
                <a:gd name="connsiteY1" fmla="*/ 0 h 327519"/>
                <a:gd name="connsiteX2" fmla="*/ 34535 w 34535"/>
                <a:gd name="connsiteY2" fmla="*/ 304062 h 327519"/>
                <a:gd name="connsiteX3" fmla="*/ 0 w 34535"/>
                <a:gd name="connsiteY3" fmla="*/ 327519 h 327519"/>
                <a:gd name="connsiteX4" fmla="*/ 459 w 34535"/>
                <a:gd name="connsiteY4" fmla="*/ 28397 h 327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5" h="327519">
                  <a:moveTo>
                    <a:pt x="459" y="28397"/>
                  </a:moveTo>
                  <a:lnTo>
                    <a:pt x="34535" y="0"/>
                  </a:lnTo>
                  <a:lnTo>
                    <a:pt x="34535" y="304062"/>
                  </a:lnTo>
                  <a:lnTo>
                    <a:pt x="0" y="327519"/>
                  </a:lnTo>
                  <a:lnTo>
                    <a:pt x="459" y="2839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6" name="任意形状 285"/>
            <p:cNvSpPr/>
            <p:nvPr/>
          </p:nvSpPr>
          <p:spPr>
            <a:xfrm>
              <a:off x="5024755" y="3366870"/>
              <a:ext cx="271653" cy="276225"/>
            </a:xfrm>
            <a:custGeom>
              <a:avLst/>
              <a:gdLst>
                <a:gd name="connsiteX0" fmla="*/ 0 w 271653"/>
                <a:gd name="connsiteY0" fmla="*/ 22718 h 276225"/>
                <a:gd name="connsiteX1" fmla="*/ 0 w 271653"/>
                <a:gd name="connsiteY1" fmla="*/ 165932 h 276225"/>
                <a:gd name="connsiteX2" fmla="*/ 237578 w 271653"/>
                <a:gd name="connsiteY2" fmla="*/ 276225 h 276225"/>
                <a:gd name="connsiteX3" fmla="*/ 271654 w 271653"/>
                <a:gd name="connsiteY3" fmla="*/ 253508 h 276225"/>
                <a:gd name="connsiteX4" fmla="*/ 271654 w 271653"/>
                <a:gd name="connsiteY4" fmla="*/ 101106 h 276225"/>
                <a:gd name="connsiteX5" fmla="*/ 34076 w 271653"/>
                <a:gd name="connsiteY5" fmla="*/ 0 h 276225"/>
                <a:gd name="connsiteX6" fmla="*/ 0 w 271653"/>
                <a:gd name="connsiteY6" fmla="*/ 22718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653" h="276225">
                  <a:moveTo>
                    <a:pt x="0" y="22718"/>
                  </a:moveTo>
                  <a:lnTo>
                    <a:pt x="0" y="165932"/>
                  </a:lnTo>
                  <a:lnTo>
                    <a:pt x="237578" y="276225"/>
                  </a:lnTo>
                  <a:lnTo>
                    <a:pt x="271654" y="253508"/>
                  </a:lnTo>
                  <a:lnTo>
                    <a:pt x="271654" y="101106"/>
                  </a:lnTo>
                  <a:lnTo>
                    <a:pt x="34076" y="0"/>
                  </a:lnTo>
                  <a:lnTo>
                    <a:pt x="0" y="2271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7" name="任意形状 286"/>
            <p:cNvSpPr/>
            <p:nvPr/>
          </p:nvSpPr>
          <p:spPr>
            <a:xfrm>
              <a:off x="5024755" y="3389587"/>
              <a:ext cx="237578" cy="253507"/>
            </a:xfrm>
            <a:custGeom>
              <a:avLst/>
              <a:gdLst>
                <a:gd name="connsiteX0" fmla="*/ 0 w 237578"/>
                <a:gd name="connsiteY0" fmla="*/ 0 h 253507"/>
                <a:gd name="connsiteX1" fmla="*/ 0 w 237578"/>
                <a:gd name="connsiteY1" fmla="*/ 143214 h 253507"/>
                <a:gd name="connsiteX2" fmla="*/ 237578 w 237578"/>
                <a:gd name="connsiteY2" fmla="*/ 253508 h 253507"/>
                <a:gd name="connsiteX3" fmla="*/ 237578 w 237578"/>
                <a:gd name="connsiteY3" fmla="*/ 106786 h 253507"/>
                <a:gd name="connsiteX4" fmla="*/ 0 w 237578"/>
                <a:gd name="connsiteY4" fmla="*/ 0 h 25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78" h="253507">
                  <a:moveTo>
                    <a:pt x="0" y="0"/>
                  </a:moveTo>
                  <a:lnTo>
                    <a:pt x="0" y="143214"/>
                  </a:lnTo>
                  <a:lnTo>
                    <a:pt x="237578" y="253508"/>
                  </a:lnTo>
                  <a:lnTo>
                    <a:pt x="237578" y="106786"/>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88" name="任意形状 287"/>
            <p:cNvSpPr/>
            <p:nvPr/>
          </p:nvSpPr>
          <p:spPr>
            <a:xfrm>
              <a:off x="5261874" y="3467976"/>
              <a:ext cx="34535" cy="175119"/>
            </a:xfrm>
            <a:custGeom>
              <a:avLst/>
              <a:gdLst>
                <a:gd name="connsiteX0" fmla="*/ 459 w 34535"/>
                <a:gd name="connsiteY0" fmla="*/ 28397 h 175119"/>
                <a:gd name="connsiteX1" fmla="*/ 34535 w 34535"/>
                <a:gd name="connsiteY1" fmla="*/ 0 h 175119"/>
                <a:gd name="connsiteX2" fmla="*/ 34535 w 34535"/>
                <a:gd name="connsiteY2" fmla="*/ 151662 h 175119"/>
                <a:gd name="connsiteX3" fmla="*/ 0 w 34535"/>
                <a:gd name="connsiteY3" fmla="*/ 175119 h 175119"/>
                <a:gd name="connsiteX4" fmla="*/ 459 w 34535"/>
                <a:gd name="connsiteY4" fmla="*/ 28397 h 175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5" h="175119">
                  <a:moveTo>
                    <a:pt x="459" y="28397"/>
                  </a:moveTo>
                  <a:lnTo>
                    <a:pt x="34535" y="0"/>
                  </a:lnTo>
                  <a:lnTo>
                    <a:pt x="34535" y="151662"/>
                  </a:lnTo>
                  <a:lnTo>
                    <a:pt x="0" y="175119"/>
                  </a:lnTo>
                  <a:lnTo>
                    <a:pt x="459" y="2839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289" name="图片 64" descr="icon-14"/>
          <p:cNvGrpSpPr/>
          <p:nvPr/>
        </p:nvGrpSpPr>
        <p:grpSpPr>
          <a:xfrm>
            <a:off x="3887460" y="3215030"/>
            <a:ext cx="620414" cy="526807"/>
            <a:chOff x="3887460" y="3215030"/>
            <a:chExt cx="620414" cy="526807"/>
          </a:xfrm>
        </p:grpSpPr>
        <p:sp>
          <p:nvSpPr>
            <p:cNvPr id="290" name="任意形状 289"/>
            <p:cNvSpPr/>
            <p:nvPr/>
          </p:nvSpPr>
          <p:spPr>
            <a:xfrm>
              <a:off x="3961318" y="3437036"/>
              <a:ext cx="472697" cy="304800"/>
            </a:xfrm>
            <a:custGeom>
              <a:avLst/>
              <a:gdLst>
                <a:gd name="connsiteX0" fmla="*/ 0 w 472697"/>
                <a:gd name="connsiteY0" fmla="*/ 134014 h 304800"/>
                <a:gd name="connsiteX1" fmla="*/ 0 w 472697"/>
                <a:gd name="connsiteY1" fmla="*/ 178088 h 304800"/>
                <a:gd name="connsiteX2" fmla="*/ 235237 w 472697"/>
                <a:gd name="connsiteY2" fmla="*/ 304800 h 304800"/>
                <a:gd name="connsiteX3" fmla="*/ 472697 w 472697"/>
                <a:gd name="connsiteY3" fmla="*/ 178088 h 304800"/>
                <a:gd name="connsiteX4" fmla="*/ 472697 w 472697"/>
                <a:gd name="connsiteY4" fmla="*/ 134014 h 304800"/>
                <a:gd name="connsiteX5" fmla="*/ 235237 w 472697"/>
                <a:gd name="connsiteY5" fmla="*/ 0 h 304800"/>
                <a:gd name="connsiteX6" fmla="*/ 0 w 472697"/>
                <a:gd name="connsiteY6" fmla="*/ 134014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697" h="304800">
                  <a:moveTo>
                    <a:pt x="0" y="134014"/>
                  </a:moveTo>
                  <a:lnTo>
                    <a:pt x="0" y="178088"/>
                  </a:lnTo>
                  <a:lnTo>
                    <a:pt x="235237" y="304800"/>
                  </a:lnTo>
                  <a:lnTo>
                    <a:pt x="472697" y="178088"/>
                  </a:lnTo>
                  <a:lnTo>
                    <a:pt x="472697" y="134014"/>
                  </a:lnTo>
                  <a:lnTo>
                    <a:pt x="235237" y="0"/>
                  </a:lnTo>
                  <a:lnTo>
                    <a:pt x="0" y="13401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1" name="任意形状 290"/>
            <p:cNvSpPr/>
            <p:nvPr/>
          </p:nvSpPr>
          <p:spPr>
            <a:xfrm>
              <a:off x="4196555" y="3571051"/>
              <a:ext cx="237460" cy="170786"/>
            </a:xfrm>
            <a:custGeom>
              <a:avLst/>
              <a:gdLst>
                <a:gd name="connsiteX0" fmla="*/ 1112 w 237460"/>
                <a:gd name="connsiteY0" fmla="*/ 111382 h 170786"/>
                <a:gd name="connsiteX1" fmla="*/ 0 w 237460"/>
                <a:gd name="connsiteY1" fmla="*/ 170786 h 170786"/>
                <a:gd name="connsiteX2" fmla="*/ 237460 w 237460"/>
                <a:gd name="connsiteY2" fmla="*/ 44074 h 170786"/>
                <a:gd name="connsiteX3" fmla="*/ 237460 w 237460"/>
                <a:gd name="connsiteY3" fmla="*/ 0 h 170786"/>
                <a:gd name="connsiteX4" fmla="*/ 1112 w 237460"/>
                <a:gd name="connsiteY4" fmla="*/ 111382 h 170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460" h="170786">
                  <a:moveTo>
                    <a:pt x="1112" y="111382"/>
                  </a:moveTo>
                  <a:lnTo>
                    <a:pt x="0" y="170786"/>
                  </a:lnTo>
                  <a:lnTo>
                    <a:pt x="237460" y="44074"/>
                  </a:lnTo>
                  <a:lnTo>
                    <a:pt x="237460" y="0"/>
                  </a:lnTo>
                  <a:lnTo>
                    <a:pt x="1112" y="11138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2" name="任意形状 291"/>
            <p:cNvSpPr/>
            <p:nvPr/>
          </p:nvSpPr>
          <p:spPr>
            <a:xfrm>
              <a:off x="3961318" y="3437036"/>
              <a:ext cx="472697" cy="256551"/>
            </a:xfrm>
            <a:custGeom>
              <a:avLst/>
              <a:gdLst>
                <a:gd name="connsiteX0" fmla="*/ 0 w 472697"/>
                <a:gd name="connsiteY0" fmla="*/ 134014 h 256551"/>
                <a:gd name="connsiteX1" fmla="*/ 236349 w 472697"/>
                <a:gd name="connsiteY1" fmla="*/ 256551 h 256551"/>
                <a:gd name="connsiteX2" fmla="*/ 472697 w 472697"/>
                <a:gd name="connsiteY2" fmla="*/ 134014 h 256551"/>
                <a:gd name="connsiteX3" fmla="*/ 236349 w 472697"/>
                <a:gd name="connsiteY3" fmla="*/ 0 h 256551"/>
                <a:gd name="connsiteX4" fmla="*/ 0 w 472697"/>
                <a:gd name="connsiteY4" fmla="*/ 134014 h 256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697" h="256551">
                  <a:moveTo>
                    <a:pt x="0" y="134014"/>
                  </a:moveTo>
                  <a:lnTo>
                    <a:pt x="236349" y="256551"/>
                  </a:lnTo>
                  <a:lnTo>
                    <a:pt x="472697" y="134014"/>
                  </a:lnTo>
                  <a:lnTo>
                    <a:pt x="236349" y="0"/>
                  </a:lnTo>
                  <a:lnTo>
                    <a:pt x="0" y="13401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3" name="任意形状 292"/>
            <p:cNvSpPr/>
            <p:nvPr/>
          </p:nvSpPr>
          <p:spPr>
            <a:xfrm>
              <a:off x="3887460" y="3237011"/>
              <a:ext cx="620414" cy="400049"/>
            </a:xfrm>
            <a:custGeom>
              <a:avLst/>
              <a:gdLst>
                <a:gd name="connsiteX0" fmla="*/ 0 w 620414"/>
                <a:gd name="connsiteY0" fmla="*/ 175893 h 400049"/>
                <a:gd name="connsiteX1" fmla="*/ 0 w 620414"/>
                <a:gd name="connsiteY1" fmla="*/ 233741 h 400049"/>
                <a:gd name="connsiteX2" fmla="*/ 308748 w 620414"/>
                <a:gd name="connsiteY2" fmla="*/ 400050 h 400049"/>
                <a:gd name="connsiteX3" fmla="*/ 620415 w 620414"/>
                <a:gd name="connsiteY3" fmla="*/ 233741 h 400049"/>
                <a:gd name="connsiteX4" fmla="*/ 620415 w 620414"/>
                <a:gd name="connsiteY4" fmla="*/ 175893 h 400049"/>
                <a:gd name="connsiteX5" fmla="*/ 308748 w 620414"/>
                <a:gd name="connsiteY5" fmla="*/ 0 h 400049"/>
                <a:gd name="connsiteX6" fmla="*/ 0 w 620414"/>
                <a:gd name="connsiteY6" fmla="*/ 175893 h 40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414" h="400049">
                  <a:moveTo>
                    <a:pt x="0" y="175893"/>
                  </a:moveTo>
                  <a:lnTo>
                    <a:pt x="0" y="233741"/>
                  </a:lnTo>
                  <a:lnTo>
                    <a:pt x="308748" y="400050"/>
                  </a:lnTo>
                  <a:lnTo>
                    <a:pt x="620415" y="233741"/>
                  </a:lnTo>
                  <a:lnTo>
                    <a:pt x="620415" y="175893"/>
                  </a:lnTo>
                  <a:lnTo>
                    <a:pt x="308748" y="0"/>
                  </a:lnTo>
                  <a:lnTo>
                    <a:pt x="0" y="175893"/>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4" name="任意形状 293"/>
            <p:cNvSpPr/>
            <p:nvPr/>
          </p:nvSpPr>
          <p:spPr>
            <a:xfrm>
              <a:off x="4196208" y="3412905"/>
              <a:ext cx="311666" cy="224156"/>
            </a:xfrm>
            <a:custGeom>
              <a:avLst/>
              <a:gdLst>
                <a:gd name="connsiteX0" fmla="*/ 1459 w 311666"/>
                <a:gd name="connsiteY0" fmla="*/ 146189 h 224156"/>
                <a:gd name="connsiteX1" fmla="*/ 0 w 311666"/>
                <a:gd name="connsiteY1" fmla="*/ 224157 h 224156"/>
                <a:gd name="connsiteX2" fmla="*/ 311667 w 311666"/>
                <a:gd name="connsiteY2" fmla="*/ 57847 h 224156"/>
                <a:gd name="connsiteX3" fmla="*/ 311667 w 311666"/>
                <a:gd name="connsiteY3" fmla="*/ 0 h 224156"/>
                <a:gd name="connsiteX4" fmla="*/ 1459 w 311666"/>
                <a:gd name="connsiteY4" fmla="*/ 146189 h 224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666" h="224156">
                  <a:moveTo>
                    <a:pt x="1459" y="146189"/>
                  </a:moveTo>
                  <a:lnTo>
                    <a:pt x="0" y="224157"/>
                  </a:lnTo>
                  <a:lnTo>
                    <a:pt x="311667" y="57847"/>
                  </a:lnTo>
                  <a:lnTo>
                    <a:pt x="311667" y="0"/>
                  </a:lnTo>
                  <a:lnTo>
                    <a:pt x="1459" y="14618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5" name="任意形状 294"/>
            <p:cNvSpPr/>
            <p:nvPr/>
          </p:nvSpPr>
          <p:spPr>
            <a:xfrm>
              <a:off x="3887460" y="3237011"/>
              <a:ext cx="620414" cy="336723"/>
            </a:xfrm>
            <a:custGeom>
              <a:avLst/>
              <a:gdLst>
                <a:gd name="connsiteX0" fmla="*/ 0 w 620414"/>
                <a:gd name="connsiteY0" fmla="*/ 175893 h 336723"/>
                <a:gd name="connsiteX1" fmla="*/ 310207 w 620414"/>
                <a:gd name="connsiteY1" fmla="*/ 336724 h 336723"/>
                <a:gd name="connsiteX2" fmla="*/ 620415 w 620414"/>
                <a:gd name="connsiteY2" fmla="*/ 175893 h 336723"/>
                <a:gd name="connsiteX3" fmla="*/ 310207 w 620414"/>
                <a:gd name="connsiteY3" fmla="*/ 0 h 336723"/>
                <a:gd name="connsiteX4" fmla="*/ 0 w 620414"/>
                <a:gd name="connsiteY4" fmla="*/ 175893 h 336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414" h="336723">
                  <a:moveTo>
                    <a:pt x="0" y="175893"/>
                  </a:moveTo>
                  <a:lnTo>
                    <a:pt x="310207" y="336724"/>
                  </a:lnTo>
                  <a:lnTo>
                    <a:pt x="620415" y="175893"/>
                  </a:lnTo>
                  <a:lnTo>
                    <a:pt x="310207" y="0"/>
                  </a:lnTo>
                  <a:lnTo>
                    <a:pt x="0" y="1758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6" name="任意形状 295"/>
            <p:cNvSpPr/>
            <p:nvPr/>
          </p:nvSpPr>
          <p:spPr>
            <a:xfrm>
              <a:off x="4117991" y="3215030"/>
              <a:ext cx="166687" cy="180974"/>
            </a:xfrm>
            <a:custGeom>
              <a:avLst/>
              <a:gdLst>
                <a:gd name="connsiteX0" fmla="*/ 0 w 166687"/>
                <a:gd name="connsiteY0" fmla="*/ 46632 h 180974"/>
                <a:gd name="connsiteX1" fmla="*/ 0 w 166687"/>
                <a:gd name="connsiteY1" fmla="*/ 136884 h 180974"/>
                <a:gd name="connsiteX2" fmla="*/ 82952 w 166687"/>
                <a:gd name="connsiteY2" fmla="*/ 180975 h 180974"/>
                <a:gd name="connsiteX3" fmla="*/ 166688 w 166687"/>
                <a:gd name="connsiteY3" fmla="*/ 136884 h 180974"/>
                <a:gd name="connsiteX4" fmla="*/ 166688 w 166687"/>
                <a:gd name="connsiteY4" fmla="*/ 46632 h 180974"/>
                <a:gd name="connsiteX5" fmla="*/ 82952 w 166687"/>
                <a:gd name="connsiteY5" fmla="*/ 0 h 180974"/>
                <a:gd name="connsiteX6" fmla="*/ 0 w 166687"/>
                <a:gd name="connsiteY6" fmla="*/ 46632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687" h="180974">
                  <a:moveTo>
                    <a:pt x="0" y="46632"/>
                  </a:moveTo>
                  <a:lnTo>
                    <a:pt x="0" y="136884"/>
                  </a:lnTo>
                  <a:lnTo>
                    <a:pt x="82952" y="180975"/>
                  </a:lnTo>
                  <a:lnTo>
                    <a:pt x="166688" y="136884"/>
                  </a:lnTo>
                  <a:lnTo>
                    <a:pt x="166688" y="46632"/>
                  </a:lnTo>
                  <a:lnTo>
                    <a:pt x="82952" y="0"/>
                  </a:lnTo>
                  <a:lnTo>
                    <a:pt x="0" y="46632"/>
                  </a:lnTo>
                  <a:close/>
                </a:path>
              </a:pathLst>
            </a:custGeom>
            <a:solidFill>
              <a:schemeClr val="accent2"/>
            </a:solidFill>
            <a:ln w="9525"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297" name="任意形状 296"/>
            <p:cNvSpPr/>
            <p:nvPr/>
          </p:nvSpPr>
          <p:spPr>
            <a:xfrm>
              <a:off x="3994166" y="3281705"/>
              <a:ext cx="166687" cy="180975"/>
            </a:xfrm>
            <a:custGeom>
              <a:avLst/>
              <a:gdLst>
                <a:gd name="connsiteX0" fmla="*/ 0 w 166687"/>
                <a:gd name="connsiteY0" fmla="*/ 46632 h 180975"/>
                <a:gd name="connsiteX1" fmla="*/ 0 w 166687"/>
                <a:gd name="connsiteY1" fmla="*/ 136884 h 180975"/>
                <a:gd name="connsiteX2" fmla="*/ 82952 w 166687"/>
                <a:gd name="connsiteY2" fmla="*/ 180975 h 180975"/>
                <a:gd name="connsiteX3" fmla="*/ 166687 w 166687"/>
                <a:gd name="connsiteY3" fmla="*/ 136884 h 180975"/>
                <a:gd name="connsiteX4" fmla="*/ 166687 w 166687"/>
                <a:gd name="connsiteY4" fmla="*/ 46632 h 180975"/>
                <a:gd name="connsiteX5" fmla="*/ 82952 w 166687"/>
                <a:gd name="connsiteY5" fmla="*/ 0 h 180975"/>
                <a:gd name="connsiteX6" fmla="*/ 0 w 166687"/>
                <a:gd name="connsiteY6" fmla="*/ 46632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687" h="180975">
                  <a:moveTo>
                    <a:pt x="0" y="46632"/>
                  </a:moveTo>
                  <a:lnTo>
                    <a:pt x="0" y="136884"/>
                  </a:lnTo>
                  <a:lnTo>
                    <a:pt x="82952" y="180975"/>
                  </a:lnTo>
                  <a:lnTo>
                    <a:pt x="166687" y="136884"/>
                  </a:lnTo>
                  <a:lnTo>
                    <a:pt x="166687" y="46632"/>
                  </a:lnTo>
                  <a:lnTo>
                    <a:pt x="82952" y="0"/>
                  </a:lnTo>
                  <a:lnTo>
                    <a:pt x="0" y="4663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8" name="任意形状 297"/>
            <p:cNvSpPr/>
            <p:nvPr/>
          </p:nvSpPr>
          <p:spPr>
            <a:xfrm>
              <a:off x="4200943" y="3261662"/>
              <a:ext cx="83735" cy="134342"/>
            </a:xfrm>
            <a:custGeom>
              <a:avLst/>
              <a:gdLst>
                <a:gd name="connsiteX0" fmla="*/ 392 w 83735"/>
                <a:gd name="connsiteY0" fmla="*/ 43855 h 134342"/>
                <a:gd name="connsiteX1" fmla="*/ 0 w 83735"/>
                <a:gd name="connsiteY1" fmla="*/ 134343 h 134342"/>
                <a:gd name="connsiteX2" fmla="*/ 83736 w 83735"/>
                <a:gd name="connsiteY2" fmla="*/ 90251 h 134342"/>
                <a:gd name="connsiteX3" fmla="*/ 83736 w 83735"/>
                <a:gd name="connsiteY3" fmla="*/ 0 h 134342"/>
                <a:gd name="connsiteX4" fmla="*/ 392 w 83735"/>
                <a:gd name="connsiteY4" fmla="*/ 43855 h 13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735" h="134342">
                  <a:moveTo>
                    <a:pt x="392" y="43855"/>
                  </a:moveTo>
                  <a:lnTo>
                    <a:pt x="0" y="134343"/>
                  </a:lnTo>
                  <a:lnTo>
                    <a:pt x="83736" y="90251"/>
                  </a:lnTo>
                  <a:lnTo>
                    <a:pt x="83736" y="0"/>
                  </a:lnTo>
                  <a:lnTo>
                    <a:pt x="392" y="4385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9" name="任意形状 298"/>
            <p:cNvSpPr/>
            <p:nvPr/>
          </p:nvSpPr>
          <p:spPr>
            <a:xfrm>
              <a:off x="4077118" y="3328337"/>
              <a:ext cx="83735" cy="134342"/>
            </a:xfrm>
            <a:custGeom>
              <a:avLst/>
              <a:gdLst>
                <a:gd name="connsiteX0" fmla="*/ 392 w 83735"/>
                <a:gd name="connsiteY0" fmla="*/ 43855 h 134342"/>
                <a:gd name="connsiteX1" fmla="*/ 0 w 83735"/>
                <a:gd name="connsiteY1" fmla="*/ 134343 h 134342"/>
                <a:gd name="connsiteX2" fmla="*/ 83736 w 83735"/>
                <a:gd name="connsiteY2" fmla="*/ 90251 h 134342"/>
                <a:gd name="connsiteX3" fmla="*/ 83736 w 83735"/>
                <a:gd name="connsiteY3" fmla="*/ 0 h 134342"/>
                <a:gd name="connsiteX4" fmla="*/ 392 w 83735"/>
                <a:gd name="connsiteY4" fmla="*/ 43855 h 13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735" h="134342">
                  <a:moveTo>
                    <a:pt x="392" y="43855"/>
                  </a:moveTo>
                  <a:lnTo>
                    <a:pt x="0" y="134343"/>
                  </a:lnTo>
                  <a:lnTo>
                    <a:pt x="83736" y="90251"/>
                  </a:lnTo>
                  <a:lnTo>
                    <a:pt x="83736" y="0"/>
                  </a:lnTo>
                  <a:lnTo>
                    <a:pt x="392" y="4385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0" name="任意形状 299"/>
            <p:cNvSpPr/>
            <p:nvPr/>
          </p:nvSpPr>
          <p:spPr>
            <a:xfrm>
              <a:off x="3994166" y="3281705"/>
              <a:ext cx="166687" cy="90487"/>
            </a:xfrm>
            <a:custGeom>
              <a:avLst/>
              <a:gdLst>
                <a:gd name="connsiteX0" fmla="*/ 0 w 166687"/>
                <a:gd name="connsiteY0" fmla="*/ 46632 h 90487"/>
                <a:gd name="connsiteX1" fmla="*/ 82952 w 166687"/>
                <a:gd name="connsiteY1" fmla="*/ 90488 h 90487"/>
                <a:gd name="connsiteX2" fmla="*/ 166687 w 166687"/>
                <a:gd name="connsiteY2" fmla="*/ 46396 h 90487"/>
                <a:gd name="connsiteX3" fmla="*/ 82952 w 166687"/>
                <a:gd name="connsiteY3" fmla="*/ 0 h 90487"/>
                <a:gd name="connsiteX4" fmla="*/ 0 w 166687"/>
                <a:gd name="connsiteY4" fmla="*/ 46632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7" h="90487">
                  <a:moveTo>
                    <a:pt x="0" y="46632"/>
                  </a:moveTo>
                  <a:lnTo>
                    <a:pt x="82952" y="90488"/>
                  </a:lnTo>
                  <a:lnTo>
                    <a:pt x="166687" y="46396"/>
                  </a:lnTo>
                  <a:lnTo>
                    <a:pt x="82952" y="0"/>
                  </a:lnTo>
                  <a:lnTo>
                    <a:pt x="0" y="4663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1" name="任意形状 300"/>
            <p:cNvSpPr/>
            <p:nvPr/>
          </p:nvSpPr>
          <p:spPr>
            <a:xfrm>
              <a:off x="4241816" y="3281705"/>
              <a:ext cx="166687" cy="180975"/>
            </a:xfrm>
            <a:custGeom>
              <a:avLst/>
              <a:gdLst>
                <a:gd name="connsiteX0" fmla="*/ 0 w 166687"/>
                <a:gd name="connsiteY0" fmla="*/ 46632 h 180975"/>
                <a:gd name="connsiteX1" fmla="*/ 0 w 166687"/>
                <a:gd name="connsiteY1" fmla="*/ 136884 h 180975"/>
                <a:gd name="connsiteX2" fmla="*/ 82952 w 166687"/>
                <a:gd name="connsiteY2" fmla="*/ 180975 h 180975"/>
                <a:gd name="connsiteX3" fmla="*/ 166688 w 166687"/>
                <a:gd name="connsiteY3" fmla="*/ 136884 h 180975"/>
                <a:gd name="connsiteX4" fmla="*/ 166688 w 166687"/>
                <a:gd name="connsiteY4" fmla="*/ 46632 h 180975"/>
                <a:gd name="connsiteX5" fmla="*/ 82952 w 166687"/>
                <a:gd name="connsiteY5" fmla="*/ 0 h 180975"/>
                <a:gd name="connsiteX6" fmla="*/ 0 w 166687"/>
                <a:gd name="connsiteY6" fmla="*/ 46632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687" h="180975">
                  <a:moveTo>
                    <a:pt x="0" y="46632"/>
                  </a:moveTo>
                  <a:lnTo>
                    <a:pt x="0" y="136884"/>
                  </a:lnTo>
                  <a:lnTo>
                    <a:pt x="82952" y="180975"/>
                  </a:lnTo>
                  <a:lnTo>
                    <a:pt x="166688" y="136884"/>
                  </a:lnTo>
                  <a:lnTo>
                    <a:pt x="166688" y="46632"/>
                  </a:lnTo>
                  <a:lnTo>
                    <a:pt x="82952" y="0"/>
                  </a:lnTo>
                  <a:lnTo>
                    <a:pt x="0" y="4663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2" name="任意形状 301"/>
            <p:cNvSpPr/>
            <p:nvPr/>
          </p:nvSpPr>
          <p:spPr>
            <a:xfrm>
              <a:off x="4117991" y="3348380"/>
              <a:ext cx="166687" cy="180975"/>
            </a:xfrm>
            <a:custGeom>
              <a:avLst/>
              <a:gdLst>
                <a:gd name="connsiteX0" fmla="*/ 0 w 166687"/>
                <a:gd name="connsiteY0" fmla="*/ 46632 h 180975"/>
                <a:gd name="connsiteX1" fmla="*/ 0 w 166687"/>
                <a:gd name="connsiteY1" fmla="*/ 136884 h 180975"/>
                <a:gd name="connsiteX2" fmla="*/ 82952 w 166687"/>
                <a:gd name="connsiteY2" fmla="*/ 180975 h 180975"/>
                <a:gd name="connsiteX3" fmla="*/ 166688 w 166687"/>
                <a:gd name="connsiteY3" fmla="*/ 136884 h 180975"/>
                <a:gd name="connsiteX4" fmla="*/ 166688 w 166687"/>
                <a:gd name="connsiteY4" fmla="*/ 46632 h 180975"/>
                <a:gd name="connsiteX5" fmla="*/ 82952 w 166687"/>
                <a:gd name="connsiteY5" fmla="*/ 0 h 180975"/>
                <a:gd name="connsiteX6" fmla="*/ 0 w 166687"/>
                <a:gd name="connsiteY6" fmla="*/ 46632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687" h="180975">
                  <a:moveTo>
                    <a:pt x="0" y="46632"/>
                  </a:moveTo>
                  <a:lnTo>
                    <a:pt x="0" y="136884"/>
                  </a:lnTo>
                  <a:lnTo>
                    <a:pt x="82952" y="180975"/>
                  </a:lnTo>
                  <a:lnTo>
                    <a:pt x="166688" y="136884"/>
                  </a:lnTo>
                  <a:lnTo>
                    <a:pt x="166688" y="46632"/>
                  </a:lnTo>
                  <a:lnTo>
                    <a:pt x="82952" y="0"/>
                  </a:lnTo>
                  <a:lnTo>
                    <a:pt x="0" y="4663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3" name="任意形状 302"/>
            <p:cNvSpPr/>
            <p:nvPr/>
          </p:nvSpPr>
          <p:spPr>
            <a:xfrm>
              <a:off x="4324768" y="3328337"/>
              <a:ext cx="83735" cy="134342"/>
            </a:xfrm>
            <a:custGeom>
              <a:avLst/>
              <a:gdLst>
                <a:gd name="connsiteX0" fmla="*/ 392 w 83735"/>
                <a:gd name="connsiteY0" fmla="*/ 43855 h 134342"/>
                <a:gd name="connsiteX1" fmla="*/ 0 w 83735"/>
                <a:gd name="connsiteY1" fmla="*/ 134343 h 134342"/>
                <a:gd name="connsiteX2" fmla="*/ 83736 w 83735"/>
                <a:gd name="connsiteY2" fmla="*/ 90251 h 134342"/>
                <a:gd name="connsiteX3" fmla="*/ 83736 w 83735"/>
                <a:gd name="connsiteY3" fmla="*/ 0 h 134342"/>
                <a:gd name="connsiteX4" fmla="*/ 392 w 83735"/>
                <a:gd name="connsiteY4" fmla="*/ 43855 h 13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735" h="134342">
                  <a:moveTo>
                    <a:pt x="392" y="43855"/>
                  </a:moveTo>
                  <a:lnTo>
                    <a:pt x="0" y="134343"/>
                  </a:lnTo>
                  <a:lnTo>
                    <a:pt x="83736" y="90251"/>
                  </a:lnTo>
                  <a:lnTo>
                    <a:pt x="83736" y="0"/>
                  </a:lnTo>
                  <a:lnTo>
                    <a:pt x="392" y="4385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4" name="任意形状 303"/>
            <p:cNvSpPr/>
            <p:nvPr/>
          </p:nvSpPr>
          <p:spPr>
            <a:xfrm>
              <a:off x="4200943" y="3395012"/>
              <a:ext cx="83735" cy="134342"/>
            </a:xfrm>
            <a:custGeom>
              <a:avLst/>
              <a:gdLst>
                <a:gd name="connsiteX0" fmla="*/ 392 w 83735"/>
                <a:gd name="connsiteY0" fmla="*/ 43855 h 134342"/>
                <a:gd name="connsiteX1" fmla="*/ 0 w 83735"/>
                <a:gd name="connsiteY1" fmla="*/ 134343 h 134342"/>
                <a:gd name="connsiteX2" fmla="*/ 83736 w 83735"/>
                <a:gd name="connsiteY2" fmla="*/ 90251 h 134342"/>
                <a:gd name="connsiteX3" fmla="*/ 83736 w 83735"/>
                <a:gd name="connsiteY3" fmla="*/ 0 h 134342"/>
                <a:gd name="connsiteX4" fmla="*/ 392 w 83735"/>
                <a:gd name="connsiteY4" fmla="*/ 43855 h 13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735" h="134342">
                  <a:moveTo>
                    <a:pt x="392" y="43855"/>
                  </a:moveTo>
                  <a:lnTo>
                    <a:pt x="0" y="134343"/>
                  </a:lnTo>
                  <a:lnTo>
                    <a:pt x="83736" y="90251"/>
                  </a:lnTo>
                  <a:lnTo>
                    <a:pt x="83736" y="0"/>
                  </a:lnTo>
                  <a:lnTo>
                    <a:pt x="392" y="4385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5" name="任意形状 304"/>
            <p:cNvSpPr/>
            <p:nvPr/>
          </p:nvSpPr>
          <p:spPr>
            <a:xfrm>
              <a:off x="4241816" y="3281705"/>
              <a:ext cx="166687" cy="90487"/>
            </a:xfrm>
            <a:custGeom>
              <a:avLst/>
              <a:gdLst>
                <a:gd name="connsiteX0" fmla="*/ 0 w 166687"/>
                <a:gd name="connsiteY0" fmla="*/ 46632 h 90487"/>
                <a:gd name="connsiteX1" fmla="*/ 82952 w 166687"/>
                <a:gd name="connsiteY1" fmla="*/ 90488 h 90487"/>
                <a:gd name="connsiteX2" fmla="*/ 166688 w 166687"/>
                <a:gd name="connsiteY2" fmla="*/ 46396 h 90487"/>
                <a:gd name="connsiteX3" fmla="*/ 82952 w 166687"/>
                <a:gd name="connsiteY3" fmla="*/ 0 h 90487"/>
                <a:gd name="connsiteX4" fmla="*/ 0 w 166687"/>
                <a:gd name="connsiteY4" fmla="*/ 46632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7" h="90487">
                  <a:moveTo>
                    <a:pt x="0" y="46632"/>
                  </a:moveTo>
                  <a:lnTo>
                    <a:pt x="82952" y="90488"/>
                  </a:lnTo>
                  <a:lnTo>
                    <a:pt x="166688" y="46396"/>
                  </a:lnTo>
                  <a:lnTo>
                    <a:pt x="82952" y="0"/>
                  </a:lnTo>
                  <a:lnTo>
                    <a:pt x="0" y="4663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6" name="任意形状 305"/>
            <p:cNvSpPr/>
            <p:nvPr/>
          </p:nvSpPr>
          <p:spPr>
            <a:xfrm>
              <a:off x="4117991" y="3215030"/>
              <a:ext cx="166687" cy="90487"/>
            </a:xfrm>
            <a:custGeom>
              <a:avLst/>
              <a:gdLst>
                <a:gd name="connsiteX0" fmla="*/ 0 w 166687"/>
                <a:gd name="connsiteY0" fmla="*/ 46632 h 90487"/>
                <a:gd name="connsiteX1" fmla="*/ 82952 w 166687"/>
                <a:gd name="connsiteY1" fmla="*/ 90487 h 90487"/>
                <a:gd name="connsiteX2" fmla="*/ 166688 w 166687"/>
                <a:gd name="connsiteY2" fmla="*/ 46396 h 90487"/>
                <a:gd name="connsiteX3" fmla="*/ 82952 w 166687"/>
                <a:gd name="connsiteY3" fmla="*/ 0 h 90487"/>
                <a:gd name="connsiteX4" fmla="*/ 0 w 166687"/>
                <a:gd name="connsiteY4" fmla="*/ 46632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7" h="90487">
                  <a:moveTo>
                    <a:pt x="0" y="46632"/>
                  </a:moveTo>
                  <a:lnTo>
                    <a:pt x="82952" y="90487"/>
                  </a:lnTo>
                  <a:lnTo>
                    <a:pt x="166688" y="46396"/>
                  </a:lnTo>
                  <a:lnTo>
                    <a:pt x="82952" y="0"/>
                  </a:lnTo>
                  <a:lnTo>
                    <a:pt x="0" y="4663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07" name="任意形状 306"/>
            <p:cNvSpPr/>
            <p:nvPr/>
          </p:nvSpPr>
          <p:spPr>
            <a:xfrm>
              <a:off x="4117991" y="3348380"/>
              <a:ext cx="166687" cy="90487"/>
            </a:xfrm>
            <a:custGeom>
              <a:avLst/>
              <a:gdLst>
                <a:gd name="connsiteX0" fmla="*/ 0 w 166687"/>
                <a:gd name="connsiteY0" fmla="*/ 46632 h 90487"/>
                <a:gd name="connsiteX1" fmla="*/ 82952 w 166687"/>
                <a:gd name="connsiteY1" fmla="*/ 90488 h 90487"/>
                <a:gd name="connsiteX2" fmla="*/ 166688 w 166687"/>
                <a:gd name="connsiteY2" fmla="*/ 46396 h 90487"/>
                <a:gd name="connsiteX3" fmla="*/ 82952 w 166687"/>
                <a:gd name="connsiteY3" fmla="*/ 0 h 90487"/>
                <a:gd name="connsiteX4" fmla="*/ 0 w 166687"/>
                <a:gd name="connsiteY4" fmla="*/ 46632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7" h="90487">
                  <a:moveTo>
                    <a:pt x="0" y="46632"/>
                  </a:moveTo>
                  <a:lnTo>
                    <a:pt x="82952" y="90488"/>
                  </a:lnTo>
                  <a:lnTo>
                    <a:pt x="166688" y="46396"/>
                  </a:lnTo>
                  <a:lnTo>
                    <a:pt x="82952" y="0"/>
                  </a:lnTo>
                  <a:lnTo>
                    <a:pt x="0" y="4663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08" name="图片 65" descr="icon-15"/>
          <p:cNvGrpSpPr/>
          <p:nvPr/>
        </p:nvGrpSpPr>
        <p:grpSpPr>
          <a:xfrm>
            <a:off x="2948305" y="3138170"/>
            <a:ext cx="476250" cy="657227"/>
            <a:chOff x="2948305" y="3138170"/>
            <a:chExt cx="476250" cy="657227"/>
          </a:xfrm>
        </p:grpSpPr>
        <p:sp>
          <p:nvSpPr>
            <p:cNvPr id="309" name="任意形状 308"/>
            <p:cNvSpPr/>
            <p:nvPr/>
          </p:nvSpPr>
          <p:spPr>
            <a:xfrm>
              <a:off x="2948305" y="3462020"/>
              <a:ext cx="476250" cy="333377"/>
            </a:xfrm>
            <a:custGeom>
              <a:avLst/>
              <a:gdLst>
                <a:gd name="connsiteX0" fmla="*/ 476250 w 476250"/>
                <a:gd name="connsiteY0" fmla="*/ 111125 h 333377"/>
                <a:gd name="connsiteX1" fmla="*/ 474807 w 476250"/>
                <a:gd name="connsiteY1" fmla="*/ 123341 h 333377"/>
                <a:gd name="connsiteX2" fmla="*/ 474807 w 476250"/>
                <a:gd name="connsiteY2" fmla="*/ 210037 h 333377"/>
                <a:gd name="connsiteX3" fmla="*/ 476250 w 476250"/>
                <a:gd name="connsiteY3" fmla="*/ 222253 h 333377"/>
                <a:gd name="connsiteX4" fmla="*/ 475963 w 476250"/>
                <a:gd name="connsiteY4" fmla="*/ 227706 h 333377"/>
                <a:gd name="connsiteX5" fmla="*/ 475103 w 476250"/>
                <a:gd name="connsiteY5" fmla="*/ 233145 h 333377"/>
                <a:gd name="connsiteX6" fmla="*/ 473673 w 476250"/>
                <a:gd name="connsiteY6" fmla="*/ 238558 h 333377"/>
                <a:gd name="connsiteX7" fmla="*/ 471674 w 476250"/>
                <a:gd name="connsiteY7" fmla="*/ 243932 h 333377"/>
                <a:gd name="connsiteX8" fmla="*/ 469114 w 476250"/>
                <a:gd name="connsiteY8" fmla="*/ 249254 h 333377"/>
                <a:gd name="connsiteX9" fmla="*/ 465996 w 476250"/>
                <a:gd name="connsiteY9" fmla="*/ 254511 h 333377"/>
                <a:gd name="connsiteX10" fmla="*/ 462330 w 476250"/>
                <a:gd name="connsiteY10" fmla="*/ 259690 h 333377"/>
                <a:gd name="connsiteX11" fmla="*/ 458124 w 476250"/>
                <a:gd name="connsiteY11" fmla="*/ 264779 h 333377"/>
                <a:gd name="connsiteX12" fmla="*/ 453387 w 476250"/>
                <a:gd name="connsiteY12" fmla="*/ 269765 h 333377"/>
                <a:gd name="connsiteX13" fmla="*/ 448132 w 476250"/>
                <a:gd name="connsiteY13" fmla="*/ 274637 h 333377"/>
                <a:gd name="connsiteX14" fmla="*/ 442371 w 476250"/>
                <a:gd name="connsiteY14" fmla="*/ 279383 h 333377"/>
                <a:gd name="connsiteX15" fmla="*/ 436118 w 476250"/>
                <a:gd name="connsiteY15" fmla="*/ 283991 h 333377"/>
                <a:gd name="connsiteX16" fmla="*/ 429389 w 476250"/>
                <a:gd name="connsiteY16" fmla="*/ 288450 h 333377"/>
                <a:gd name="connsiteX17" fmla="*/ 422198 w 476250"/>
                <a:gd name="connsiteY17" fmla="*/ 292750 h 333377"/>
                <a:gd name="connsiteX18" fmla="*/ 414564 w 476250"/>
                <a:gd name="connsiteY18" fmla="*/ 296880 h 333377"/>
                <a:gd name="connsiteX19" fmla="*/ 406505 w 476250"/>
                <a:gd name="connsiteY19" fmla="*/ 300830 h 333377"/>
                <a:gd name="connsiteX20" fmla="*/ 398040 w 476250"/>
                <a:gd name="connsiteY20" fmla="*/ 304591 h 333377"/>
                <a:gd name="connsiteX21" fmla="*/ 389190 w 476250"/>
                <a:gd name="connsiteY21" fmla="*/ 308154 h 333377"/>
                <a:gd name="connsiteX22" fmla="*/ 379976 w 476250"/>
                <a:gd name="connsiteY22" fmla="*/ 311509 h 333377"/>
                <a:gd name="connsiteX23" fmla="*/ 370420 w 476250"/>
                <a:gd name="connsiteY23" fmla="*/ 314650 h 333377"/>
                <a:gd name="connsiteX24" fmla="*/ 360546 w 476250"/>
                <a:gd name="connsiteY24" fmla="*/ 317568 h 333377"/>
                <a:gd name="connsiteX25" fmla="*/ 350376 w 476250"/>
                <a:gd name="connsiteY25" fmla="*/ 320256 h 333377"/>
                <a:gd name="connsiteX26" fmla="*/ 339937 w 476250"/>
                <a:gd name="connsiteY26" fmla="*/ 322709 h 333377"/>
                <a:gd name="connsiteX27" fmla="*/ 329252 w 476250"/>
                <a:gd name="connsiteY27" fmla="*/ 324920 h 333377"/>
                <a:gd name="connsiteX28" fmla="*/ 318346 w 476250"/>
                <a:gd name="connsiteY28" fmla="*/ 326882 h 333377"/>
                <a:gd name="connsiteX29" fmla="*/ 307249 w 476250"/>
                <a:gd name="connsiteY29" fmla="*/ 328593 h 333377"/>
                <a:gd name="connsiteX30" fmla="*/ 295985 w 476250"/>
                <a:gd name="connsiteY30" fmla="*/ 330048 h 333377"/>
                <a:gd name="connsiteX31" fmla="*/ 284581 w 476250"/>
                <a:gd name="connsiteY31" fmla="*/ 331243 h 333377"/>
                <a:gd name="connsiteX32" fmla="*/ 273066 w 476250"/>
                <a:gd name="connsiteY32" fmla="*/ 332176 h 333377"/>
                <a:gd name="connsiteX33" fmla="*/ 261465 w 476250"/>
                <a:gd name="connsiteY33" fmla="*/ 332843 h 333377"/>
                <a:gd name="connsiteX34" fmla="*/ 249809 w 476250"/>
                <a:gd name="connsiteY34" fmla="*/ 333245 h 333377"/>
                <a:gd name="connsiteX35" fmla="*/ 238125 w 476250"/>
                <a:gd name="connsiteY35" fmla="*/ 333378 h 333377"/>
                <a:gd name="connsiteX36" fmla="*/ 226441 w 476250"/>
                <a:gd name="connsiteY36" fmla="*/ 333245 h 333377"/>
                <a:gd name="connsiteX37" fmla="*/ 214785 w 476250"/>
                <a:gd name="connsiteY37" fmla="*/ 332843 h 333377"/>
                <a:gd name="connsiteX38" fmla="*/ 203184 w 476250"/>
                <a:gd name="connsiteY38" fmla="*/ 332176 h 333377"/>
                <a:gd name="connsiteX39" fmla="*/ 191669 w 476250"/>
                <a:gd name="connsiteY39" fmla="*/ 331243 h 333377"/>
                <a:gd name="connsiteX40" fmla="*/ 180265 w 476250"/>
                <a:gd name="connsiteY40" fmla="*/ 330048 h 333377"/>
                <a:gd name="connsiteX41" fmla="*/ 169001 w 476250"/>
                <a:gd name="connsiteY41" fmla="*/ 328593 h 333377"/>
                <a:gd name="connsiteX42" fmla="*/ 157904 w 476250"/>
                <a:gd name="connsiteY42" fmla="*/ 326882 h 333377"/>
                <a:gd name="connsiteX43" fmla="*/ 146998 w 476250"/>
                <a:gd name="connsiteY43" fmla="*/ 324920 h 333377"/>
                <a:gd name="connsiteX44" fmla="*/ 136313 w 476250"/>
                <a:gd name="connsiteY44" fmla="*/ 322709 h 333377"/>
                <a:gd name="connsiteX45" fmla="*/ 125874 w 476250"/>
                <a:gd name="connsiteY45" fmla="*/ 320256 h 333377"/>
                <a:gd name="connsiteX46" fmla="*/ 115704 w 476250"/>
                <a:gd name="connsiteY46" fmla="*/ 317568 h 333377"/>
                <a:gd name="connsiteX47" fmla="*/ 105829 w 476250"/>
                <a:gd name="connsiteY47" fmla="*/ 314650 h 333377"/>
                <a:gd name="connsiteX48" fmla="*/ 96274 w 476250"/>
                <a:gd name="connsiteY48" fmla="*/ 311509 h 333377"/>
                <a:gd name="connsiteX49" fmla="*/ 87060 w 476250"/>
                <a:gd name="connsiteY49" fmla="*/ 308154 h 333377"/>
                <a:gd name="connsiteX50" fmla="*/ 78210 w 476250"/>
                <a:gd name="connsiteY50" fmla="*/ 304591 h 333377"/>
                <a:gd name="connsiteX51" fmla="*/ 69745 w 476250"/>
                <a:gd name="connsiteY51" fmla="*/ 300830 h 333377"/>
                <a:gd name="connsiteX52" fmla="*/ 61686 w 476250"/>
                <a:gd name="connsiteY52" fmla="*/ 296880 h 333377"/>
                <a:gd name="connsiteX53" fmla="*/ 54052 w 476250"/>
                <a:gd name="connsiteY53" fmla="*/ 292750 h 333377"/>
                <a:gd name="connsiteX54" fmla="*/ 46861 w 476250"/>
                <a:gd name="connsiteY54" fmla="*/ 288450 h 333377"/>
                <a:gd name="connsiteX55" fmla="*/ 40131 w 476250"/>
                <a:gd name="connsiteY55" fmla="*/ 283991 h 333377"/>
                <a:gd name="connsiteX56" fmla="*/ 33878 w 476250"/>
                <a:gd name="connsiteY56" fmla="*/ 279383 h 333377"/>
                <a:gd name="connsiteX57" fmla="*/ 28118 w 476250"/>
                <a:gd name="connsiteY57" fmla="*/ 274637 h 333377"/>
                <a:gd name="connsiteX58" fmla="*/ 22863 w 476250"/>
                <a:gd name="connsiteY58" fmla="*/ 269765 h 333377"/>
                <a:gd name="connsiteX59" fmla="*/ 18126 w 476250"/>
                <a:gd name="connsiteY59" fmla="*/ 264779 h 333377"/>
                <a:gd name="connsiteX60" fmla="*/ 13920 w 476250"/>
                <a:gd name="connsiteY60" fmla="*/ 259690 h 333377"/>
                <a:gd name="connsiteX61" fmla="*/ 10254 w 476250"/>
                <a:gd name="connsiteY61" fmla="*/ 254511 h 333377"/>
                <a:gd name="connsiteX62" fmla="*/ 7136 w 476250"/>
                <a:gd name="connsiteY62" fmla="*/ 249254 h 333377"/>
                <a:gd name="connsiteX63" fmla="*/ 4576 w 476250"/>
                <a:gd name="connsiteY63" fmla="*/ 243932 h 333377"/>
                <a:gd name="connsiteX64" fmla="*/ 2577 w 476250"/>
                <a:gd name="connsiteY64" fmla="*/ 238558 h 333377"/>
                <a:gd name="connsiteX65" fmla="*/ 1147 w 476250"/>
                <a:gd name="connsiteY65" fmla="*/ 233145 h 333377"/>
                <a:gd name="connsiteX66" fmla="*/ 287 w 476250"/>
                <a:gd name="connsiteY66" fmla="*/ 227706 h 333377"/>
                <a:gd name="connsiteX67" fmla="*/ 0 w 476250"/>
                <a:gd name="connsiteY67" fmla="*/ 222253 h 333377"/>
                <a:gd name="connsiteX68" fmla="*/ 0 w 476250"/>
                <a:gd name="connsiteY68" fmla="*/ 111125 h 333377"/>
                <a:gd name="connsiteX69" fmla="*/ 287 w 476250"/>
                <a:gd name="connsiteY69" fmla="*/ 105672 h 333377"/>
                <a:gd name="connsiteX70" fmla="*/ 1147 w 476250"/>
                <a:gd name="connsiteY70" fmla="*/ 100233 h 333377"/>
                <a:gd name="connsiteX71" fmla="*/ 2577 w 476250"/>
                <a:gd name="connsiteY71" fmla="*/ 94820 h 333377"/>
                <a:gd name="connsiteX72" fmla="*/ 4576 w 476250"/>
                <a:gd name="connsiteY72" fmla="*/ 89446 h 333377"/>
                <a:gd name="connsiteX73" fmla="*/ 7136 w 476250"/>
                <a:gd name="connsiteY73" fmla="*/ 84124 h 333377"/>
                <a:gd name="connsiteX74" fmla="*/ 10254 w 476250"/>
                <a:gd name="connsiteY74" fmla="*/ 78867 h 333377"/>
                <a:gd name="connsiteX75" fmla="*/ 13920 w 476250"/>
                <a:gd name="connsiteY75" fmla="*/ 73688 h 333377"/>
                <a:gd name="connsiteX76" fmla="*/ 18126 w 476250"/>
                <a:gd name="connsiteY76" fmla="*/ 68599 h 333377"/>
                <a:gd name="connsiteX77" fmla="*/ 22863 w 476250"/>
                <a:gd name="connsiteY77" fmla="*/ 63613 h 333377"/>
                <a:gd name="connsiteX78" fmla="*/ 28118 w 476250"/>
                <a:gd name="connsiteY78" fmla="*/ 58741 h 333377"/>
                <a:gd name="connsiteX79" fmla="*/ 33878 w 476250"/>
                <a:gd name="connsiteY79" fmla="*/ 53995 h 333377"/>
                <a:gd name="connsiteX80" fmla="*/ 40131 w 476250"/>
                <a:gd name="connsiteY80" fmla="*/ 49387 h 333377"/>
                <a:gd name="connsiteX81" fmla="*/ 46861 w 476250"/>
                <a:gd name="connsiteY81" fmla="*/ 44928 h 333377"/>
                <a:gd name="connsiteX82" fmla="*/ 54052 w 476250"/>
                <a:gd name="connsiteY82" fmla="*/ 40628 h 333377"/>
                <a:gd name="connsiteX83" fmla="*/ 61686 w 476250"/>
                <a:gd name="connsiteY83" fmla="*/ 36498 h 333377"/>
                <a:gd name="connsiteX84" fmla="*/ 69745 w 476250"/>
                <a:gd name="connsiteY84" fmla="*/ 32548 h 333377"/>
                <a:gd name="connsiteX85" fmla="*/ 78210 w 476250"/>
                <a:gd name="connsiteY85" fmla="*/ 28787 h 333377"/>
                <a:gd name="connsiteX86" fmla="*/ 87060 w 476250"/>
                <a:gd name="connsiteY86" fmla="*/ 25224 h 333377"/>
                <a:gd name="connsiteX87" fmla="*/ 96274 w 476250"/>
                <a:gd name="connsiteY87" fmla="*/ 21869 h 333377"/>
                <a:gd name="connsiteX88" fmla="*/ 105829 w 476250"/>
                <a:gd name="connsiteY88" fmla="*/ 18728 h 333377"/>
                <a:gd name="connsiteX89" fmla="*/ 115704 w 476250"/>
                <a:gd name="connsiteY89" fmla="*/ 15810 h 333377"/>
                <a:gd name="connsiteX90" fmla="*/ 125874 w 476250"/>
                <a:gd name="connsiteY90" fmla="*/ 13122 h 333377"/>
                <a:gd name="connsiteX91" fmla="*/ 136313 w 476250"/>
                <a:gd name="connsiteY91" fmla="*/ 10669 h 333377"/>
                <a:gd name="connsiteX92" fmla="*/ 146998 w 476250"/>
                <a:gd name="connsiteY92" fmla="*/ 8459 h 333377"/>
                <a:gd name="connsiteX93" fmla="*/ 157903 w 476250"/>
                <a:gd name="connsiteY93" fmla="*/ 6496 h 333377"/>
                <a:gd name="connsiteX94" fmla="*/ 169001 w 476250"/>
                <a:gd name="connsiteY94" fmla="*/ 4785 h 333377"/>
                <a:gd name="connsiteX95" fmla="*/ 180265 w 476250"/>
                <a:gd name="connsiteY95" fmla="*/ 3330 h 333377"/>
                <a:gd name="connsiteX96" fmla="*/ 191669 w 476250"/>
                <a:gd name="connsiteY96" fmla="*/ 2135 h 333377"/>
                <a:gd name="connsiteX97" fmla="*/ 203184 w 476250"/>
                <a:gd name="connsiteY97" fmla="*/ 1203 h 333377"/>
                <a:gd name="connsiteX98" fmla="*/ 214785 w 476250"/>
                <a:gd name="connsiteY98" fmla="*/ 535 h 333377"/>
                <a:gd name="connsiteX99" fmla="*/ 226441 w 476250"/>
                <a:gd name="connsiteY99" fmla="*/ 134 h 333377"/>
                <a:gd name="connsiteX100" fmla="*/ 238125 w 476250"/>
                <a:gd name="connsiteY100" fmla="*/ 0 h 333377"/>
                <a:gd name="connsiteX101" fmla="*/ 249809 w 476250"/>
                <a:gd name="connsiteY101" fmla="*/ 134 h 333377"/>
                <a:gd name="connsiteX102" fmla="*/ 261465 w 476250"/>
                <a:gd name="connsiteY102" fmla="*/ 535 h 333377"/>
                <a:gd name="connsiteX103" fmla="*/ 273066 w 476250"/>
                <a:gd name="connsiteY103" fmla="*/ 1203 h 333377"/>
                <a:gd name="connsiteX104" fmla="*/ 284581 w 476250"/>
                <a:gd name="connsiteY104" fmla="*/ 2135 h 333377"/>
                <a:gd name="connsiteX105" fmla="*/ 295985 w 476250"/>
                <a:gd name="connsiteY105" fmla="*/ 3330 h 333377"/>
                <a:gd name="connsiteX106" fmla="*/ 307249 w 476250"/>
                <a:gd name="connsiteY106" fmla="*/ 4785 h 333377"/>
                <a:gd name="connsiteX107" fmla="*/ 318346 w 476250"/>
                <a:gd name="connsiteY107" fmla="*/ 6496 h 333377"/>
                <a:gd name="connsiteX108" fmla="*/ 329252 w 476250"/>
                <a:gd name="connsiteY108" fmla="*/ 8459 h 333377"/>
                <a:gd name="connsiteX109" fmla="*/ 339937 w 476250"/>
                <a:gd name="connsiteY109" fmla="*/ 10669 h 333377"/>
                <a:gd name="connsiteX110" fmla="*/ 350376 w 476250"/>
                <a:gd name="connsiteY110" fmla="*/ 13122 h 333377"/>
                <a:gd name="connsiteX111" fmla="*/ 360546 w 476250"/>
                <a:gd name="connsiteY111" fmla="*/ 15810 h 333377"/>
                <a:gd name="connsiteX112" fmla="*/ 370420 w 476250"/>
                <a:gd name="connsiteY112" fmla="*/ 18728 h 333377"/>
                <a:gd name="connsiteX113" fmla="*/ 379976 w 476250"/>
                <a:gd name="connsiteY113" fmla="*/ 21869 h 333377"/>
                <a:gd name="connsiteX114" fmla="*/ 389190 w 476250"/>
                <a:gd name="connsiteY114" fmla="*/ 25224 h 333377"/>
                <a:gd name="connsiteX115" fmla="*/ 398040 w 476250"/>
                <a:gd name="connsiteY115" fmla="*/ 28787 h 333377"/>
                <a:gd name="connsiteX116" fmla="*/ 406505 w 476250"/>
                <a:gd name="connsiteY116" fmla="*/ 32548 h 333377"/>
                <a:gd name="connsiteX117" fmla="*/ 414564 w 476250"/>
                <a:gd name="connsiteY117" fmla="*/ 36498 h 333377"/>
                <a:gd name="connsiteX118" fmla="*/ 422198 w 476250"/>
                <a:gd name="connsiteY118" fmla="*/ 40628 h 333377"/>
                <a:gd name="connsiteX119" fmla="*/ 429389 w 476250"/>
                <a:gd name="connsiteY119" fmla="*/ 44928 h 333377"/>
                <a:gd name="connsiteX120" fmla="*/ 436118 w 476250"/>
                <a:gd name="connsiteY120" fmla="*/ 49387 h 333377"/>
                <a:gd name="connsiteX121" fmla="*/ 442371 w 476250"/>
                <a:gd name="connsiteY121" fmla="*/ 53995 h 333377"/>
                <a:gd name="connsiteX122" fmla="*/ 448132 w 476250"/>
                <a:gd name="connsiteY122" fmla="*/ 58741 h 333377"/>
                <a:gd name="connsiteX123" fmla="*/ 453387 w 476250"/>
                <a:gd name="connsiteY123" fmla="*/ 63613 h 333377"/>
                <a:gd name="connsiteX124" fmla="*/ 458124 w 476250"/>
                <a:gd name="connsiteY124" fmla="*/ 68599 h 333377"/>
                <a:gd name="connsiteX125" fmla="*/ 462330 w 476250"/>
                <a:gd name="connsiteY125" fmla="*/ 73688 h 333377"/>
                <a:gd name="connsiteX126" fmla="*/ 465996 w 476250"/>
                <a:gd name="connsiteY126" fmla="*/ 78867 h 333377"/>
                <a:gd name="connsiteX127" fmla="*/ 469114 w 476250"/>
                <a:gd name="connsiteY127" fmla="*/ 84124 h 333377"/>
                <a:gd name="connsiteX128" fmla="*/ 471674 w 476250"/>
                <a:gd name="connsiteY128" fmla="*/ 89446 h 333377"/>
                <a:gd name="connsiteX129" fmla="*/ 473673 w 476250"/>
                <a:gd name="connsiteY129" fmla="*/ 94820 h 333377"/>
                <a:gd name="connsiteX130" fmla="*/ 475103 w 476250"/>
                <a:gd name="connsiteY130" fmla="*/ 100233 h 333377"/>
                <a:gd name="connsiteX131" fmla="*/ 475963 w 476250"/>
                <a:gd name="connsiteY131" fmla="*/ 105672 h 333377"/>
                <a:gd name="connsiteX132" fmla="*/ 476250 w 476250"/>
                <a:gd name="connsiteY132" fmla="*/ 111125 h 33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76250" h="333377">
                  <a:moveTo>
                    <a:pt x="476250" y="111125"/>
                  </a:moveTo>
                  <a:cubicBezTo>
                    <a:pt x="476250" y="115210"/>
                    <a:pt x="475769" y="119282"/>
                    <a:pt x="474807" y="123341"/>
                  </a:cubicBezTo>
                  <a:lnTo>
                    <a:pt x="474807" y="210037"/>
                  </a:lnTo>
                  <a:cubicBezTo>
                    <a:pt x="475769" y="214097"/>
                    <a:pt x="476250" y="218169"/>
                    <a:pt x="476250" y="222253"/>
                  </a:cubicBezTo>
                  <a:cubicBezTo>
                    <a:pt x="476250" y="224072"/>
                    <a:pt x="476154" y="225890"/>
                    <a:pt x="475963" y="227706"/>
                  </a:cubicBezTo>
                  <a:cubicBezTo>
                    <a:pt x="475772" y="229522"/>
                    <a:pt x="475485" y="231336"/>
                    <a:pt x="475103" y="233145"/>
                  </a:cubicBezTo>
                  <a:cubicBezTo>
                    <a:pt x="474722" y="234955"/>
                    <a:pt x="474245" y="236759"/>
                    <a:pt x="473673" y="238558"/>
                  </a:cubicBezTo>
                  <a:cubicBezTo>
                    <a:pt x="473101" y="240357"/>
                    <a:pt x="472435" y="242149"/>
                    <a:pt x="471674" y="243932"/>
                  </a:cubicBezTo>
                  <a:cubicBezTo>
                    <a:pt x="470914" y="245716"/>
                    <a:pt x="470061" y="247490"/>
                    <a:pt x="469114" y="249254"/>
                  </a:cubicBezTo>
                  <a:cubicBezTo>
                    <a:pt x="468167" y="251018"/>
                    <a:pt x="467128" y="252770"/>
                    <a:pt x="465996" y="254511"/>
                  </a:cubicBezTo>
                  <a:cubicBezTo>
                    <a:pt x="464865" y="256251"/>
                    <a:pt x="463643" y="257978"/>
                    <a:pt x="462330" y="259690"/>
                  </a:cubicBezTo>
                  <a:cubicBezTo>
                    <a:pt x="461017" y="261402"/>
                    <a:pt x="459615" y="263099"/>
                    <a:pt x="458124" y="264779"/>
                  </a:cubicBezTo>
                  <a:cubicBezTo>
                    <a:pt x="456632" y="266459"/>
                    <a:pt x="455053" y="268121"/>
                    <a:pt x="453387" y="269765"/>
                  </a:cubicBezTo>
                  <a:cubicBezTo>
                    <a:pt x="451721" y="271409"/>
                    <a:pt x="449969" y="273033"/>
                    <a:pt x="448132" y="274637"/>
                  </a:cubicBezTo>
                  <a:cubicBezTo>
                    <a:pt x="446295" y="276241"/>
                    <a:pt x="444375" y="277823"/>
                    <a:pt x="442371" y="279383"/>
                  </a:cubicBezTo>
                  <a:cubicBezTo>
                    <a:pt x="440368" y="280943"/>
                    <a:pt x="438284" y="282479"/>
                    <a:pt x="436118" y="283991"/>
                  </a:cubicBezTo>
                  <a:cubicBezTo>
                    <a:pt x="433954" y="285503"/>
                    <a:pt x="431710" y="286989"/>
                    <a:pt x="429389" y="288450"/>
                  </a:cubicBezTo>
                  <a:cubicBezTo>
                    <a:pt x="427067" y="289911"/>
                    <a:pt x="424671" y="291344"/>
                    <a:pt x="422198" y="292750"/>
                  </a:cubicBezTo>
                  <a:cubicBezTo>
                    <a:pt x="419726" y="294156"/>
                    <a:pt x="417181" y="295532"/>
                    <a:pt x="414564" y="296880"/>
                  </a:cubicBezTo>
                  <a:cubicBezTo>
                    <a:pt x="411947" y="298227"/>
                    <a:pt x="409260" y="299544"/>
                    <a:pt x="406505" y="300830"/>
                  </a:cubicBezTo>
                  <a:cubicBezTo>
                    <a:pt x="403749" y="302117"/>
                    <a:pt x="400928" y="303370"/>
                    <a:pt x="398040" y="304591"/>
                  </a:cubicBezTo>
                  <a:cubicBezTo>
                    <a:pt x="395152" y="305813"/>
                    <a:pt x="392202" y="307000"/>
                    <a:pt x="389190" y="308154"/>
                  </a:cubicBezTo>
                  <a:cubicBezTo>
                    <a:pt x="386177" y="309308"/>
                    <a:pt x="383106" y="310426"/>
                    <a:pt x="379976" y="311509"/>
                  </a:cubicBezTo>
                  <a:cubicBezTo>
                    <a:pt x="376846" y="312593"/>
                    <a:pt x="373660" y="313640"/>
                    <a:pt x="370420" y="314650"/>
                  </a:cubicBezTo>
                  <a:cubicBezTo>
                    <a:pt x="367180" y="315660"/>
                    <a:pt x="363889" y="316633"/>
                    <a:pt x="360546" y="317568"/>
                  </a:cubicBezTo>
                  <a:cubicBezTo>
                    <a:pt x="357203" y="318503"/>
                    <a:pt x="353813" y="319399"/>
                    <a:pt x="350376" y="320256"/>
                  </a:cubicBezTo>
                  <a:cubicBezTo>
                    <a:pt x="346940" y="321113"/>
                    <a:pt x="343460" y="321931"/>
                    <a:pt x="339937" y="322709"/>
                  </a:cubicBezTo>
                  <a:cubicBezTo>
                    <a:pt x="336414" y="323486"/>
                    <a:pt x="332852" y="324223"/>
                    <a:pt x="329252" y="324920"/>
                  </a:cubicBezTo>
                  <a:cubicBezTo>
                    <a:pt x="325651" y="325616"/>
                    <a:pt x="322016" y="326270"/>
                    <a:pt x="318346" y="326882"/>
                  </a:cubicBezTo>
                  <a:cubicBezTo>
                    <a:pt x="314677" y="327495"/>
                    <a:pt x="310978" y="328065"/>
                    <a:pt x="307249" y="328593"/>
                  </a:cubicBezTo>
                  <a:cubicBezTo>
                    <a:pt x="303520" y="329121"/>
                    <a:pt x="299765" y="329606"/>
                    <a:pt x="295985" y="330048"/>
                  </a:cubicBezTo>
                  <a:cubicBezTo>
                    <a:pt x="292204" y="330490"/>
                    <a:pt x="288403" y="330888"/>
                    <a:pt x="284581" y="331243"/>
                  </a:cubicBezTo>
                  <a:cubicBezTo>
                    <a:pt x="280759" y="331598"/>
                    <a:pt x="276920" y="331908"/>
                    <a:pt x="273066" y="332176"/>
                  </a:cubicBezTo>
                  <a:cubicBezTo>
                    <a:pt x="269210" y="332443"/>
                    <a:pt x="265344" y="332665"/>
                    <a:pt x="261465" y="332843"/>
                  </a:cubicBezTo>
                  <a:cubicBezTo>
                    <a:pt x="257587" y="333021"/>
                    <a:pt x="253702" y="333155"/>
                    <a:pt x="249809" y="333245"/>
                  </a:cubicBezTo>
                  <a:cubicBezTo>
                    <a:pt x="245917" y="333333"/>
                    <a:pt x="242022" y="333378"/>
                    <a:pt x="238125" y="333378"/>
                  </a:cubicBezTo>
                  <a:cubicBezTo>
                    <a:pt x="234228" y="333378"/>
                    <a:pt x="230333" y="333333"/>
                    <a:pt x="226441" y="333245"/>
                  </a:cubicBezTo>
                  <a:cubicBezTo>
                    <a:pt x="222548" y="333155"/>
                    <a:pt x="218663" y="333021"/>
                    <a:pt x="214785" y="332843"/>
                  </a:cubicBezTo>
                  <a:cubicBezTo>
                    <a:pt x="210906" y="332665"/>
                    <a:pt x="207040" y="332443"/>
                    <a:pt x="203184" y="332176"/>
                  </a:cubicBezTo>
                  <a:cubicBezTo>
                    <a:pt x="199330" y="331908"/>
                    <a:pt x="195491" y="331598"/>
                    <a:pt x="191669" y="331243"/>
                  </a:cubicBezTo>
                  <a:cubicBezTo>
                    <a:pt x="187847" y="330888"/>
                    <a:pt x="184046" y="330490"/>
                    <a:pt x="180265" y="330048"/>
                  </a:cubicBezTo>
                  <a:cubicBezTo>
                    <a:pt x="176485" y="329606"/>
                    <a:pt x="172730" y="329121"/>
                    <a:pt x="169001" y="328593"/>
                  </a:cubicBezTo>
                  <a:cubicBezTo>
                    <a:pt x="165272" y="328065"/>
                    <a:pt x="161573" y="327495"/>
                    <a:pt x="157904" y="326882"/>
                  </a:cubicBezTo>
                  <a:cubicBezTo>
                    <a:pt x="154234" y="326270"/>
                    <a:pt x="150599" y="325616"/>
                    <a:pt x="146998" y="324920"/>
                  </a:cubicBezTo>
                  <a:cubicBezTo>
                    <a:pt x="143398" y="324223"/>
                    <a:pt x="139836" y="323486"/>
                    <a:pt x="136313" y="322709"/>
                  </a:cubicBezTo>
                  <a:cubicBezTo>
                    <a:pt x="132790" y="321931"/>
                    <a:pt x="129310" y="321113"/>
                    <a:pt x="125874" y="320256"/>
                  </a:cubicBezTo>
                  <a:cubicBezTo>
                    <a:pt x="122437" y="319399"/>
                    <a:pt x="119047" y="318503"/>
                    <a:pt x="115704" y="317568"/>
                  </a:cubicBezTo>
                  <a:cubicBezTo>
                    <a:pt x="112361" y="316633"/>
                    <a:pt x="109070" y="315660"/>
                    <a:pt x="105829" y="314650"/>
                  </a:cubicBezTo>
                  <a:cubicBezTo>
                    <a:pt x="102590" y="313640"/>
                    <a:pt x="99404" y="312593"/>
                    <a:pt x="96274" y="311509"/>
                  </a:cubicBezTo>
                  <a:cubicBezTo>
                    <a:pt x="93144" y="310426"/>
                    <a:pt x="90073" y="309308"/>
                    <a:pt x="87060" y="308154"/>
                  </a:cubicBezTo>
                  <a:cubicBezTo>
                    <a:pt x="84048" y="307000"/>
                    <a:pt x="81098" y="305813"/>
                    <a:pt x="78210" y="304591"/>
                  </a:cubicBezTo>
                  <a:cubicBezTo>
                    <a:pt x="75322" y="303370"/>
                    <a:pt x="72501" y="302117"/>
                    <a:pt x="69745" y="300830"/>
                  </a:cubicBezTo>
                  <a:cubicBezTo>
                    <a:pt x="66990" y="299544"/>
                    <a:pt x="64303" y="298227"/>
                    <a:pt x="61686" y="296880"/>
                  </a:cubicBezTo>
                  <a:cubicBezTo>
                    <a:pt x="59069" y="295532"/>
                    <a:pt x="56524" y="294156"/>
                    <a:pt x="54052" y="292750"/>
                  </a:cubicBezTo>
                  <a:cubicBezTo>
                    <a:pt x="51580" y="291344"/>
                    <a:pt x="49183" y="289911"/>
                    <a:pt x="46861" y="288450"/>
                  </a:cubicBezTo>
                  <a:cubicBezTo>
                    <a:pt x="44540" y="286989"/>
                    <a:pt x="42296" y="285503"/>
                    <a:pt x="40131" y="283991"/>
                  </a:cubicBezTo>
                  <a:cubicBezTo>
                    <a:pt x="37966" y="282479"/>
                    <a:pt x="35882" y="280943"/>
                    <a:pt x="33878" y="279383"/>
                  </a:cubicBezTo>
                  <a:cubicBezTo>
                    <a:pt x="31875" y="277823"/>
                    <a:pt x="29955" y="276241"/>
                    <a:pt x="28118" y="274637"/>
                  </a:cubicBezTo>
                  <a:cubicBezTo>
                    <a:pt x="26280" y="273033"/>
                    <a:pt x="24529" y="271409"/>
                    <a:pt x="22863" y="269765"/>
                  </a:cubicBezTo>
                  <a:cubicBezTo>
                    <a:pt x="21196" y="268121"/>
                    <a:pt x="19618" y="266459"/>
                    <a:pt x="18126" y="264779"/>
                  </a:cubicBezTo>
                  <a:cubicBezTo>
                    <a:pt x="16635" y="263099"/>
                    <a:pt x="15233" y="261402"/>
                    <a:pt x="13920" y="259690"/>
                  </a:cubicBezTo>
                  <a:cubicBezTo>
                    <a:pt x="12607" y="257978"/>
                    <a:pt x="11385" y="256251"/>
                    <a:pt x="10254" y="254511"/>
                  </a:cubicBezTo>
                  <a:cubicBezTo>
                    <a:pt x="9122" y="252770"/>
                    <a:pt x="8083" y="251018"/>
                    <a:pt x="7136" y="249254"/>
                  </a:cubicBezTo>
                  <a:cubicBezTo>
                    <a:pt x="6189" y="247490"/>
                    <a:pt x="5336" y="245716"/>
                    <a:pt x="4576" y="243932"/>
                  </a:cubicBezTo>
                  <a:cubicBezTo>
                    <a:pt x="3815" y="242149"/>
                    <a:pt x="3149" y="240357"/>
                    <a:pt x="2577" y="238558"/>
                  </a:cubicBezTo>
                  <a:cubicBezTo>
                    <a:pt x="2006" y="236759"/>
                    <a:pt x="1529" y="234955"/>
                    <a:pt x="1147" y="233145"/>
                  </a:cubicBezTo>
                  <a:cubicBezTo>
                    <a:pt x="765" y="231336"/>
                    <a:pt x="478" y="229522"/>
                    <a:pt x="287" y="227706"/>
                  </a:cubicBezTo>
                  <a:cubicBezTo>
                    <a:pt x="96" y="225890"/>
                    <a:pt x="0" y="224072"/>
                    <a:pt x="0" y="222253"/>
                  </a:cubicBezTo>
                  <a:lnTo>
                    <a:pt x="0" y="111125"/>
                  </a:lnTo>
                  <a:cubicBezTo>
                    <a:pt x="0" y="109307"/>
                    <a:pt x="96" y="107489"/>
                    <a:pt x="287" y="105672"/>
                  </a:cubicBezTo>
                  <a:cubicBezTo>
                    <a:pt x="478" y="103856"/>
                    <a:pt x="765" y="102043"/>
                    <a:pt x="1147" y="100233"/>
                  </a:cubicBezTo>
                  <a:cubicBezTo>
                    <a:pt x="1529" y="98423"/>
                    <a:pt x="2006" y="96618"/>
                    <a:pt x="2577" y="94820"/>
                  </a:cubicBezTo>
                  <a:cubicBezTo>
                    <a:pt x="3149" y="93021"/>
                    <a:pt x="3815" y="91229"/>
                    <a:pt x="4576" y="89446"/>
                  </a:cubicBezTo>
                  <a:cubicBezTo>
                    <a:pt x="5336" y="87662"/>
                    <a:pt x="6189" y="85888"/>
                    <a:pt x="7136" y="84124"/>
                  </a:cubicBezTo>
                  <a:cubicBezTo>
                    <a:pt x="8083" y="82360"/>
                    <a:pt x="9122" y="80607"/>
                    <a:pt x="10254" y="78867"/>
                  </a:cubicBezTo>
                  <a:cubicBezTo>
                    <a:pt x="11385" y="77127"/>
                    <a:pt x="12607" y="75400"/>
                    <a:pt x="13920" y="73688"/>
                  </a:cubicBezTo>
                  <a:cubicBezTo>
                    <a:pt x="15233" y="71976"/>
                    <a:pt x="16635" y="70280"/>
                    <a:pt x="18126" y="68599"/>
                  </a:cubicBezTo>
                  <a:cubicBezTo>
                    <a:pt x="19618" y="66919"/>
                    <a:pt x="21196" y="65257"/>
                    <a:pt x="22863" y="63613"/>
                  </a:cubicBezTo>
                  <a:cubicBezTo>
                    <a:pt x="24529" y="61969"/>
                    <a:pt x="26280" y="60345"/>
                    <a:pt x="28118" y="58741"/>
                  </a:cubicBezTo>
                  <a:cubicBezTo>
                    <a:pt x="29955" y="57137"/>
                    <a:pt x="31875" y="55555"/>
                    <a:pt x="33878" y="53995"/>
                  </a:cubicBezTo>
                  <a:cubicBezTo>
                    <a:pt x="35882" y="52435"/>
                    <a:pt x="37966" y="50899"/>
                    <a:pt x="40131" y="49387"/>
                  </a:cubicBezTo>
                  <a:cubicBezTo>
                    <a:pt x="42296" y="47875"/>
                    <a:pt x="44540" y="46389"/>
                    <a:pt x="46861" y="44928"/>
                  </a:cubicBezTo>
                  <a:cubicBezTo>
                    <a:pt x="49183" y="43467"/>
                    <a:pt x="51580" y="42034"/>
                    <a:pt x="54052" y="40628"/>
                  </a:cubicBezTo>
                  <a:cubicBezTo>
                    <a:pt x="56524" y="39222"/>
                    <a:pt x="59069" y="37846"/>
                    <a:pt x="61686" y="36498"/>
                  </a:cubicBezTo>
                  <a:cubicBezTo>
                    <a:pt x="64303" y="35150"/>
                    <a:pt x="66990" y="33834"/>
                    <a:pt x="69745" y="32548"/>
                  </a:cubicBezTo>
                  <a:cubicBezTo>
                    <a:pt x="72501" y="31262"/>
                    <a:pt x="75322" y="30008"/>
                    <a:pt x="78210" y="28787"/>
                  </a:cubicBezTo>
                  <a:cubicBezTo>
                    <a:pt x="81098" y="27565"/>
                    <a:pt x="84048" y="26378"/>
                    <a:pt x="87060" y="25224"/>
                  </a:cubicBezTo>
                  <a:cubicBezTo>
                    <a:pt x="90073" y="24070"/>
                    <a:pt x="93144" y="22952"/>
                    <a:pt x="96274" y="21869"/>
                  </a:cubicBezTo>
                  <a:cubicBezTo>
                    <a:pt x="99404" y="20785"/>
                    <a:pt x="102590" y="19738"/>
                    <a:pt x="105829" y="18728"/>
                  </a:cubicBezTo>
                  <a:cubicBezTo>
                    <a:pt x="109070" y="17718"/>
                    <a:pt x="112361" y="16745"/>
                    <a:pt x="115704" y="15810"/>
                  </a:cubicBezTo>
                  <a:cubicBezTo>
                    <a:pt x="119047" y="14875"/>
                    <a:pt x="122437" y="13979"/>
                    <a:pt x="125874" y="13122"/>
                  </a:cubicBezTo>
                  <a:cubicBezTo>
                    <a:pt x="129310" y="12264"/>
                    <a:pt x="132790" y="11447"/>
                    <a:pt x="136313" y="10669"/>
                  </a:cubicBezTo>
                  <a:cubicBezTo>
                    <a:pt x="139836" y="9892"/>
                    <a:pt x="143398" y="9155"/>
                    <a:pt x="146998" y="8459"/>
                  </a:cubicBezTo>
                  <a:cubicBezTo>
                    <a:pt x="150599" y="7763"/>
                    <a:pt x="154234" y="7109"/>
                    <a:pt x="157903" y="6496"/>
                  </a:cubicBezTo>
                  <a:cubicBezTo>
                    <a:pt x="161572" y="5883"/>
                    <a:pt x="165272" y="5313"/>
                    <a:pt x="169001" y="4785"/>
                  </a:cubicBezTo>
                  <a:cubicBezTo>
                    <a:pt x="172730" y="4257"/>
                    <a:pt x="176485" y="3772"/>
                    <a:pt x="180265" y="3330"/>
                  </a:cubicBezTo>
                  <a:cubicBezTo>
                    <a:pt x="184046" y="2888"/>
                    <a:pt x="187847" y="2490"/>
                    <a:pt x="191669" y="2135"/>
                  </a:cubicBezTo>
                  <a:cubicBezTo>
                    <a:pt x="195491" y="1780"/>
                    <a:pt x="199330" y="1470"/>
                    <a:pt x="203184" y="1203"/>
                  </a:cubicBezTo>
                  <a:cubicBezTo>
                    <a:pt x="207040" y="936"/>
                    <a:pt x="210906" y="713"/>
                    <a:pt x="214785" y="535"/>
                  </a:cubicBezTo>
                  <a:cubicBezTo>
                    <a:pt x="218663" y="357"/>
                    <a:pt x="222548" y="223"/>
                    <a:pt x="226441" y="134"/>
                  </a:cubicBezTo>
                  <a:cubicBezTo>
                    <a:pt x="230333" y="45"/>
                    <a:pt x="234228" y="0"/>
                    <a:pt x="238125" y="0"/>
                  </a:cubicBezTo>
                  <a:cubicBezTo>
                    <a:pt x="242022" y="0"/>
                    <a:pt x="245917" y="45"/>
                    <a:pt x="249809" y="134"/>
                  </a:cubicBezTo>
                  <a:cubicBezTo>
                    <a:pt x="253702" y="223"/>
                    <a:pt x="257587" y="357"/>
                    <a:pt x="261465" y="535"/>
                  </a:cubicBezTo>
                  <a:cubicBezTo>
                    <a:pt x="265344" y="713"/>
                    <a:pt x="269210" y="936"/>
                    <a:pt x="273066" y="1203"/>
                  </a:cubicBezTo>
                  <a:cubicBezTo>
                    <a:pt x="276920" y="1470"/>
                    <a:pt x="280759" y="1780"/>
                    <a:pt x="284581" y="2135"/>
                  </a:cubicBezTo>
                  <a:cubicBezTo>
                    <a:pt x="288403" y="2490"/>
                    <a:pt x="292204" y="2888"/>
                    <a:pt x="295985" y="3330"/>
                  </a:cubicBezTo>
                  <a:cubicBezTo>
                    <a:pt x="299765" y="3772"/>
                    <a:pt x="303520" y="4257"/>
                    <a:pt x="307249" y="4785"/>
                  </a:cubicBezTo>
                  <a:cubicBezTo>
                    <a:pt x="310978" y="5313"/>
                    <a:pt x="314677" y="5883"/>
                    <a:pt x="318346" y="6496"/>
                  </a:cubicBezTo>
                  <a:cubicBezTo>
                    <a:pt x="322016" y="7109"/>
                    <a:pt x="325651" y="7763"/>
                    <a:pt x="329252" y="8459"/>
                  </a:cubicBezTo>
                  <a:cubicBezTo>
                    <a:pt x="332852" y="9155"/>
                    <a:pt x="336414" y="9892"/>
                    <a:pt x="339937" y="10669"/>
                  </a:cubicBezTo>
                  <a:cubicBezTo>
                    <a:pt x="343460" y="11447"/>
                    <a:pt x="346940" y="12264"/>
                    <a:pt x="350376" y="13122"/>
                  </a:cubicBezTo>
                  <a:cubicBezTo>
                    <a:pt x="353813" y="13979"/>
                    <a:pt x="357203" y="14875"/>
                    <a:pt x="360546" y="15810"/>
                  </a:cubicBezTo>
                  <a:cubicBezTo>
                    <a:pt x="363889" y="16745"/>
                    <a:pt x="367180" y="17718"/>
                    <a:pt x="370420" y="18728"/>
                  </a:cubicBezTo>
                  <a:cubicBezTo>
                    <a:pt x="373660" y="19738"/>
                    <a:pt x="376846" y="20785"/>
                    <a:pt x="379976" y="21869"/>
                  </a:cubicBezTo>
                  <a:cubicBezTo>
                    <a:pt x="383106" y="22952"/>
                    <a:pt x="386177" y="24070"/>
                    <a:pt x="389190" y="25224"/>
                  </a:cubicBezTo>
                  <a:cubicBezTo>
                    <a:pt x="392202" y="26378"/>
                    <a:pt x="395152" y="27565"/>
                    <a:pt x="398040" y="28787"/>
                  </a:cubicBezTo>
                  <a:cubicBezTo>
                    <a:pt x="400928" y="30008"/>
                    <a:pt x="403749" y="31262"/>
                    <a:pt x="406505" y="32548"/>
                  </a:cubicBezTo>
                  <a:cubicBezTo>
                    <a:pt x="409260" y="33834"/>
                    <a:pt x="411947" y="35150"/>
                    <a:pt x="414564" y="36498"/>
                  </a:cubicBezTo>
                  <a:cubicBezTo>
                    <a:pt x="417181" y="37846"/>
                    <a:pt x="419726" y="39222"/>
                    <a:pt x="422198" y="40628"/>
                  </a:cubicBezTo>
                  <a:cubicBezTo>
                    <a:pt x="424671" y="42034"/>
                    <a:pt x="427067" y="43467"/>
                    <a:pt x="429389" y="44928"/>
                  </a:cubicBezTo>
                  <a:cubicBezTo>
                    <a:pt x="431710" y="46389"/>
                    <a:pt x="433954" y="47875"/>
                    <a:pt x="436118" y="49387"/>
                  </a:cubicBezTo>
                  <a:cubicBezTo>
                    <a:pt x="438284" y="50899"/>
                    <a:pt x="440368" y="52435"/>
                    <a:pt x="442371" y="53995"/>
                  </a:cubicBezTo>
                  <a:cubicBezTo>
                    <a:pt x="444375" y="55555"/>
                    <a:pt x="446295" y="57137"/>
                    <a:pt x="448132" y="58741"/>
                  </a:cubicBezTo>
                  <a:cubicBezTo>
                    <a:pt x="449969" y="60345"/>
                    <a:pt x="451721" y="61969"/>
                    <a:pt x="453387" y="63613"/>
                  </a:cubicBezTo>
                  <a:cubicBezTo>
                    <a:pt x="455053" y="65257"/>
                    <a:pt x="456632" y="66919"/>
                    <a:pt x="458124" y="68599"/>
                  </a:cubicBezTo>
                  <a:cubicBezTo>
                    <a:pt x="459615" y="70280"/>
                    <a:pt x="461017" y="71976"/>
                    <a:pt x="462330" y="73688"/>
                  </a:cubicBezTo>
                  <a:cubicBezTo>
                    <a:pt x="463643" y="75400"/>
                    <a:pt x="464865" y="77127"/>
                    <a:pt x="465996" y="78867"/>
                  </a:cubicBezTo>
                  <a:cubicBezTo>
                    <a:pt x="467128" y="80607"/>
                    <a:pt x="468167" y="82360"/>
                    <a:pt x="469114" y="84124"/>
                  </a:cubicBezTo>
                  <a:cubicBezTo>
                    <a:pt x="470061" y="85888"/>
                    <a:pt x="470914" y="87662"/>
                    <a:pt x="471674" y="89446"/>
                  </a:cubicBezTo>
                  <a:cubicBezTo>
                    <a:pt x="472435" y="91229"/>
                    <a:pt x="473101" y="93021"/>
                    <a:pt x="473673" y="94820"/>
                  </a:cubicBezTo>
                  <a:cubicBezTo>
                    <a:pt x="474245" y="96618"/>
                    <a:pt x="474722" y="98423"/>
                    <a:pt x="475103" y="100233"/>
                  </a:cubicBezTo>
                  <a:cubicBezTo>
                    <a:pt x="475485" y="102043"/>
                    <a:pt x="475772" y="103856"/>
                    <a:pt x="475963" y="105672"/>
                  </a:cubicBezTo>
                  <a:cubicBezTo>
                    <a:pt x="476154" y="107489"/>
                    <a:pt x="476250" y="109307"/>
                    <a:pt x="476250" y="111125"/>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0" name="任意形状 309"/>
            <p:cNvSpPr/>
            <p:nvPr/>
          </p:nvSpPr>
          <p:spPr>
            <a:xfrm>
              <a:off x="3305492" y="370554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1" name="任意形状 310"/>
            <p:cNvSpPr/>
            <p:nvPr/>
          </p:nvSpPr>
          <p:spPr>
            <a:xfrm>
              <a:off x="2948305" y="3462020"/>
              <a:ext cx="476250" cy="228600"/>
            </a:xfrm>
            <a:custGeom>
              <a:avLst/>
              <a:gdLst>
                <a:gd name="connsiteX0" fmla="*/ 476250 w 476250"/>
                <a:gd name="connsiteY0" fmla="*/ 114300 h 228600"/>
                <a:gd name="connsiteX1" fmla="*/ 238125 w 476250"/>
                <a:gd name="connsiteY1" fmla="*/ 228600 h 228600"/>
                <a:gd name="connsiteX2" fmla="*/ 0 w 476250"/>
                <a:gd name="connsiteY2" fmla="*/ 114300 h 228600"/>
                <a:gd name="connsiteX3" fmla="*/ 238125 w 476250"/>
                <a:gd name="connsiteY3" fmla="*/ 0 h 228600"/>
                <a:gd name="connsiteX4" fmla="*/ 476250 w 476250"/>
                <a:gd name="connsiteY4" fmla="*/ 11430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 h="228600">
                  <a:moveTo>
                    <a:pt x="476250" y="114300"/>
                  </a:moveTo>
                  <a:cubicBezTo>
                    <a:pt x="476250" y="177426"/>
                    <a:pt x="369638" y="228600"/>
                    <a:pt x="238125" y="228600"/>
                  </a:cubicBezTo>
                  <a:cubicBezTo>
                    <a:pt x="106612" y="228600"/>
                    <a:pt x="0" y="177426"/>
                    <a:pt x="0" y="114300"/>
                  </a:cubicBezTo>
                  <a:cubicBezTo>
                    <a:pt x="0" y="51174"/>
                    <a:pt x="106612" y="0"/>
                    <a:pt x="238125" y="0"/>
                  </a:cubicBezTo>
                  <a:cubicBezTo>
                    <a:pt x="369638" y="0"/>
                    <a:pt x="476250" y="51174"/>
                    <a:pt x="476250" y="114300"/>
                  </a:cubicBez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2" name="任意形状 311"/>
            <p:cNvSpPr/>
            <p:nvPr/>
          </p:nvSpPr>
          <p:spPr>
            <a:xfrm>
              <a:off x="2948305" y="3338195"/>
              <a:ext cx="476250" cy="333377"/>
            </a:xfrm>
            <a:custGeom>
              <a:avLst/>
              <a:gdLst>
                <a:gd name="connsiteX0" fmla="*/ 476250 w 476250"/>
                <a:gd name="connsiteY0" fmla="*/ 111125 h 333377"/>
                <a:gd name="connsiteX1" fmla="*/ 474807 w 476250"/>
                <a:gd name="connsiteY1" fmla="*/ 123341 h 333377"/>
                <a:gd name="connsiteX2" fmla="*/ 474807 w 476250"/>
                <a:gd name="connsiteY2" fmla="*/ 210037 h 333377"/>
                <a:gd name="connsiteX3" fmla="*/ 476250 w 476250"/>
                <a:gd name="connsiteY3" fmla="*/ 222253 h 333377"/>
                <a:gd name="connsiteX4" fmla="*/ 475963 w 476250"/>
                <a:gd name="connsiteY4" fmla="*/ 227706 h 333377"/>
                <a:gd name="connsiteX5" fmla="*/ 475103 w 476250"/>
                <a:gd name="connsiteY5" fmla="*/ 233145 h 333377"/>
                <a:gd name="connsiteX6" fmla="*/ 473673 w 476250"/>
                <a:gd name="connsiteY6" fmla="*/ 238558 h 333377"/>
                <a:gd name="connsiteX7" fmla="*/ 471674 w 476250"/>
                <a:gd name="connsiteY7" fmla="*/ 243932 h 333377"/>
                <a:gd name="connsiteX8" fmla="*/ 469114 w 476250"/>
                <a:gd name="connsiteY8" fmla="*/ 249254 h 333377"/>
                <a:gd name="connsiteX9" fmla="*/ 465996 w 476250"/>
                <a:gd name="connsiteY9" fmla="*/ 254511 h 333377"/>
                <a:gd name="connsiteX10" fmla="*/ 462330 w 476250"/>
                <a:gd name="connsiteY10" fmla="*/ 259690 h 333377"/>
                <a:gd name="connsiteX11" fmla="*/ 458124 w 476250"/>
                <a:gd name="connsiteY11" fmla="*/ 264779 h 333377"/>
                <a:gd name="connsiteX12" fmla="*/ 453387 w 476250"/>
                <a:gd name="connsiteY12" fmla="*/ 269765 h 333377"/>
                <a:gd name="connsiteX13" fmla="*/ 448132 w 476250"/>
                <a:gd name="connsiteY13" fmla="*/ 274637 h 333377"/>
                <a:gd name="connsiteX14" fmla="*/ 442371 w 476250"/>
                <a:gd name="connsiteY14" fmla="*/ 279383 h 333377"/>
                <a:gd name="connsiteX15" fmla="*/ 436118 w 476250"/>
                <a:gd name="connsiteY15" fmla="*/ 283991 h 333377"/>
                <a:gd name="connsiteX16" fmla="*/ 429389 w 476250"/>
                <a:gd name="connsiteY16" fmla="*/ 288450 h 333377"/>
                <a:gd name="connsiteX17" fmla="*/ 422198 w 476250"/>
                <a:gd name="connsiteY17" fmla="*/ 292750 h 333377"/>
                <a:gd name="connsiteX18" fmla="*/ 414564 w 476250"/>
                <a:gd name="connsiteY18" fmla="*/ 296880 h 333377"/>
                <a:gd name="connsiteX19" fmla="*/ 406505 w 476250"/>
                <a:gd name="connsiteY19" fmla="*/ 300830 h 333377"/>
                <a:gd name="connsiteX20" fmla="*/ 398040 w 476250"/>
                <a:gd name="connsiteY20" fmla="*/ 304591 h 333377"/>
                <a:gd name="connsiteX21" fmla="*/ 389190 w 476250"/>
                <a:gd name="connsiteY21" fmla="*/ 308154 h 333377"/>
                <a:gd name="connsiteX22" fmla="*/ 379976 w 476250"/>
                <a:gd name="connsiteY22" fmla="*/ 311509 h 333377"/>
                <a:gd name="connsiteX23" fmla="*/ 370420 w 476250"/>
                <a:gd name="connsiteY23" fmla="*/ 314650 h 333377"/>
                <a:gd name="connsiteX24" fmla="*/ 360546 w 476250"/>
                <a:gd name="connsiteY24" fmla="*/ 317568 h 333377"/>
                <a:gd name="connsiteX25" fmla="*/ 350376 w 476250"/>
                <a:gd name="connsiteY25" fmla="*/ 320256 h 333377"/>
                <a:gd name="connsiteX26" fmla="*/ 339937 w 476250"/>
                <a:gd name="connsiteY26" fmla="*/ 322709 h 333377"/>
                <a:gd name="connsiteX27" fmla="*/ 329252 w 476250"/>
                <a:gd name="connsiteY27" fmla="*/ 324920 h 333377"/>
                <a:gd name="connsiteX28" fmla="*/ 318346 w 476250"/>
                <a:gd name="connsiteY28" fmla="*/ 326882 h 333377"/>
                <a:gd name="connsiteX29" fmla="*/ 307249 w 476250"/>
                <a:gd name="connsiteY29" fmla="*/ 328593 h 333377"/>
                <a:gd name="connsiteX30" fmla="*/ 295985 w 476250"/>
                <a:gd name="connsiteY30" fmla="*/ 330048 h 333377"/>
                <a:gd name="connsiteX31" fmla="*/ 284581 w 476250"/>
                <a:gd name="connsiteY31" fmla="*/ 331243 h 333377"/>
                <a:gd name="connsiteX32" fmla="*/ 273066 w 476250"/>
                <a:gd name="connsiteY32" fmla="*/ 332176 h 333377"/>
                <a:gd name="connsiteX33" fmla="*/ 261465 w 476250"/>
                <a:gd name="connsiteY33" fmla="*/ 332843 h 333377"/>
                <a:gd name="connsiteX34" fmla="*/ 249809 w 476250"/>
                <a:gd name="connsiteY34" fmla="*/ 333245 h 333377"/>
                <a:gd name="connsiteX35" fmla="*/ 238125 w 476250"/>
                <a:gd name="connsiteY35" fmla="*/ 333378 h 333377"/>
                <a:gd name="connsiteX36" fmla="*/ 226441 w 476250"/>
                <a:gd name="connsiteY36" fmla="*/ 333245 h 333377"/>
                <a:gd name="connsiteX37" fmla="*/ 214785 w 476250"/>
                <a:gd name="connsiteY37" fmla="*/ 332843 h 333377"/>
                <a:gd name="connsiteX38" fmla="*/ 203184 w 476250"/>
                <a:gd name="connsiteY38" fmla="*/ 332176 h 333377"/>
                <a:gd name="connsiteX39" fmla="*/ 191669 w 476250"/>
                <a:gd name="connsiteY39" fmla="*/ 331243 h 333377"/>
                <a:gd name="connsiteX40" fmla="*/ 180265 w 476250"/>
                <a:gd name="connsiteY40" fmla="*/ 330048 h 333377"/>
                <a:gd name="connsiteX41" fmla="*/ 169001 w 476250"/>
                <a:gd name="connsiteY41" fmla="*/ 328593 h 333377"/>
                <a:gd name="connsiteX42" fmla="*/ 157904 w 476250"/>
                <a:gd name="connsiteY42" fmla="*/ 326882 h 333377"/>
                <a:gd name="connsiteX43" fmla="*/ 146998 w 476250"/>
                <a:gd name="connsiteY43" fmla="*/ 324920 h 333377"/>
                <a:gd name="connsiteX44" fmla="*/ 136313 w 476250"/>
                <a:gd name="connsiteY44" fmla="*/ 322709 h 333377"/>
                <a:gd name="connsiteX45" fmla="*/ 125874 w 476250"/>
                <a:gd name="connsiteY45" fmla="*/ 320256 h 333377"/>
                <a:gd name="connsiteX46" fmla="*/ 115704 w 476250"/>
                <a:gd name="connsiteY46" fmla="*/ 317568 h 333377"/>
                <a:gd name="connsiteX47" fmla="*/ 105829 w 476250"/>
                <a:gd name="connsiteY47" fmla="*/ 314650 h 333377"/>
                <a:gd name="connsiteX48" fmla="*/ 96274 w 476250"/>
                <a:gd name="connsiteY48" fmla="*/ 311509 h 333377"/>
                <a:gd name="connsiteX49" fmla="*/ 87060 w 476250"/>
                <a:gd name="connsiteY49" fmla="*/ 308154 h 333377"/>
                <a:gd name="connsiteX50" fmla="*/ 78210 w 476250"/>
                <a:gd name="connsiteY50" fmla="*/ 304591 h 333377"/>
                <a:gd name="connsiteX51" fmla="*/ 69745 w 476250"/>
                <a:gd name="connsiteY51" fmla="*/ 300830 h 333377"/>
                <a:gd name="connsiteX52" fmla="*/ 61686 w 476250"/>
                <a:gd name="connsiteY52" fmla="*/ 296880 h 333377"/>
                <a:gd name="connsiteX53" fmla="*/ 54052 w 476250"/>
                <a:gd name="connsiteY53" fmla="*/ 292750 h 333377"/>
                <a:gd name="connsiteX54" fmla="*/ 46861 w 476250"/>
                <a:gd name="connsiteY54" fmla="*/ 288450 h 333377"/>
                <a:gd name="connsiteX55" fmla="*/ 40131 w 476250"/>
                <a:gd name="connsiteY55" fmla="*/ 283991 h 333377"/>
                <a:gd name="connsiteX56" fmla="*/ 33878 w 476250"/>
                <a:gd name="connsiteY56" fmla="*/ 279383 h 333377"/>
                <a:gd name="connsiteX57" fmla="*/ 28118 w 476250"/>
                <a:gd name="connsiteY57" fmla="*/ 274637 h 333377"/>
                <a:gd name="connsiteX58" fmla="*/ 22863 w 476250"/>
                <a:gd name="connsiteY58" fmla="*/ 269765 h 333377"/>
                <a:gd name="connsiteX59" fmla="*/ 18126 w 476250"/>
                <a:gd name="connsiteY59" fmla="*/ 264779 h 333377"/>
                <a:gd name="connsiteX60" fmla="*/ 13920 w 476250"/>
                <a:gd name="connsiteY60" fmla="*/ 259690 h 333377"/>
                <a:gd name="connsiteX61" fmla="*/ 10254 w 476250"/>
                <a:gd name="connsiteY61" fmla="*/ 254511 h 333377"/>
                <a:gd name="connsiteX62" fmla="*/ 7136 w 476250"/>
                <a:gd name="connsiteY62" fmla="*/ 249254 h 333377"/>
                <a:gd name="connsiteX63" fmla="*/ 4576 w 476250"/>
                <a:gd name="connsiteY63" fmla="*/ 243932 h 333377"/>
                <a:gd name="connsiteX64" fmla="*/ 2577 w 476250"/>
                <a:gd name="connsiteY64" fmla="*/ 238558 h 333377"/>
                <a:gd name="connsiteX65" fmla="*/ 1147 w 476250"/>
                <a:gd name="connsiteY65" fmla="*/ 233145 h 333377"/>
                <a:gd name="connsiteX66" fmla="*/ 287 w 476250"/>
                <a:gd name="connsiteY66" fmla="*/ 227706 h 333377"/>
                <a:gd name="connsiteX67" fmla="*/ 0 w 476250"/>
                <a:gd name="connsiteY67" fmla="*/ 222253 h 333377"/>
                <a:gd name="connsiteX68" fmla="*/ 0 w 476250"/>
                <a:gd name="connsiteY68" fmla="*/ 111125 h 333377"/>
                <a:gd name="connsiteX69" fmla="*/ 287 w 476250"/>
                <a:gd name="connsiteY69" fmla="*/ 105672 h 333377"/>
                <a:gd name="connsiteX70" fmla="*/ 1147 w 476250"/>
                <a:gd name="connsiteY70" fmla="*/ 100233 h 333377"/>
                <a:gd name="connsiteX71" fmla="*/ 2577 w 476250"/>
                <a:gd name="connsiteY71" fmla="*/ 94820 h 333377"/>
                <a:gd name="connsiteX72" fmla="*/ 4576 w 476250"/>
                <a:gd name="connsiteY72" fmla="*/ 89446 h 333377"/>
                <a:gd name="connsiteX73" fmla="*/ 7136 w 476250"/>
                <a:gd name="connsiteY73" fmla="*/ 84124 h 333377"/>
                <a:gd name="connsiteX74" fmla="*/ 10254 w 476250"/>
                <a:gd name="connsiteY74" fmla="*/ 78867 h 333377"/>
                <a:gd name="connsiteX75" fmla="*/ 13920 w 476250"/>
                <a:gd name="connsiteY75" fmla="*/ 73688 h 333377"/>
                <a:gd name="connsiteX76" fmla="*/ 18126 w 476250"/>
                <a:gd name="connsiteY76" fmla="*/ 68599 h 333377"/>
                <a:gd name="connsiteX77" fmla="*/ 22863 w 476250"/>
                <a:gd name="connsiteY77" fmla="*/ 63613 h 333377"/>
                <a:gd name="connsiteX78" fmla="*/ 28118 w 476250"/>
                <a:gd name="connsiteY78" fmla="*/ 58741 h 333377"/>
                <a:gd name="connsiteX79" fmla="*/ 33878 w 476250"/>
                <a:gd name="connsiteY79" fmla="*/ 53995 h 333377"/>
                <a:gd name="connsiteX80" fmla="*/ 40131 w 476250"/>
                <a:gd name="connsiteY80" fmla="*/ 49387 h 333377"/>
                <a:gd name="connsiteX81" fmla="*/ 46861 w 476250"/>
                <a:gd name="connsiteY81" fmla="*/ 44928 h 333377"/>
                <a:gd name="connsiteX82" fmla="*/ 54052 w 476250"/>
                <a:gd name="connsiteY82" fmla="*/ 40628 h 333377"/>
                <a:gd name="connsiteX83" fmla="*/ 61686 w 476250"/>
                <a:gd name="connsiteY83" fmla="*/ 36498 h 333377"/>
                <a:gd name="connsiteX84" fmla="*/ 69745 w 476250"/>
                <a:gd name="connsiteY84" fmla="*/ 32548 h 333377"/>
                <a:gd name="connsiteX85" fmla="*/ 78210 w 476250"/>
                <a:gd name="connsiteY85" fmla="*/ 28787 h 333377"/>
                <a:gd name="connsiteX86" fmla="*/ 87060 w 476250"/>
                <a:gd name="connsiteY86" fmla="*/ 25224 h 333377"/>
                <a:gd name="connsiteX87" fmla="*/ 96274 w 476250"/>
                <a:gd name="connsiteY87" fmla="*/ 21869 h 333377"/>
                <a:gd name="connsiteX88" fmla="*/ 105829 w 476250"/>
                <a:gd name="connsiteY88" fmla="*/ 18728 h 333377"/>
                <a:gd name="connsiteX89" fmla="*/ 115704 w 476250"/>
                <a:gd name="connsiteY89" fmla="*/ 15810 h 333377"/>
                <a:gd name="connsiteX90" fmla="*/ 125874 w 476250"/>
                <a:gd name="connsiteY90" fmla="*/ 13122 h 333377"/>
                <a:gd name="connsiteX91" fmla="*/ 136313 w 476250"/>
                <a:gd name="connsiteY91" fmla="*/ 10669 h 333377"/>
                <a:gd name="connsiteX92" fmla="*/ 146998 w 476250"/>
                <a:gd name="connsiteY92" fmla="*/ 8459 h 333377"/>
                <a:gd name="connsiteX93" fmla="*/ 157903 w 476250"/>
                <a:gd name="connsiteY93" fmla="*/ 6496 h 333377"/>
                <a:gd name="connsiteX94" fmla="*/ 169001 w 476250"/>
                <a:gd name="connsiteY94" fmla="*/ 4785 h 333377"/>
                <a:gd name="connsiteX95" fmla="*/ 180265 w 476250"/>
                <a:gd name="connsiteY95" fmla="*/ 3330 h 333377"/>
                <a:gd name="connsiteX96" fmla="*/ 191669 w 476250"/>
                <a:gd name="connsiteY96" fmla="*/ 2135 h 333377"/>
                <a:gd name="connsiteX97" fmla="*/ 203184 w 476250"/>
                <a:gd name="connsiteY97" fmla="*/ 1203 h 333377"/>
                <a:gd name="connsiteX98" fmla="*/ 214785 w 476250"/>
                <a:gd name="connsiteY98" fmla="*/ 535 h 333377"/>
                <a:gd name="connsiteX99" fmla="*/ 226441 w 476250"/>
                <a:gd name="connsiteY99" fmla="*/ 134 h 333377"/>
                <a:gd name="connsiteX100" fmla="*/ 238125 w 476250"/>
                <a:gd name="connsiteY100" fmla="*/ 0 h 333377"/>
                <a:gd name="connsiteX101" fmla="*/ 249809 w 476250"/>
                <a:gd name="connsiteY101" fmla="*/ 134 h 333377"/>
                <a:gd name="connsiteX102" fmla="*/ 261465 w 476250"/>
                <a:gd name="connsiteY102" fmla="*/ 535 h 333377"/>
                <a:gd name="connsiteX103" fmla="*/ 273066 w 476250"/>
                <a:gd name="connsiteY103" fmla="*/ 1203 h 333377"/>
                <a:gd name="connsiteX104" fmla="*/ 284581 w 476250"/>
                <a:gd name="connsiteY104" fmla="*/ 2135 h 333377"/>
                <a:gd name="connsiteX105" fmla="*/ 295985 w 476250"/>
                <a:gd name="connsiteY105" fmla="*/ 3330 h 333377"/>
                <a:gd name="connsiteX106" fmla="*/ 307249 w 476250"/>
                <a:gd name="connsiteY106" fmla="*/ 4785 h 333377"/>
                <a:gd name="connsiteX107" fmla="*/ 318346 w 476250"/>
                <a:gd name="connsiteY107" fmla="*/ 6496 h 333377"/>
                <a:gd name="connsiteX108" fmla="*/ 329252 w 476250"/>
                <a:gd name="connsiteY108" fmla="*/ 8459 h 333377"/>
                <a:gd name="connsiteX109" fmla="*/ 339937 w 476250"/>
                <a:gd name="connsiteY109" fmla="*/ 10669 h 333377"/>
                <a:gd name="connsiteX110" fmla="*/ 350376 w 476250"/>
                <a:gd name="connsiteY110" fmla="*/ 13122 h 333377"/>
                <a:gd name="connsiteX111" fmla="*/ 360546 w 476250"/>
                <a:gd name="connsiteY111" fmla="*/ 15810 h 333377"/>
                <a:gd name="connsiteX112" fmla="*/ 370420 w 476250"/>
                <a:gd name="connsiteY112" fmla="*/ 18728 h 333377"/>
                <a:gd name="connsiteX113" fmla="*/ 379976 w 476250"/>
                <a:gd name="connsiteY113" fmla="*/ 21869 h 333377"/>
                <a:gd name="connsiteX114" fmla="*/ 389190 w 476250"/>
                <a:gd name="connsiteY114" fmla="*/ 25224 h 333377"/>
                <a:gd name="connsiteX115" fmla="*/ 398040 w 476250"/>
                <a:gd name="connsiteY115" fmla="*/ 28787 h 333377"/>
                <a:gd name="connsiteX116" fmla="*/ 406505 w 476250"/>
                <a:gd name="connsiteY116" fmla="*/ 32548 h 333377"/>
                <a:gd name="connsiteX117" fmla="*/ 414564 w 476250"/>
                <a:gd name="connsiteY117" fmla="*/ 36498 h 333377"/>
                <a:gd name="connsiteX118" fmla="*/ 422198 w 476250"/>
                <a:gd name="connsiteY118" fmla="*/ 40628 h 333377"/>
                <a:gd name="connsiteX119" fmla="*/ 429389 w 476250"/>
                <a:gd name="connsiteY119" fmla="*/ 44928 h 333377"/>
                <a:gd name="connsiteX120" fmla="*/ 436118 w 476250"/>
                <a:gd name="connsiteY120" fmla="*/ 49387 h 333377"/>
                <a:gd name="connsiteX121" fmla="*/ 442371 w 476250"/>
                <a:gd name="connsiteY121" fmla="*/ 53995 h 333377"/>
                <a:gd name="connsiteX122" fmla="*/ 448132 w 476250"/>
                <a:gd name="connsiteY122" fmla="*/ 58741 h 333377"/>
                <a:gd name="connsiteX123" fmla="*/ 453387 w 476250"/>
                <a:gd name="connsiteY123" fmla="*/ 63613 h 333377"/>
                <a:gd name="connsiteX124" fmla="*/ 458124 w 476250"/>
                <a:gd name="connsiteY124" fmla="*/ 68599 h 333377"/>
                <a:gd name="connsiteX125" fmla="*/ 462330 w 476250"/>
                <a:gd name="connsiteY125" fmla="*/ 73688 h 333377"/>
                <a:gd name="connsiteX126" fmla="*/ 465996 w 476250"/>
                <a:gd name="connsiteY126" fmla="*/ 78867 h 333377"/>
                <a:gd name="connsiteX127" fmla="*/ 469114 w 476250"/>
                <a:gd name="connsiteY127" fmla="*/ 84124 h 333377"/>
                <a:gd name="connsiteX128" fmla="*/ 471674 w 476250"/>
                <a:gd name="connsiteY128" fmla="*/ 89446 h 333377"/>
                <a:gd name="connsiteX129" fmla="*/ 473673 w 476250"/>
                <a:gd name="connsiteY129" fmla="*/ 94820 h 333377"/>
                <a:gd name="connsiteX130" fmla="*/ 475103 w 476250"/>
                <a:gd name="connsiteY130" fmla="*/ 100233 h 333377"/>
                <a:gd name="connsiteX131" fmla="*/ 475963 w 476250"/>
                <a:gd name="connsiteY131" fmla="*/ 105672 h 333377"/>
                <a:gd name="connsiteX132" fmla="*/ 476250 w 476250"/>
                <a:gd name="connsiteY132" fmla="*/ 111125 h 33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76250" h="333377">
                  <a:moveTo>
                    <a:pt x="476250" y="111125"/>
                  </a:moveTo>
                  <a:cubicBezTo>
                    <a:pt x="476250" y="115210"/>
                    <a:pt x="475769" y="119282"/>
                    <a:pt x="474807" y="123341"/>
                  </a:cubicBezTo>
                  <a:lnTo>
                    <a:pt x="474807" y="210037"/>
                  </a:lnTo>
                  <a:cubicBezTo>
                    <a:pt x="475769" y="214097"/>
                    <a:pt x="476250" y="218169"/>
                    <a:pt x="476250" y="222253"/>
                  </a:cubicBezTo>
                  <a:cubicBezTo>
                    <a:pt x="476250" y="224072"/>
                    <a:pt x="476154" y="225890"/>
                    <a:pt x="475963" y="227706"/>
                  </a:cubicBezTo>
                  <a:cubicBezTo>
                    <a:pt x="475772" y="229522"/>
                    <a:pt x="475485" y="231336"/>
                    <a:pt x="475103" y="233145"/>
                  </a:cubicBezTo>
                  <a:cubicBezTo>
                    <a:pt x="474722" y="234955"/>
                    <a:pt x="474245" y="236759"/>
                    <a:pt x="473673" y="238558"/>
                  </a:cubicBezTo>
                  <a:cubicBezTo>
                    <a:pt x="473101" y="240357"/>
                    <a:pt x="472435" y="242149"/>
                    <a:pt x="471674" y="243932"/>
                  </a:cubicBezTo>
                  <a:cubicBezTo>
                    <a:pt x="470914" y="245716"/>
                    <a:pt x="470061" y="247490"/>
                    <a:pt x="469114" y="249254"/>
                  </a:cubicBezTo>
                  <a:cubicBezTo>
                    <a:pt x="468167" y="251018"/>
                    <a:pt x="467128" y="252770"/>
                    <a:pt x="465996" y="254511"/>
                  </a:cubicBezTo>
                  <a:cubicBezTo>
                    <a:pt x="464865" y="256251"/>
                    <a:pt x="463643" y="257978"/>
                    <a:pt x="462330" y="259690"/>
                  </a:cubicBezTo>
                  <a:cubicBezTo>
                    <a:pt x="461017" y="261402"/>
                    <a:pt x="459615" y="263099"/>
                    <a:pt x="458124" y="264779"/>
                  </a:cubicBezTo>
                  <a:cubicBezTo>
                    <a:pt x="456632" y="266459"/>
                    <a:pt x="455053" y="268121"/>
                    <a:pt x="453387" y="269765"/>
                  </a:cubicBezTo>
                  <a:cubicBezTo>
                    <a:pt x="451721" y="271409"/>
                    <a:pt x="449969" y="273033"/>
                    <a:pt x="448132" y="274637"/>
                  </a:cubicBezTo>
                  <a:cubicBezTo>
                    <a:pt x="446295" y="276241"/>
                    <a:pt x="444375" y="277823"/>
                    <a:pt x="442371" y="279383"/>
                  </a:cubicBezTo>
                  <a:cubicBezTo>
                    <a:pt x="440368" y="280943"/>
                    <a:pt x="438284" y="282479"/>
                    <a:pt x="436118" y="283991"/>
                  </a:cubicBezTo>
                  <a:cubicBezTo>
                    <a:pt x="433954" y="285503"/>
                    <a:pt x="431710" y="286989"/>
                    <a:pt x="429389" y="288450"/>
                  </a:cubicBezTo>
                  <a:cubicBezTo>
                    <a:pt x="427067" y="289911"/>
                    <a:pt x="424671" y="291344"/>
                    <a:pt x="422198" y="292750"/>
                  </a:cubicBezTo>
                  <a:cubicBezTo>
                    <a:pt x="419726" y="294156"/>
                    <a:pt x="417181" y="295533"/>
                    <a:pt x="414564" y="296880"/>
                  </a:cubicBezTo>
                  <a:cubicBezTo>
                    <a:pt x="411947" y="298227"/>
                    <a:pt x="409260" y="299544"/>
                    <a:pt x="406505" y="300830"/>
                  </a:cubicBezTo>
                  <a:cubicBezTo>
                    <a:pt x="403749" y="302116"/>
                    <a:pt x="400928" y="303370"/>
                    <a:pt x="398040" y="304591"/>
                  </a:cubicBezTo>
                  <a:cubicBezTo>
                    <a:pt x="395152" y="305813"/>
                    <a:pt x="392202" y="307000"/>
                    <a:pt x="389190" y="308154"/>
                  </a:cubicBezTo>
                  <a:cubicBezTo>
                    <a:pt x="386177" y="309308"/>
                    <a:pt x="383106" y="310426"/>
                    <a:pt x="379976" y="311509"/>
                  </a:cubicBezTo>
                  <a:cubicBezTo>
                    <a:pt x="376846" y="312593"/>
                    <a:pt x="373660" y="313640"/>
                    <a:pt x="370420" y="314650"/>
                  </a:cubicBezTo>
                  <a:cubicBezTo>
                    <a:pt x="367180" y="315660"/>
                    <a:pt x="363889" y="316633"/>
                    <a:pt x="360546" y="317568"/>
                  </a:cubicBezTo>
                  <a:cubicBezTo>
                    <a:pt x="357203" y="318503"/>
                    <a:pt x="353813" y="319399"/>
                    <a:pt x="350376" y="320256"/>
                  </a:cubicBezTo>
                  <a:cubicBezTo>
                    <a:pt x="346940" y="321113"/>
                    <a:pt x="343460" y="321931"/>
                    <a:pt x="339937" y="322709"/>
                  </a:cubicBezTo>
                  <a:cubicBezTo>
                    <a:pt x="336414" y="323486"/>
                    <a:pt x="332852" y="324223"/>
                    <a:pt x="329252" y="324920"/>
                  </a:cubicBezTo>
                  <a:cubicBezTo>
                    <a:pt x="325651" y="325616"/>
                    <a:pt x="322016" y="326270"/>
                    <a:pt x="318346" y="326882"/>
                  </a:cubicBezTo>
                  <a:cubicBezTo>
                    <a:pt x="314677" y="327495"/>
                    <a:pt x="310978" y="328065"/>
                    <a:pt x="307249" y="328593"/>
                  </a:cubicBezTo>
                  <a:cubicBezTo>
                    <a:pt x="303520" y="329121"/>
                    <a:pt x="299765" y="329606"/>
                    <a:pt x="295985" y="330048"/>
                  </a:cubicBezTo>
                  <a:cubicBezTo>
                    <a:pt x="292204" y="330490"/>
                    <a:pt x="288403" y="330888"/>
                    <a:pt x="284581" y="331243"/>
                  </a:cubicBezTo>
                  <a:cubicBezTo>
                    <a:pt x="280759" y="331598"/>
                    <a:pt x="276920" y="331908"/>
                    <a:pt x="273066" y="332176"/>
                  </a:cubicBezTo>
                  <a:cubicBezTo>
                    <a:pt x="269210" y="332443"/>
                    <a:pt x="265344" y="332665"/>
                    <a:pt x="261465" y="332843"/>
                  </a:cubicBezTo>
                  <a:cubicBezTo>
                    <a:pt x="257587" y="333021"/>
                    <a:pt x="253702" y="333155"/>
                    <a:pt x="249809" y="333245"/>
                  </a:cubicBezTo>
                  <a:cubicBezTo>
                    <a:pt x="245917" y="333333"/>
                    <a:pt x="242022" y="333378"/>
                    <a:pt x="238125" y="333378"/>
                  </a:cubicBezTo>
                  <a:cubicBezTo>
                    <a:pt x="234228" y="333378"/>
                    <a:pt x="230333" y="333333"/>
                    <a:pt x="226441" y="333245"/>
                  </a:cubicBezTo>
                  <a:cubicBezTo>
                    <a:pt x="222548" y="333155"/>
                    <a:pt x="218663" y="333021"/>
                    <a:pt x="214785" y="332843"/>
                  </a:cubicBezTo>
                  <a:cubicBezTo>
                    <a:pt x="210906" y="332665"/>
                    <a:pt x="207040" y="332443"/>
                    <a:pt x="203184" y="332176"/>
                  </a:cubicBezTo>
                  <a:cubicBezTo>
                    <a:pt x="199330" y="331908"/>
                    <a:pt x="195491" y="331598"/>
                    <a:pt x="191669" y="331243"/>
                  </a:cubicBezTo>
                  <a:cubicBezTo>
                    <a:pt x="187847" y="330888"/>
                    <a:pt x="184046" y="330490"/>
                    <a:pt x="180265" y="330048"/>
                  </a:cubicBezTo>
                  <a:cubicBezTo>
                    <a:pt x="176485" y="329606"/>
                    <a:pt x="172730" y="329121"/>
                    <a:pt x="169001" y="328593"/>
                  </a:cubicBezTo>
                  <a:cubicBezTo>
                    <a:pt x="165272" y="328065"/>
                    <a:pt x="161573" y="327495"/>
                    <a:pt x="157904" y="326882"/>
                  </a:cubicBezTo>
                  <a:cubicBezTo>
                    <a:pt x="154234" y="326270"/>
                    <a:pt x="150599" y="325616"/>
                    <a:pt x="146998" y="324920"/>
                  </a:cubicBezTo>
                  <a:cubicBezTo>
                    <a:pt x="143398" y="324223"/>
                    <a:pt x="139836" y="323486"/>
                    <a:pt x="136313" y="322709"/>
                  </a:cubicBezTo>
                  <a:cubicBezTo>
                    <a:pt x="132790" y="321931"/>
                    <a:pt x="129310" y="321113"/>
                    <a:pt x="125874" y="320256"/>
                  </a:cubicBezTo>
                  <a:cubicBezTo>
                    <a:pt x="122437" y="319399"/>
                    <a:pt x="119047" y="318503"/>
                    <a:pt x="115704" y="317568"/>
                  </a:cubicBezTo>
                  <a:cubicBezTo>
                    <a:pt x="112361" y="316633"/>
                    <a:pt x="109070" y="315660"/>
                    <a:pt x="105829" y="314650"/>
                  </a:cubicBezTo>
                  <a:cubicBezTo>
                    <a:pt x="102590" y="313640"/>
                    <a:pt x="99404" y="312593"/>
                    <a:pt x="96274" y="311509"/>
                  </a:cubicBezTo>
                  <a:cubicBezTo>
                    <a:pt x="93144" y="310426"/>
                    <a:pt x="90073" y="309308"/>
                    <a:pt x="87060" y="308154"/>
                  </a:cubicBezTo>
                  <a:cubicBezTo>
                    <a:pt x="84048" y="307000"/>
                    <a:pt x="81098" y="305813"/>
                    <a:pt x="78210" y="304591"/>
                  </a:cubicBezTo>
                  <a:cubicBezTo>
                    <a:pt x="75322" y="303370"/>
                    <a:pt x="72501" y="302116"/>
                    <a:pt x="69745" y="300830"/>
                  </a:cubicBezTo>
                  <a:cubicBezTo>
                    <a:pt x="66990" y="299544"/>
                    <a:pt x="64303" y="298227"/>
                    <a:pt x="61686" y="296880"/>
                  </a:cubicBezTo>
                  <a:cubicBezTo>
                    <a:pt x="59069" y="295533"/>
                    <a:pt x="56524" y="294156"/>
                    <a:pt x="54052" y="292750"/>
                  </a:cubicBezTo>
                  <a:cubicBezTo>
                    <a:pt x="51580" y="291344"/>
                    <a:pt x="49183" y="289911"/>
                    <a:pt x="46861" y="288450"/>
                  </a:cubicBezTo>
                  <a:cubicBezTo>
                    <a:pt x="44540" y="286989"/>
                    <a:pt x="42296" y="285503"/>
                    <a:pt x="40131" y="283991"/>
                  </a:cubicBezTo>
                  <a:cubicBezTo>
                    <a:pt x="37966" y="282479"/>
                    <a:pt x="35882" y="280943"/>
                    <a:pt x="33878" y="279383"/>
                  </a:cubicBezTo>
                  <a:cubicBezTo>
                    <a:pt x="31875" y="277823"/>
                    <a:pt x="29955" y="276241"/>
                    <a:pt x="28118" y="274637"/>
                  </a:cubicBezTo>
                  <a:cubicBezTo>
                    <a:pt x="26280" y="273033"/>
                    <a:pt x="24529" y="271409"/>
                    <a:pt x="22863" y="269765"/>
                  </a:cubicBezTo>
                  <a:cubicBezTo>
                    <a:pt x="21196" y="268121"/>
                    <a:pt x="19618" y="266459"/>
                    <a:pt x="18126" y="264779"/>
                  </a:cubicBezTo>
                  <a:cubicBezTo>
                    <a:pt x="16635" y="263099"/>
                    <a:pt x="15233" y="261402"/>
                    <a:pt x="13920" y="259690"/>
                  </a:cubicBezTo>
                  <a:cubicBezTo>
                    <a:pt x="12607" y="257978"/>
                    <a:pt x="11385" y="256251"/>
                    <a:pt x="10254" y="254511"/>
                  </a:cubicBezTo>
                  <a:cubicBezTo>
                    <a:pt x="9122" y="252770"/>
                    <a:pt x="8083" y="251018"/>
                    <a:pt x="7136" y="249254"/>
                  </a:cubicBezTo>
                  <a:cubicBezTo>
                    <a:pt x="6189" y="247490"/>
                    <a:pt x="5336" y="245716"/>
                    <a:pt x="4576" y="243932"/>
                  </a:cubicBezTo>
                  <a:cubicBezTo>
                    <a:pt x="3815" y="242149"/>
                    <a:pt x="3149" y="240357"/>
                    <a:pt x="2577" y="238558"/>
                  </a:cubicBezTo>
                  <a:cubicBezTo>
                    <a:pt x="2006" y="236759"/>
                    <a:pt x="1529" y="234955"/>
                    <a:pt x="1147" y="233145"/>
                  </a:cubicBezTo>
                  <a:cubicBezTo>
                    <a:pt x="765" y="231336"/>
                    <a:pt x="478" y="229522"/>
                    <a:pt x="287" y="227706"/>
                  </a:cubicBezTo>
                  <a:cubicBezTo>
                    <a:pt x="96" y="225890"/>
                    <a:pt x="0" y="224072"/>
                    <a:pt x="0" y="222253"/>
                  </a:cubicBezTo>
                  <a:lnTo>
                    <a:pt x="0" y="111125"/>
                  </a:lnTo>
                  <a:cubicBezTo>
                    <a:pt x="0" y="109307"/>
                    <a:pt x="96" y="107489"/>
                    <a:pt x="287" y="105672"/>
                  </a:cubicBezTo>
                  <a:cubicBezTo>
                    <a:pt x="478" y="103856"/>
                    <a:pt x="765" y="102043"/>
                    <a:pt x="1147" y="100233"/>
                  </a:cubicBezTo>
                  <a:cubicBezTo>
                    <a:pt x="1529" y="98423"/>
                    <a:pt x="2006" y="96618"/>
                    <a:pt x="2577" y="94820"/>
                  </a:cubicBezTo>
                  <a:cubicBezTo>
                    <a:pt x="3149" y="93021"/>
                    <a:pt x="3815" y="91229"/>
                    <a:pt x="4576" y="89446"/>
                  </a:cubicBezTo>
                  <a:cubicBezTo>
                    <a:pt x="5336" y="87662"/>
                    <a:pt x="6189" y="85888"/>
                    <a:pt x="7136" y="84124"/>
                  </a:cubicBezTo>
                  <a:cubicBezTo>
                    <a:pt x="8083" y="82360"/>
                    <a:pt x="9122" y="80607"/>
                    <a:pt x="10254" y="78867"/>
                  </a:cubicBezTo>
                  <a:cubicBezTo>
                    <a:pt x="11385" y="77127"/>
                    <a:pt x="12607" y="75400"/>
                    <a:pt x="13920" y="73688"/>
                  </a:cubicBezTo>
                  <a:cubicBezTo>
                    <a:pt x="15233" y="71976"/>
                    <a:pt x="16635" y="70280"/>
                    <a:pt x="18126" y="68599"/>
                  </a:cubicBezTo>
                  <a:cubicBezTo>
                    <a:pt x="19618" y="66919"/>
                    <a:pt x="21196" y="65257"/>
                    <a:pt x="22863" y="63613"/>
                  </a:cubicBezTo>
                  <a:cubicBezTo>
                    <a:pt x="24529" y="61969"/>
                    <a:pt x="26280" y="60345"/>
                    <a:pt x="28118" y="58741"/>
                  </a:cubicBezTo>
                  <a:cubicBezTo>
                    <a:pt x="29955" y="57137"/>
                    <a:pt x="31875" y="55555"/>
                    <a:pt x="33878" y="53995"/>
                  </a:cubicBezTo>
                  <a:cubicBezTo>
                    <a:pt x="35882" y="52435"/>
                    <a:pt x="37966" y="50899"/>
                    <a:pt x="40131" y="49387"/>
                  </a:cubicBezTo>
                  <a:cubicBezTo>
                    <a:pt x="42296" y="47875"/>
                    <a:pt x="44540" y="46389"/>
                    <a:pt x="46861" y="44928"/>
                  </a:cubicBezTo>
                  <a:cubicBezTo>
                    <a:pt x="49183" y="43467"/>
                    <a:pt x="51580" y="42034"/>
                    <a:pt x="54052" y="40628"/>
                  </a:cubicBezTo>
                  <a:cubicBezTo>
                    <a:pt x="56524" y="39222"/>
                    <a:pt x="59069" y="37846"/>
                    <a:pt x="61686" y="36498"/>
                  </a:cubicBezTo>
                  <a:cubicBezTo>
                    <a:pt x="64303" y="35150"/>
                    <a:pt x="66990" y="33834"/>
                    <a:pt x="69745" y="32548"/>
                  </a:cubicBezTo>
                  <a:cubicBezTo>
                    <a:pt x="72501" y="31262"/>
                    <a:pt x="75322" y="30008"/>
                    <a:pt x="78210" y="28787"/>
                  </a:cubicBezTo>
                  <a:cubicBezTo>
                    <a:pt x="81098" y="27565"/>
                    <a:pt x="84048" y="26378"/>
                    <a:pt x="87060" y="25224"/>
                  </a:cubicBezTo>
                  <a:cubicBezTo>
                    <a:pt x="90073" y="24070"/>
                    <a:pt x="93144" y="22952"/>
                    <a:pt x="96274" y="21869"/>
                  </a:cubicBezTo>
                  <a:cubicBezTo>
                    <a:pt x="99404" y="20785"/>
                    <a:pt x="102590" y="19738"/>
                    <a:pt x="105829" y="18728"/>
                  </a:cubicBezTo>
                  <a:cubicBezTo>
                    <a:pt x="109070" y="17718"/>
                    <a:pt x="112361" y="16745"/>
                    <a:pt x="115704" y="15810"/>
                  </a:cubicBezTo>
                  <a:cubicBezTo>
                    <a:pt x="119047" y="14875"/>
                    <a:pt x="122437" y="13979"/>
                    <a:pt x="125874" y="13122"/>
                  </a:cubicBezTo>
                  <a:cubicBezTo>
                    <a:pt x="129310" y="12264"/>
                    <a:pt x="132790" y="11447"/>
                    <a:pt x="136313" y="10669"/>
                  </a:cubicBezTo>
                  <a:cubicBezTo>
                    <a:pt x="139836" y="9892"/>
                    <a:pt x="143398" y="9155"/>
                    <a:pt x="146998" y="8459"/>
                  </a:cubicBezTo>
                  <a:cubicBezTo>
                    <a:pt x="150599" y="7763"/>
                    <a:pt x="154234" y="7109"/>
                    <a:pt x="157903" y="6496"/>
                  </a:cubicBezTo>
                  <a:cubicBezTo>
                    <a:pt x="161572" y="5883"/>
                    <a:pt x="165272" y="5313"/>
                    <a:pt x="169001" y="4785"/>
                  </a:cubicBezTo>
                  <a:cubicBezTo>
                    <a:pt x="172730" y="4257"/>
                    <a:pt x="176485" y="3772"/>
                    <a:pt x="180265" y="3330"/>
                  </a:cubicBezTo>
                  <a:cubicBezTo>
                    <a:pt x="184046" y="2888"/>
                    <a:pt x="187847" y="2490"/>
                    <a:pt x="191669" y="2135"/>
                  </a:cubicBezTo>
                  <a:cubicBezTo>
                    <a:pt x="195491" y="1780"/>
                    <a:pt x="199330" y="1470"/>
                    <a:pt x="203184" y="1203"/>
                  </a:cubicBezTo>
                  <a:cubicBezTo>
                    <a:pt x="207040" y="936"/>
                    <a:pt x="210906" y="713"/>
                    <a:pt x="214785" y="535"/>
                  </a:cubicBezTo>
                  <a:cubicBezTo>
                    <a:pt x="218663" y="357"/>
                    <a:pt x="222548" y="223"/>
                    <a:pt x="226441" y="134"/>
                  </a:cubicBezTo>
                  <a:cubicBezTo>
                    <a:pt x="230333" y="45"/>
                    <a:pt x="234228" y="0"/>
                    <a:pt x="238125" y="0"/>
                  </a:cubicBezTo>
                  <a:cubicBezTo>
                    <a:pt x="242022" y="0"/>
                    <a:pt x="245917" y="45"/>
                    <a:pt x="249809" y="134"/>
                  </a:cubicBezTo>
                  <a:cubicBezTo>
                    <a:pt x="253702" y="223"/>
                    <a:pt x="257587" y="357"/>
                    <a:pt x="261465" y="535"/>
                  </a:cubicBezTo>
                  <a:cubicBezTo>
                    <a:pt x="265344" y="713"/>
                    <a:pt x="269210" y="936"/>
                    <a:pt x="273066" y="1203"/>
                  </a:cubicBezTo>
                  <a:cubicBezTo>
                    <a:pt x="276920" y="1470"/>
                    <a:pt x="280759" y="1780"/>
                    <a:pt x="284581" y="2135"/>
                  </a:cubicBezTo>
                  <a:cubicBezTo>
                    <a:pt x="288403" y="2490"/>
                    <a:pt x="292204" y="2888"/>
                    <a:pt x="295985" y="3330"/>
                  </a:cubicBezTo>
                  <a:cubicBezTo>
                    <a:pt x="299765" y="3772"/>
                    <a:pt x="303520" y="4257"/>
                    <a:pt x="307249" y="4785"/>
                  </a:cubicBezTo>
                  <a:cubicBezTo>
                    <a:pt x="310978" y="5313"/>
                    <a:pt x="314677" y="5883"/>
                    <a:pt x="318346" y="6496"/>
                  </a:cubicBezTo>
                  <a:cubicBezTo>
                    <a:pt x="322016" y="7109"/>
                    <a:pt x="325651" y="7763"/>
                    <a:pt x="329252" y="8459"/>
                  </a:cubicBezTo>
                  <a:cubicBezTo>
                    <a:pt x="332852" y="9155"/>
                    <a:pt x="336414" y="9892"/>
                    <a:pt x="339937" y="10669"/>
                  </a:cubicBezTo>
                  <a:cubicBezTo>
                    <a:pt x="343460" y="11447"/>
                    <a:pt x="346940" y="12264"/>
                    <a:pt x="350376" y="13122"/>
                  </a:cubicBezTo>
                  <a:cubicBezTo>
                    <a:pt x="353813" y="13979"/>
                    <a:pt x="357203" y="14875"/>
                    <a:pt x="360546" y="15810"/>
                  </a:cubicBezTo>
                  <a:cubicBezTo>
                    <a:pt x="363889" y="16745"/>
                    <a:pt x="367180" y="17718"/>
                    <a:pt x="370420" y="18728"/>
                  </a:cubicBezTo>
                  <a:cubicBezTo>
                    <a:pt x="373660" y="19738"/>
                    <a:pt x="376846" y="20785"/>
                    <a:pt x="379976" y="21869"/>
                  </a:cubicBezTo>
                  <a:cubicBezTo>
                    <a:pt x="383106" y="22952"/>
                    <a:pt x="386177" y="24070"/>
                    <a:pt x="389190" y="25224"/>
                  </a:cubicBezTo>
                  <a:cubicBezTo>
                    <a:pt x="392202" y="26378"/>
                    <a:pt x="395152" y="27565"/>
                    <a:pt x="398040" y="28787"/>
                  </a:cubicBezTo>
                  <a:cubicBezTo>
                    <a:pt x="400928" y="30008"/>
                    <a:pt x="403749" y="31262"/>
                    <a:pt x="406505" y="32548"/>
                  </a:cubicBezTo>
                  <a:cubicBezTo>
                    <a:pt x="409260" y="33834"/>
                    <a:pt x="411947" y="35150"/>
                    <a:pt x="414564" y="36498"/>
                  </a:cubicBezTo>
                  <a:cubicBezTo>
                    <a:pt x="417181" y="37846"/>
                    <a:pt x="419726" y="39222"/>
                    <a:pt x="422198" y="40628"/>
                  </a:cubicBezTo>
                  <a:cubicBezTo>
                    <a:pt x="424671" y="42034"/>
                    <a:pt x="427067" y="43467"/>
                    <a:pt x="429389" y="44928"/>
                  </a:cubicBezTo>
                  <a:cubicBezTo>
                    <a:pt x="431710" y="46389"/>
                    <a:pt x="433954" y="47875"/>
                    <a:pt x="436118" y="49387"/>
                  </a:cubicBezTo>
                  <a:cubicBezTo>
                    <a:pt x="438284" y="50899"/>
                    <a:pt x="440368" y="52435"/>
                    <a:pt x="442371" y="53995"/>
                  </a:cubicBezTo>
                  <a:cubicBezTo>
                    <a:pt x="444375" y="55555"/>
                    <a:pt x="446295" y="57137"/>
                    <a:pt x="448132" y="58741"/>
                  </a:cubicBezTo>
                  <a:cubicBezTo>
                    <a:pt x="449969" y="60345"/>
                    <a:pt x="451721" y="61969"/>
                    <a:pt x="453387" y="63613"/>
                  </a:cubicBezTo>
                  <a:cubicBezTo>
                    <a:pt x="455053" y="65257"/>
                    <a:pt x="456632" y="66919"/>
                    <a:pt x="458124" y="68599"/>
                  </a:cubicBezTo>
                  <a:cubicBezTo>
                    <a:pt x="459615" y="70280"/>
                    <a:pt x="461017" y="71976"/>
                    <a:pt x="462330" y="73688"/>
                  </a:cubicBezTo>
                  <a:cubicBezTo>
                    <a:pt x="463643" y="75400"/>
                    <a:pt x="464865" y="77127"/>
                    <a:pt x="465996" y="78867"/>
                  </a:cubicBezTo>
                  <a:cubicBezTo>
                    <a:pt x="467128" y="80607"/>
                    <a:pt x="468167" y="82360"/>
                    <a:pt x="469114" y="84124"/>
                  </a:cubicBezTo>
                  <a:cubicBezTo>
                    <a:pt x="470061" y="85888"/>
                    <a:pt x="470914" y="87662"/>
                    <a:pt x="471674" y="89446"/>
                  </a:cubicBezTo>
                  <a:cubicBezTo>
                    <a:pt x="472435" y="91229"/>
                    <a:pt x="473101" y="93021"/>
                    <a:pt x="473673" y="94820"/>
                  </a:cubicBezTo>
                  <a:cubicBezTo>
                    <a:pt x="474245" y="96618"/>
                    <a:pt x="474722" y="98423"/>
                    <a:pt x="475103" y="100233"/>
                  </a:cubicBezTo>
                  <a:cubicBezTo>
                    <a:pt x="475485" y="102043"/>
                    <a:pt x="475772" y="103856"/>
                    <a:pt x="475963" y="105672"/>
                  </a:cubicBezTo>
                  <a:cubicBezTo>
                    <a:pt x="476154" y="107489"/>
                    <a:pt x="476250" y="109307"/>
                    <a:pt x="476250" y="111125"/>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3" name="任意形状 312"/>
            <p:cNvSpPr/>
            <p:nvPr/>
          </p:nvSpPr>
          <p:spPr>
            <a:xfrm>
              <a:off x="3305492" y="3581721"/>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4" name="任意形状 313"/>
            <p:cNvSpPr/>
            <p:nvPr/>
          </p:nvSpPr>
          <p:spPr>
            <a:xfrm>
              <a:off x="2948305" y="3338195"/>
              <a:ext cx="476250" cy="228600"/>
            </a:xfrm>
            <a:custGeom>
              <a:avLst/>
              <a:gdLst>
                <a:gd name="connsiteX0" fmla="*/ 476250 w 476250"/>
                <a:gd name="connsiteY0" fmla="*/ 114300 h 228600"/>
                <a:gd name="connsiteX1" fmla="*/ 238125 w 476250"/>
                <a:gd name="connsiteY1" fmla="*/ 228600 h 228600"/>
                <a:gd name="connsiteX2" fmla="*/ 0 w 476250"/>
                <a:gd name="connsiteY2" fmla="*/ 114300 h 228600"/>
                <a:gd name="connsiteX3" fmla="*/ 238125 w 476250"/>
                <a:gd name="connsiteY3" fmla="*/ 0 h 228600"/>
                <a:gd name="connsiteX4" fmla="*/ 476250 w 476250"/>
                <a:gd name="connsiteY4" fmla="*/ 11430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 h="228600">
                  <a:moveTo>
                    <a:pt x="476250" y="114300"/>
                  </a:moveTo>
                  <a:cubicBezTo>
                    <a:pt x="476250" y="177426"/>
                    <a:pt x="369638" y="228600"/>
                    <a:pt x="238125" y="228600"/>
                  </a:cubicBezTo>
                  <a:cubicBezTo>
                    <a:pt x="106612" y="228600"/>
                    <a:pt x="0" y="177426"/>
                    <a:pt x="0" y="114300"/>
                  </a:cubicBezTo>
                  <a:cubicBezTo>
                    <a:pt x="0" y="51174"/>
                    <a:pt x="106612" y="0"/>
                    <a:pt x="238125" y="0"/>
                  </a:cubicBezTo>
                  <a:cubicBezTo>
                    <a:pt x="369638" y="0"/>
                    <a:pt x="476250" y="51174"/>
                    <a:pt x="476250" y="114300"/>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5" name="任意形状 314"/>
            <p:cNvSpPr/>
            <p:nvPr/>
          </p:nvSpPr>
          <p:spPr>
            <a:xfrm>
              <a:off x="3034030" y="3376295"/>
              <a:ext cx="314325" cy="152400"/>
            </a:xfrm>
            <a:custGeom>
              <a:avLst/>
              <a:gdLst>
                <a:gd name="connsiteX0" fmla="*/ 314325 w 314325"/>
                <a:gd name="connsiteY0" fmla="*/ 76200 h 152400"/>
                <a:gd name="connsiteX1" fmla="*/ 157163 w 314325"/>
                <a:gd name="connsiteY1" fmla="*/ 152400 h 152400"/>
                <a:gd name="connsiteX2" fmla="*/ 0 w 314325"/>
                <a:gd name="connsiteY2" fmla="*/ 76200 h 152400"/>
                <a:gd name="connsiteX3" fmla="*/ 157163 w 314325"/>
                <a:gd name="connsiteY3" fmla="*/ 0 h 152400"/>
                <a:gd name="connsiteX4" fmla="*/ 314325 w 314325"/>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325" h="152400">
                  <a:moveTo>
                    <a:pt x="314325" y="76200"/>
                  </a:moveTo>
                  <a:cubicBezTo>
                    <a:pt x="314325" y="118284"/>
                    <a:pt x="243961" y="152400"/>
                    <a:pt x="157163" y="152400"/>
                  </a:cubicBezTo>
                  <a:cubicBezTo>
                    <a:pt x="70364" y="152400"/>
                    <a:pt x="0" y="118284"/>
                    <a:pt x="0" y="76200"/>
                  </a:cubicBezTo>
                  <a:cubicBezTo>
                    <a:pt x="0" y="34116"/>
                    <a:pt x="70364" y="0"/>
                    <a:pt x="157163" y="0"/>
                  </a:cubicBezTo>
                  <a:cubicBezTo>
                    <a:pt x="243961" y="0"/>
                    <a:pt x="314325" y="34116"/>
                    <a:pt x="314325" y="76200"/>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6" name="任意形状 315"/>
            <p:cNvSpPr/>
            <p:nvPr/>
          </p:nvSpPr>
          <p:spPr>
            <a:xfrm>
              <a:off x="3041794" y="3423920"/>
              <a:ext cx="298792" cy="104771"/>
            </a:xfrm>
            <a:custGeom>
              <a:avLst/>
              <a:gdLst>
                <a:gd name="connsiteX0" fmla="*/ 0 w 298792"/>
                <a:gd name="connsiteY0" fmla="*/ 49261 h 104771"/>
                <a:gd name="connsiteX1" fmla="*/ 2028 w 298792"/>
                <a:gd name="connsiteY1" fmla="*/ 46615 h 104771"/>
                <a:gd name="connsiteX2" fmla="*/ 4283 w 298792"/>
                <a:gd name="connsiteY2" fmla="*/ 44008 h 104771"/>
                <a:gd name="connsiteX3" fmla="*/ 6761 w 298792"/>
                <a:gd name="connsiteY3" fmla="*/ 41442 h 104771"/>
                <a:gd name="connsiteX4" fmla="*/ 9458 w 298792"/>
                <a:gd name="connsiteY4" fmla="*/ 38923 h 104771"/>
                <a:gd name="connsiteX5" fmla="*/ 12371 w 298792"/>
                <a:gd name="connsiteY5" fmla="*/ 36454 h 104771"/>
                <a:gd name="connsiteX6" fmla="*/ 15494 w 298792"/>
                <a:gd name="connsiteY6" fmla="*/ 34038 h 104771"/>
                <a:gd name="connsiteX7" fmla="*/ 18824 w 298792"/>
                <a:gd name="connsiteY7" fmla="*/ 31680 h 104771"/>
                <a:gd name="connsiteX8" fmla="*/ 22354 w 298792"/>
                <a:gd name="connsiteY8" fmla="*/ 29383 h 104771"/>
                <a:gd name="connsiteX9" fmla="*/ 26080 w 298792"/>
                <a:gd name="connsiteY9" fmla="*/ 27151 h 104771"/>
                <a:gd name="connsiteX10" fmla="*/ 29995 w 298792"/>
                <a:gd name="connsiteY10" fmla="*/ 24987 h 104771"/>
                <a:gd name="connsiteX11" fmla="*/ 34094 w 298792"/>
                <a:gd name="connsiteY11" fmla="*/ 22895 h 104771"/>
                <a:gd name="connsiteX12" fmla="*/ 38371 w 298792"/>
                <a:gd name="connsiteY12" fmla="*/ 20877 h 104771"/>
                <a:gd name="connsiteX13" fmla="*/ 42818 w 298792"/>
                <a:gd name="connsiteY13" fmla="*/ 18937 h 104771"/>
                <a:gd name="connsiteX14" fmla="*/ 47429 w 298792"/>
                <a:gd name="connsiteY14" fmla="*/ 17077 h 104771"/>
                <a:gd name="connsiteX15" fmla="*/ 52197 w 298792"/>
                <a:gd name="connsiteY15" fmla="*/ 15302 h 104771"/>
                <a:gd name="connsiteX16" fmla="*/ 57115 w 298792"/>
                <a:gd name="connsiteY16" fmla="*/ 13612 h 104771"/>
                <a:gd name="connsiteX17" fmla="*/ 62174 w 298792"/>
                <a:gd name="connsiteY17" fmla="*/ 12012 h 104771"/>
                <a:gd name="connsiteX18" fmla="*/ 67368 w 298792"/>
                <a:gd name="connsiteY18" fmla="*/ 10503 h 104771"/>
                <a:gd name="connsiteX19" fmla="*/ 72688 w 298792"/>
                <a:gd name="connsiteY19" fmla="*/ 9088 h 104771"/>
                <a:gd name="connsiteX20" fmla="*/ 78126 w 298792"/>
                <a:gd name="connsiteY20" fmla="*/ 7768 h 104771"/>
                <a:gd name="connsiteX21" fmla="*/ 83673 w 298792"/>
                <a:gd name="connsiteY21" fmla="*/ 6547 h 104771"/>
                <a:gd name="connsiteX22" fmla="*/ 89322 w 298792"/>
                <a:gd name="connsiteY22" fmla="*/ 5425 h 104771"/>
                <a:gd name="connsiteX23" fmla="*/ 95063 w 298792"/>
                <a:gd name="connsiteY23" fmla="*/ 4405 h 104771"/>
                <a:gd name="connsiteX24" fmla="*/ 100888 w 298792"/>
                <a:gd name="connsiteY24" fmla="*/ 3488 h 104771"/>
                <a:gd name="connsiteX25" fmla="*/ 106787 w 298792"/>
                <a:gd name="connsiteY25" fmla="*/ 2676 h 104771"/>
                <a:gd name="connsiteX26" fmla="*/ 112752 w 298792"/>
                <a:gd name="connsiteY26" fmla="*/ 1969 h 104771"/>
                <a:gd name="connsiteX27" fmla="*/ 118773 w 298792"/>
                <a:gd name="connsiteY27" fmla="*/ 1369 h 104771"/>
                <a:gd name="connsiteX28" fmla="*/ 124841 w 298792"/>
                <a:gd name="connsiteY28" fmla="*/ 877 h 104771"/>
                <a:gd name="connsiteX29" fmla="*/ 130948 w 298792"/>
                <a:gd name="connsiteY29" fmla="*/ 494 h 104771"/>
                <a:gd name="connsiteX30" fmla="*/ 137082 w 298792"/>
                <a:gd name="connsiteY30" fmla="*/ 220 h 104771"/>
                <a:gd name="connsiteX31" fmla="*/ 143235 w 298792"/>
                <a:gd name="connsiteY31" fmla="*/ 55 h 104771"/>
                <a:gd name="connsiteX32" fmla="*/ 149398 w 298792"/>
                <a:gd name="connsiteY32" fmla="*/ 0 h 104771"/>
                <a:gd name="connsiteX33" fmla="*/ 155560 w 298792"/>
                <a:gd name="connsiteY33" fmla="*/ 55 h 104771"/>
                <a:gd name="connsiteX34" fmla="*/ 161714 w 298792"/>
                <a:gd name="connsiteY34" fmla="*/ 220 h 104771"/>
                <a:gd name="connsiteX35" fmla="*/ 167848 w 298792"/>
                <a:gd name="connsiteY35" fmla="*/ 494 h 104771"/>
                <a:gd name="connsiteX36" fmla="*/ 173953 w 298792"/>
                <a:gd name="connsiteY36" fmla="*/ 877 h 104771"/>
                <a:gd name="connsiteX37" fmla="*/ 180022 w 298792"/>
                <a:gd name="connsiteY37" fmla="*/ 1369 h 104771"/>
                <a:gd name="connsiteX38" fmla="*/ 186042 w 298792"/>
                <a:gd name="connsiteY38" fmla="*/ 1969 h 104771"/>
                <a:gd name="connsiteX39" fmla="*/ 192007 w 298792"/>
                <a:gd name="connsiteY39" fmla="*/ 2675 h 104771"/>
                <a:gd name="connsiteX40" fmla="*/ 197906 w 298792"/>
                <a:gd name="connsiteY40" fmla="*/ 3488 h 104771"/>
                <a:gd name="connsiteX41" fmla="*/ 203730 w 298792"/>
                <a:gd name="connsiteY41" fmla="*/ 4405 h 104771"/>
                <a:gd name="connsiteX42" fmla="*/ 209471 w 298792"/>
                <a:gd name="connsiteY42" fmla="*/ 5425 h 104771"/>
                <a:gd name="connsiteX43" fmla="*/ 215119 w 298792"/>
                <a:gd name="connsiteY43" fmla="*/ 6546 h 104771"/>
                <a:gd name="connsiteX44" fmla="*/ 220667 w 298792"/>
                <a:gd name="connsiteY44" fmla="*/ 7767 h 104771"/>
                <a:gd name="connsiteX45" fmla="*/ 226104 w 298792"/>
                <a:gd name="connsiteY45" fmla="*/ 9086 h 104771"/>
                <a:gd name="connsiteX46" fmla="*/ 231423 w 298792"/>
                <a:gd name="connsiteY46" fmla="*/ 10502 h 104771"/>
                <a:gd name="connsiteX47" fmla="*/ 236617 w 298792"/>
                <a:gd name="connsiteY47" fmla="*/ 12010 h 104771"/>
                <a:gd name="connsiteX48" fmla="*/ 241677 w 298792"/>
                <a:gd name="connsiteY48" fmla="*/ 13611 h 104771"/>
                <a:gd name="connsiteX49" fmla="*/ 246594 w 298792"/>
                <a:gd name="connsiteY49" fmla="*/ 15300 h 104771"/>
                <a:gd name="connsiteX50" fmla="*/ 251362 w 298792"/>
                <a:gd name="connsiteY50" fmla="*/ 17075 h 104771"/>
                <a:gd name="connsiteX51" fmla="*/ 255973 w 298792"/>
                <a:gd name="connsiteY51" fmla="*/ 18934 h 104771"/>
                <a:gd name="connsiteX52" fmla="*/ 260420 w 298792"/>
                <a:gd name="connsiteY52" fmla="*/ 20874 h 104771"/>
                <a:gd name="connsiteX53" fmla="*/ 264697 w 298792"/>
                <a:gd name="connsiteY53" fmla="*/ 22892 h 104771"/>
                <a:gd name="connsiteX54" fmla="*/ 268796 w 298792"/>
                <a:gd name="connsiteY54" fmla="*/ 24984 h 104771"/>
                <a:gd name="connsiteX55" fmla="*/ 272711 w 298792"/>
                <a:gd name="connsiteY55" fmla="*/ 27148 h 104771"/>
                <a:gd name="connsiteX56" fmla="*/ 276436 w 298792"/>
                <a:gd name="connsiteY56" fmla="*/ 29380 h 104771"/>
                <a:gd name="connsiteX57" fmla="*/ 279967 w 298792"/>
                <a:gd name="connsiteY57" fmla="*/ 31676 h 104771"/>
                <a:gd name="connsiteX58" fmla="*/ 283296 w 298792"/>
                <a:gd name="connsiteY58" fmla="*/ 34034 h 104771"/>
                <a:gd name="connsiteX59" fmla="*/ 286421 w 298792"/>
                <a:gd name="connsiteY59" fmla="*/ 36449 h 104771"/>
                <a:gd name="connsiteX60" fmla="*/ 289333 w 298792"/>
                <a:gd name="connsiteY60" fmla="*/ 38919 h 104771"/>
                <a:gd name="connsiteX61" fmla="*/ 292031 w 298792"/>
                <a:gd name="connsiteY61" fmla="*/ 41438 h 104771"/>
                <a:gd name="connsiteX62" fmla="*/ 294509 w 298792"/>
                <a:gd name="connsiteY62" fmla="*/ 44003 h 104771"/>
                <a:gd name="connsiteX63" fmla="*/ 296764 w 298792"/>
                <a:gd name="connsiteY63" fmla="*/ 46610 h 104771"/>
                <a:gd name="connsiteX64" fmla="*/ 298793 w 298792"/>
                <a:gd name="connsiteY64" fmla="*/ 49256 h 104771"/>
                <a:gd name="connsiteX65" fmla="*/ 297114 w 298792"/>
                <a:gd name="connsiteY65" fmla="*/ 52186 h 104771"/>
                <a:gd name="connsiteX66" fmla="*/ 295183 w 298792"/>
                <a:gd name="connsiteY66" fmla="*/ 55081 h 104771"/>
                <a:gd name="connsiteX67" fmla="*/ 293001 w 298792"/>
                <a:gd name="connsiteY67" fmla="*/ 57935 h 104771"/>
                <a:gd name="connsiteX68" fmla="*/ 290573 w 298792"/>
                <a:gd name="connsiteY68" fmla="*/ 60743 h 104771"/>
                <a:gd name="connsiteX69" fmla="*/ 287904 w 298792"/>
                <a:gd name="connsiteY69" fmla="*/ 63502 h 104771"/>
                <a:gd name="connsiteX70" fmla="*/ 284997 w 298792"/>
                <a:gd name="connsiteY70" fmla="*/ 66205 h 104771"/>
                <a:gd name="connsiteX71" fmla="*/ 281857 w 298792"/>
                <a:gd name="connsiteY71" fmla="*/ 68849 h 104771"/>
                <a:gd name="connsiteX72" fmla="*/ 278490 w 298792"/>
                <a:gd name="connsiteY72" fmla="*/ 71428 h 104771"/>
                <a:gd name="connsiteX73" fmla="*/ 274901 w 298792"/>
                <a:gd name="connsiteY73" fmla="*/ 73939 h 104771"/>
                <a:gd name="connsiteX74" fmla="*/ 271098 w 298792"/>
                <a:gd name="connsiteY74" fmla="*/ 76377 h 104771"/>
                <a:gd name="connsiteX75" fmla="*/ 267085 w 298792"/>
                <a:gd name="connsiteY75" fmla="*/ 78738 h 104771"/>
                <a:gd name="connsiteX76" fmla="*/ 262871 w 298792"/>
                <a:gd name="connsiteY76" fmla="*/ 81018 h 104771"/>
                <a:gd name="connsiteX77" fmla="*/ 258462 w 298792"/>
                <a:gd name="connsiteY77" fmla="*/ 83213 h 104771"/>
                <a:gd name="connsiteX78" fmla="*/ 253866 w 298792"/>
                <a:gd name="connsiteY78" fmla="*/ 85319 h 104771"/>
                <a:gd name="connsiteX79" fmla="*/ 249091 w 298792"/>
                <a:gd name="connsiteY79" fmla="*/ 87332 h 104771"/>
                <a:gd name="connsiteX80" fmla="*/ 244146 w 298792"/>
                <a:gd name="connsiteY80" fmla="*/ 89250 h 104771"/>
                <a:gd name="connsiteX81" fmla="*/ 239037 w 298792"/>
                <a:gd name="connsiteY81" fmla="*/ 91069 h 104771"/>
                <a:gd name="connsiteX82" fmla="*/ 233775 w 298792"/>
                <a:gd name="connsiteY82" fmla="*/ 92785 h 104771"/>
                <a:gd name="connsiteX83" fmla="*/ 228368 w 298792"/>
                <a:gd name="connsiteY83" fmla="*/ 94396 h 104771"/>
                <a:gd name="connsiteX84" fmla="*/ 222825 w 298792"/>
                <a:gd name="connsiteY84" fmla="*/ 95899 h 104771"/>
                <a:gd name="connsiteX85" fmla="*/ 217157 w 298792"/>
                <a:gd name="connsiteY85" fmla="*/ 97291 h 104771"/>
                <a:gd name="connsiteX86" fmla="*/ 211372 w 298792"/>
                <a:gd name="connsiteY86" fmla="*/ 98571 h 104771"/>
                <a:gd name="connsiteX87" fmla="*/ 205482 w 298792"/>
                <a:gd name="connsiteY87" fmla="*/ 99735 h 104771"/>
                <a:gd name="connsiteX88" fmla="*/ 199494 w 298792"/>
                <a:gd name="connsiteY88" fmla="*/ 100782 h 104771"/>
                <a:gd name="connsiteX89" fmla="*/ 193422 w 298792"/>
                <a:gd name="connsiteY89" fmla="*/ 101711 h 104771"/>
                <a:gd name="connsiteX90" fmla="*/ 187274 w 298792"/>
                <a:gd name="connsiteY90" fmla="*/ 102519 h 104771"/>
                <a:gd name="connsiteX91" fmla="*/ 181060 w 298792"/>
                <a:gd name="connsiteY91" fmla="*/ 103204 h 104771"/>
                <a:gd name="connsiteX92" fmla="*/ 174792 w 298792"/>
                <a:gd name="connsiteY92" fmla="*/ 103767 h 104771"/>
                <a:gd name="connsiteX93" fmla="*/ 168481 w 298792"/>
                <a:gd name="connsiteY93" fmla="*/ 104206 h 104771"/>
                <a:gd name="connsiteX94" fmla="*/ 162137 w 298792"/>
                <a:gd name="connsiteY94" fmla="*/ 104520 h 104771"/>
                <a:gd name="connsiteX95" fmla="*/ 155772 w 298792"/>
                <a:gd name="connsiteY95" fmla="*/ 104708 h 104771"/>
                <a:gd name="connsiteX96" fmla="*/ 149395 w 298792"/>
                <a:gd name="connsiteY96" fmla="*/ 104771 h 104771"/>
                <a:gd name="connsiteX97" fmla="*/ 143019 w 298792"/>
                <a:gd name="connsiteY97" fmla="*/ 104708 h 104771"/>
                <a:gd name="connsiteX98" fmla="*/ 136653 w 298792"/>
                <a:gd name="connsiteY98" fmla="*/ 104520 h 104771"/>
                <a:gd name="connsiteX99" fmla="*/ 130310 w 298792"/>
                <a:gd name="connsiteY99" fmla="*/ 104206 h 104771"/>
                <a:gd name="connsiteX100" fmla="*/ 123998 w 298792"/>
                <a:gd name="connsiteY100" fmla="*/ 103767 h 104771"/>
                <a:gd name="connsiteX101" fmla="*/ 117731 w 298792"/>
                <a:gd name="connsiteY101" fmla="*/ 103204 h 104771"/>
                <a:gd name="connsiteX102" fmla="*/ 111519 w 298792"/>
                <a:gd name="connsiteY102" fmla="*/ 102519 h 104771"/>
                <a:gd name="connsiteX103" fmla="*/ 105370 w 298792"/>
                <a:gd name="connsiteY103" fmla="*/ 101711 h 104771"/>
                <a:gd name="connsiteX104" fmla="*/ 99297 w 298792"/>
                <a:gd name="connsiteY104" fmla="*/ 100783 h 104771"/>
                <a:gd name="connsiteX105" fmla="*/ 93311 w 298792"/>
                <a:gd name="connsiteY105" fmla="*/ 99736 h 104771"/>
                <a:gd name="connsiteX106" fmla="*/ 87420 w 298792"/>
                <a:gd name="connsiteY106" fmla="*/ 98571 h 104771"/>
                <a:gd name="connsiteX107" fmla="*/ 81636 w 298792"/>
                <a:gd name="connsiteY107" fmla="*/ 97292 h 104771"/>
                <a:gd name="connsiteX108" fmla="*/ 75968 w 298792"/>
                <a:gd name="connsiteY108" fmla="*/ 95900 h 104771"/>
                <a:gd name="connsiteX109" fmla="*/ 70426 w 298792"/>
                <a:gd name="connsiteY109" fmla="*/ 94397 h 104771"/>
                <a:gd name="connsiteX110" fmla="*/ 65019 w 298792"/>
                <a:gd name="connsiteY110" fmla="*/ 92786 h 104771"/>
                <a:gd name="connsiteX111" fmla="*/ 59757 w 298792"/>
                <a:gd name="connsiteY111" fmla="*/ 91070 h 104771"/>
                <a:gd name="connsiteX112" fmla="*/ 54649 w 298792"/>
                <a:gd name="connsiteY112" fmla="*/ 89252 h 104771"/>
                <a:gd name="connsiteX113" fmla="*/ 49703 w 298792"/>
                <a:gd name="connsiteY113" fmla="*/ 87334 h 104771"/>
                <a:gd name="connsiteX114" fmla="*/ 44928 w 298792"/>
                <a:gd name="connsiteY114" fmla="*/ 85321 h 104771"/>
                <a:gd name="connsiteX115" fmla="*/ 40332 w 298792"/>
                <a:gd name="connsiteY115" fmla="*/ 83215 h 104771"/>
                <a:gd name="connsiteX116" fmla="*/ 35924 w 298792"/>
                <a:gd name="connsiteY116" fmla="*/ 81021 h 104771"/>
                <a:gd name="connsiteX117" fmla="*/ 31709 w 298792"/>
                <a:gd name="connsiteY117" fmla="*/ 78741 h 104771"/>
                <a:gd name="connsiteX118" fmla="*/ 27697 w 298792"/>
                <a:gd name="connsiteY118" fmla="*/ 76380 h 104771"/>
                <a:gd name="connsiteX119" fmla="*/ 23893 w 298792"/>
                <a:gd name="connsiteY119" fmla="*/ 73943 h 104771"/>
                <a:gd name="connsiteX120" fmla="*/ 20305 w 298792"/>
                <a:gd name="connsiteY120" fmla="*/ 71432 h 104771"/>
                <a:gd name="connsiteX121" fmla="*/ 16937 w 298792"/>
                <a:gd name="connsiteY121" fmla="*/ 68853 h 104771"/>
                <a:gd name="connsiteX122" fmla="*/ 13797 w 298792"/>
                <a:gd name="connsiteY122" fmla="*/ 66209 h 104771"/>
                <a:gd name="connsiteX123" fmla="*/ 10890 w 298792"/>
                <a:gd name="connsiteY123" fmla="*/ 63506 h 104771"/>
                <a:gd name="connsiteX124" fmla="*/ 8220 w 298792"/>
                <a:gd name="connsiteY124" fmla="*/ 60748 h 104771"/>
                <a:gd name="connsiteX125" fmla="*/ 5792 w 298792"/>
                <a:gd name="connsiteY125" fmla="*/ 57940 h 104771"/>
                <a:gd name="connsiteX126" fmla="*/ 3610 w 298792"/>
                <a:gd name="connsiteY126" fmla="*/ 55086 h 104771"/>
                <a:gd name="connsiteX127" fmla="*/ 1678 w 298792"/>
                <a:gd name="connsiteY127" fmla="*/ 52191 h 104771"/>
                <a:gd name="connsiteX128" fmla="*/ 0 w 298792"/>
                <a:gd name="connsiteY128" fmla="*/ 49261 h 10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98792" h="104771">
                  <a:moveTo>
                    <a:pt x="0" y="49261"/>
                  </a:moveTo>
                  <a:cubicBezTo>
                    <a:pt x="638" y="48373"/>
                    <a:pt x="1314" y="47491"/>
                    <a:pt x="2028" y="46615"/>
                  </a:cubicBezTo>
                  <a:cubicBezTo>
                    <a:pt x="2742" y="45739"/>
                    <a:pt x="3494" y="44870"/>
                    <a:pt x="4283" y="44008"/>
                  </a:cubicBezTo>
                  <a:cubicBezTo>
                    <a:pt x="5072" y="43145"/>
                    <a:pt x="5898" y="42290"/>
                    <a:pt x="6761" y="41442"/>
                  </a:cubicBezTo>
                  <a:cubicBezTo>
                    <a:pt x="7624" y="40594"/>
                    <a:pt x="8523" y="39755"/>
                    <a:pt x="9458" y="38923"/>
                  </a:cubicBezTo>
                  <a:cubicBezTo>
                    <a:pt x="10394" y="38091"/>
                    <a:pt x="11364" y="37268"/>
                    <a:pt x="12371" y="36454"/>
                  </a:cubicBezTo>
                  <a:cubicBezTo>
                    <a:pt x="13377" y="35639"/>
                    <a:pt x="14418" y="34834"/>
                    <a:pt x="15494" y="34038"/>
                  </a:cubicBezTo>
                  <a:cubicBezTo>
                    <a:pt x="16570" y="33242"/>
                    <a:pt x="17680" y="32456"/>
                    <a:pt x="18824" y="31680"/>
                  </a:cubicBezTo>
                  <a:cubicBezTo>
                    <a:pt x="19967" y="30904"/>
                    <a:pt x="21144" y="30138"/>
                    <a:pt x="22354" y="29383"/>
                  </a:cubicBezTo>
                  <a:cubicBezTo>
                    <a:pt x="23564" y="28628"/>
                    <a:pt x="24806" y="27884"/>
                    <a:pt x="26080" y="27151"/>
                  </a:cubicBezTo>
                  <a:cubicBezTo>
                    <a:pt x="27354" y="26418"/>
                    <a:pt x="28659" y="25697"/>
                    <a:pt x="29995" y="24987"/>
                  </a:cubicBezTo>
                  <a:cubicBezTo>
                    <a:pt x="31331" y="24277"/>
                    <a:pt x="32698" y="23580"/>
                    <a:pt x="34094" y="22895"/>
                  </a:cubicBezTo>
                  <a:cubicBezTo>
                    <a:pt x="35491" y="22209"/>
                    <a:pt x="36916" y="21537"/>
                    <a:pt x="38371" y="20877"/>
                  </a:cubicBezTo>
                  <a:cubicBezTo>
                    <a:pt x="39825" y="20217"/>
                    <a:pt x="41308" y="19570"/>
                    <a:pt x="42818" y="18937"/>
                  </a:cubicBezTo>
                  <a:cubicBezTo>
                    <a:pt x="44328" y="18303"/>
                    <a:pt x="45865" y="17683"/>
                    <a:pt x="47429" y="17077"/>
                  </a:cubicBezTo>
                  <a:cubicBezTo>
                    <a:pt x="48993" y="16471"/>
                    <a:pt x="50582" y="15879"/>
                    <a:pt x="52197" y="15302"/>
                  </a:cubicBezTo>
                  <a:cubicBezTo>
                    <a:pt x="53812" y="14724"/>
                    <a:pt x="55451" y="14161"/>
                    <a:pt x="57115" y="13612"/>
                  </a:cubicBezTo>
                  <a:cubicBezTo>
                    <a:pt x="58778" y="13064"/>
                    <a:pt x="60465" y="12530"/>
                    <a:pt x="62174" y="12012"/>
                  </a:cubicBezTo>
                  <a:cubicBezTo>
                    <a:pt x="63884" y="11493"/>
                    <a:pt x="65615" y="10990"/>
                    <a:pt x="67368" y="10503"/>
                  </a:cubicBezTo>
                  <a:cubicBezTo>
                    <a:pt x="69121" y="10015"/>
                    <a:pt x="70894" y="9543"/>
                    <a:pt x="72688" y="9088"/>
                  </a:cubicBezTo>
                  <a:cubicBezTo>
                    <a:pt x="74482" y="8632"/>
                    <a:pt x="76294" y="8192"/>
                    <a:pt x="78126" y="7768"/>
                  </a:cubicBezTo>
                  <a:cubicBezTo>
                    <a:pt x="79957" y="7345"/>
                    <a:pt x="81807" y="6937"/>
                    <a:pt x="83673" y="6547"/>
                  </a:cubicBezTo>
                  <a:cubicBezTo>
                    <a:pt x="85540" y="6156"/>
                    <a:pt x="87423" y="5782"/>
                    <a:pt x="89322" y="5425"/>
                  </a:cubicBezTo>
                  <a:cubicBezTo>
                    <a:pt x="91221" y="5068"/>
                    <a:pt x="93135" y="4728"/>
                    <a:pt x="95063" y="4405"/>
                  </a:cubicBezTo>
                  <a:cubicBezTo>
                    <a:pt x="96992" y="4082"/>
                    <a:pt x="98933" y="3777"/>
                    <a:pt x="100888" y="3488"/>
                  </a:cubicBezTo>
                  <a:cubicBezTo>
                    <a:pt x="102842" y="3200"/>
                    <a:pt x="104809" y="2929"/>
                    <a:pt x="106787" y="2676"/>
                  </a:cubicBezTo>
                  <a:cubicBezTo>
                    <a:pt x="108765" y="2423"/>
                    <a:pt x="110753" y="2187"/>
                    <a:pt x="112752" y="1969"/>
                  </a:cubicBezTo>
                  <a:cubicBezTo>
                    <a:pt x="114751" y="1751"/>
                    <a:pt x="116757" y="1551"/>
                    <a:pt x="118773" y="1369"/>
                  </a:cubicBezTo>
                  <a:cubicBezTo>
                    <a:pt x="120788" y="1187"/>
                    <a:pt x="122811" y="1023"/>
                    <a:pt x="124841" y="877"/>
                  </a:cubicBezTo>
                  <a:cubicBezTo>
                    <a:pt x="126871" y="731"/>
                    <a:pt x="128907" y="604"/>
                    <a:pt x="130948" y="494"/>
                  </a:cubicBezTo>
                  <a:cubicBezTo>
                    <a:pt x="132989" y="384"/>
                    <a:pt x="135033" y="293"/>
                    <a:pt x="137082" y="220"/>
                  </a:cubicBezTo>
                  <a:cubicBezTo>
                    <a:pt x="139130" y="147"/>
                    <a:pt x="141181" y="92"/>
                    <a:pt x="143235" y="55"/>
                  </a:cubicBezTo>
                  <a:cubicBezTo>
                    <a:pt x="145289" y="18"/>
                    <a:pt x="147343" y="0"/>
                    <a:pt x="149398" y="0"/>
                  </a:cubicBezTo>
                  <a:cubicBezTo>
                    <a:pt x="151453" y="0"/>
                    <a:pt x="153507" y="18"/>
                    <a:pt x="155560" y="55"/>
                  </a:cubicBezTo>
                  <a:cubicBezTo>
                    <a:pt x="157614" y="92"/>
                    <a:pt x="159665" y="146"/>
                    <a:pt x="161714" y="220"/>
                  </a:cubicBezTo>
                  <a:cubicBezTo>
                    <a:pt x="163762" y="293"/>
                    <a:pt x="165807" y="384"/>
                    <a:pt x="167848" y="494"/>
                  </a:cubicBezTo>
                  <a:cubicBezTo>
                    <a:pt x="169889" y="604"/>
                    <a:pt x="171924" y="731"/>
                    <a:pt x="173953" y="877"/>
                  </a:cubicBezTo>
                  <a:cubicBezTo>
                    <a:pt x="175983" y="1023"/>
                    <a:pt x="178006" y="1187"/>
                    <a:pt x="180022" y="1369"/>
                  </a:cubicBezTo>
                  <a:cubicBezTo>
                    <a:pt x="182037" y="1551"/>
                    <a:pt x="184044" y="1751"/>
                    <a:pt x="186042" y="1969"/>
                  </a:cubicBezTo>
                  <a:cubicBezTo>
                    <a:pt x="188041" y="2187"/>
                    <a:pt x="190029" y="2422"/>
                    <a:pt x="192007" y="2675"/>
                  </a:cubicBezTo>
                  <a:cubicBezTo>
                    <a:pt x="193985" y="2929"/>
                    <a:pt x="195951" y="3199"/>
                    <a:pt x="197906" y="3488"/>
                  </a:cubicBezTo>
                  <a:cubicBezTo>
                    <a:pt x="199860" y="3776"/>
                    <a:pt x="201802" y="4082"/>
                    <a:pt x="203730" y="4405"/>
                  </a:cubicBezTo>
                  <a:cubicBezTo>
                    <a:pt x="205658" y="4728"/>
                    <a:pt x="207572" y="5067"/>
                    <a:pt x="209471" y="5425"/>
                  </a:cubicBezTo>
                  <a:cubicBezTo>
                    <a:pt x="211370" y="5782"/>
                    <a:pt x="213252" y="6155"/>
                    <a:pt x="215119" y="6546"/>
                  </a:cubicBezTo>
                  <a:cubicBezTo>
                    <a:pt x="216986" y="6937"/>
                    <a:pt x="218835" y="7344"/>
                    <a:pt x="220667" y="7767"/>
                  </a:cubicBezTo>
                  <a:cubicBezTo>
                    <a:pt x="222498" y="8191"/>
                    <a:pt x="224311" y="8631"/>
                    <a:pt x="226104" y="9086"/>
                  </a:cubicBezTo>
                  <a:cubicBezTo>
                    <a:pt x="227898" y="9542"/>
                    <a:pt x="229671" y="10014"/>
                    <a:pt x="231423" y="10502"/>
                  </a:cubicBezTo>
                  <a:cubicBezTo>
                    <a:pt x="233176" y="10989"/>
                    <a:pt x="234908" y="11492"/>
                    <a:pt x="236617" y="12010"/>
                  </a:cubicBezTo>
                  <a:cubicBezTo>
                    <a:pt x="238327" y="12529"/>
                    <a:pt x="240013" y="13062"/>
                    <a:pt x="241677" y="13611"/>
                  </a:cubicBezTo>
                  <a:cubicBezTo>
                    <a:pt x="243340" y="14159"/>
                    <a:pt x="244979" y="14722"/>
                    <a:pt x="246594" y="15300"/>
                  </a:cubicBezTo>
                  <a:cubicBezTo>
                    <a:pt x="248208" y="15877"/>
                    <a:pt x="249798" y="16469"/>
                    <a:pt x="251362" y="17075"/>
                  </a:cubicBezTo>
                  <a:cubicBezTo>
                    <a:pt x="252926" y="17681"/>
                    <a:pt x="254463" y="18301"/>
                    <a:pt x="255973" y="18934"/>
                  </a:cubicBezTo>
                  <a:cubicBezTo>
                    <a:pt x="257483" y="19568"/>
                    <a:pt x="258965" y="20214"/>
                    <a:pt x="260420" y="20874"/>
                  </a:cubicBezTo>
                  <a:cubicBezTo>
                    <a:pt x="261875" y="21534"/>
                    <a:pt x="263301" y="22207"/>
                    <a:pt x="264697" y="22892"/>
                  </a:cubicBezTo>
                  <a:cubicBezTo>
                    <a:pt x="266093" y="23577"/>
                    <a:pt x="267459" y="24275"/>
                    <a:pt x="268796" y="24984"/>
                  </a:cubicBezTo>
                  <a:cubicBezTo>
                    <a:pt x="270132" y="25694"/>
                    <a:pt x="271437" y="26415"/>
                    <a:pt x="272711" y="27148"/>
                  </a:cubicBezTo>
                  <a:cubicBezTo>
                    <a:pt x="273985" y="27881"/>
                    <a:pt x="275227" y="28625"/>
                    <a:pt x="276436" y="29380"/>
                  </a:cubicBezTo>
                  <a:cubicBezTo>
                    <a:pt x="277647" y="30135"/>
                    <a:pt x="278824" y="30900"/>
                    <a:pt x="279967" y="31676"/>
                  </a:cubicBezTo>
                  <a:cubicBezTo>
                    <a:pt x="281111" y="32452"/>
                    <a:pt x="282221" y="33238"/>
                    <a:pt x="283296" y="34034"/>
                  </a:cubicBezTo>
                  <a:cubicBezTo>
                    <a:pt x="284373" y="34830"/>
                    <a:pt x="285414" y="35635"/>
                    <a:pt x="286421" y="36449"/>
                  </a:cubicBezTo>
                  <a:cubicBezTo>
                    <a:pt x="287427" y="37264"/>
                    <a:pt x="288398" y="38087"/>
                    <a:pt x="289333" y="38919"/>
                  </a:cubicBezTo>
                  <a:cubicBezTo>
                    <a:pt x="290269" y="39750"/>
                    <a:pt x="291168" y="40590"/>
                    <a:pt x="292031" y="41438"/>
                  </a:cubicBezTo>
                  <a:cubicBezTo>
                    <a:pt x="292894" y="42285"/>
                    <a:pt x="293720" y="43140"/>
                    <a:pt x="294509" y="44003"/>
                  </a:cubicBezTo>
                  <a:cubicBezTo>
                    <a:pt x="295299" y="44865"/>
                    <a:pt x="296050" y="45734"/>
                    <a:pt x="296764" y="46610"/>
                  </a:cubicBezTo>
                  <a:cubicBezTo>
                    <a:pt x="297478" y="47486"/>
                    <a:pt x="298154" y="48368"/>
                    <a:pt x="298793" y="49256"/>
                  </a:cubicBezTo>
                  <a:cubicBezTo>
                    <a:pt x="298276" y="50238"/>
                    <a:pt x="297716" y="51215"/>
                    <a:pt x="297114" y="52186"/>
                  </a:cubicBezTo>
                  <a:cubicBezTo>
                    <a:pt x="296512" y="53157"/>
                    <a:pt x="295868" y="54122"/>
                    <a:pt x="295183" y="55081"/>
                  </a:cubicBezTo>
                  <a:cubicBezTo>
                    <a:pt x="294497" y="56039"/>
                    <a:pt x="293770" y="56991"/>
                    <a:pt x="293001" y="57935"/>
                  </a:cubicBezTo>
                  <a:cubicBezTo>
                    <a:pt x="292233" y="58879"/>
                    <a:pt x="291424" y="59815"/>
                    <a:pt x="290573" y="60743"/>
                  </a:cubicBezTo>
                  <a:cubicBezTo>
                    <a:pt x="289724" y="61672"/>
                    <a:pt x="288834" y="62591"/>
                    <a:pt x="287904" y="63502"/>
                  </a:cubicBezTo>
                  <a:cubicBezTo>
                    <a:pt x="286974" y="64412"/>
                    <a:pt x="286005" y="65314"/>
                    <a:pt x="284997" y="66205"/>
                  </a:cubicBezTo>
                  <a:cubicBezTo>
                    <a:pt x="283988" y="67097"/>
                    <a:pt x="282942" y="67978"/>
                    <a:pt x="281857" y="68849"/>
                  </a:cubicBezTo>
                  <a:cubicBezTo>
                    <a:pt x="280772" y="69720"/>
                    <a:pt x="279650" y="70580"/>
                    <a:pt x="278490" y="71428"/>
                  </a:cubicBezTo>
                  <a:cubicBezTo>
                    <a:pt x="277330" y="72277"/>
                    <a:pt x="276134" y="73114"/>
                    <a:pt x="274901" y="73939"/>
                  </a:cubicBezTo>
                  <a:cubicBezTo>
                    <a:pt x="273669" y="74765"/>
                    <a:pt x="272401" y="75577"/>
                    <a:pt x="271098" y="76377"/>
                  </a:cubicBezTo>
                  <a:cubicBezTo>
                    <a:pt x="269795" y="77178"/>
                    <a:pt x="268457" y="77965"/>
                    <a:pt x="267085" y="78738"/>
                  </a:cubicBezTo>
                  <a:cubicBezTo>
                    <a:pt x="265713" y="79512"/>
                    <a:pt x="264309" y="80272"/>
                    <a:pt x="262871" y="81018"/>
                  </a:cubicBezTo>
                  <a:cubicBezTo>
                    <a:pt x="261433" y="81764"/>
                    <a:pt x="259964" y="82496"/>
                    <a:pt x="258462" y="83213"/>
                  </a:cubicBezTo>
                  <a:cubicBezTo>
                    <a:pt x="256961" y="83930"/>
                    <a:pt x="255429" y="84632"/>
                    <a:pt x="253866" y="85319"/>
                  </a:cubicBezTo>
                  <a:cubicBezTo>
                    <a:pt x="252304" y="86006"/>
                    <a:pt x="250712" y="86677"/>
                    <a:pt x="249091" y="87332"/>
                  </a:cubicBezTo>
                  <a:cubicBezTo>
                    <a:pt x="247471" y="87988"/>
                    <a:pt x="245822" y="88627"/>
                    <a:pt x="244146" y="89250"/>
                  </a:cubicBezTo>
                  <a:cubicBezTo>
                    <a:pt x="242469" y="89873"/>
                    <a:pt x="240766" y="90479"/>
                    <a:pt x="239037" y="91069"/>
                  </a:cubicBezTo>
                  <a:cubicBezTo>
                    <a:pt x="237307" y="91658"/>
                    <a:pt x="235554" y="92230"/>
                    <a:pt x="233775" y="92785"/>
                  </a:cubicBezTo>
                  <a:cubicBezTo>
                    <a:pt x="231996" y="93340"/>
                    <a:pt x="230193" y="93877"/>
                    <a:pt x="228368" y="94396"/>
                  </a:cubicBezTo>
                  <a:cubicBezTo>
                    <a:pt x="226542" y="94915"/>
                    <a:pt x="224694" y="95416"/>
                    <a:pt x="222825" y="95899"/>
                  </a:cubicBezTo>
                  <a:cubicBezTo>
                    <a:pt x="220956" y="96382"/>
                    <a:pt x="219067" y="96846"/>
                    <a:pt x="217157" y="97291"/>
                  </a:cubicBezTo>
                  <a:cubicBezTo>
                    <a:pt x="215247" y="97737"/>
                    <a:pt x="213319" y="98164"/>
                    <a:pt x="211372" y="98571"/>
                  </a:cubicBezTo>
                  <a:cubicBezTo>
                    <a:pt x="209426" y="98978"/>
                    <a:pt x="207462" y="99366"/>
                    <a:pt x="205482" y="99735"/>
                  </a:cubicBezTo>
                  <a:cubicBezTo>
                    <a:pt x="203501" y="100104"/>
                    <a:pt x="201505" y="100453"/>
                    <a:pt x="199494" y="100782"/>
                  </a:cubicBezTo>
                  <a:cubicBezTo>
                    <a:pt x="197484" y="101112"/>
                    <a:pt x="195460" y="101421"/>
                    <a:pt x="193422" y="101711"/>
                  </a:cubicBezTo>
                  <a:cubicBezTo>
                    <a:pt x="191385" y="102000"/>
                    <a:pt x="189335" y="102270"/>
                    <a:pt x="187274" y="102519"/>
                  </a:cubicBezTo>
                  <a:cubicBezTo>
                    <a:pt x="185213" y="102767"/>
                    <a:pt x="183141" y="102996"/>
                    <a:pt x="181060" y="103204"/>
                  </a:cubicBezTo>
                  <a:cubicBezTo>
                    <a:pt x="178979" y="103413"/>
                    <a:pt x="176890" y="103600"/>
                    <a:pt x="174792" y="103767"/>
                  </a:cubicBezTo>
                  <a:cubicBezTo>
                    <a:pt x="172695" y="103934"/>
                    <a:pt x="170591" y="104081"/>
                    <a:pt x="168481" y="104206"/>
                  </a:cubicBezTo>
                  <a:cubicBezTo>
                    <a:pt x="166371" y="104331"/>
                    <a:pt x="164256" y="104436"/>
                    <a:pt x="162137" y="104520"/>
                  </a:cubicBezTo>
                  <a:cubicBezTo>
                    <a:pt x="160018" y="104604"/>
                    <a:pt x="157897" y="104666"/>
                    <a:pt x="155772" y="104708"/>
                  </a:cubicBezTo>
                  <a:cubicBezTo>
                    <a:pt x="153647" y="104750"/>
                    <a:pt x="151521" y="104771"/>
                    <a:pt x="149395" y="104771"/>
                  </a:cubicBezTo>
                  <a:cubicBezTo>
                    <a:pt x="147268" y="104771"/>
                    <a:pt x="145143" y="104750"/>
                    <a:pt x="143019" y="104708"/>
                  </a:cubicBezTo>
                  <a:cubicBezTo>
                    <a:pt x="140894" y="104666"/>
                    <a:pt x="138772" y="104604"/>
                    <a:pt x="136653" y="104520"/>
                  </a:cubicBezTo>
                  <a:cubicBezTo>
                    <a:pt x="134534" y="104436"/>
                    <a:pt x="132420" y="104331"/>
                    <a:pt x="130310" y="104206"/>
                  </a:cubicBezTo>
                  <a:cubicBezTo>
                    <a:pt x="128200" y="104081"/>
                    <a:pt x="126096" y="103934"/>
                    <a:pt x="123998" y="103767"/>
                  </a:cubicBezTo>
                  <a:cubicBezTo>
                    <a:pt x="121902" y="103600"/>
                    <a:pt x="119812" y="103413"/>
                    <a:pt x="117731" y="103204"/>
                  </a:cubicBezTo>
                  <a:cubicBezTo>
                    <a:pt x="115650" y="102996"/>
                    <a:pt x="113579" y="102767"/>
                    <a:pt x="111519" y="102519"/>
                  </a:cubicBezTo>
                  <a:cubicBezTo>
                    <a:pt x="109457" y="102270"/>
                    <a:pt x="107408" y="102000"/>
                    <a:pt x="105370" y="101711"/>
                  </a:cubicBezTo>
                  <a:cubicBezTo>
                    <a:pt x="103333" y="101422"/>
                    <a:pt x="101308" y="101113"/>
                    <a:pt x="99297" y="100783"/>
                  </a:cubicBezTo>
                  <a:cubicBezTo>
                    <a:pt x="97287" y="100454"/>
                    <a:pt x="95291" y="100105"/>
                    <a:pt x="93311" y="99736"/>
                  </a:cubicBezTo>
                  <a:cubicBezTo>
                    <a:pt x="91331" y="99367"/>
                    <a:pt x="89367" y="98979"/>
                    <a:pt x="87420" y="98571"/>
                  </a:cubicBezTo>
                  <a:cubicBezTo>
                    <a:pt x="85474" y="98164"/>
                    <a:pt x="83546" y="97738"/>
                    <a:pt x="81636" y="97292"/>
                  </a:cubicBezTo>
                  <a:cubicBezTo>
                    <a:pt x="79727" y="96847"/>
                    <a:pt x="77837" y="96383"/>
                    <a:pt x="75968" y="95900"/>
                  </a:cubicBezTo>
                  <a:cubicBezTo>
                    <a:pt x="74099" y="95417"/>
                    <a:pt x="72252" y="94916"/>
                    <a:pt x="70426" y="94397"/>
                  </a:cubicBezTo>
                  <a:cubicBezTo>
                    <a:pt x="68600" y="93878"/>
                    <a:pt x="66798" y="93341"/>
                    <a:pt x="65019" y="92786"/>
                  </a:cubicBezTo>
                  <a:cubicBezTo>
                    <a:pt x="63240" y="92231"/>
                    <a:pt x="61486" y="91659"/>
                    <a:pt x="59757" y="91070"/>
                  </a:cubicBezTo>
                  <a:cubicBezTo>
                    <a:pt x="58028" y="90481"/>
                    <a:pt x="56325" y="89875"/>
                    <a:pt x="54649" y="89252"/>
                  </a:cubicBezTo>
                  <a:cubicBezTo>
                    <a:pt x="52973" y="88629"/>
                    <a:pt x="51324" y="87990"/>
                    <a:pt x="49703" y="87334"/>
                  </a:cubicBezTo>
                  <a:cubicBezTo>
                    <a:pt x="48082" y="86679"/>
                    <a:pt x="46491" y="86008"/>
                    <a:pt x="44928" y="85321"/>
                  </a:cubicBezTo>
                  <a:cubicBezTo>
                    <a:pt x="43366" y="84634"/>
                    <a:pt x="41834" y="83932"/>
                    <a:pt x="40332" y="83215"/>
                  </a:cubicBezTo>
                  <a:cubicBezTo>
                    <a:pt x="38831" y="82498"/>
                    <a:pt x="37361" y="81767"/>
                    <a:pt x="35924" y="81021"/>
                  </a:cubicBezTo>
                  <a:cubicBezTo>
                    <a:pt x="34486" y="80275"/>
                    <a:pt x="33081" y="79515"/>
                    <a:pt x="31709" y="78741"/>
                  </a:cubicBezTo>
                  <a:cubicBezTo>
                    <a:pt x="30338" y="77967"/>
                    <a:pt x="29000" y="77180"/>
                    <a:pt x="27697" y="76380"/>
                  </a:cubicBezTo>
                  <a:cubicBezTo>
                    <a:pt x="26394" y="75580"/>
                    <a:pt x="25126" y="74768"/>
                    <a:pt x="23893" y="73943"/>
                  </a:cubicBezTo>
                  <a:cubicBezTo>
                    <a:pt x="22661" y="73117"/>
                    <a:pt x="21464" y="72281"/>
                    <a:pt x="20305" y="71432"/>
                  </a:cubicBezTo>
                  <a:cubicBezTo>
                    <a:pt x="19145" y="70583"/>
                    <a:pt x="18022" y="69723"/>
                    <a:pt x="16937" y="68853"/>
                  </a:cubicBezTo>
                  <a:cubicBezTo>
                    <a:pt x="15852" y="67982"/>
                    <a:pt x="14806" y="67101"/>
                    <a:pt x="13797" y="66209"/>
                  </a:cubicBezTo>
                  <a:cubicBezTo>
                    <a:pt x="12789" y="65318"/>
                    <a:pt x="11820" y="64417"/>
                    <a:pt x="10890" y="63506"/>
                  </a:cubicBezTo>
                  <a:cubicBezTo>
                    <a:pt x="9960" y="62595"/>
                    <a:pt x="9070" y="61676"/>
                    <a:pt x="8220" y="60748"/>
                  </a:cubicBezTo>
                  <a:cubicBezTo>
                    <a:pt x="7370" y="59820"/>
                    <a:pt x="6560" y="58884"/>
                    <a:pt x="5792" y="57940"/>
                  </a:cubicBezTo>
                  <a:cubicBezTo>
                    <a:pt x="5023" y="56995"/>
                    <a:pt x="4296" y="56044"/>
                    <a:pt x="3610" y="55086"/>
                  </a:cubicBezTo>
                  <a:cubicBezTo>
                    <a:pt x="2924" y="54127"/>
                    <a:pt x="2280" y="53162"/>
                    <a:pt x="1678" y="52191"/>
                  </a:cubicBezTo>
                  <a:cubicBezTo>
                    <a:pt x="1076" y="51220"/>
                    <a:pt x="517" y="50243"/>
                    <a:pt x="0" y="49261"/>
                  </a:cubicBez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17" name="图片 65" descr="icon-15"/>
            <p:cNvGrpSpPr/>
            <p:nvPr/>
          </p:nvGrpSpPr>
          <p:grpSpPr>
            <a:xfrm>
              <a:off x="3043555" y="3138170"/>
              <a:ext cx="285749" cy="314325"/>
              <a:chOff x="3043555" y="3138170"/>
              <a:chExt cx="285749" cy="314325"/>
            </a:xfrm>
          </p:grpSpPr>
          <p:sp>
            <p:nvSpPr>
              <p:cNvPr id="318" name="任意形状 317"/>
              <p:cNvSpPr/>
              <p:nvPr/>
            </p:nvSpPr>
            <p:spPr>
              <a:xfrm>
                <a:off x="3043555" y="3138170"/>
                <a:ext cx="169887" cy="201338"/>
              </a:xfrm>
              <a:custGeom>
                <a:avLst/>
                <a:gdLst>
                  <a:gd name="connsiteX0" fmla="*/ 147802 w 169887"/>
                  <a:gd name="connsiteY0" fmla="*/ 0 h 201338"/>
                  <a:gd name="connsiteX1" fmla="*/ 0 w 169887"/>
                  <a:gd name="connsiteY1" fmla="*/ 140552 h 201338"/>
                  <a:gd name="connsiteX2" fmla="*/ 169888 w 169887"/>
                  <a:gd name="connsiteY2" fmla="*/ 201338 h 201338"/>
                  <a:gd name="connsiteX3" fmla="*/ 147813 w 169887"/>
                  <a:gd name="connsiteY3" fmla="*/ 0 h 201338"/>
                  <a:gd name="connsiteX4" fmla="*/ 147802 w 169887"/>
                  <a:gd name="connsiteY4" fmla="*/ 0 h 201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87" h="201338">
                    <a:moveTo>
                      <a:pt x="147802" y="0"/>
                    </a:moveTo>
                    <a:lnTo>
                      <a:pt x="0" y="140552"/>
                    </a:lnTo>
                    <a:lnTo>
                      <a:pt x="169888" y="201338"/>
                    </a:lnTo>
                    <a:lnTo>
                      <a:pt x="147813" y="0"/>
                    </a:lnTo>
                    <a:lnTo>
                      <a:pt x="147802" y="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19" name="任意形状 318"/>
              <p:cNvSpPr/>
              <p:nvPr/>
            </p:nvSpPr>
            <p:spPr>
              <a:xfrm>
                <a:off x="3043555" y="3278714"/>
                <a:ext cx="169887" cy="173779"/>
              </a:xfrm>
              <a:custGeom>
                <a:avLst/>
                <a:gdLst>
                  <a:gd name="connsiteX0" fmla="*/ 158666 w 169887"/>
                  <a:gd name="connsiteY0" fmla="*/ 173780 h 173779"/>
                  <a:gd name="connsiteX1" fmla="*/ 169888 w 169887"/>
                  <a:gd name="connsiteY1" fmla="*/ 60797 h 173779"/>
                  <a:gd name="connsiteX2" fmla="*/ 0 w 169887"/>
                  <a:gd name="connsiteY2" fmla="*/ 0 h 173779"/>
                  <a:gd name="connsiteX3" fmla="*/ 158666 w 169887"/>
                  <a:gd name="connsiteY3" fmla="*/ 173780 h 173779"/>
                </a:gdLst>
                <a:ahLst/>
                <a:cxnLst>
                  <a:cxn ang="0">
                    <a:pos x="connsiteX0" y="connsiteY0"/>
                  </a:cxn>
                  <a:cxn ang="0">
                    <a:pos x="connsiteX1" y="connsiteY1"/>
                  </a:cxn>
                  <a:cxn ang="0">
                    <a:pos x="connsiteX2" y="connsiteY2"/>
                  </a:cxn>
                  <a:cxn ang="0">
                    <a:pos x="connsiteX3" y="connsiteY3"/>
                  </a:cxn>
                </a:cxnLst>
                <a:rect l="l" t="t" r="r" b="b"/>
                <a:pathLst>
                  <a:path w="169887" h="173779">
                    <a:moveTo>
                      <a:pt x="158666" y="173780"/>
                    </a:moveTo>
                    <a:lnTo>
                      <a:pt x="169888" y="60797"/>
                    </a:lnTo>
                    <a:lnTo>
                      <a:pt x="0" y="0"/>
                    </a:lnTo>
                    <a:lnTo>
                      <a:pt x="158666" y="17378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0" name="任意形状 319"/>
              <p:cNvSpPr/>
              <p:nvPr/>
            </p:nvSpPr>
            <p:spPr>
              <a:xfrm>
                <a:off x="3202222" y="3271229"/>
                <a:ext cx="127082" cy="181265"/>
              </a:xfrm>
              <a:custGeom>
                <a:avLst/>
                <a:gdLst>
                  <a:gd name="connsiteX0" fmla="*/ 11223 w 127082"/>
                  <a:gd name="connsiteY0" fmla="*/ 68283 h 181265"/>
                  <a:gd name="connsiteX1" fmla="*/ 0 w 127082"/>
                  <a:gd name="connsiteY1" fmla="*/ 181266 h 181265"/>
                  <a:gd name="connsiteX2" fmla="*/ 127083 w 127082"/>
                  <a:gd name="connsiteY2" fmla="*/ 0 h 181265"/>
                  <a:gd name="connsiteX3" fmla="*/ 11223 w 127082"/>
                  <a:gd name="connsiteY3" fmla="*/ 68283 h 181265"/>
                </a:gdLst>
                <a:ahLst/>
                <a:cxnLst>
                  <a:cxn ang="0">
                    <a:pos x="connsiteX0" y="connsiteY0"/>
                  </a:cxn>
                  <a:cxn ang="0">
                    <a:pos x="connsiteX1" y="connsiteY1"/>
                  </a:cxn>
                  <a:cxn ang="0">
                    <a:pos x="connsiteX2" y="connsiteY2"/>
                  </a:cxn>
                  <a:cxn ang="0">
                    <a:pos x="connsiteX3" y="connsiteY3"/>
                  </a:cxn>
                </a:cxnLst>
                <a:rect l="l" t="t" r="r" b="b"/>
                <a:pathLst>
                  <a:path w="127082" h="181265">
                    <a:moveTo>
                      <a:pt x="11223" y="68283"/>
                    </a:moveTo>
                    <a:lnTo>
                      <a:pt x="0" y="181266"/>
                    </a:lnTo>
                    <a:lnTo>
                      <a:pt x="127083" y="0"/>
                    </a:lnTo>
                    <a:lnTo>
                      <a:pt x="11223" y="6828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1" name="任意形状 320"/>
              <p:cNvSpPr/>
              <p:nvPr/>
            </p:nvSpPr>
            <p:spPr>
              <a:xfrm>
                <a:off x="3191368" y="3138170"/>
                <a:ext cx="137934" cy="201338"/>
              </a:xfrm>
              <a:custGeom>
                <a:avLst/>
                <a:gdLst>
                  <a:gd name="connsiteX0" fmla="*/ 0 w 137934"/>
                  <a:gd name="connsiteY0" fmla="*/ 0 h 201338"/>
                  <a:gd name="connsiteX1" fmla="*/ 22075 w 137934"/>
                  <a:gd name="connsiteY1" fmla="*/ 201338 h 201338"/>
                  <a:gd name="connsiteX2" fmla="*/ 137934 w 137934"/>
                  <a:gd name="connsiteY2" fmla="*/ 133056 h 201338"/>
                  <a:gd name="connsiteX3" fmla="*/ 11 w 137934"/>
                  <a:gd name="connsiteY3" fmla="*/ 0 h 201338"/>
                  <a:gd name="connsiteX4" fmla="*/ 0 w 137934"/>
                  <a:gd name="connsiteY4" fmla="*/ 0 h 201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34" h="201338">
                    <a:moveTo>
                      <a:pt x="0" y="0"/>
                    </a:moveTo>
                    <a:lnTo>
                      <a:pt x="22075" y="201338"/>
                    </a:lnTo>
                    <a:lnTo>
                      <a:pt x="137934" y="133056"/>
                    </a:lnTo>
                    <a:lnTo>
                      <a:pt x="11" y="0"/>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22" name="图片 66" descr="icon-16"/>
          <p:cNvGrpSpPr/>
          <p:nvPr/>
        </p:nvGrpSpPr>
        <p:grpSpPr>
          <a:xfrm>
            <a:off x="1908118" y="3177603"/>
            <a:ext cx="546155" cy="571500"/>
            <a:chOff x="1908118" y="3177603"/>
            <a:chExt cx="546155" cy="571500"/>
          </a:xfrm>
        </p:grpSpPr>
        <p:sp>
          <p:nvSpPr>
            <p:cNvPr id="323" name="任意形状 322"/>
            <p:cNvSpPr/>
            <p:nvPr/>
          </p:nvSpPr>
          <p:spPr>
            <a:xfrm>
              <a:off x="2218047" y="3269922"/>
              <a:ext cx="226114" cy="251460"/>
            </a:xfrm>
            <a:custGeom>
              <a:avLst/>
              <a:gdLst>
                <a:gd name="connsiteX0" fmla="*/ 0 w 226114"/>
                <a:gd name="connsiteY0" fmla="*/ 63258 h 251460"/>
                <a:gd name="connsiteX1" fmla="*/ 0 w 226114"/>
                <a:gd name="connsiteY1" fmla="*/ 191649 h 251460"/>
                <a:gd name="connsiteX2" fmla="*/ 112526 w 226114"/>
                <a:gd name="connsiteY2" fmla="*/ 251460 h 251460"/>
                <a:gd name="connsiteX3" fmla="*/ 226115 w 226114"/>
                <a:gd name="connsiteY3" fmla="*/ 191649 h 251460"/>
                <a:gd name="connsiteX4" fmla="*/ 226115 w 226114"/>
                <a:gd name="connsiteY4" fmla="*/ 63258 h 251460"/>
                <a:gd name="connsiteX5" fmla="*/ 112526 w 226114"/>
                <a:gd name="connsiteY5" fmla="*/ 0 h 251460"/>
                <a:gd name="connsiteX6" fmla="*/ 0 w 226114"/>
                <a:gd name="connsiteY6" fmla="*/ 63258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60">
                  <a:moveTo>
                    <a:pt x="0" y="63258"/>
                  </a:moveTo>
                  <a:lnTo>
                    <a:pt x="0" y="191649"/>
                  </a:lnTo>
                  <a:lnTo>
                    <a:pt x="112526" y="251460"/>
                  </a:lnTo>
                  <a:lnTo>
                    <a:pt x="226115" y="191649"/>
                  </a:lnTo>
                  <a:lnTo>
                    <a:pt x="226115" y="63258"/>
                  </a:lnTo>
                  <a:lnTo>
                    <a:pt x="112526"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4" name="任意形状 323"/>
            <p:cNvSpPr/>
            <p:nvPr/>
          </p:nvSpPr>
          <p:spPr>
            <a:xfrm>
              <a:off x="2330572" y="3333180"/>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5" name="任意形状 324"/>
            <p:cNvSpPr/>
            <p:nvPr/>
          </p:nvSpPr>
          <p:spPr>
            <a:xfrm>
              <a:off x="2218047" y="3269922"/>
              <a:ext cx="226114" cy="122748"/>
            </a:xfrm>
            <a:custGeom>
              <a:avLst/>
              <a:gdLst>
                <a:gd name="connsiteX0" fmla="*/ 0 w 226114"/>
                <a:gd name="connsiteY0" fmla="*/ 63258 h 122748"/>
                <a:gd name="connsiteX1" fmla="*/ 112526 w 226114"/>
                <a:gd name="connsiteY1" fmla="*/ 122749 h 122748"/>
                <a:gd name="connsiteX2" fmla="*/ 226115 w 226114"/>
                <a:gd name="connsiteY2" fmla="*/ 62937 h 122748"/>
                <a:gd name="connsiteX3" fmla="*/ 112526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6" y="122749"/>
                  </a:lnTo>
                  <a:lnTo>
                    <a:pt x="226115" y="62937"/>
                  </a:lnTo>
                  <a:lnTo>
                    <a:pt x="112526"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6" name="任意形状 325"/>
            <p:cNvSpPr/>
            <p:nvPr/>
          </p:nvSpPr>
          <p:spPr>
            <a:xfrm>
              <a:off x="2068138" y="3497643"/>
              <a:ext cx="226114" cy="251459"/>
            </a:xfrm>
            <a:custGeom>
              <a:avLst/>
              <a:gdLst>
                <a:gd name="connsiteX0" fmla="*/ 0 w 226114"/>
                <a:gd name="connsiteY0" fmla="*/ 63258 h 251459"/>
                <a:gd name="connsiteX1" fmla="*/ 0 w 226114"/>
                <a:gd name="connsiteY1" fmla="*/ 191649 h 251459"/>
                <a:gd name="connsiteX2" fmla="*/ 112525 w 226114"/>
                <a:gd name="connsiteY2" fmla="*/ 251460 h 251459"/>
                <a:gd name="connsiteX3" fmla="*/ 226115 w 226114"/>
                <a:gd name="connsiteY3" fmla="*/ 191649 h 251459"/>
                <a:gd name="connsiteX4" fmla="*/ 226115 w 226114"/>
                <a:gd name="connsiteY4" fmla="*/ 63258 h 251459"/>
                <a:gd name="connsiteX5" fmla="*/ 112525 w 226114"/>
                <a:gd name="connsiteY5" fmla="*/ 0 h 251459"/>
                <a:gd name="connsiteX6" fmla="*/ 0 w 226114"/>
                <a:gd name="connsiteY6" fmla="*/ 63258 h 25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59">
                  <a:moveTo>
                    <a:pt x="0" y="63258"/>
                  </a:moveTo>
                  <a:lnTo>
                    <a:pt x="0" y="191649"/>
                  </a:lnTo>
                  <a:lnTo>
                    <a:pt x="112525" y="251460"/>
                  </a:lnTo>
                  <a:lnTo>
                    <a:pt x="226115" y="191649"/>
                  </a:lnTo>
                  <a:lnTo>
                    <a:pt x="226115" y="63258"/>
                  </a:lnTo>
                  <a:lnTo>
                    <a:pt x="112525"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7" name="任意形状 326"/>
            <p:cNvSpPr/>
            <p:nvPr/>
          </p:nvSpPr>
          <p:spPr>
            <a:xfrm>
              <a:off x="2180664" y="356090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8" name="任意形状 327"/>
            <p:cNvSpPr/>
            <p:nvPr/>
          </p:nvSpPr>
          <p:spPr>
            <a:xfrm>
              <a:off x="2068138" y="3497643"/>
              <a:ext cx="226114" cy="122748"/>
            </a:xfrm>
            <a:custGeom>
              <a:avLst/>
              <a:gdLst>
                <a:gd name="connsiteX0" fmla="*/ 0 w 226114"/>
                <a:gd name="connsiteY0" fmla="*/ 63258 h 122748"/>
                <a:gd name="connsiteX1" fmla="*/ 112525 w 226114"/>
                <a:gd name="connsiteY1" fmla="*/ 122749 h 122748"/>
                <a:gd name="connsiteX2" fmla="*/ 226115 w 226114"/>
                <a:gd name="connsiteY2" fmla="*/ 62937 h 122748"/>
                <a:gd name="connsiteX3" fmla="*/ 112525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5" y="122749"/>
                  </a:lnTo>
                  <a:lnTo>
                    <a:pt x="226115" y="62937"/>
                  </a:lnTo>
                  <a:lnTo>
                    <a:pt x="112525"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29" name="任意形状 328"/>
            <p:cNvSpPr/>
            <p:nvPr/>
          </p:nvSpPr>
          <p:spPr>
            <a:xfrm>
              <a:off x="1908118" y="3246183"/>
              <a:ext cx="226114" cy="251459"/>
            </a:xfrm>
            <a:custGeom>
              <a:avLst/>
              <a:gdLst>
                <a:gd name="connsiteX0" fmla="*/ 0 w 226114"/>
                <a:gd name="connsiteY0" fmla="*/ 63258 h 251459"/>
                <a:gd name="connsiteX1" fmla="*/ 0 w 226114"/>
                <a:gd name="connsiteY1" fmla="*/ 191649 h 251459"/>
                <a:gd name="connsiteX2" fmla="*/ 112525 w 226114"/>
                <a:gd name="connsiteY2" fmla="*/ 251460 h 251459"/>
                <a:gd name="connsiteX3" fmla="*/ 226115 w 226114"/>
                <a:gd name="connsiteY3" fmla="*/ 191649 h 251459"/>
                <a:gd name="connsiteX4" fmla="*/ 226115 w 226114"/>
                <a:gd name="connsiteY4" fmla="*/ 63258 h 251459"/>
                <a:gd name="connsiteX5" fmla="*/ 112525 w 226114"/>
                <a:gd name="connsiteY5" fmla="*/ 0 h 251459"/>
                <a:gd name="connsiteX6" fmla="*/ 0 w 226114"/>
                <a:gd name="connsiteY6" fmla="*/ 63258 h 25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59">
                  <a:moveTo>
                    <a:pt x="0" y="63258"/>
                  </a:moveTo>
                  <a:lnTo>
                    <a:pt x="0" y="191649"/>
                  </a:lnTo>
                  <a:lnTo>
                    <a:pt x="112525" y="251460"/>
                  </a:lnTo>
                  <a:lnTo>
                    <a:pt x="226115" y="191649"/>
                  </a:lnTo>
                  <a:lnTo>
                    <a:pt x="226115" y="63258"/>
                  </a:lnTo>
                  <a:lnTo>
                    <a:pt x="112525"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0" name="任意形状 329"/>
            <p:cNvSpPr/>
            <p:nvPr/>
          </p:nvSpPr>
          <p:spPr>
            <a:xfrm>
              <a:off x="2020644" y="330944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1" name="任意形状 330"/>
            <p:cNvSpPr/>
            <p:nvPr/>
          </p:nvSpPr>
          <p:spPr>
            <a:xfrm>
              <a:off x="1908118" y="3246183"/>
              <a:ext cx="226114" cy="122748"/>
            </a:xfrm>
            <a:custGeom>
              <a:avLst/>
              <a:gdLst>
                <a:gd name="connsiteX0" fmla="*/ 0 w 226114"/>
                <a:gd name="connsiteY0" fmla="*/ 63258 h 122748"/>
                <a:gd name="connsiteX1" fmla="*/ 112525 w 226114"/>
                <a:gd name="connsiteY1" fmla="*/ 122749 h 122748"/>
                <a:gd name="connsiteX2" fmla="*/ 226115 w 226114"/>
                <a:gd name="connsiteY2" fmla="*/ 62937 h 122748"/>
                <a:gd name="connsiteX3" fmla="*/ 112525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5" y="122749"/>
                  </a:lnTo>
                  <a:lnTo>
                    <a:pt x="226115" y="62937"/>
                  </a:lnTo>
                  <a:lnTo>
                    <a:pt x="112525"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2" name="任意形状 331"/>
            <p:cNvSpPr/>
            <p:nvPr/>
          </p:nvSpPr>
          <p:spPr>
            <a:xfrm>
              <a:off x="2068138" y="3337623"/>
              <a:ext cx="226114" cy="251459"/>
            </a:xfrm>
            <a:custGeom>
              <a:avLst/>
              <a:gdLst>
                <a:gd name="connsiteX0" fmla="*/ 0 w 226114"/>
                <a:gd name="connsiteY0" fmla="*/ 63258 h 251459"/>
                <a:gd name="connsiteX1" fmla="*/ 0 w 226114"/>
                <a:gd name="connsiteY1" fmla="*/ 191649 h 251459"/>
                <a:gd name="connsiteX2" fmla="*/ 112525 w 226114"/>
                <a:gd name="connsiteY2" fmla="*/ 251460 h 251459"/>
                <a:gd name="connsiteX3" fmla="*/ 226115 w 226114"/>
                <a:gd name="connsiteY3" fmla="*/ 191649 h 251459"/>
                <a:gd name="connsiteX4" fmla="*/ 226115 w 226114"/>
                <a:gd name="connsiteY4" fmla="*/ 63258 h 251459"/>
                <a:gd name="connsiteX5" fmla="*/ 112525 w 226114"/>
                <a:gd name="connsiteY5" fmla="*/ 0 h 251459"/>
                <a:gd name="connsiteX6" fmla="*/ 0 w 226114"/>
                <a:gd name="connsiteY6" fmla="*/ 63258 h 25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59">
                  <a:moveTo>
                    <a:pt x="0" y="63258"/>
                  </a:moveTo>
                  <a:lnTo>
                    <a:pt x="0" y="191649"/>
                  </a:lnTo>
                  <a:lnTo>
                    <a:pt x="112525" y="251460"/>
                  </a:lnTo>
                  <a:lnTo>
                    <a:pt x="226115" y="191649"/>
                  </a:lnTo>
                  <a:lnTo>
                    <a:pt x="226115" y="63258"/>
                  </a:lnTo>
                  <a:lnTo>
                    <a:pt x="112525"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3" name="任意形状 332"/>
            <p:cNvSpPr/>
            <p:nvPr/>
          </p:nvSpPr>
          <p:spPr>
            <a:xfrm>
              <a:off x="2180664" y="340088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4" name="任意形状 333"/>
            <p:cNvSpPr/>
            <p:nvPr/>
          </p:nvSpPr>
          <p:spPr>
            <a:xfrm>
              <a:off x="2068138" y="3337623"/>
              <a:ext cx="226114" cy="122748"/>
            </a:xfrm>
            <a:custGeom>
              <a:avLst/>
              <a:gdLst>
                <a:gd name="connsiteX0" fmla="*/ 0 w 226114"/>
                <a:gd name="connsiteY0" fmla="*/ 63258 h 122748"/>
                <a:gd name="connsiteX1" fmla="*/ 112525 w 226114"/>
                <a:gd name="connsiteY1" fmla="*/ 122749 h 122748"/>
                <a:gd name="connsiteX2" fmla="*/ 226115 w 226114"/>
                <a:gd name="connsiteY2" fmla="*/ 62937 h 122748"/>
                <a:gd name="connsiteX3" fmla="*/ 112525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5" y="122749"/>
                  </a:lnTo>
                  <a:lnTo>
                    <a:pt x="226115" y="62937"/>
                  </a:lnTo>
                  <a:lnTo>
                    <a:pt x="112525"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5" name="任意形状 334"/>
            <p:cNvSpPr/>
            <p:nvPr/>
          </p:nvSpPr>
          <p:spPr>
            <a:xfrm>
              <a:off x="2228158" y="3429063"/>
              <a:ext cx="226114" cy="251460"/>
            </a:xfrm>
            <a:custGeom>
              <a:avLst/>
              <a:gdLst>
                <a:gd name="connsiteX0" fmla="*/ 0 w 226114"/>
                <a:gd name="connsiteY0" fmla="*/ 63258 h 251460"/>
                <a:gd name="connsiteX1" fmla="*/ 0 w 226114"/>
                <a:gd name="connsiteY1" fmla="*/ 191649 h 251460"/>
                <a:gd name="connsiteX2" fmla="*/ 112526 w 226114"/>
                <a:gd name="connsiteY2" fmla="*/ 251460 h 251460"/>
                <a:gd name="connsiteX3" fmla="*/ 226115 w 226114"/>
                <a:gd name="connsiteY3" fmla="*/ 191649 h 251460"/>
                <a:gd name="connsiteX4" fmla="*/ 226115 w 226114"/>
                <a:gd name="connsiteY4" fmla="*/ 63258 h 251460"/>
                <a:gd name="connsiteX5" fmla="*/ 112526 w 226114"/>
                <a:gd name="connsiteY5" fmla="*/ 0 h 251460"/>
                <a:gd name="connsiteX6" fmla="*/ 0 w 226114"/>
                <a:gd name="connsiteY6" fmla="*/ 63258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60">
                  <a:moveTo>
                    <a:pt x="0" y="63258"/>
                  </a:moveTo>
                  <a:lnTo>
                    <a:pt x="0" y="191649"/>
                  </a:lnTo>
                  <a:lnTo>
                    <a:pt x="112526" y="251460"/>
                  </a:lnTo>
                  <a:lnTo>
                    <a:pt x="226115" y="191649"/>
                  </a:lnTo>
                  <a:lnTo>
                    <a:pt x="226115" y="63258"/>
                  </a:lnTo>
                  <a:lnTo>
                    <a:pt x="112526"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6" name="任意形状 335"/>
            <p:cNvSpPr/>
            <p:nvPr/>
          </p:nvSpPr>
          <p:spPr>
            <a:xfrm>
              <a:off x="2340684" y="349232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7" name="任意形状 336"/>
            <p:cNvSpPr/>
            <p:nvPr/>
          </p:nvSpPr>
          <p:spPr>
            <a:xfrm>
              <a:off x="2228158" y="3429063"/>
              <a:ext cx="226114" cy="122748"/>
            </a:xfrm>
            <a:custGeom>
              <a:avLst/>
              <a:gdLst>
                <a:gd name="connsiteX0" fmla="*/ 0 w 226114"/>
                <a:gd name="connsiteY0" fmla="*/ 63258 h 122748"/>
                <a:gd name="connsiteX1" fmla="*/ 112526 w 226114"/>
                <a:gd name="connsiteY1" fmla="*/ 122749 h 122748"/>
                <a:gd name="connsiteX2" fmla="*/ 226115 w 226114"/>
                <a:gd name="connsiteY2" fmla="*/ 62937 h 122748"/>
                <a:gd name="connsiteX3" fmla="*/ 112526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6" y="122749"/>
                  </a:lnTo>
                  <a:lnTo>
                    <a:pt x="226115" y="62937"/>
                  </a:lnTo>
                  <a:lnTo>
                    <a:pt x="112526"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8" name="任意形状 337"/>
            <p:cNvSpPr/>
            <p:nvPr/>
          </p:nvSpPr>
          <p:spPr>
            <a:xfrm>
              <a:off x="2068138" y="3177603"/>
              <a:ext cx="226114" cy="251460"/>
            </a:xfrm>
            <a:custGeom>
              <a:avLst/>
              <a:gdLst>
                <a:gd name="connsiteX0" fmla="*/ 0 w 226114"/>
                <a:gd name="connsiteY0" fmla="*/ 63258 h 251460"/>
                <a:gd name="connsiteX1" fmla="*/ 0 w 226114"/>
                <a:gd name="connsiteY1" fmla="*/ 191649 h 251460"/>
                <a:gd name="connsiteX2" fmla="*/ 112525 w 226114"/>
                <a:gd name="connsiteY2" fmla="*/ 251460 h 251460"/>
                <a:gd name="connsiteX3" fmla="*/ 226115 w 226114"/>
                <a:gd name="connsiteY3" fmla="*/ 191649 h 251460"/>
                <a:gd name="connsiteX4" fmla="*/ 226115 w 226114"/>
                <a:gd name="connsiteY4" fmla="*/ 63258 h 251460"/>
                <a:gd name="connsiteX5" fmla="*/ 112525 w 226114"/>
                <a:gd name="connsiteY5" fmla="*/ 0 h 251460"/>
                <a:gd name="connsiteX6" fmla="*/ 0 w 226114"/>
                <a:gd name="connsiteY6" fmla="*/ 63258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60">
                  <a:moveTo>
                    <a:pt x="0" y="63258"/>
                  </a:moveTo>
                  <a:lnTo>
                    <a:pt x="0" y="191649"/>
                  </a:lnTo>
                  <a:lnTo>
                    <a:pt x="112525" y="251460"/>
                  </a:lnTo>
                  <a:lnTo>
                    <a:pt x="226115" y="191649"/>
                  </a:lnTo>
                  <a:lnTo>
                    <a:pt x="226115" y="63258"/>
                  </a:lnTo>
                  <a:lnTo>
                    <a:pt x="112525"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9" name="任意形状 338"/>
            <p:cNvSpPr/>
            <p:nvPr/>
          </p:nvSpPr>
          <p:spPr>
            <a:xfrm>
              <a:off x="2180664" y="324086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0" name="任意形状 339"/>
            <p:cNvSpPr/>
            <p:nvPr/>
          </p:nvSpPr>
          <p:spPr>
            <a:xfrm>
              <a:off x="2068138" y="3177603"/>
              <a:ext cx="226114" cy="122748"/>
            </a:xfrm>
            <a:custGeom>
              <a:avLst/>
              <a:gdLst>
                <a:gd name="connsiteX0" fmla="*/ 0 w 226114"/>
                <a:gd name="connsiteY0" fmla="*/ 63258 h 122748"/>
                <a:gd name="connsiteX1" fmla="*/ 112525 w 226114"/>
                <a:gd name="connsiteY1" fmla="*/ 122749 h 122748"/>
                <a:gd name="connsiteX2" fmla="*/ 226115 w 226114"/>
                <a:gd name="connsiteY2" fmla="*/ 62937 h 122748"/>
                <a:gd name="connsiteX3" fmla="*/ 112525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5" y="122749"/>
                  </a:lnTo>
                  <a:lnTo>
                    <a:pt x="226115" y="62937"/>
                  </a:lnTo>
                  <a:lnTo>
                    <a:pt x="112525"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1" name="任意形状 340"/>
            <p:cNvSpPr/>
            <p:nvPr/>
          </p:nvSpPr>
          <p:spPr>
            <a:xfrm>
              <a:off x="1930978" y="3429063"/>
              <a:ext cx="226114" cy="251460"/>
            </a:xfrm>
            <a:custGeom>
              <a:avLst/>
              <a:gdLst>
                <a:gd name="connsiteX0" fmla="*/ 0 w 226114"/>
                <a:gd name="connsiteY0" fmla="*/ 63258 h 251460"/>
                <a:gd name="connsiteX1" fmla="*/ 0 w 226114"/>
                <a:gd name="connsiteY1" fmla="*/ 191649 h 251460"/>
                <a:gd name="connsiteX2" fmla="*/ 112525 w 226114"/>
                <a:gd name="connsiteY2" fmla="*/ 251460 h 251460"/>
                <a:gd name="connsiteX3" fmla="*/ 226115 w 226114"/>
                <a:gd name="connsiteY3" fmla="*/ 191649 h 251460"/>
                <a:gd name="connsiteX4" fmla="*/ 226115 w 226114"/>
                <a:gd name="connsiteY4" fmla="*/ 63258 h 251460"/>
                <a:gd name="connsiteX5" fmla="*/ 112525 w 226114"/>
                <a:gd name="connsiteY5" fmla="*/ 0 h 251460"/>
                <a:gd name="connsiteX6" fmla="*/ 0 w 226114"/>
                <a:gd name="connsiteY6" fmla="*/ 63258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14" h="251460">
                  <a:moveTo>
                    <a:pt x="0" y="63258"/>
                  </a:moveTo>
                  <a:lnTo>
                    <a:pt x="0" y="191649"/>
                  </a:lnTo>
                  <a:lnTo>
                    <a:pt x="112525" y="251460"/>
                  </a:lnTo>
                  <a:lnTo>
                    <a:pt x="226115" y="191649"/>
                  </a:lnTo>
                  <a:lnTo>
                    <a:pt x="226115" y="63258"/>
                  </a:lnTo>
                  <a:lnTo>
                    <a:pt x="112525" y="0"/>
                  </a:lnTo>
                  <a:lnTo>
                    <a:pt x="0" y="6325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2" name="任意形状 341"/>
            <p:cNvSpPr/>
            <p:nvPr/>
          </p:nvSpPr>
          <p:spPr>
            <a:xfrm>
              <a:off x="2043504" y="3492321"/>
              <a:ext cx="113589" cy="188202"/>
            </a:xfrm>
            <a:custGeom>
              <a:avLst/>
              <a:gdLst>
                <a:gd name="connsiteX0" fmla="*/ 532 w 113589"/>
                <a:gd name="connsiteY0" fmla="*/ 59490 h 188202"/>
                <a:gd name="connsiteX1" fmla="*/ 0 w 113589"/>
                <a:gd name="connsiteY1" fmla="*/ 188203 h 188202"/>
                <a:gd name="connsiteX2" fmla="*/ 113589 w 113589"/>
                <a:gd name="connsiteY2" fmla="*/ 128391 h 188202"/>
                <a:gd name="connsiteX3" fmla="*/ 113589 w 113589"/>
                <a:gd name="connsiteY3" fmla="*/ 0 h 188202"/>
                <a:gd name="connsiteX4" fmla="*/ 532 w 113589"/>
                <a:gd name="connsiteY4" fmla="*/ 59490 h 188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9" h="188202">
                  <a:moveTo>
                    <a:pt x="532" y="59490"/>
                  </a:moveTo>
                  <a:lnTo>
                    <a:pt x="0" y="188203"/>
                  </a:lnTo>
                  <a:lnTo>
                    <a:pt x="113589" y="128391"/>
                  </a:lnTo>
                  <a:lnTo>
                    <a:pt x="113589" y="0"/>
                  </a:lnTo>
                  <a:lnTo>
                    <a:pt x="532" y="5949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3" name="任意形状 342"/>
            <p:cNvSpPr/>
            <p:nvPr/>
          </p:nvSpPr>
          <p:spPr>
            <a:xfrm>
              <a:off x="1930978" y="3429063"/>
              <a:ext cx="226114" cy="122748"/>
            </a:xfrm>
            <a:custGeom>
              <a:avLst/>
              <a:gdLst>
                <a:gd name="connsiteX0" fmla="*/ 0 w 226114"/>
                <a:gd name="connsiteY0" fmla="*/ 63258 h 122748"/>
                <a:gd name="connsiteX1" fmla="*/ 112525 w 226114"/>
                <a:gd name="connsiteY1" fmla="*/ 122749 h 122748"/>
                <a:gd name="connsiteX2" fmla="*/ 226115 w 226114"/>
                <a:gd name="connsiteY2" fmla="*/ 62937 h 122748"/>
                <a:gd name="connsiteX3" fmla="*/ 112525 w 226114"/>
                <a:gd name="connsiteY3" fmla="*/ 0 h 122748"/>
                <a:gd name="connsiteX4" fmla="*/ 0 w 226114"/>
                <a:gd name="connsiteY4" fmla="*/ 63258 h 12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14" h="122748">
                  <a:moveTo>
                    <a:pt x="0" y="63258"/>
                  </a:moveTo>
                  <a:lnTo>
                    <a:pt x="112525" y="122749"/>
                  </a:lnTo>
                  <a:lnTo>
                    <a:pt x="226115" y="62937"/>
                  </a:lnTo>
                  <a:lnTo>
                    <a:pt x="112525" y="0"/>
                  </a:lnTo>
                  <a:lnTo>
                    <a:pt x="0" y="6325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44" name="图片 67" descr="icon-17"/>
          <p:cNvGrpSpPr/>
          <p:nvPr/>
        </p:nvGrpSpPr>
        <p:grpSpPr>
          <a:xfrm>
            <a:off x="903605" y="3179654"/>
            <a:ext cx="543311" cy="568115"/>
            <a:chOff x="903605" y="3179654"/>
            <a:chExt cx="543311" cy="568115"/>
          </a:xfrm>
        </p:grpSpPr>
        <p:grpSp>
          <p:nvGrpSpPr>
            <p:cNvPr id="345" name="图片 67" descr="icon-17"/>
            <p:cNvGrpSpPr/>
            <p:nvPr/>
          </p:nvGrpSpPr>
          <p:grpSpPr>
            <a:xfrm>
              <a:off x="903605" y="3234590"/>
              <a:ext cx="542925" cy="513179"/>
              <a:chOff x="903605" y="3234590"/>
              <a:chExt cx="542925" cy="513179"/>
            </a:xfrm>
          </p:grpSpPr>
          <p:sp>
            <p:nvSpPr>
              <p:cNvPr id="346" name="任意形状 345"/>
              <p:cNvSpPr/>
              <p:nvPr/>
            </p:nvSpPr>
            <p:spPr>
              <a:xfrm>
                <a:off x="903605" y="3234590"/>
                <a:ext cx="542925" cy="513179"/>
              </a:xfrm>
              <a:custGeom>
                <a:avLst/>
                <a:gdLst>
                  <a:gd name="connsiteX0" fmla="*/ 0 w 542925"/>
                  <a:gd name="connsiteY0" fmla="*/ 153925 h 513179"/>
                  <a:gd name="connsiteX1" fmla="*/ 0 w 542925"/>
                  <a:gd name="connsiteY1" fmla="*/ 367642 h 513179"/>
                  <a:gd name="connsiteX2" fmla="*/ 270185 w 542925"/>
                  <a:gd name="connsiteY2" fmla="*/ 513179 h 513179"/>
                  <a:gd name="connsiteX3" fmla="*/ 542925 w 542925"/>
                  <a:gd name="connsiteY3" fmla="*/ 367642 h 513179"/>
                  <a:gd name="connsiteX4" fmla="*/ 542925 w 542925"/>
                  <a:gd name="connsiteY4" fmla="*/ 153925 h 513179"/>
                  <a:gd name="connsiteX5" fmla="*/ 270185 w 542925"/>
                  <a:gd name="connsiteY5" fmla="*/ 0 h 513179"/>
                  <a:gd name="connsiteX6" fmla="*/ 0 w 542925"/>
                  <a:gd name="connsiteY6" fmla="*/ 153925 h 51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925" h="513179">
                    <a:moveTo>
                      <a:pt x="0" y="153925"/>
                    </a:moveTo>
                    <a:lnTo>
                      <a:pt x="0" y="367642"/>
                    </a:lnTo>
                    <a:lnTo>
                      <a:pt x="270185" y="513179"/>
                    </a:lnTo>
                    <a:lnTo>
                      <a:pt x="542925" y="367642"/>
                    </a:lnTo>
                    <a:lnTo>
                      <a:pt x="542925" y="153925"/>
                    </a:lnTo>
                    <a:lnTo>
                      <a:pt x="270185" y="0"/>
                    </a:lnTo>
                    <a:lnTo>
                      <a:pt x="0" y="15392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7" name="任意形状 346"/>
              <p:cNvSpPr/>
              <p:nvPr/>
            </p:nvSpPr>
            <p:spPr>
              <a:xfrm>
                <a:off x="1173790" y="3388515"/>
                <a:ext cx="272739" cy="359254"/>
              </a:xfrm>
              <a:custGeom>
                <a:avLst/>
                <a:gdLst>
                  <a:gd name="connsiteX0" fmla="*/ 1277 w 272739"/>
                  <a:gd name="connsiteY0" fmla="*/ 130654 h 359254"/>
                  <a:gd name="connsiteX1" fmla="*/ 0 w 272739"/>
                  <a:gd name="connsiteY1" fmla="*/ 359254 h 359254"/>
                  <a:gd name="connsiteX2" fmla="*/ 272740 w 272739"/>
                  <a:gd name="connsiteY2" fmla="*/ 213717 h 359254"/>
                  <a:gd name="connsiteX3" fmla="*/ 272740 w 272739"/>
                  <a:gd name="connsiteY3" fmla="*/ 0 h 359254"/>
                  <a:gd name="connsiteX4" fmla="*/ 1277 w 272739"/>
                  <a:gd name="connsiteY4" fmla="*/ 130654 h 359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39" h="359254">
                    <a:moveTo>
                      <a:pt x="1277" y="130654"/>
                    </a:moveTo>
                    <a:lnTo>
                      <a:pt x="0" y="359254"/>
                    </a:lnTo>
                    <a:lnTo>
                      <a:pt x="272740" y="213717"/>
                    </a:lnTo>
                    <a:lnTo>
                      <a:pt x="272740" y="0"/>
                    </a:lnTo>
                    <a:lnTo>
                      <a:pt x="1277" y="130654"/>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8" name="任意形状 347"/>
              <p:cNvSpPr/>
              <p:nvPr/>
            </p:nvSpPr>
            <p:spPr>
              <a:xfrm>
                <a:off x="903605" y="3234590"/>
                <a:ext cx="542925" cy="294667"/>
              </a:xfrm>
              <a:custGeom>
                <a:avLst/>
                <a:gdLst>
                  <a:gd name="connsiteX0" fmla="*/ 0 w 542925"/>
                  <a:gd name="connsiteY0" fmla="*/ 153925 h 294667"/>
                  <a:gd name="connsiteX1" fmla="*/ 271463 w 542925"/>
                  <a:gd name="connsiteY1" fmla="*/ 294667 h 294667"/>
                  <a:gd name="connsiteX2" fmla="*/ 542925 w 542925"/>
                  <a:gd name="connsiteY2" fmla="*/ 153925 h 294667"/>
                  <a:gd name="connsiteX3" fmla="*/ 271463 w 542925"/>
                  <a:gd name="connsiteY3" fmla="*/ 0 h 294667"/>
                  <a:gd name="connsiteX4" fmla="*/ 0 w 542925"/>
                  <a:gd name="connsiteY4" fmla="*/ 153925 h 294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5" h="294667">
                    <a:moveTo>
                      <a:pt x="0" y="153925"/>
                    </a:moveTo>
                    <a:lnTo>
                      <a:pt x="271463" y="294667"/>
                    </a:lnTo>
                    <a:lnTo>
                      <a:pt x="542925" y="153925"/>
                    </a:lnTo>
                    <a:lnTo>
                      <a:pt x="271463" y="0"/>
                    </a:lnTo>
                    <a:lnTo>
                      <a:pt x="0" y="15392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9" name="任意形状 348"/>
              <p:cNvSpPr/>
              <p:nvPr/>
            </p:nvSpPr>
            <p:spPr>
              <a:xfrm>
                <a:off x="1003708" y="3289930"/>
                <a:ext cx="343105" cy="188894"/>
              </a:xfrm>
              <a:custGeom>
                <a:avLst/>
                <a:gdLst>
                  <a:gd name="connsiteX0" fmla="*/ 0 w 343105"/>
                  <a:gd name="connsiteY0" fmla="*/ 98585 h 188894"/>
                  <a:gd name="connsiteX1" fmla="*/ 171360 w 343105"/>
                  <a:gd name="connsiteY1" fmla="*/ 188894 h 188894"/>
                  <a:gd name="connsiteX2" fmla="*/ 343106 w 343105"/>
                  <a:gd name="connsiteY2" fmla="*/ 98585 h 188894"/>
                  <a:gd name="connsiteX3" fmla="*/ 172066 w 343105"/>
                  <a:gd name="connsiteY3" fmla="*/ 0 h 188894"/>
                  <a:gd name="connsiteX4" fmla="*/ 0 w 343105"/>
                  <a:gd name="connsiteY4" fmla="*/ 98585 h 188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105" h="188894">
                    <a:moveTo>
                      <a:pt x="0" y="98585"/>
                    </a:moveTo>
                    <a:lnTo>
                      <a:pt x="171360" y="188894"/>
                    </a:lnTo>
                    <a:lnTo>
                      <a:pt x="343106" y="98585"/>
                    </a:lnTo>
                    <a:lnTo>
                      <a:pt x="172066" y="0"/>
                    </a:lnTo>
                    <a:lnTo>
                      <a:pt x="0" y="98585"/>
                    </a:lnTo>
                    <a:close/>
                  </a:path>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0" name="任意形状 349"/>
              <p:cNvSpPr/>
              <p:nvPr/>
            </p:nvSpPr>
            <p:spPr>
              <a:xfrm>
                <a:off x="1003708" y="3289930"/>
                <a:ext cx="172066" cy="115622"/>
              </a:xfrm>
              <a:custGeom>
                <a:avLst/>
                <a:gdLst>
                  <a:gd name="connsiteX0" fmla="*/ 0 w 172066"/>
                  <a:gd name="connsiteY0" fmla="*/ 98585 h 115622"/>
                  <a:gd name="connsiteX1" fmla="*/ 33878 w 172066"/>
                  <a:gd name="connsiteY1" fmla="*/ 115622 h 115622"/>
                  <a:gd name="connsiteX2" fmla="*/ 171360 w 172066"/>
                  <a:gd name="connsiteY2" fmla="*/ 41241 h 115622"/>
                  <a:gd name="connsiteX3" fmla="*/ 172066 w 172066"/>
                  <a:gd name="connsiteY3" fmla="*/ 0 h 115622"/>
                  <a:gd name="connsiteX4" fmla="*/ 0 w 172066"/>
                  <a:gd name="connsiteY4" fmla="*/ 98585 h 115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066" h="115622">
                    <a:moveTo>
                      <a:pt x="0" y="98585"/>
                    </a:moveTo>
                    <a:lnTo>
                      <a:pt x="33878" y="115622"/>
                    </a:lnTo>
                    <a:lnTo>
                      <a:pt x="171360" y="41241"/>
                    </a:lnTo>
                    <a:lnTo>
                      <a:pt x="172066" y="0"/>
                    </a:lnTo>
                    <a:lnTo>
                      <a:pt x="0" y="9858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1" name="任意形状 350"/>
              <p:cNvSpPr/>
              <p:nvPr/>
            </p:nvSpPr>
            <p:spPr>
              <a:xfrm rot="10800000" flipV="1">
                <a:off x="1175157" y="3289930"/>
                <a:ext cx="172066" cy="115622"/>
              </a:xfrm>
              <a:custGeom>
                <a:avLst/>
                <a:gdLst>
                  <a:gd name="connsiteX0" fmla="*/ -18 w 172066"/>
                  <a:gd name="connsiteY0" fmla="*/ 98585 h 115622"/>
                  <a:gd name="connsiteX1" fmla="*/ 33860 w 172066"/>
                  <a:gd name="connsiteY1" fmla="*/ 115622 h 115622"/>
                  <a:gd name="connsiteX2" fmla="*/ 171341 w 172066"/>
                  <a:gd name="connsiteY2" fmla="*/ 41241 h 115622"/>
                  <a:gd name="connsiteX3" fmla="*/ 172048 w 172066"/>
                  <a:gd name="connsiteY3" fmla="*/ 0 h 115622"/>
                  <a:gd name="connsiteX4" fmla="*/ -18 w 172066"/>
                  <a:gd name="connsiteY4" fmla="*/ 98585 h 115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066" h="115622">
                    <a:moveTo>
                      <a:pt x="-18" y="98585"/>
                    </a:moveTo>
                    <a:lnTo>
                      <a:pt x="33860" y="115622"/>
                    </a:lnTo>
                    <a:lnTo>
                      <a:pt x="171341" y="41241"/>
                    </a:lnTo>
                    <a:lnTo>
                      <a:pt x="172048" y="0"/>
                    </a:lnTo>
                    <a:lnTo>
                      <a:pt x="-18" y="9858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52" name="图片 67" descr="icon-17"/>
            <p:cNvGrpSpPr/>
            <p:nvPr/>
          </p:nvGrpSpPr>
          <p:grpSpPr>
            <a:xfrm>
              <a:off x="903605" y="3310436"/>
              <a:ext cx="100103" cy="104101"/>
              <a:chOff x="903605" y="3310436"/>
              <a:chExt cx="100103" cy="104101"/>
            </a:xfrm>
          </p:grpSpPr>
          <p:sp>
            <p:nvSpPr>
              <p:cNvPr id="353" name="任意形状 352"/>
              <p:cNvSpPr/>
              <p:nvPr/>
            </p:nvSpPr>
            <p:spPr>
              <a:xfrm>
                <a:off x="903605" y="3310436"/>
                <a:ext cx="100102" cy="104101"/>
              </a:xfrm>
              <a:custGeom>
                <a:avLst/>
                <a:gdLst>
                  <a:gd name="connsiteX0" fmla="*/ 0 w 100102"/>
                  <a:gd name="connsiteY0" fmla="*/ 28005 h 104101"/>
                  <a:gd name="connsiteX1" fmla="*/ 0 w 100102"/>
                  <a:gd name="connsiteY1" fmla="*/ 78296 h 104101"/>
                  <a:gd name="connsiteX2" fmla="*/ 49816 w 100102"/>
                  <a:gd name="connsiteY2" fmla="*/ 104102 h 104101"/>
                  <a:gd name="connsiteX3" fmla="*/ 100103 w 100102"/>
                  <a:gd name="connsiteY3" fmla="*/ 77623 h 104101"/>
                  <a:gd name="connsiteX4" fmla="*/ 100103 w 100102"/>
                  <a:gd name="connsiteY4" fmla="*/ 27331 h 104101"/>
                  <a:gd name="connsiteX5" fmla="*/ 49816 w 100102"/>
                  <a:gd name="connsiteY5" fmla="*/ 0 h 104101"/>
                  <a:gd name="connsiteX6" fmla="*/ 0 w 100102"/>
                  <a:gd name="connsiteY6" fmla="*/ 28005 h 10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02" h="104101">
                    <a:moveTo>
                      <a:pt x="0" y="28005"/>
                    </a:moveTo>
                    <a:lnTo>
                      <a:pt x="0" y="78296"/>
                    </a:lnTo>
                    <a:lnTo>
                      <a:pt x="49816" y="104102"/>
                    </a:lnTo>
                    <a:lnTo>
                      <a:pt x="100103" y="77623"/>
                    </a:lnTo>
                    <a:lnTo>
                      <a:pt x="100103" y="27331"/>
                    </a:lnTo>
                    <a:lnTo>
                      <a:pt x="49816" y="0"/>
                    </a:lnTo>
                    <a:lnTo>
                      <a:pt x="0" y="2800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4" name="任意形状 353"/>
              <p:cNvSpPr/>
              <p:nvPr/>
            </p:nvSpPr>
            <p:spPr>
              <a:xfrm>
                <a:off x="953421" y="3337768"/>
                <a:ext cx="50287" cy="76770"/>
              </a:xfrm>
              <a:custGeom>
                <a:avLst/>
                <a:gdLst>
                  <a:gd name="connsiteX0" fmla="*/ 235 w 50287"/>
                  <a:gd name="connsiteY0" fmla="*/ 26337 h 76770"/>
                  <a:gd name="connsiteX1" fmla="*/ 0 w 50287"/>
                  <a:gd name="connsiteY1" fmla="*/ 76770 h 76770"/>
                  <a:gd name="connsiteX2" fmla="*/ 50287 w 50287"/>
                  <a:gd name="connsiteY2" fmla="*/ 50291 h 76770"/>
                  <a:gd name="connsiteX3" fmla="*/ 50287 w 50287"/>
                  <a:gd name="connsiteY3" fmla="*/ 0 h 76770"/>
                  <a:gd name="connsiteX4" fmla="*/ 235 w 50287"/>
                  <a:gd name="connsiteY4" fmla="*/ 26337 h 76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7" h="76770">
                    <a:moveTo>
                      <a:pt x="235" y="26337"/>
                    </a:moveTo>
                    <a:lnTo>
                      <a:pt x="0" y="76770"/>
                    </a:lnTo>
                    <a:lnTo>
                      <a:pt x="50287" y="50291"/>
                    </a:lnTo>
                    <a:lnTo>
                      <a:pt x="50287" y="0"/>
                    </a:lnTo>
                    <a:lnTo>
                      <a:pt x="235" y="2633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5" name="任意形状 354"/>
              <p:cNvSpPr/>
              <p:nvPr/>
            </p:nvSpPr>
            <p:spPr>
              <a:xfrm>
                <a:off x="903605" y="3310436"/>
                <a:ext cx="100102" cy="53668"/>
              </a:xfrm>
              <a:custGeom>
                <a:avLst/>
                <a:gdLst>
                  <a:gd name="connsiteX0" fmla="*/ 0 w 100102"/>
                  <a:gd name="connsiteY0" fmla="*/ 28005 h 53668"/>
                  <a:gd name="connsiteX1" fmla="*/ 49816 w 100102"/>
                  <a:gd name="connsiteY1" fmla="*/ 53668 h 53668"/>
                  <a:gd name="connsiteX2" fmla="*/ 100103 w 100102"/>
                  <a:gd name="connsiteY2" fmla="*/ 27190 h 53668"/>
                  <a:gd name="connsiteX3" fmla="*/ 49816 w 100102"/>
                  <a:gd name="connsiteY3" fmla="*/ 0 h 53668"/>
                  <a:gd name="connsiteX4" fmla="*/ 0 w 100102"/>
                  <a:gd name="connsiteY4" fmla="*/ 28005 h 5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2" h="53668">
                    <a:moveTo>
                      <a:pt x="0" y="28005"/>
                    </a:moveTo>
                    <a:lnTo>
                      <a:pt x="49816" y="53668"/>
                    </a:lnTo>
                    <a:lnTo>
                      <a:pt x="100103" y="27190"/>
                    </a:lnTo>
                    <a:lnTo>
                      <a:pt x="49816" y="0"/>
                    </a:lnTo>
                    <a:lnTo>
                      <a:pt x="0" y="2800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56" name="图片 67" descr="icon-17"/>
            <p:cNvGrpSpPr/>
            <p:nvPr/>
          </p:nvGrpSpPr>
          <p:grpSpPr>
            <a:xfrm>
              <a:off x="1125251" y="3185828"/>
              <a:ext cx="321665" cy="343428"/>
              <a:chOff x="1125251" y="3185828"/>
              <a:chExt cx="321665" cy="343428"/>
            </a:xfrm>
          </p:grpSpPr>
          <p:sp>
            <p:nvSpPr>
              <p:cNvPr id="357" name="任意形状 356"/>
              <p:cNvSpPr/>
              <p:nvPr/>
            </p:nvSpPr>
            <p:spPr>
              <a:xfrm>
                <a:off x="1125251" y="3425156"/>
                <a:ext cx="100102" cy="104101"/>
              </a:xfrm>
              <a:custGeom>
                <a:avLst/>
                <a:gdLst>
                  <a:gd name="connsiteX0" fmla="*/ 0 w 100102"/>
                  <a:gd name="connsiteY0" fmla="*/ 28005 h 104101"/>
                  <a:gd name="connsiteX1" fmla="*/ 0 w 100102"/>
                  <a:gd name="connsiteY1" fmla="*/ 78296 h 104101"/>
                  <a:gd name="connsiteX2" fmla="*/ 49816 w 100102"/>
                  <a:gd name="connsiteY2" fmla="*/ 104102 h 104101"/>
                  <a:gd name="connsiteX3" fmla="*/ 100103 w 100102"/>
                  <a:gd name="connsiteY3" fmla="*/ 77623 h 104101"/>
                  <a:gd name="connsiteX4" fmla="*/ 100103 w 100102"/>
                  <a:gd name="connsiteY4" fmla="*/ 27331 h 104101"/>
                  <a:gd name="connsiteX5" fmla="*/ 49816 w 100102"/>
                  <a:gd name="connsiteY5" fmla="*/ 0 h 104101"/>
                  <a:gd name="connsiteX6" fmla="*/ 0 w 100102"/>
                  <a:gd name="connsiteY6" fmla="*/ 28005 h 10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02" h="104101">
                    <a:moveTo>
                      <a:pt x="0" y="28005"/>
                    </a:moveTo>
                    <a:lnTo>
                      <a:pt x="0" y="78296"/>
                    </a:lnTo>
                    <a:lnTo>
                      <a:pt x="49816" y="104102"/>
                    </a:lnTo>
                    <a:lnTo>
                      <a:pt x="100103" y="77623"/>
                    </a:lnTo>
                    <a:lnTo>
                      <a:pt x="100103" y="27331"/>
                    </a:lnTo>
                    <a:lnTo>
                      <a:pt x="49816" y="0"/>
                    </a:lnTo>
                    <a:lnTo>
                      <a:pt x="0" y="2800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8" name="任意形状 357"/>
              <p:cNvSpPr/>
              <p:nvPr/>
            </p:nvSpPr>
            <p:spPr>
              <a:xfrm>
                <a:off x="1175067" y="3452487"/>
                <a:ext cx="50287" cy="76770"/>
              </a:xfrm>
              <a:custGeom>
                <a:avLst/>
                <a:gdLst>
                  <a:gd name="connsiteX0" fmla="*/ 235 w 50287"/>
                  <a:gd name="connsiteY0" fmla="*/ 26337 h 76770"/>
                  <a:gd name="connsiteX1" fmla="*/ 0 w 50287"/>
                  <a:gd name="connsiteY1" fmla="*/ 76770 h 76770"/>
                  <a:gd name="connsiteX2" fmla="*/ 50287 w 50287"/>
                  <a:gd name="connsiteY2" fmla="*/ 53634 h 76770"/>
                  <a:gd name="connsiteX3" fmla="*/ 50287 w 50287"/>
                  <a:gd name="connsiteY3" fmla="*/ 0 h 76770"/>
                  <a:gd name="connsiteX4" fmla="*/ 235 w 50287"/>
                  <a:gd name="connsiteY4" fmla="*/ 26337 h 76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7" h="76770">
                    <a:moveTo>
                      <a:pt x="235" y="26337"/>
                    </a:moveTo>
                    <a:lnTo>
                      <a:pt x="0" y="76770"/>
                    </a:lnTo>
                    <a:lnTo>
                      <a:pt x="50287" y="53634"/>
                    </a:lnTo>
                    <a:lnTo>
                      <a:pt x="50287" y="0"/>
                    </a:lnTo>
                    <a:lnTo>
                      <a:pt x="235" y="2633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9" name="任意形状 358"/>
              <p:cNvSpPr/>
              <p:nvPr/>
            </p:nvSpPr>
            <p:spPr>
              <a:xfrm>
                <a:off x="1125251" y="3425156"/>
                <a:ext cx="100102" cy="53668"/>
              </a:xfrm>
              <a:custGeom>
                <a:avLst/>
                <a:gdLst>
                  <a:gd name="connsiteX0" fmla="*/ 0 w 100102"/>
                  <a:gd name="connsiteY0" fmla="*/ 28005 h 53668"/>
                  <a:gd name="connsiteX1" fmla="*/ 49816 w 100102"/>
                  <a:gd name="connsiteY1" fmla="*/ 53668 h 53668"/>
                  <a:gd name="connsiteX2" fmla="*/ 100103 w 100102"/>
                  <a:gd name="connsiteY2" fmla="*/ 27189 h 53668"/>
                  <a:gd name="connsiteX3" fmla="*/ 49816 w 100102"/>
                  <a:gd name="connsiteY3" fmla="*/ 0 h 53668"/>
                  <a:gd name="connsiteX4" fmla="*/ 0 w 100102"/>
                  <a:gd name="connsiteY4" fmla="*/ 28005 h 5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2" h="53668">
                    <a:moveTo>
                      <a:pt x="0" y="28005"/>
                    </a:moveTo>
                    <a:lnTo>
                      <a:pt x="49816" y="53668"/>
                    </a:lnTo>
                    <a:lnTo>
                      <a:pt x="100103" y="27189"/>
                    </a:lnTo>
                    <a:lnTo>
                      <a:pt x="49816" y="0"/>
                    </a:lnTo>
                    <a:lnTo>
                      <a:pt x="0" y="2800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360" name="图片 67" descr="icon-17"/>
              <p:cNvGrpSpPr/>
              <p:nvPr/>
            </p:nvGrpSpPr>
            <p:grpSpPr>
              <a:xfrm>
                <a:off x="1125957" y="3185828"/>
                <a:ext cx="100103" cy="104101"/>
                <a:chOff x="1125957" y="3185828"/>
                <a:chExt cx="100103" cy="104101"/>
              </a:xfrm>
            </p:grpSpPr>
            <p:sp>
              <p:nvSpPr>
                <p:cNvPr id="361" name="任意形状 360"/>
                <p:cNvSpPr/>
                <p:nvPr/>
              </p:nvSpPr>
              <p:spPr>
                <a:xfrm>
                  <a:off x="1125957" y="3185828"/>
                  <a:ext cx="100102" cy="104101"/>
                </a:xfrm>
                <a:custGeom>
                  <a:avLst/>
                  <a:gdLst>
                    <a:gd name="connsiteX0" fmla="*/ 0 w 100102"/>
                    <a:gd name="connsiteY0" fmla="*/ 28005 h 104101"/>
                    <a:gd name="connsiteX1" fmla="*/ 0 w 100102"/>
                    <a:gd name="connsiteY1" fmla="*/ 78296 h 104101"/>
                    <a:gd name="connsiteX2" fmla="*/ 49816 w 100102"/>
                    <a:gd name="connsiteY2" fmla="*/ 104102 h 104101"/>
                    <a:gd name="connsiteX3" fmla="*/ 100103 w 100102"/>
                    <a:gd name="connsiteY3" fmla="*/ 77623 h 104101"/>
                    <a:gd name="connsiteX4" fmla="*/ 100103 w 100102"/>
                    <a:gd name="connsiteY4" fmla="*/ 27331 h 104101"/>
                    <a:gd name="connsiteX5" fmla="*/ 49816 w 100102"/>
                    <a:gd name="connsiteY5" fmla="*/ 0 h 104101"/>
                    <a:gd name="connsiteX6" fmla="*/ 0 w 100102"/>
                    <a:gd name="connsiteY6" fmla="*/ 28005 h 10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02" h="104101">
                      <a:moveTo>
                        <a:pt x="0" y="28005"/>
                      </a:moveTo>
                      <a:lnTo>
                        <a:pt x="0" y="78296"/>
                      </a:lnTo>
                      <a:lnTo>
                        <a:pt x="49816" y="104102"/>
                      </a:lnTo>
                      <a:lnTo>
                        <a:pt x="100103" y="77623"/>
                      </a:lnTo>
                      <a:lnTo>
                        <a:pt x="100103" y="27331"/>
                      </a:lnTo>
                      <a:lnTo>
                        <a:pt x="49816" y="0"/>
                      </a:lnTo>
                      <a:lnTo>
                        <a:pt x="0" y="28005"/>
                      </a:lnTo>
                      <a:close/>
                    </a:path>
                  </a:pathLst>
                </a:custGeom>
                <a:solidFill>
                  <a:srgbClr val="E46666"/>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2" name="任意形状 361"/>
                <p:cNvSpPr/>
                <p:nvPr/>
              </p:nvSpPr>
              <p:spPr>
                <a:xfrm>
                  <a:off x="1175773" y="3213160"/>
                  <a:ext cx="50287" cy="76770"/>
                </a:xfrm>
                <a:custGeom>
                  <a:avLst/>
                  <a:gdLst>
                    <a:gd name="connsiteX0" fmla="*/ 235 w 50287"/>
                    <a:gd name="connsiteY0" fmla="*/ 26337 h 76770"/>
                    <a:gd name="connsiteX1" fmla="*/ 0 w 50287"/>
                    <a:gd name="connsiteY1" fmla="*/ 76770 h 76770"/>
                    <a:gd name="connsiteX2" fmla="*/ 50287 w 50287"/>
                    <a:gd name="connsiteY2" fmla="*/ 50291 h 76770"/>
                    <a:gd name="connsiteX3" fmla="*/ 50287 w 50287"/>
                    <a:gd name="connsiteY3" fmla="*/ 0 h 76770"/>
                    <a:gd name="connsiteX4" fmla="*/ 235 w 50287"/>
                    <a:gd name="connsiteY4" fmla="*/ 26337 h 76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7" h="76770">
                      <a:moveTo>
                        <a:pt x="235" y="26337"/>
                      </a:moveTo>
                      <a:lnTo>
                        <a:pt x="0" y="76770"/>
                      </a:lnTo>
                      <a:lnTo>
                        <a:pt x="50287" y="50291"/>
                      </a:lnTo>
                      <a:lnTo>
                        <a:pt x="50287" y="0"/>
                      </a:lnTo>
                      <a:lnTo>
                        <a:pt x="235" y="26337"/>
                      </a:lnTo>
                      <a:close/>
                    </a:path>
                  </a:pathLst>
                </a:custGeom>
                <a:solidFill>
                  <a:srgbClr val="A63C3C"/>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3" name="任意形状 362"/>
                <p:cNvSpPr/>
                <p:nvPr/>
              </p:nvSpPr>
              <p:spPr>
                <a:xfrm>
                  <a:off x="1125957" y="3185828"/>
                  <a:ext cx="100102" cy="53668"/>
                </a:xfrm>
                <a:custGeom>
                  <a:avLst/>
                  <a:gdLst>
                    <a:gd name="connsiteX0" fmla="*/ 0 w 100102"/>
                    <a:gd name="connsiteY0" fmla="*/ 28005 h 53668"/>
                    <a:gd name="connsiteX1" fmla="*/ 49816 w 100102"/>
                    <a:gd name="connsiteY1" fmla="*/ 53668 h 53668"/>
                    <a:gd name="connsiteX2" fmla="*/ 100103 w 100102"/>
                    <a:gd name="connsiteY2" fmla="*/ 27189 h 53668"/>
                    <a:gd name="connsiteX3" fmla="*/ 49816 w 100102"/>
                    <a:gd name="connsiteY3" fmla="*/ 0 h 53668"/>
                    <a:gd name="connsiteX4" fmla="*/ 0 w 100102"/>
                    <a:gd name="connsiteY4" fmla="*/ 28005 h 5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2" h="53668">
                      <a:moveTo>
                        <a:pt x="0" y="28005"/>
                      </a:moveTo>
                      <a:lnTo>
                        <a:pt x="49816" y="53668"/>
                      </a:lnTo>
                      <a:lnTo>
                        <a:pt x="100103" y="27189"/>
                      </a:lnTo>
                      <a:lnTo>
                        <a:pt x="49816" y="0"/>
                      </a:lnTo>
                      <a:lnTo>
                        <a:pt x="0" y="28005"/>
                      </a:lnTo>
                      <a:close/>
                    </a:path>
                  </a:pathLst>
                </a:custGeom>
                <a:solidFill>
                  <a:srgbClr val="F78686"/>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64" name="任意形状 363"/>
              <p:cNvSpPr/>
              <p:nvPr/>
            </p:nvSpPr>
            <p:spPr>
              <a:xfrm>
                <a:off x="1346813" y="3310436"/>
                <a:ext cx="100102" cy="104101"/>
              </a:xfrm>
              <a:custGeom>
                <a:avLst/>
                <a:gdLst>
                  <a:gd name="connsiteX0" fmla="*/ 0 w 100102"/>
                  <a:gd name="connsiteY0" fmla="*/ 28005 h 104101"/>
                  <a:gd name="connsiteX1" fmla="*/ 0 w 100102"/>
                  <a:gd name="connsiteY1" fmla="*/ 78296 h 104101"/>
                  <a:gd name="connsiteX2" fmla="*/ 49816 w 100102"/>
                  <a:gd name="connsiteY2" fmla="*/ 104102 h 104101"/>
                  <a:gd name="connsiteX3" fmla="*/ 100103 w 100102"/>
                  <a:gd name="connsiteY3" fmla="*/ 77623 h 104101"/>
                  <a:gd name="connsiteX4" fmla="*/ 100103 w 100102"/>
                  <a:gd name="connsiteY4" fmla="*/ 27331 h 104101"/>
                  <a:gd name="connsiteX5" fmla="*/ 49816 w 100102"/>
                  <a:gd name="connsiteY5" fmla="*/ 0 h 104101"/>
                  <a:gd name="connsiteX6" fmla="*/ 0 w 100102"/>
                  <a:gd name="connsiteY6" fmla="*/ 28005 h 10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02" h="104101">
                    <a:moveTo>
                      <a:pt x="0" y="28005"/>
                    </a:moveTo>
                    <a:lnTo>
                      <a:pt x="0" y="78296"/>
                    </a:lnTo>
                    <a:lnTo>
                      <a:pt x="49816" y="104102"/>
                    </a:lnTo>
                    <a:lnTo>
                      <a:pt x="100103" y="77623"/>
                    </a:lnTo>
                    <a:lnTo>
                      <a:pt x="100103" y="27331"/>
                    </a:lnTo>
                    <a:lnTo>
                      <a:pt x="49816" y="0"/>
                    </a:lnTo>
                    <a:lnTo>
                      <a:pt x="0" y="2800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5" name="任意形状 364"/>
              <p:cNvSpPr/>
              <p:nvPr/>
            </p:nvSpPr>
            <p:spPr>
              <a:xfrm>
                <a:off x="1396629" y="3337768"/>
                <a:ext cx="50287" cy="76770"/>
              </a:xfrm>
              <a:custGeom>
                <a:avLst/>
                <a:gdLst>
                  <a:gd name="connsiteX0" fmla="*/ 235 w 50287"/>
                  <a:gd name="connsiteY0" fmla="*/ 26337 h 76770"/>
                  <a:gd name="connsiteX1" fmla="*/ 0 w 50287"/>
                  <a:gd name="connsiteY1" fmla="*/ 76770 h 76770"/>
                  <a:gd name="connsiteX2" fmla="*/ 50287 w 50287"/>
                  <a:gd name="connsiteY2" fmla="*/ 50291 h 76770"/>
                  <a:gd name="connsiteX3" fmla="*/ 50287 w 50287"/>
                  <a:gd name="connsiteY3" fmla="*/ 0 h 76770"/>
                  <a:gd name="connsiteX4" fmla="*/ 235 w 50287"/>
                  <a:gd name="connsiteY4" fmla="*/ 26337 h 76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7" h="76770">
                    <a:moveTo>
                      <a:pt x="235" y="26337"/>
                    </a:moveTo>
                    <a:lnTo>
                      <a:pt x="0" y="76770"/>
                    </a:lnTo>
                    <a:lnTo>
                      <a:pt x="50287" y="50291"/>
                    </a:lnTo>
                    <a:lnTo>
                      <a:pt x="50287" y="0"/>
                    </a:lnTo>
                    <a:lnTo>
                      <a:pt x="235" y="2633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6" name="任意形状 365"/>
              <p:cNvSpPr/>
              <p:nvPr/>
            </p:nvSpPr>
            <p:spPr>
              <a:xfrm>
                <a:off x="1346813" y="3310436"/>
                <a:ext cx="100102" cy="53668"/>
              </a:xfrm>
              <a:custGeom>
                <a:avLst/>
                <a:gdLst>
                  <a:gd name="connsiteX0" fmla="*/ 0 w 100102"/>
                  <a:gd name="connsiteY0" fmla="*/ 28005 h 53668"/>
                  <a:gd name="connsiteX1" fmla="*/ 49816 w 100102"/>
                  <a:gd name="connsiteY1" fmla="*/ 53668 h 53668"/>
                  <a:gd name="connsiteX2" fmla="*/ 100103 w 100102"/>
                  <a:gd name="connsiteY2" fmla="*/ 27189 h 53668"/>
                  <a:gd name="connsiteX3" fmla="*/ 49816 w 100102"/>
                  <a:gd name="connsiteY3" fmla="*/ 0 h 53668"/>
                  <a:gd name="connsiteX4" fmla="*/ 0 w 100102"/>
                  <a:gd name="connsiteY4" fmla="*/ 28005 h 5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2" h="53668">
                    <a:moveTo>
                      <a:pt x="0" y="28005"/>
                    </a:moveTo>
                    <a:lnTo>
                      <a:pt x="49816" y="53668"/>
                    </a:lnTo>
                    <a:lnTo>
                      <a:pt x="100103" y="27189"/>
                    </a:lnTo>
                    <a:lnTo>
                      <a:pt x="49816" y="0"/>
                    </a:lnTo>
                    <a:lnTo>
                      <a:pt x="0" y="2800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67" name="图片 67" descr="icon-17"/>
            <p:cNvGrpSpPr/>
            <p:nvPr/>
          </p:nvGrpSpPr>
          <p:grpSpPr>
            <a:xfrm>
              <a:off x="1076341" y="3179654"/>
              <a:ext cx="208043" cy="225875"/>
              <a:chOff x="1076341" y="3179654"/>
              <a:chExt cx="208043" cy="225875"/>
            </a:xfrm>
          </p:grpSpPr>
          <p:sp>
            <p:nvSpPr>
              <p:cNvPr id="368" name="任意形状 367"/>
              <p:cNvSpPr/>
              <p:nvPr/>
            </p:nvSpPr>
            <p:spPr>
              <a:xfrm>
                <a:off x="1076341" y="3179654"/>
                <a:ext cx="208043" cy="225875"/>
              </a:xfrm>
              <a:custGeom>
                <a:avLst/>
                <a:gdLst>
                  <a:gd name="connsiteX0" fmla="*/ 0 w 208043"/>
                  <a:gd name="connsiteY0" fmla="*/ 58202 h 225875"/>
                  <a:gd name="connsiteX1" fmla="*/ 0 w 208043"/>
                  <a:gd name="connsiteY1" fmla="*/ 170845 h 225875"/>
                  <a:gd name="connsiteX2" fmla="*/ 103532 w 208043"/>
                  <a:gd name="connsiteY2" fmla="*/ 225876 h 225875"/>
                  <a:gd name="connsiteX3" fmla="*/ 208043 w 208043"/>
                  <a:gd name="connsiteY3" fmla="*/ 170845 h 225875"/>
                  <a:gd name="connsiteX4" fmla="*/ 208043 w 208043"/>
                  <a:gd name="connsiteY4" fmla="*/ 58202 h 225875"/>
                  <a:gd name="connsiteX5" fmla="*/ 103532 w 208043"/>
                  <a:gd name="connsiteY5" fmla="*/ 0 h 225875"/>
                  <a:gd name="connsiteX6" fmla="*/ 0 w 208043"/>
                  <a:gd name="connsiteY6" fmla="*/ 58202 h 22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043" h="225875">
                    <a:moveTo>
                      <a:pt x="0" y="58202"/>
                    </a:moveTo>
                    <a:lnTo>
                      <a:pt x="0" y="170845"/>
                    </a:lnTo>
                    <a:lnTo>
                      <a:pt x="103532" y="225876"/>
                    </a:lnTo>
                    <a:lnTo>
                      <a:pt x="208043" y="170845"/>
                    </a:lnTo>
                    <a:lnTo>
                      <a:pt x="208043" y="58202"/>
                    </a:lnTo>
                    <a:lnTo>
                      <a:pt x="103532" y="0"/>
                    </a:lnTo>
                    <a:lnTo>
                      <a:pt x="0" y="5820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9" name="任意形状 368"/>
              <p:cNvSpPr/>
              <p:nvPr/>
            </p:nvSpPr>
            <p:spPr>
              <a:xfrm>
                <a:off x="1179874" y="3237856"/>
                <a:ext cx="104511" cy="167673"/>
              </a:xfrm>
              <a:custGeom>
                <a:avLst/>
                <a:gdLst>
                  <a:gd name="connsiteX0" fmla="*/ 489 w 104511"/>
                  <a:gd name="connsiteY0" fmla="*/ 54736 h 167673"/>
                  <a:gd name="connsiteX1" fmla="*/ 0 w 104511"/>
                  <a:gd name="connsiteY1" fmla="*/ 167673 h 167673"/>
                  <a:gd name="connsiteX2" fmla="*/ 104511 w 104511"/>
                  <a:gd name="connsiteY2" fmla="*/ 112643 h 167673"/>
                  <a:gd name="connsiteX3" fmla="*/ 104511 w 104511"/>
                  <a:gd name="connsiteY3" fmla="*/ 0 h 167673"/>
                  <a:gd name="connsiteX4" fmla="*/ 489 w 104511"/>
                  <a:gd name="connsiteY4" fmla="*/ 54736 h 167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511" h="167673">
                    <a:moveTo>
                      <a:pt x="489" y="54736"/>
                    </a:moveTo>
                    <a:lnTo>
                      <a:pt x="0" y="167673"/>
                    </a:lnTo>
                    <a:lnTo>
                      <a:pt x="104511" y="112643"/>
                    </a:lnTo>
                    <a:lnTo>
                      <a:pt x="104511" y="0"/>
                    </a:lnTo>
                    <a:lnTo>
                      <a:pt x="489" y="54736"/>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0" name="任意形状 369"/>
              <p:cNvSpPr/>
              <p:nvPr/>
            </p:nvSpPr>
            <p:spPr>
              <a:xfrm>
                <a:off x="1076341" y="3179654"/>
                <a:ext cx="208043" cy="112937"/>
              </a:xfrm>
              <a:custGeom>
                <a:avLst/>
                <a:gdLst>
                  <a:gd name="connsiteX0" fmla="*/ 0 w 208043"/>
                  <a:gd name="connsiteY0" fmla="*/ 58202 h 112937"/>
                  <a:gd name="connsiteX1" fmla="*/ 103532 w 208043"/>
                  <a:gd name="connsiteY1" fmla="*/ 112938 h 112937"/>
                  <a:gd name="connsiteX2" fmla="*/ 208043 w 208043"/>
                  <a:gd name="connsiteY2" fmla="*/ 57907 h 112937"/>
                  <a:gd name="connsiteX3" fmla="*/ 103532 w 208043"/>
                  <a:gd name="connsiteY3" fmla="*/ 0 h 112937"/>
                  <a:gd name="connsiteX4" fmla="*/ 0 w 208043"/>
                  <a:gd name="connsiteY4" fmla="*/ 58202 h 112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043" h="112937">
                    <a:moveTo>
                      <a:pt x="0" y="58202"/>
                    </a:moveTo>
                    <a:lnTo>
                      <a:pt x="103532" y="112938"/>
                    </a:lnTo>
                    <a:lnTo>
                      <a:pt x="208043" y="57907"/>
                    </a:lnTo>
                    <a:lnTo>
                      <a:pt x="103532" y="0"/>
                    </a:lnTo>
                    <a:lnTo>
                      <a:pt x="0" y="5820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08" name="图片 78" descr="icon-28"/>
          <p:cNvGrpSpPr/>
          <p:nvPr/>
        </p:nvGrpSpPr>
        <p:grpSpPr>
          <a:xfrm>
            <a:off x="3926205" y="4699635"/>
            <a:ext cx="533400" cy="626308"/>
            <a:chOff x="3926205" y="4699635"/>
            <a:chExt cx="533400" cy="626308"/>
          </a:xfrm>
        </p:grpSpPr>
        <p:sp>
          <p:nvSpPr>
            <p:cNvPr id="409" name="任意形状 408"/>
            <p:cNvSpPr/>
            <p:nvPr/>
          </p:nvSpPr>
          <p:spPr>
            <a:xfrm>
              <a:off x="3926205" y="4983019"/>
              <a:ext cx="531821" cy="342923"/>
            </a:xfrm>
            <a:custGeom>
              <a:avLst/>
              <a:gdLst>
                <a:gd name="connsiteX0" fmla="*/ 0 w 531821"/>
                <a:gd name="connsiteY0" fmla="*/ 150777 h 342923"/>
                <a:gd name="connsiteX1" fmla="*/ 0 w 531821"/>
                <a:gd name="connsiteY1" fmla="*/ 200363 h 342923"/>
                <a:gd name="connsiteX2" fmla="*/ 264660 w 531821"/>
                <a:gd name="connsiteY2" fmla="*/ 342924 h 342923"/>
                <a:gd name="connsiteX3" fmla="*/ 531822 w 531821"/>
                <a:gd name="connsiteY3" fmla="*/ 200363 h 342923"/>
                <a:gd name="connsiteX4" fmla="*/ 531822 w 531821"/>
                <a:gd name="connsiteY4" fmla="*/ 150777 h 342923"/>
                <a:gd name="connsiteX5" fmla="*/ 264660 w 531821"/>
                <a:gd name="connsiteY5" fmla="*/ 0 h 342923"/>
                <a:gd name="connsiteX6" fmla="*/ 0 w 531821"/>
                <a:gd name="connsiteY6" fmla="*/ 150777 h 3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1821" h="342923">
                  <a:moveTo>
                    <a:pt x="0" y="150777"/>
                  </a:moveTo>
                  <a:lnTo>
                    <a:pt x="0" y="200363"/>
                  </a:lnTo>
                  <a:lnTo>
                    <a:pt x="264660" y="342924"/>
                  </a:lnTo>
                  <a:lnTo>
                    <a:pt x="531822" y="200363"/>
                  </a:lnTo>
                  <a:lnTo>
                    <a:pt x="531822" y="150777"/>
                  </a:lnTo>
                  <a:lnTo>
                    <a:pt x="264660" y="0"/>
                  </a:lnTo>
                  <a:lnTo>
                    <a:pt x="0" y="15077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0" name="任意形状 409"/>
            <p:cNvSpPr/>
            <p:nvPr/>
          </p:nvSpPr>
          <p:spPr>
            <a:xfrm>
              <a:off x="4190864" y="5133796"/>
              <a:ext cx="267161" cy="192146"/>
            </a:xfrm>
            <a:custGeom>
              <a:avLst/>
              <a:gdLst>
                <a:gd name="connsiteX0" fmla="*/ 1251 w 267161"/>
                <a:gd name="connsiteY0" fmla="*/ 125313 h 192146"/>
                <a:gd name="connsiteX1" fmla="*/ 0 w 267161"/>
                <a:gd name="connsiteY1" fmla="*/ 192147 h 192146"/>
                <a:gd name="connsiteX2" fmla="*/ 267162 w 267161"/>
                <a:gd name="connsiteY2" fmla="*/ 49586 h 192146"/>
                <a:gd name="connsiteX3" fmla="*/ 267162 w 267161"/>
                <a:gd name="connsiteY3" fmla="*/ 0 h 192146"/>
                <a:gd name="connsiteX4" fmla="*/ 1251 w 267161"/>
                <a:gd name="connsiteY4" fmla="*/ 125313 h 19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61" h="192146">
                  <a:moveTo>
                    <a:pt x="1251" y="125313"/>
                  </a:moveTo>
                  <a:lnTo>
                    <a:pt x="0" y="192147"/>
                  </a:lnTo>
                  <a:lnTo>
                    <a:pt x="267162" y="49586"/>
                  </a:lnTo>
                  <a:lnTo>
                    <a:pt x="267162" y="0"/>
                  </a:lnTo>
                  <a:lnTo>
                    <a:pt x="1251" y="12531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1" name="任意形状 410"/>
            <p:cNvSpPr/>
            <p:nvPr/>
          </p:nvSpPr>
          <p:spPr>
            <a:xfrm>
              <a:off x="3926205" y="4983019"/>
              <a:ext cx="531821" cy="288640"/>
            </a:xfrm>
            <a:custGeom>
              <a:avLst/>
              <a:gdLst>
                <a:gd name="connsiteX0" fmla="*/ 0 w 531821"/>
                <a:gd name="connsiteY0" fmla="*/ 150777 h 288640"/>
                <a:gd name="connsiteX1" fmla="*/ 265910 w 531821"/>
                <a:gd name="connsiteY1" fmla="*/ 288641 h 288640"/>
                <a:gd name="connsiteX2" fmla="*/ 531822 w 531821"/>
                <a:gd name="connsiteY2" fmla="*/ 150777 h 288640"/>
                <a:gd name="connsiteX3" fmla="*/ 265910 w 531821"/>
                <a:gd name="connsiteY3" fmla="*/ 0 h 288640"/>
                <a:gd name="connsiteX4" fmla="*/ 0 w 531821"/>
                <a:gd name="connsiteY4" fmla="*/ 150777 h 28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821" h="288640">
                  <a:moveTo>
                    <a:pt x="0" y="150777"/>
                  </a:moveTo>
                  <a:lnTo>
                    <a:pt x="265910" y="288641"/>
                  </a:lnTo>
                  <a:lnTo>
                    <a:pt x="531822" y="150777"/>
                  </a:lnTo>
                  <a:lnTo>
                    <a:pt x="265910" y="0"/>
                  </a:lnTo>
                  <a:lnTo>
                    <a:pt x="0" y="15077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412" name="图片 78" descr="icon-28"/>
            <p:cNvGrpSpPr/>
            <p:nvPr/>
          </p:nvGrpSpPr>
          <p:grpSpPr>
            <a:xfrm>
              <a:off x="3926205" y="4699635"/>
              <a:ext cx="533400" cy="533400"/>
              <a:chOff x="3926205" y="4699635"/>
              <a:chExt cx="533400" cy="533400"/>
            </a:xfrm>
          </p:grpSpPr>
          <p:sp>
            <p:nvSpPr>
              <p:cNvPr id="413" name="任意形状 412"/>
              <p:cNvSpPr/>
              <p:nvPr/>
            </p:nvSpPr>
            <p:spPr>
              <a:xfrm>
                <a:off x="3926205" y="4699635"/>
                <a:ext cx="533400" cy="533400"/>
              </a:xfrm>
              <a:custGeom>
                <a:avLst/>
                <a:gdLst>
                  <a:gd name="connsiteX0" fmla="*/ 0 w 533400"/>
                  <a:gd name="connsiteY0" fmla="*/ 151551 h 533400"/>
                  <a:gd name="connsiteX1" fmla="*/ 0 w 533400"/>
                  <a:gd name="connsiteY1" fmla="*/ 390107 h 533400"/>
                  <a:gd name="connsiteX2" fmla="*/ 265446 w 533400"/>
                  <a:gd name="connsiteY2" fmla="*/ 533400 h 533400"/>
                  <a:gd name="connsiteX3" fmla="*/ 533400 w 533400"/>
                  <a:gd name="connsiteY3" fmla="*/ 390107 h 533400"/>
                  <a:gd name="connsiteX4" fmla="*/ 533400 w 533400"/>
                  <a:gd name="connsiteY4" fmla="*/ 151551 h 533400"/>
                  <a:gd name="connsiteX5" fmla="*/ 265446 w 533400"/>
                  <a:gd name="connsiteY5" fmla="*/ 0 h 533400"/>
                  <a:gd name="connsiteX6" fmla="*/ 0 w 533400"/>
                  <a:gd name="connsiteY6" fmla="*/ 15155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400" h="533400">
                    <a:moveTo>
                      <a:pt x="0" y="151551"/>
                    </a:moveTo>
                    <a:lnTo>
                      <a:pt x="0" y="390107"/>
                    </a:lnTo>
                    <a:lnTo>
                      <a:pt x="265446" y="533400"/>
                    </a:lnTo>
                    <a:lnTo>
                      <a:pt x="533400" y="390107"/>
                    </a:lnTo>
                    <a:lnTo>
                      <a:pt x="533400" y="151551"/>
                    </a:lnTo>
                    <a:lnTo>
                      <a:pt x="265446" y="0"/>
                    </a:lnTo>
                    <a:lnTo>
                      <a:pt x="0" y="15155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4" name="任意形状 413"/>
              <p:cNvSpPr/>
              <p:nvPr/>
            </p:nvSpPr>
            <p:spPr>
              <a:xfrm>
                <a:off x="4191650" y="4851186"/>
                <a:ext cx="267954" cy="381848"/>
              </a:xfrm>
              <a:custGeom>
                <a:avLst/>
                <a:gdLst>
                  <a:gd name="connsiteX0" fmla="*/ 1255 w 267954"/>
                  <a:gd name="connsiteY0" fmla="*/ 138018 h 381848"/>
                  <a:gd name="connsiteX1" fmla="*/ 0 w 267954"/>
                  <a:gd name="connsiteY1" fmla="*/ 381849 h 381848"/>
                  <a:gd name="connsiteX2" fmla="*/ 267954 w 267954"/>
                  <a:gd name="connsiteY2" fmla="*/ 238556 h 381848"/>
                  <a:gd name="connsiteX3" fmla="*/ 267954 w 267954"/>
                  <a:gd name="connsiteY3" fmla="*/ 0 h 381848"/>
                  <a:gd name="connsiteX4" fmla="*/ 1255 w 267954"/>
                  <a:gd name="connsiteY4" fmla="*/ 138018 h 38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54" h="381848">
                    <a:moveTo>
                      <a:pt x="1255" y="138018"/>
                    </a:moveTo>
                    <a:lnTo>
                      <a:pt x="0" y="381849"/>
                    </a:lnTo>
                    <a:lnTo>
                      <a:pt x="267954" y="238556"/>
                    </a:lnTo>
                    <a:lnTo>
                      <a:pt x="267954" y="0"/>
                    </a:lnTo>
                    <a:lnTo>
                      <a:pt x="1255" y="138018"/>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5" name="任意形状 414"/>
              <p:cNvSpPr/>
              <p:nvPr/>
            </p:nvSpPr>
            <p:spPr>
              <a:xfrm>
                <a:off x="4259818" y="4948329"/>
                <a:ext cx="131618" cy="187562"/>
              </a:xfrm>
              <a:custGeom>
                <a:avLst/>
                <a:gdLst>
                  <a:gd name="connsiteX0" fmla="*/ 616 w 131618"/>
                  <a:gd name="connsiteY0" fmla="*/ 67794 h 187562"/>
                  <a:gd name="connsiteX1" fmla="*/ 0 w 131618"/>
                  <a:gd name="connsiteY1" fmla="*/ 187562 h 187562"/>
                  <a:gd name="connsiteX2" fmla="*/ 131618 w 131618"/>
                  <a:gd name="connsiteY2" fmla="*/ 117177 h 187562"/>
                  <a:gd name="connsiteX3" fmla="*/ 131618 w 131618"/>
                  <a:gd name="connsiteY3" fmla="*/ 0 h 187562"/>
                  <a:gd name="connsiteX4" fmla="*/ 616 w 131618"/>
                  <a:gd name="connsiteY4" fmla="*/ 67794 h 187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18" h="187562">
                    <a:moveTo>
                      <a:pt x="616" y="67794"/>
                    </a:moveTo>
                    <a:lnTo>
                      <a:pt x="0" y="187562"/>
                    </a:lnTo>
                    <a:lnTo>
                      <a:pt x="131618" y="117177"/>
                    </a:lnTo>
                    <a:lnTo>
                      <a:pt x="131618" y="0"/>
                    </a:lnTo>
                    <a:lnTo>
                      <a:pt x="616" y="67794"/>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6" name="任意形状 415"/>
              <p:cNvSpPr/>
              <p:nvPr/>
            </p:nvSpPr>
            <p:spPr>
              <a:xfrm rot="10800000" flipV="1">
                <a:off x="3988439" y="4948329"/>
                <a:ext cx="131618" cy="187562"/>
              </a:xfrm>
              <a:custGeom>
                <a:avLst/>
                <a:gdLst>
                  <a:gd name="connsiteX0" fmla="*/ 603 w 131618"/>
                  <a:gd name="connsiteY0" fmla="*/ 67794 h 187562"/>
                  <a:gd name="connsiteX1" fmla="*/ -14 w 131618"/>
                  <a:gd name="connsiteY1" fmla="*/ 187562 h 187562"/>
                  <a:gd name="connsiteX2" fmla="*/ 131605 w 131618"/>
                  <a:gd name="connsiteY2" fmla="*/ 117177 h 187562"/>
                  <a:gd name="connsiteX3" fmla="*/ 131605 w 131618"/>
                  <a:gd name="connsiteY3" fmla="*/ 0 h 187562"/>
                  <a:gd name="connsiteX4" fmla="*/ 603 w 131618"/>
                  <a:gd name="connsiteY4" fmla="*/ 67794 h 187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18" h="187562">
                    <a:moveTo>
                      <a:pt x="603" y="67794"/>
                    </a:moveTo>
                    <a:lnTo>
                      <a:pt x="-14" y="187562"/>
                    </a:lnTo>
                    <a:lnTo>
                      <a:pt x="131605" y="117177"/>
                    </a:lnTo>
                    <a:lnTo>
                      <a:pt x="131605" y="0"/>
                    </a:lnTo>
                    <a:lnTo>
                      <a:pt x="603" y="67794"/>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7" name="任意形状 416"/>
              <p:cNvSpPr/>
              <p:nvPr/>
            </p:nvSpPr>
            <p:spPr>
              <a:xfrm>
                <a:off x="3926205" y="4699635"/>
                <a:ext cx="533400" cy="290122"/>
              </a:xfrm>
              <a:custGeom>
                <a:avLst/>
                <a:gdLst>
                  <a:gd name="connsiteX0" fmla="*/ 0 w 533400"/>
                  <a:gd name="connsiteY0" fmla="*/ 151551 h 290122"/>
                  <a:gd name="connsiteX1" fmla="*/ 266700 w 533400"/>
                  <a:gd name="connsiteY1" fmla="*/ 290123 h 290122"/>
                  <a:gd name="connsiteX2" fmla="*/ 533400 w 533400"/>
                  <a:gd name="connsiteY2" fmla="*/ 151551 h 290122"/>
                  <a:gd name="connsiteX3" fmla="*/ 266700 w 533400"/>
                  <a:gd name="connsiteY3" fmla="*/ 0 h 290122"/>
                  <a:gd name="connsiteX4" fmla="*/ 0 w 533400"/>
                  <a:gd name="connsiteY4" fmla="*/ 151551 h 290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290122">
                    <a:moveTo>
                      <a:pt x="0" y="151551"/>
                    </a:moveTo>
                    <a:lnTo>
                      <a:pt x="266700" y="290123"/>
                    </a:lnTo>
                    <a:lnTo>
                      <a:pt x="533400" y="151551"/>
                    </a:lnTo>
                    <a:lnTo>
                      <a:pt x="266700" y="0"/>
                    </a:lnTo>
                    <a:lnTo>
                      <a:pt x="0" y="15155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8" name="任意形状 417"/>
              <p:cNvSpPr/>
              <p:nvPr/>
            </p:nvSpPr>
            <p:spPr>
              <a:xfrm>
                <a:off x="4037727" y="4760293"/>
                <a:ext cx="310354" cy="168805"/>
              </a:xfrm>
              <a:custGeom>
                <a:avLst/>
                <a:gdLst>
                  <a:gd name="connsiteX0" fmla="*/ 0 w 310354"/>
                  <a:gd name="connsiteY0" fmla="*/ 88179 h 168805"/>
                  <a:gd name="connsiteX1" fmla="*/ 155178 w 310354"/>
                  <a:gd name="connsiteY1" fmla="*/ 168806 h 168805"/>
                  <a:gd name="connsiteX2" fmla="*/ 310355 w 310354"/>
                  <a:gd name="connsiteY2" fmla="*/ 88179 h 168805"/>
                  <a:gd name="connsiteX3" fmla="*/ 155178 w 310354"/>
                  <a:gd name="connsiteY3" fmla="*/ 0 h 168805"/>
                  <a:gd name="connsiteX4" fmla="*/ 0 w 310354"/>
                  <a:gd name="connsiteY4" fmla="*/ 88179 h 16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354" h="168805">
                    <a:moveTo>
                      <a:pt x="0" y="88179"/>
                    </a:moveTo>
                    <a:lnTo>
                      <a:pt x="155178" y="168806"/>
                    </a:lnTo>
                    <a:lnTo>
                      <a:pt x="310355" y="88179"/>
                    </a:lnTo>
                    <a:lnTo>
                      <a:pt x="155178" y="0"/>
                    </a:lnTo>
                    <a:lnTo>
                      <a:pt x="0" y="88179"/>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19" name="任意形状 418"/>
            <p:cNvSpPr/>
            <p:nvPr/>
          </p:nvSpPr>
          <p:spPr>
            <a:xfrm>
              <a:off x="4095409" y="4735393"/>
              <a:ext cx="203788" cy="154581"/>
            </a:xfrm>
            <a:custGeom>
              <a:avLst/>
              <a:gdLst>
                <a:gd name="connsiteX0" fmla="*/ 0 w 203788"/>
                <a:gd name="connsiteY0" fmla="*/ 57012 h 154581"/>
                <a:gd name="connsiteX1" fmla="*/ 0 w 203788"/>
                <a:gd name="connsiteY1" fmla="*/ 100675 h 154581"/>
                <a:gd name="connsiteX2" fmla="*/ 101415 w 203788"/>
                <a:gd name="connsiteY2" fmla="*/ 154581 h 154581"/>
                <a:gd name="connsiteX3" fmla="*/ 203788 w 203788"/>
                <a:gd name="connsiteY3" fmla="*/ 100675 h 154581"/>
                <a:gd name="connsiteX4" fmla="*/ 203788 w 203788"/>
                <a:gd name="connsiteY4" fmla="*/ 57012 h 154581"/>
                <a:gd name="connsiteX5" fmla="*/ 101415 w 203788"/>
                <a:gd name="connsiteY5" fmla="*/ 0 h 154581"/>
                <a:gd name="connsiteX6" fmla="*/ 0 w 203788"/>
                <a:gd name="connsiteY6" fmla="*/ 57012 h 1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88" h="154581">
                  <a:moveTo>
                    <a:pt x="0" y="57012"/>
                  </a:moveTo>
                  <a:lnTo>
                    <a:pt x="0" y="100675"/>
                  </a:lnTo>
                  <a:lnTo>
                    <a:pt x="101415" y="154581"/>
                  </a:lnTo>
                  <a:lnTo>
                    <a:pt x="203788" y="100675"/>
                  </a:lnTo>
                  <a:lnTo>
                    <a:pt x="203788" y="57012"/>
                  </a:lnTo>
                  <a:lnTo>
                    <a:pt x="101415" y="0"/>
                  </a:lnTo>
                  <a:lnTo>
                    <a:pt x="0" y="5701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0" name="任意形状 419"/>
            <p:cNvSpPr/>
            <p:nvPr/>
          </p:nvSpPr>
          <p:spPr>
            <a:xfrm>
              <a:off x="4196824" y="4792405"/>
              <a:ext cx="102373" cy="97569"/>
            </a:xfrm>
            <a:custGeom>
              <a:avLst/>
              <a:gdLst>
                <a:gd name="connsiteX0" fmla="*/ 479 w 102373"/>
                <a:gd name="connsiteY0" fmla="*/ 53616 h 97569"/>
                <a:gd name="connsiteX1" fmla="*/ 0 w 102373"/>
                <a:gd name="connsiteY1" fmla="*/ 97569 h 97569"/>
                <a:gd name="connsiteX2" fmla="*/ 102374 w 102373"/>
                <a:gd name="connsiteY2" fmla="*/ 43664 h 97569"/>
                <a:gd name="connsiteX3" fmla="*/ 102374 w 102373"/>
                <a:gd name="connsiteY3" fmla="*/ 0 h 97569"/>
                <a:gd name="connsiteX4" fmla="*/ 479 w 102373"/>
                <a:gd name="connsiteY4" fmla="*/ 53616 h 97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73" h="97569">
                  <a:moveTo>
                    <a:pt x="479" y="53616"/>
                  </a:moveTo>
                  <a:lnTo>
                    <a:pt x="0" y="97569"/>
                  </a:lnTo>
                  <a:lnTo>
                    <a:pt x="102374" y="43664"/>
                  </a:lnTo>
                  <a:lnTo>
                    <a:pt x="102374" y="0"/>
                  </a:lnTo>
                  <a:lnTo>
                    <a:pt x="479" y="53616"/>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1" name="任意形状 420"/>
            <p:cNvSpPr/>
            <p:nvPr/>
          </p:nvSpPr>
          <p:spPr>
            <a:xfrm>
              <a:off x="4095409" y="4735393"/>
              <a:ext cx="203788" cy="110628"/>
            </a:xfrm>
            <a:custGeom>
              <a:avLst/>
              <a:gdLst>
                <a:gd name="connsiteX0" fmla="*/ 0 w 203788"/>
                <a:gd name="connsiteY0" fmla="*/ 57012 h 110628"/>
                <a:gd name="connsiteX1" fmla="*/ 101415 w 203788"/>
                <a:gd name="connsiteY1" fmla="*/ 110628 h 110628"/>
                <a:gd name="connsiteX2" fmla="*/ 203788 w 203788"/>
                <a:gd name="connsiteY2" fmla="*/ 56723 h 110628"/>
                <a:gd name="connsiteX3" fmla="*/ 101415 w 203788"/>
                <a:gd name="connsiteY3" fmla="*/ 0 h 110628"/>
                <a:gd name="connsiteX4" fmla="*/ 0 w 203788"/>
                <a:gd name="connsiteY4" fmla="*/ 57012 h 110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788" h="110628">
                  <a:moveTo>
                    <a:pt x="0" y="57012"/>
                  </a:moveTo>
                  <a:lnTo>
                    <a:pt x="101415" y="110628"/>
                  </a:lnTo>
                  <a:lnTo>
                    <a:pt x="203788" y="56723"/>
                  </a:lnTo>
                  <a:lnTo>
                    <a:pt x="101415" y="0"/>
                  </a:lnTo>
                  <a:lnTo>
                    <a:pt x="0" y="5701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22" name="图片 77" descr="icon-27"/>
          <p:cNvGrpSpPr/>
          <p:nvPr/>
        </p:nvGrpSpPr>
        <p:grpSpPr>
          <a:xfrm>
            <a:off x="4943418" y="4700333"/>
            <a:ext cx="540071" cy="609599"/>
            <a:chOff x="4943418" y="4700333"/>
            <a:chExt cx="540071" cy="609599"/>
          </a:xfrm>
        </p:grpSpPr>
        <p:sp>
          <p:nvSpPr>
            <p:cNvPr id="423" name="任意形状 422"/>
            <p:cNvSpPr/>
            <p:nvPr/>
          </p:nvSpPr>
          <p:spPr>
            <a:xfrm>
              <a:off x="5089555" y="4867347"/>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rgbClr val="4571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4" name="任意形状 423"/>
            <p:cNvSpPr/>
            <p:nvPr/>
          </p:nvSpPr>
          <p:spPr>
            <a:xfrm>
              <a:off x="4943418" y="4950854"/>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5" name="任意形状 424"/>
            <p:cNvSpPr/>
            <p:nvPr/>
          </p:nvSpPr>
          <p:spPr>
            <a:xfrm>
              <a:off x="5212871" y="4936670"/>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6" name="任意形状 425"/>
            <p:cNvSpPr/>
            <p:nvPr/>
          </p:nvSpPr>
          <p:spPr>
            <a:xfrm>
              <a:off x="5066734" y="5020177"/>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7" name="任意形状 426"/>
            <p:cNvSpPr/>
            <p:nvPr/>
          </p:nvSpPr>
          <p:spPr>
            <a:xfrm>
              <a:off x="5089555" y="4867347"/>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8" name="任意形状 427"/>
            <p:cNvSpPr/>
            <p:nvPr/>
          </p:nvSpPr>
          <p:spPr>
            <a:xfrm>
              <a:off x="4943418" y="4950854"/>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9" name="任意形状 428"/>
            <p:cNvSpPr/>
            <p:nvPr/>
          </p:nvSpPr>
          <p:spPr>
            <a:xfrm>
              <a:off x="5235692" y="4950854"/>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0" name="任意形状 429"/>
            <p:cNvSpPr/>
            <p:nvPr/>
          </p:nvSpPr>
          <p:spPr>
            <a:xfrm>
              <a:off x="5089555" y="5034360"/>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1" name="任意形状 430"/>
            <p:cNvSpPr/>
            <p:nvPr/>
          </p:nvSpPr>
          <p:spPr>
            <a:xfrm>
              <a:off x="5359008" y="5020177"/>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2" name="任意形状 431"/>
            <p:cNvSpPr/>
            <p:nvPr/>
          </p:nvSpPr>
          <p:spPr>
            <a:xfrm>
              <a:off x="5212871" y="5103684"/>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3" name="任意形状 432"/>
            <p:cNvSpPr/>
            <p:nvPr/>
          </p:nvSpPr>
          <p:spPr>
            <a:xfrm>
              <a:off x="5235692" y="4950854"/>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4" name="任意形状 433"/>
            <p:cNvSpPr/>
            <p:nvPr/>
          </p:nvSpPr>
          <p:spPr>
            <a:xfrm>
              <a:off x="5089555" y="5034360"/>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5" name="任意形状 434"/>
            <p:cNvSpPr/>
            <p:nvPr/>
          </p:nvSpPr>
          <p:spPr>
            <a:xfrm>
              <a:off x="5089555" y="4700333"/>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6" name="任意形状 435"/>
            <p:cNvSpPr/>
            <p:nvPr/>
          </p:nvSpPr>
          <p:spPr>
            <a:xfrm>
              <a:off x="4943418" y="4783840"/>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7" name="任意形状 436"/>
            <p:cNvSpPr/>
            <p:nvPr/>
          </p:nvSpPr>
          <p:spPr>
            <a:xfrm>
              <a:off x="5212871" y="4769657"/>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8" name="任意形状 437"/>
            <p:cNvSpPr/>
            <p:nvPr/>
          </p:nvSpPr>
          <p:spPr>
            <a:xfrm>
              <a:off x="5066734" y="4853164"/>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9" name="任意形状 438"/>
            <p:cNvSpPr/>
            <p:nvPr/>
          </p:nvSpPr>
          <p:spPr>
            <a:xfrm>
              <a:off x="5089555" y="4700333"/>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0" name="任意形状 439"/>
            <p:cNvSpPr/>
            <p:nvPr/>
          </p:nvSpPr>
          <p:spPr>
            <a:xfrm>
              <a:off x="4943418" y="4783840"/>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1" name="任意形状 440"/>
            <p:cNvSpPr/>
            <p:nvPr/>
          </p:nvSpPr>
          <p:spPr>
            <a:xfrm>
              <a:off x="5235692" y="4783840"/>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2" name="任意形状 441"/>
            <p:cNvSpPr/>
            <p:nvPr/>
          </p:nvSpPr>
          <p:spPr>
            <a:xfrm>
              <a:off x="5359008" y="4853164"/>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3" name="任意形状 442"/>
            <p:cNvSpPr/>
            <p:nvPr/>
          </p:nvSpPr>
          <p:spPr>
            <a:xfrm>
              <a:off x="5235692" y="4783840"/>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4" name="任意形状 443"/>
            <p:cNvSpPr/>
            <p:nvPr/>
          </p:nvSpPr>
          <p:spPr>
            <a:xfrm>
              <a:off x="5089555" y="4867347"/>
              <a:ext cx="247797" cy="275572"/>
            </a:xfrm>
            <a:custGeom>
              <a:avLst/>
              <a:gdLst>
                <a:gd name="connsiteX0" fmla="*/ 0 w 247797"/>
                <a:gd name="connsiteY0" fmla="*/ 69324 h 275572"/>
                <a:gd name="connsiteX1" fmla="*/ 0 w 247797"/>
                <a:gd name="connsiteY1" fmla="*/ 210026 h 275572"/>
                <a:gd name="connsiteX2" fmla="*/ 123315 w 247797"/>
                <a:gd name="connsiteY2" fmla="*/ 275573 h 275572"/>
                <a:gd name="connsiteX3" fmla="*/ 247798 w 247797"/>
                <a:gd name="connsiteY3" fmla="*/ 210026 h 275572"/>
                <a:gd name="connsiteX4" fmla="*/ 247798 w 247797"/>
                <a:gd name="connsiteY4" fmla="*/ 69324 h 275572"/>
                <a:gd name="connsiteX5" fmla="*/ 123315 w 247797"/>
                <a:gd name="connsiteY5" fmla="*/ 0 h 275572"/>
                <a:gd name="connsiteX6" fmla="*/ 0 w 247797"/>
                <a:gd name="connsiteY6" fmla="*/ 69324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97" h="275572">
                  <a:moveTo>
                    <a:pt x="0" y="69324"/>
                  </a:moveTo>
                  <a:lnTo>
                    <a:pt x="0" y="210026"/>
                  </a:lnTo>
                  <a:lnTo>
                    <a:pt x="123315" y="275573"/>
                  </a:lnTo>
                  <a:lnTo>
                    <a:pt x="247798" y="210026"/>
                  </a:lnTo>
                  <a:lnTo>
                    <a:pt x="247798" y="69324"/>
                  </a:lnTo>
                  <a:lnTo>
                    <a:pt x="123315" y="0"/>
                  </a:lnTo>
                  <a:lnTo>
                    <a:pt x="0" y="6932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5" name="任意形状 444"/>
            <p:cNvSpPr/>
            <p:nvPr/>
          </p:nvSpPr>
          <p:spPr>
            <a:xfrm>
              <a:off x="5212871" y="4936670"/>
              <a:ext cx="124481" cy="206248"/>
            </a:xfrm>
            <a:custGeom>
              <a:avLst/>
              <a:gdLst>
                <a:gd name="connsiteX0" fmla="*/ 583 w 124481"/>
                <a:gd name="connsiteY0" fmla="*/ 65195 h 206248"/>
                <a:gd name="connsiteX1" fmla="*/ 0 w 124481"/>
                <a:gd name="connsiteY1" fmla="*/ 206249 h 206248"/>
                <a:gd name="connsiteX2" fmla="*/ 124481 w 124481"/>
                <a:gd name="connsiteY2" fmla="*/ 140702 h 206248"/>
                <a:gd name="connsiteX3" fmla="*/ 124481 w 124481"/>
                <a:gd name="connsiteY3" fmla="*/ 0 h 206248"/>
                <a:gd name="connsiteX4" fmla="*/ 583 w 124481"/>
                <a:gd name="connsiteY4" fmla="*/ 65195 h 206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1" h="206248">
                  <a:moveTo>
                    <a:pt x="583" y="65195"/>
                  </a:moveTo>
                  <a:lnTo>
                    <a:pt x="0" y="206249"/>
                  </a:lnTo>
                  <a:lnTo>
                    <a:pt x="124481" y="140702"/>
                  </a:lnTo>
                  <a:lnTo>
                    <a:pt x="124481" y="0"/>
                  </a:lnTo>
                  <a:lnTo>
                    <a:pt x="583" y="6519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6" name="任意形状 445"/>
            <p:cNvSpPr/>
            <p:nvPr/>
          </p:nvSpPr>
          <p:spPr>
            <a:xfrm>
              <a:off x="5089555" y="4867347"/>
              <a:ext cx="247797" cy="134518"/>
            </a:xfrm>
            <a:custGeom>
              <a:avLst/>
              <a:gdLst>
                <a:gd name="connsiteX0" fmla="*/ 0 w 247797"/>
                <a:gd name="connsiteY0" fmla="*/ 69324 h 134518"/>
                <a:gd name="connsiteX1" fmla="*/ 123315 w 247797"/>
                <a:gd name="connsiteY1" fmla="*/ 134519 h 134518"/>
                <a:gd name="connsiteX2" fmla="*/ 247798 w 247797"/>
                <a:gd name="connsiteY2" fmla="*/ 68972 h 134518"/>
                <a:gd name="connsiteX3" fmla="*/ 123315 w 247797"/>
                <a:gd name="connsiteY3" fmla="*/ 0 h 134518"/>
                <a:gd name="connsiteX4" fmla="*/ 0 w 247797"/>
                <a:gd name="connsiteY4" fmla="*/ 69324 h 134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797" h="134518">
                  <a:moveTo>
                    <a:pt x="0" y="69324"/>
                  </a:moveTo>
                  <a:lnTo>
                    <a:pt x="123315" y="134519"/>
                  </a:lnTo>
                  <a:lnTo>
                    <a:pt x="247798" y="68972"/>
                  </a:lnTo>
                  <a:lnTo>
                    <a:pt x="123315" y="0"/>
                  </a:lnTo>
                  <a:lnTo>
                    <a:pt x="0" y="69324"/>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47" name="图片 76" descr="icon-26"/>
          <p:cNvGrpSpPr/>
          <p:nvPr/>
        </p:nvGrpSpPr>
        <p:grpSpPr>
          <a:xfrm>
            <a:off x="5937198" y="4700387"/>
            <a:ext cx="579019" cy="628650"/>
            <a:chOff x="5937198" y="4700387"/>
            <a:chExt cx="579019" cy="628650"/>
          </a:xfrm>
        </p:grpSpPr>
        <p:sp>
          <p:nvSpPr>
            <p:cNvPr id="448" name="任意形状 447"/>
            <p:cNvSpPr/>
            <p:nvPr/>
          </p:nvSpPr>
          <p:spPr>
            <a:xfrm>
              <a:off x="5937198" y="4700387"/>
              <a:ext cx="579019" cy="628649"/>
            </a:xfrm>
            <a:custGeom>
              <a:avLst/>
              <a:gdLst>
                <a:gd name="connsiteX0" fmla="*/ 0 w 579019"/>
                <a:gd name="connsiteY0" fmla="*/ 161986 h 628649"/>
                <a:gd name="connsiteX1" fmla="*/ 0 w 579019"/>
                <a:gd name="connsiteY1" fmla="*/ 475490 h 628649"/>
                <a:gd name="connsiteX2" fmla="*/ 42148 w 579019"/>
                <a:gd name="connsiteY2" fmla="*/ 497893 h 628649"/>
                <a:gd name="connsiteX3" fmla="*/ 145387 w 579019"/>
                <a:gd name="connsiteY3" fmla="*/ 451050 h 628649"/>
                <a:gd name="connsiteX4" fmla="*/ 241143 w 579019"/>
                <a:gd name="connsiteY4" fmla="*/ 501475 h 628649"/>
                <a:gd name="connsiteX5" fmla="*/ 241143 w 579019"/>
                <a:gd name="connsiteY5" fmla="*/ 605376 h 628649"/>
                <a:gd name="connsiteX6" fmla="*/ 288147 w 579019"/>
                <a:gd name="connsiteY6" fmla="*/ 628650 h 628649"/>
                <a:gd name="connsiteX7" fmla="*/ 579020 w 579019"/>
                <a:gd name="connsiteY7" fmla="*/ 475490 h 628649"/>
                <a:gd name="connsiteX8" fmla="*/ 579020 w 579019"/>
                <a:gd name="connsiteY8" fmla="*/ 424135 h 628649"/>
                <a:gd name="connsiteX9" fmla="*/ 345079 w 579019"/>
                <a:gd name="connsiteY9" fmla="*/ 539967 h 628649"/>
                <a:gd name="connsiteX10" fmla="*/ 345079 w 579019"/>
                <a:gd name="connsiteY10" fmla="*/ 351062 h 628649"/>
                <a:gd name="connsiteX11" fmla="*/ 579020 w 579019"/>
                <a:gd name="connsiteY11" fmla="*/ 226634 h 628649"/>
                <a:gd name="connsiteX12" fmla="*/ 579020 w 579019"/>
                <a:gd name="connsiteY12" fmla="*/ 161986 h 628649"/>
                <a:gd name="connsiteX13" fmla="*/ 288147 w 579019"/>
                <a:gd name="connsiteY13" fmla="*/ 0 h 628649"/>
                <a:gd name="connsiteX14" fmla="*/ 240357 w 579019"/>
                <a:gd name="connsiteY14" fmla="*/ 26867 h 628649"/>
                <a:gd name="connsiteX15" fmla="*/ 475648 w 579019"/>
                <a:gd name="connsiteY15" fmla="*/ 159903 h 628649"/>
                <a:gd name="connsiteX16" fmla="*/ 293739 w 579019"/>
                <a:gd name="connsiteY16" fmla="*/ 255970 h 628649"/>
                <a:gd name="connsiteX17" fmla="*/ 54625 w 579019"/>
                <a:gd name="connsiteY17" fmla="*/ 131278 h 628649"/>
                <a:gd name="connsiteX18" fmla="*/ 0 w 579019"/>
                <a:gd name="connsiteY18" fmla="*/ 161986 h 62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9019" h="628649">
                  <a:moveTo>
                    <a:pt x="0" y="161986"/>
                  </a:moveTo>
                  <a:lnTo>
                    <a:pt x="0" y="475490"/>
                  </a:lnTo>
                  <a:lnTo>
                    <a:pt x="42148" y="497893"/>
                  </a:lnTo>
                  <a:lnTo>
                    <a:pt x="145387" y="451050"/>
                  </a:lnTo>
                  <a:lnTo>
                    <a:pt x="241143" y="501475"/>
                  </a:lnTo>
                  <a:lnTo>
                    <a:pt x="241143" y="605376"/>
                  </a:lnTo>
                  <a:lnTo>
                    <a:pt x="288147" y="628650"/>
                  </a:lnTo>
                  <a:lnTo>
                    <a:pt x="579020" y="475490"/>
                  </a:lnTo>
                  <a:lnTo>
                    <a:pt x="579020" y="424135"/>
                  </a:lnTo>
                  <a:lnTo>
                    <a:pt x="345079" y="539967"/>
                  </a:lnTo>
                  <a:lnTo>
                    <a:pt x="345079" y="351062"/>
                  </a:lnTo>
                  <a:lnTo>
                    <a:pt x="579020" y="226634"/>
                  </a:lnTo>
                  <a:lnTo>
                    <a:pt x="579020" y="161986"/>
                  </a:lnTo>
                  <a:lnTo>
                    <a:pt x="288147" y="0"/>
                  </a:lnTo>
                  <a:lnTo>
                    <a:pt x="240357" y="26867"/>
                  </a:lnTo>
                  <a:lnTo>
                    <a:pt x="475648" y="159903"/>
                  </a:lnTo>
                  <a:lnTo>
                    <a:pt x="293739" y="255970"/>
                  </a:lnTo>
                  <a:lnTo>
                    <a:pt x="54625" y="131278"/>
                  </a:lnTo>
                  <a:lnTo>
                    <a:pt x="0" y="1619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9" name="任意形状 448"/>
            <p:cNvSpPr/>
            <p:nvPr/>
          </p:nvSpPr>
          <p:spPr>
            <a:xfrm>
              <a:off x="6225346" y="4862373"/>
              <a:ext cx="290871" cy="466664"/>
            </a:xfrm>
            <a:custGeom>
              <a:avLst/>
              <a:gdLst>
                <a:gd name="connsiteX0" fmla="*/ 1362 w 290871"/>
                <a:gd name="connsiteY0" fmla="*/ 152339 h 466664"/>
                <a:gd name="connsiteX1" fmla="*/ 0 w 290871"/>
                <a:gd name="connsiteY1" fmla="*/ 466664 h 466664"/>
                <a:gd name="connsiteX2" fmla="*/ 290872 w 290871"/>
                <a:gd name="connsiteY2" fmla="*/ 313504 h 466664"/>
                <a:gd name="connsiteX3" fmla="*/ 290872 w 290871"/>
                <a:gd name="connsiteY3" fmla="*/ 258954 h 466664"/>
                <a:gd name="connsiteX4" fmla="*/ 181370 w 290871"/>
                <a:gd name="connsiteY4" fmla="*/ 203377 h 466664"/>
                <a:gd name="connsiteX5" fmla="*/ 181370 w 290871"/>
                <a:gd name="connsiteY5" fmla="*/ 123476 h 466664"/>
                <a:gd name="connsiteX6" fmla="*/ 290872 w 290871"/>
                <a:gd name="connsiteY6" fmla="*/ 62569 h 466664"/>
                <a:gd name="connsiteX7" fmla="*/ 290872 w 290871"/>
                <a:gd name="connsiteY7" fmla="*/ 0 h 466664"/>
                <a:gd name="connsiteX8" fmla="*/ 1362 w 290871"/>
                <a:gd name="connsiteY8" fmla="*/ 152339 h 466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871" h="466664">
                  <a:moveTo>
                    <a:pt x="1362" y="152339"/>
                  </a:moveTo>
                  <a:lnTo>
                    <a:pt x="0" y="466664"/>
                  </a:lnTo>
                  <a:lnTo>
                    <a:pt x="290872" y="313504"/>
                  </a:lnTo>
                  <a:lnTo>
                    <a:pt x="290872" y="258954"/>
                  </a:lnTo>
                  <a:lnTo>
                    <a:pt x="181370" y="203377"/>
                  </a:lnTo>
                  <a:lnTo>
                    <a:pt x="181370" y="123476"/>
                  </a:lnTo>
                  <a:lnTo>
                    <a:pt x="290872" y="62569"/>
                  </a:lnTo>
                  <a:lnTo>
                    <a:pt x="290872" y="0"/>
                  </a:lnTo>
                  <a:lnTo>
                    <a:pt x="1362" y="1523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 name="任意形状 449"/>
            <p:cNvSpPr/>
            <p:nvPr/>
          </p:nvSpPr>
          <p:spPr>
            <a:xfrm>
              <a:off x="5979664" y="4960864"/>
              <a:ext cx="198676" cy="236882"/>
            </a:xfrm>
            <a:custGeom>
              <a:avLst/>
              <a:gdLst>
                <a:gd name="connsiteX0" fmla="*/ 0 w 198676"/>
                <a:gd name="connsiteY0" fmla="*/ 0 h 236882"/>
                <a:gd name="connsiteX1" fmla="*/ 0 w 198676"/>
                <a:gd name="connsiteY1" fmla="*/ 236883 h 236882"/>
                <a:gd name="connsiteX2" fmla="*/ 198677 w 198676"/>
                <a:gd name="connsiteY2" fmla="*/ 148540 h 236882"/>
                <a:gd name="connsiteX3" fmla="*/ 198677 w 198676"/>
                <a:gd name="connsiteY3" fmla="*/ 102616 h 236882"/>
                <a:gd name="connsiteX4" fmla="*/ 0 w 198676"/>
                <a:gd name="connsiteY4" fmla="*/ 0 h 236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676" h="236882">
                  <a:moveTo>
                    <a:pt x="0" y="0"/>
                  </a:moveTo>
                  <a:lnTo>
                    <a:pt x="0" y="236883"/>
                  </a:lnTo>
                  <a:lnTo>
                    <a:pt x="198677" y="148540"/>
                  </a:lnTo>
                  <a:lnTo>
                    <a:pt x="198677" y="102616"/>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1" name="任意形状 450"/>
            <p:cNvSpPr/>
            <p:nvPr/>
          </p:nvSpPr>
          <p:spPr>
            <a:xfrm rot="10800000" flipV="1">
              <a:off x="6054919" y="4995212"/>
              <a:ext cx="132824" cy="212358"/>
            </a:xfrm>
            <a:custGeom>
              <a:avLst/>
              <a:gdLst>
                <a:gd name="connsiteX0" fmla="*/ -14 w 132824"/>
                <a:gd name="connsiteY0" fmla="*/ 68252 h 212358"/>
                <a:gd name="connsiteX1" fmla="*/ -14 w 132824"/>
                <a:gd name="connsiteY1" fmla="*/ 212359 h 212358"/>
                <a:gd name="connsiteX2" fmla="*/ 132810 w 132824"/>
                <a:gd name="connsiteY2" fmla="*/ 142955 h 212358"/>
                <a:gd name="connsiteX3" fmla="*/ 132810 w 132824"/>
                <a:gd name="connsiteY3" fmla="*/ 0 h 212358"/>
                <a:gd name="connsiteX4" fmla="*/ -14 w 132824"/>
                <a:gd name="connsiteY4" fmla="*/ 68252 h 2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24" h="212358">
                  <a:moveTo>
                    <a:pt x="-14" y="68252"/>
                  </a:moveTo>
                  <a:lnTo>
                    <a:pt x="-14" y="212359"/>
                  </a:lnTo>
                  <a:lnTo>
                    <a:pt x="132810" y="142955"/>
                  </a:lnTo>
                  <a:lnTo>
                    <a:pt x="132810" y="0"/>
                  </a:lnTo>
                  <a:lnTo>
                    <a:pt x="-14" y="6825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2" name="任意形状 451"/>
            <p:cNvSpPr/>
            <p:nvPr/>
          </p:nvSpPr>
          <p:spPr>
            <a:xfrm rot="10800000" flipV="1">
              <a:off x="6092825" y="5050793"/>
              <a:ext cx="57150" cy="104775"/>
            </a:xfrm>
            <a:custGeom>
              <a:avLst/>
              <a:gdLst>
                <a:gd name="connsiteX0" fmla="*/ -6 w 57150"/>
                <a:gd name="connsiteY0" fmla="*/ 33674 h 104775"/>
                <a:gd name="connsiteX1" fmla="*/ -6 w 57150"/>
                <a:gd name="connsiteY1" fmla="*/ 104775 h 104775"/>
                <a:gd name="connsiteX2" fmla="*/ 57144 w 57150"/>
                <a:gd name="connsiteY2" fmla="*/ 70532 h 104775"/>
                <a:gd name="connsiteX3" fmla="*/ 57144 w 57150"/>
                <a:gd name="connsiteY3" fmla="*/ 0 h 104775"/>
                <a:gd name="connsiteX4" fmla="*/ -6 w 57150"/>
                <a:gd name="connsiteY4" fmla="*/ 33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104775">
                  <a:moveTo>
                    <a:pt x="-6" y="33674"/>
                  </a:moveTo>
                  <a:lnTo>
                    <a:pt x="-6" y="104775"/>
                  </a:lnTo>
                  <a:lnTo>
                    <a:pt x="57144" y="70532"/>
                  </a:lnTo>
                  <a:lnTo>
                    <a:pt x="57144" y="0"/>
                  </a:lnTo>
                  <a:lnTo>
                    <a:pt x="-6" y="33674"/>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3" name="任意形状 452"/>
            <p:cNvSpPr/>
            <p:nvPr/>
          </p:nvSpPr>
          <p:spPr>
            <a:xfrm>
              <a:off x="5937198" y="4700387"/>
              <a:ext cx="579019" cy="314324"/>
            </a:xfrm>
            <a:custGeom>
              <a:avLst/>
              <a:gdLst>
                <a:gd name="connsiteX0" fmla="*/ 0 w 579019"/>
                <a:gd name="connsiteY0" fmla="*/ 161986 h 314324"/>
                <a:gd name="connsiteX1" fmla="*/ 288147 w 579019"/>
                <a:gd name="connsiteY1" fmla="*/ 314325 h 314324"/>
                <a:gd name="connsiteX2" fmla="*/ 579020 w 579019"/>
                <a:gd name="connsiteY2" fmla="*/ 161165 h 314324"/>
                <a:gd name="connsiteX3" fmla="*/ 288147 w 579019"/>
                <a:gd name="connsiteY3" fmla="*/ 0 h 314324"/>
                <a:gd name="connsiteX4" fmla="*/ 238360 w 579019"/>
                <a:gd name="connsiteY4" fmla="*/ 27989 h 314324"/>
                <a:gd name="connsiteX5" fmla="*/ 238237 w 579019"/>
                <a:gd name="connsiteY5" fmla="*/ 136297 h 314324"/>
                <a:gd name="connsiteX6" fmla="*/ 154293 w 579019"/>
                <a:gd name="connsiteY6" fmla="*/ 184642 h 314324"/>
                <a:gd name="connsiteX7" fmla="*/ 54021 w 579019"/>
                <a:gd name="connsiteY7" fmla="*/ 131617 h 314324"/>
                <a:gd name="connsiteX8" fmla="*/ 0 w 579019"/>
                <a:gd name="connsiteY8" fmla="*/ 161986 h 31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019" h="314324">
                  <a:moveTo>
                    <a:pt x="0" y="161986"/>
                  </a:moveTo>
                  <a:lnTo>
                    <a:pt x="288147" y="314325"/>
                  </a:lnTo>
                  <a:lnTo>
                    <a:pt x="579020" y="161165"/>
                  </a:lnTo>
                  <a:lnTo>
                    <a:pt x="288147" y="0"/>
                  </a:lnTo>
                  <a:lnTo>
                    <a:pt x="238360" y="27989"/>
                  </a:lnTo>
                  <a:lnTo>
                    <a:pt x="238237" y="136297"/>
                  </a:lnTo>
                  <a:lnTo>
                    <a:pt x="154293" y="184642"/>
                  </a:lnTo>
                  <a:lnTo>
                    <a:pt x="54021" y="131617"/>
                  </a:lnTo>
                  <a:lnTo>
                    <a:pt x="0" y="1619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4" name="任意形状 453"/>
            <p:cNvSpPr/>
            <p:nvPr/>
          </p:nvSpPr>
          <p:spPr>
            <a:xfrm>
              <a:off x="6175436" y="4727999"/>
              <a:ext cx="237410" cy="227494"/>
            </a:xfrm>
            <a:custGeom>
              <a:avLst/>
              <a:gdLst>
                <a:gd name="connsiteX0" fmla="*/ 50341 w 237410"/>
                <a:gd name="connsiteY0" fmla="*/ 227494 h 227494"/>
                <a:gd name="connsiteX1" fmla="*/ 0 w 237410"/>
                <a:gd name="connsiteY1" fmla="*/ 201680 h 227494"/>
                <a:gd name="connsiteX2" fmla="*/ 0 w 237410"/>
                <a:gd name="connsiteY2" fmla="*/ 0 h 227494"/>
                <a:gd name="connsiteX3" fmla="*/ 237411 w 237410"/>
                <a:gd name="connsiteY3" fmla="*/ 129550 h 227494"/>
                <a:gd name="connsiteX4" fmla="*/ 50341 w 237410"/>
                <a:gd name="connsiteY4" fmla="*/ 227494 h 227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410" h="227494">
                  <a:moveTo>
                    <a:pt x="50341" y="227494"/>
                  </a:moveTo>
                  <a:lnTo>
                    <a:pt x="0" y="201680"/>
                  </a:lnTo>
                  <a:lnTo>
                    <a:pt x="0" y="0"/>
                  </a:lnTo>
                  <a:lnTo>
                    <a:pt x="237411" y="129550"/>
                  </a:lnTo>
                  <a:lnTo>
                    <a:pt x="50341" y="227494"/>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5" name="任意形状 454"/>
            <p:cNvSpPr/>
            <p:nvPr/>
          </p:nvSpPr>
          <p:spPr>
            <a:xfrm>
              <a:off x="6091491" y="4809967"/>
              <a:ext cx="266940" cy="146389"/>
            </a:xfrm>
            <a:custGeom>
              <a:avLst/>
              <a:gdLst>
                <a:gd name="connsiteX0" fmla="*/ 0 w 266940"/>
                <a:gd name="connsiteY0" fmla="*/ 75062 h 146389"/>
                <a:gd name="connsiteX1" fmla="*/ 133856 w 266940"/>
                <a:gd name="connsiteY1" fmla="*/ 146390 h 146389"/>
                <a:gd name="connsiteX2" fmla="*/ 266940 w 266940"/>
                <a:gd name="connsiteY2" fmla="*/ 76432 h 146389"/>
                <a:gd name="connsiteX3" fmla="*/ 131372 w 266940"/>
                <a:gd name="connsiteY3" fmla="*/ 0 h 146389"/>
                <a:gd name="connsiteX4" fmla="*/ 0 w 266940"/>
                <a:gd name="connsiteY4" fmla="*/ 75062 h 1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940" h="146389">
                  <a:moveTo>
                    <a:pt x="0" y="75062"/>
                  </a:moveTo>
                  <a:lnTo>
                    <a:pt x="133856" y="146390"/>
                  </a:lnTo>
                  <a:lnTo>
                    <a:pt x="266940" y="76432"/>
                  </a:lnTo>
                  <a:lnTo>
                    <a:pt x="131372" y="0"/>
                  </a:lnTo>
                  <a:lnTo>
                    <a:pt x="0" y="75062"/>
                  </a:lnTo>
                  <a:close/>
                </a:path>
              </a:pathLst>
            </a:custGeom>
            <a:solidFill>
              <a:schemeClr val="accent1">
                <a:lumMod val="60000"/>
                <a:lumOff val="4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6" name="任意形状 455"/>
            <p:cNvSpPr/>
            <p:nvPr/>
          </p:nvSpPr>
          <p:spPr>
            <a:xfrm>
              <a:off x="6169025" y="4850768"/>
              <a:ext cx="114300" cy="66675"/>
            </a:xfrm>
            <a:custGeom>
              <a:avLst/>
              <a:gdLst>
                <a:gd name="connsiteX0" fmla="*/ 0 w 114300"/>
                <a:gd name="connsiteY0" fmla="*/ 34188 h 66675"/>
                <a:gd name="connsiteX1" fmla="*/ 57315 w 114300"/>
                <a:gd name="connsiteY1" fmla="*/ 66675 h 66675"/>
                <a:gd name="connsiteX2" fmla="*/ 114300 w 114300"/>
                <a:gd name="connsiteY2" fmla="*/ 34812 h 66675"/>
                <a:gd name="connsiteX3" fmla="*/ 56252 w 114300"/>
                <a:gd name="connsiteY3" fmla="*/ 0 h 66675"/>
                <a:gd name="connsiteX4" fmla="*/ 0 w 114300"/>
                <a:gd name="connsiteY4" fmla="*/ 3418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66675">
                  <a:moveTo>
                    <a:pt x="0" y="34188"/>
                  </a:moveTo>
                  <a:lnTo>
                    <a:pt x="57315" y="66675"/>
                  </a:lnTo>
                  <a:lnTo>
                    <a:pt x="114300" y="34812"/>
                  </a:lnTo>
                  <a:lnTo>
                    <a:pt x="56252" y="0"/>
                  </a:lnTo>
                  <a:lnTo>
                    <a:pt x="0" y="34188"/>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7" name="任意形状 456"/>
            <p:cNvSpPr/>
            <p:nvPr/>
          </p:nvSpPr>
          <p:spPr>
            <a:xfrm>
              <a:off x="6282870" y="5027127"/>
              <a:ext cx="233348" cy="213226"/>
            </a:xfrm>
            <a:custGeom>
              <a:avLst/>
              <a:gdLst>
                <a:gd name="connsiteX0" fmla="*/ 1056 w 233348"/>
                <a:gd name="connsiteY0" fmla="*/ 26582 h 213226"/>
                <a:gd name="connsiteX1" fmla="*/ 48713 w 233348"/>
                <a:gd name="connsiteY1" fmla="*/ 0 h 213226"/>
                <a:gd name="connsiteX2" fmla="*/ 233348 w 233348"/>
                <a:gd name="connsiteY2" fmla="*/ 94200 h 213226"/>
                <a:gd name="connsiteX3" fmla="*/ 0 w 233348"/>
                <a:gd name="connsiteY3" fmla="*/ 213227 h 213226"/>
                <a:gd name="connsiteX4" fmla="*/ 1056 w 233348"/>
                <a:gd name="connsiteY4" fmla="*/ 26582 h 213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48" h="213226">
                  <a:moveTo>
                    <a:pt x="1056" y="26582"/>
                  </a:moveTo>
                  <a:lnTo>
                    <a:pt x="48713" y="0"/>
                  </a:lnTo>
                  <a:lnTo>
                    <a:pt x="233348" y="94200"/>
                  </a:lnTo>
                  <a:lnTo>
                    <a:pt x="0" y="213227"/>
                  </a:lnTo>
                  <a:lnTo>
                    <a:pt x="1056" y="2658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8" name="任意形状 457"/>
            <p:cNvSpPr/>
            <p:nvPr/>
          </p:nvSpPr>
          <p:spPr>
            <a:xfrm>
              <a:off x="6282277" y="4985850"/>
              <a:ext cx="124438" cy="209193"/>
            </a:xfrm>
            <a:custGeom>
              <a:avLst/>
              <a:gdLst>
                <a:gd name="connsiteX0" fmla="*/ 592 w 124438"/>
                <a:gd name="connsiteY0" fmla="*/ 65882 h 209193"/>
                <a:gd name="connsiteX1" fmla="*/ 0 w 124438"/>
                <a:gd name="connsiteY1" fmla="*/ 209194 h 209193"/>
                <a:gd name="connsiteX2" fmla="*/ 124438 w 124438"/>
                <a:gd name="connsiteY2" fmla="*/ 142955 h 209193"/>
                <a:gd name="connsiteX3" fmla="*/ 124438 w 124438"/>
                <a:gd name="connsiteY3" fmla="*/ 0 h 209193"/>
                <a:gd name="connsiteX4" fmla="*/ 592 w 124438"/>
                <a:gd name="connsiteY4" fmla="*/ 65882 h 209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38" h="209193">
                  <a:moveTo>
                    <a:pt x="592" y="65882"/>
                  </a:moveTo>
                  <a:lnTo>
                    <a:pt x="0" y="209194"/>
                  </a:lnTo>
                  <a:lnTo>
                    <a:pt x="124438" y="142955"/>
                  </a:lnTo>
                  <a:lnTo>
                    <a:pt x="124438" y="0"/>
                  </a:lnTo>
                  <a:lnTo>
                    <a:pt x="592" y="6588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9" name="任意形状 458"/>
            <p:cNvSpPr/>
            <p:nvPr/>
          </p:nvSpPr>
          <p:spPr>
            <a:xfrm>
              <a:off x="6321425" y="5041268"/>
              <a:ext cx="47625" cy="95250"/>
            </a:xfrm>
            <a:custGeom>
              <a:avLst/>
              <a:gdLst>
                <a:gd name="connsiteX0" fmla="*/ 227 w 47625"/>
                <a:gd name="connsiteY0" fmla="*/ 29997 h 95250"/>
                <a:gd name="connsiteX1" fmla="*/ 0 w 47625"/>
                <a:gd name="connsiteY1" fmla="*/ 95250 h 95250"/>
                <a:gd name="connsiteX2" fmla="*/ 47625 w 47625"/>
                <a:gd name="connsiteY2" fmla="*/ 65090 h 95250"/>
                <a:gd name="connsiteX3" fmla="*/ 47625 w 47625"/>
                <a:gd name="connsiteY3" fmla="*/ 0 h 95250"/>
                <a:gd name="connsiteX4" fmla="*/ 227 w 47625"/>
                <a:gd name="connsiteY4" fmla="*/ 29997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95250">
                  <a:moveTo>
                    <a:pt x="227" y="29997"/>
                  </a:moveTo>
                  <a:lnTo>
                    <a:pt x="0" y="95250"/>
                  </a:lnTo>
                  <a:lnTo>
                    <a:pt x="47625" y="65090"/>
                  </a:lnTo>
                  <a:lnTo>
                    <a:pt x="47625" y="0"/>
                  </a:lnTo>
                  <a:lnTo>
                    <a:pt x="227" y="29997"/>
                  </a:lnTo>
                  <a:close/>
                </a:path>
              </a:pathLst>
            </a:custGeom>
            <a:solidFill>
              <a:schemeClr val="bg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60" name="图片 74" descr="icon-24"/>
          <p:cNvGrpSpPr/>
          <p:nvPr/>
        </p:nvGrpSpPr>
        <p:grpSpPr>
          <a:xfrm>
            <a:off x="8138795" y="4709160"/>
            <a:ext cx="581025" cy="628650"/>
            <a:chOff x="8138795" y="4709160"/>
            <a:chExt cx="581025" cy="628650"/>
          </a:xfrm>
        </p:grpSpPr>
        <p:sp>
          <p:nvSpPr>
            <p:cNvPr id="461" name="任意形状 460"/>
            <p:cNvSpPr/>
            <p:nvPr/>
          </p:nvSpPr>
          <p:spPr>
            <a:xfrm>
              <a:off x="8138795" y="4709160"/>
              <a:ext cx="581025" cy="628650"/>
            </a:xfrm>
            <a:custGeom>
              <a:avLst/>
              <a:gdLst>
                <a:gd name="connsiteX0" fmla="*/ 0 w 581025"/>
                <a:gd name="connsiteY0" fmla="*/ 161986 h 628650"/>
                <a:gd name="connsiteX1" fmla="*/ 0 w 581025"/>
                <a:gd name="connsiteY1" fmla="*/ 475490 h 628650"/>
                <a:gd name="connsiteX2" fmla="*/ 289146 w 581025"/>
                <a:gd name="connsiteY2" fmla="*/ 628650 h 628650"/>
                <a:gd name="connsiteX3" fmla="*/ 581025 w 581025"/>
                <a:gd name="connsiteY3" fmla="*/ 475490 h 628650"/>
                <a:gd name="connsiteX4" fmla="*/ 581025 w 581025"/>
                <a:gd name="connsiteY4" fmla="*/ 161986 h 628650"/>
                <a:gd name="connsiteX5" fmla="*/ 289146 w 581025"/>
                <a:gd name="connsiteY5" fmla="*/ 0 h 628650"/>
                <a:gd name="connsiteX6" fmla="*/ 0 w 581025"/>
                <a:gd name="connsiteY6" fmla="*/ 161986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628650">
                  <a:moveTo>
                    <a:pt x="0" y="161986"/>
                  </a:moveTo>
                  <a:lnTo>
                    <a:pt x="0" y="475490"/>
                  </a:lnTo>
                  <a:lnTo>
                    <a:pt x="289146" y="628650"/>
                  </a:lnTo>
                  <a:lnTo>
                    <a:pt x="581025" y="475490"/>
                  </a:lnTo>
                  <a:lnTo>
                    <a:pt x="581025" y="161986"/>
                  </a:lnTo>
                  <a:lnTo>
                    <a:pt x="289146" y="0"/>
                  </a:lnTo>
                  <a:lnTo>
                    <a:pt x="0" y="1619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2" name="任意形状 461"/>
            <p:cNvSpPr/>
            <p:nvPr/>
          </p:nvSpPr>
          <p:spPr>
            <a:xfrm>
              <a:off x="8424545" y="4871085"/>
              <a:ext cx="295275" cy="466725"/>
            </a:xfrm>
            <a:custGeom>
              <a:avLst/>
              <a:gdLst>
                <a:gd name="connsiteX0" fmla="*/ 1383 w 295275"/>
                <a:gd name="connsiteY0" fmla="*/ 152359 h 466725"/>
                <a:gd name="connsiteX1" fmla="*/ 0 w 295275"/>
                <a:gd name="connsiteY1" fmla="*/ 466725 h 466725"/>
                <a:gd name="connsiteX2" fmla="*/ 295275 w 295275"/>
                <a:gd name="connsiteY2" fmla="*/ 313545 h 466725"/>
                <a:gd name="connsiteX3" fmla="*/ 295275 w 295275"/>
                <a:gd name="connsiteY3" fmla="*/ 0 h 466725"/>
                <a:gd name="connsiteX4" fmla="*/ 1383 w 295275"/>
                <a:gd name="connsiteY4" fmla="*/ 152359 h 466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5" h="466725">
                  <a:moveTo>
                    <a:pt x="1383" y="152359"/>
                  </a:moveTo>
                  <a:lnTo>
                    <a:pt x="0" y="466725"/>
                  </a:lnTo>
                  <a:lnTo>
                    <a:pt x="295275" y="313545"/>
                  </a:lnTo>
                  <a:lnTo>
                    <a:pt x="295275" y="0"/>
                  </a:lnTo>
                  <a:lnTo>
                    <a:pt x="1383" y="152359"/>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463" name="图片 74" descr="icon-24"/>
            <p:cNvGrpSpPr/>
            <p:nvPr/>
          </p:nvGrpSpPr>
          <p:grpSpPr>
            <a:xfrm>
              <a:off x="8196044" y="4985587"/>
              <a:ext cx="143590" cy="216541"/>
              <a:chOff x="8196044" y="4985587"/>
              <a:chExt cx="143590" cy="216541"/>
            </a:xfrm>
          </p:grpSpPr>
          <p:sp>
            <p:nvSpPr>
              <p:cNvPr id="464" name="任意形状 463"/>
              <p:cNvSpPr/>
              <p:nvPr/>
            </p:nvSpPr>
            <p:spPr>
              <a:xfrm rot="10800000" flipV="1">
                <a:off x="8196044" y="4985587"/>
                <a:ext cx="143590" cy="216541"/>
              </a:xfrm>
              <a:custGeom>
                <a:avLst/>
                <a:gdLst>
                  <a:gd name="connsiteX0" fmla="*/ 606 w 143590"/>
                  <a:gd name="connsiteY0" fmla="*/ 75397 h 216541"/>
                  <a:gd name="connsiteX1" fmla="*/ -15 w 143590"/>
                  <a:gd name="connsiteY1" fmla="*/ 216541 h 216541"/>
                  <a:gd name="connsiteX2" fmla="*/ 143575 w 143590"/>
                  <a:gd name="connsiteY2" fmla="*/ 140776 h 216541"/>
                  <a:gd name="connsiteX3" fmla="*/ 143575 w 143590"/>
                  <a:gd name="connsiteY3" fmla="*/ 0 h 216541"/>
                  <a:gd name="connsiteX4" fmla="*/ 606 w 143590"/>
                  <a:gd name="connsiteY4" fmla="*/ 75397 h 216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590" h="216541">
                    <a:moveTo>
                      <a:pt x="606" y="75397"/>
                    </a:moveTo>
                    <a:lnTo>
                      <a:pt x="-15" y="216541"/>
                    </a:lnTo>
                    <a:lnTo>
                      <a:pt x="143575" y="140776"/>
                    </a:lnTo>
                    <a:lnTo>
                      <a:pt x="143575" y="0"/>
                    </a:lnTo>
                    <a:lnTo>
                      <a:pt x="606" y="75397"/>
                    </a:lnTo>
                    <a:close/>
                  </a:path>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5" name="任意形状 464"/>
              <p:cNvSpPr/>
              <p:nvPr/>
            </p:nvSpPr>
            <p:spPr>
              <a:xfrm>
                <a:off x="8196045" y="4985587"/>
                <a:ext cx="28474" cy="155800"/>
              </a:xfrm>
              <a:custGeom>
                <a:avLst/>
                <a:gdLst>
                  <a:gd name="connsiteX0" fmla="*/ 28475 w 28474"/>
                  <a:gd name="connsiteY0" fmla="*/ 15017 h 155800"/>
                  <a:gd name="connsiteX1" fmla="*/ 28475 w 28474"/>
                  <a:gd name="connsiteY1" fmla="*/ 155800 h 155800"/>
                  <a:gd name="connsiteX2" fmla="*/ 0 w 28474"/>
                  <a:gd name="connsiteY2" fmla="*/ 140776 h 155800"/>
                  <a:gd name="connsiteX3" fmla="*/ 0 w 28474"/>
                  <a:gd name="connsiteY3" fmla="*/ 0 h 155800"/>
                  <a:gd name="connsiteX4" fmla="*/ 28475 w 28474"/>
                  <a:gd name="connsiteY4" fmla="*/ 15017 h 15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4" h="155800">
                    <a:moveTo>
                      <a:pt x="28475" y="15017"/>
                    </a:moveTo>
                    <a:lnTo>
                      <a:pt x="28475" y="155800"/>
                    </a:lnTo>
                    <a:lnTo>
                      <a:pt x="0" y="140776"/>
                    </a:lnTo>
                    <a:lnTo>
                      <a:pt x="0" y="0"/>
                    </a:lnTo>
                    <a:lnTo>
                      <a:pt x="28475" y="15017"/>
                    </a:lnTo>
                    <a:close/>
                  </a:path>
                </a:pathLst>
              </a:custGeom>
              <a:solidFill>
                <a:srgbClr val="86A3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6" name="任意形状 465"/>
              <p:cNvSpPr/>
              <p:nvPr/>
            </p:nvSpPr>
            <p:spPr>
              <a:xfrm>
                <a:off x="8196048" y="5109482"/>
                <a:ext cx="143586" cy="92641"/>
              </a:xfrm>
              <a:custGeom>
                <a:avLst/>
                <a:gdLst>
                  <a:gd name="connsiteX0" fmla="*/ 0 w 143586"/>
                  <a:gd name="connsiteY0" fmla="*/ 16878 h 92641"/>
                  <a:gd name="connsiteX1" fmla="*/ 28466 w 143586"/>
                  <a:gd name="connsiteY1" fmla="*/ 0 h 92641"/>
                  <a:gd name="connsiteX2" fmla="*/ 143437 w 143586"/>
                  <a:gd name="connsiteY2" fmla="*/ 58594 h 92641"/>
                  <a:gd name="connsiteX3" fmla="*/ 143587 w 143586"/>
                  <a:gd name="connsiteY3" fmla="*/ 92642 h 92641"/>
                  <a:gd name="connsiteX4" fmla="*/ 0 w 143586"/>
                  <a:gd name="connsiteY4" fmla="*/ 16878 h 9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586" h="92641">
                    <a:moveTo>
                      <a:pt x="0" y="16878"/>
                    </a:moveTo>
                    <a:lnTo>
                      <a:pt x="28466" y="0"/>
                    </a:lnTo>
                    <a:lnTo>
                      <a:pt x="143437" y="58594"/>
                    </a:lnTo>
                    <a:lnTo>
                      <a:pt x="143587" y="92642"/>
                    </a:lnTo>
                    <a:lnTo>
                      <a:pt x="0" y="1687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67" name="图片 74" descr="icon-24"/>
            <p:cNvGrpSpPr/>
            <p:nvPr/>
          </p:nvGrpSpPr>
          <p:grpSpPr>
            <a:xfrm>
              <a:off x="8510369" y="4985587"/>
              <a:ext cx="143590" cy="216541"/>
              <a:chOff x="8510369" y="4985587"/>
              <a:chExt cx="143590" cy="216541"/>
            </a:xfrm>
          </p:grpSpPr>
          <p:sp>
            <p:nvSpPr>
              <p:cNvPr id="468" name="任意形状 467"/>
              <p:cNvSpPr/>
              <p:nvPr/>
            </p:nvSpPr>
            <p:spPr>
              <a:xfrm>
                <a:off x="8510369" y="4985587"/>
                <a:ext cx="143590" cy="216541"/>
              </a:xfrm>
              <a:custGeom>
                <a:avLst/>
                <a:gdLst>
                  <a:gd name="connsiteX0" fmla="*/ 591 w 143590"/>
                  <a:gd name="connsiteY0" fmla="*/ 75397 h 216541"/>
                  <a:gd name="connsiteX1" fmla="*/ -30 w 143590"/>
                  <a:gd name="connsiteY1" fmla="*/ 216541 h 216541"/>
                  <a:gd name="connsiteX2" fmla="*/ 143560 w 143590"/>
                  <a:gd name="connsiteY2" fmla="*/ 140776 h 216541"/>
                  <a:gd name="connsiteX3" fmla="*/ 143560 w 143590"/>
                  <a:gd name="connsiteY3" fmla="*/ 0 h 216541"/>
                  <a:gd name="connsiteX4" fmla="*/ 591 w 143590"/>
                  <a:gd name="connsiteY4" fmla="*/ 75397 h 216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590" h="216541">
                    <a:moveTo>
                      <a:pt x="591" y="75397"/>
                    </a:moveTo>
                    <a:lnTo>
                      <a:pt x="-30" y="216541"/>
                    </a:lnTo>
                    <a:lnTo>
                      <a:pt x="143560" y="140776"/>
                    </a:lnTo>
                    <a:lnTo>
                      <a:pt x="143560" y="0"/>
                    </a:lnTo>
                    <a:lnTo>
                      <a:pt x="591" y="75397"/>
                    </a:lnTo>
                    <a:close/>
                  </a:path>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69" name="任意形状 468"/>
              <p:cNvSpPr/>
              <p:nvPr/>
            </p:nvSpPr>
            <p:spPr>
              <a:xfrm rot="10800000" flipV="1">
                <a:off x="8625484" y="4985587"/>
                <a:ext cx="28474" cy="155800"/>
              </a:xfrm>
              <a:custGeom>
                <a:avLst/>
                <a:gdLst>
                  <a:gd name="connsiteX0" fmla="*/ 28472 w 28474"/>
                  <a:gd name="connsiteY0" fmla="*/ 15017 h 155800"/>
                  <a:gd name="connsiteX1" fmla="*/ 28472 w 28474"/>
                  <a:gd name="connsiteY1" fmla="*/ 155800 h 155800"/>
                  <a:gd name="connsiteX2" fmla="*/ -3 w 28474"/>
                  <a:gd name="connsiteY2" fmla="*/ 140776 h 155800"/>
                  <a:gd name="connsiteX3" fmla="*/ -3 w 28474"/>
                  <a:gd name="connsiteY3" fmla="*/ 0 h 155800"/>
                  <a:gd name="connsiteX4" fmla="*/ 28472 w 28474"/>
                  <a:gd name="connsiteY4" fmla="*/ 15017 h 15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4" h="155800">
                    <a:moveTo>
                      <a:pt x="28472" y="15017"/>
                    </a:moveTo>
                    <a:lnTo>
                      <a:pt x="28472" y="155800"/>
                    </a:lnTo>
                    <a:lnTo>
                      <a:pt x="-3" y="140776"/>
                    </a:lnTo>
                    <a:lnTo>
                      <a:pt x="-3" y="0"/>
                    </a:lnTo>
                    <a:lnTo>
                      <a:pt x="28472" y="15017"/>
                    </a:lnTo>
                    <a:close/>
                  </a:path>
                </a:pathLst>
              </a:custGeom>
              <a:solidFill>
                <a:schemeClr val="accent1">
                  <a:lumMod val="60000"/>
                  <a:lumOff val="4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0" name="任意形状 469"/>
              <p:cNvSpPr/>
              <p:nvPr/>
            </p:nvSpPr>
            <p:spPr>
              <a:xfrm rot="10800000" flipV="1">
                <a:off x="8510369" y="5109482"/>
                <a:ext cx="143586" cy="92641"/>
              </a:xfrm>
              <a:custGeom>
                <a:avLst/>
                <a:gdLst>
                  <a:gd name="connsiteX0" fmla="*/ -15 w 143586"/>
                  <a:gd name="connsiteY0" fmla="*/ 16878 h 92641"/>
                  <a:gd name="connsiteX1" fmla="*/ 28451 w 143586"/>
                  <a:gd name="connsiteY1" fmla="*/ 0 h 92641"/>
                  <a:gd name="connsiteX2" fmla="*/ 143422 w 143586"/>
                  <a:gd name="connsiteY2" fmla="*/ 58594 h 92641"/>
                  <a:gd name="connsiteX3" fmla="*/ 143572 w 143586"/>
                  <a:gd name="connsiteY3" fmla="*/ 92642 h 92641"/>
                  <a:gd name="connsiteX4" fmla="*/ -15 w 143586"/>
                  <a:gd name="connsiteY4" fmla="*/ 16878 h 9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586" h="92641">
                    <a:moveTo>
                      <a:pt x="-15" y="16878"/>
                    </a:moveTo>
                    <a:lnTo>
                      <a:pt x="28451" y="0"/>
                    </a:lnTo>
                    <a:lnTo>
                      <a:pt x="143422" y="58594"/>
                    </a:lnTo>
                    <a:lnTo>
                      <a:pt x="143572" y="92642"/>
                    </a:lnTo>
                    <a:lnTo>
                      <a:pt x="-15" y="16878"/>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71" name="任意形状 470"/>
            <p:cNvSpPr/>
            <p:nvPr/>
          </p:nvSpPr>
          <p:spPr>
            <a:xfrm>
              <a:off x="8138795" y="4709160"/>
              <a:ext cx="581025" cy="314325"/>
            </a:xfrm>
            <a:custGeom>
              <a:avLst/>
              <a:gdLst>
                <a:gd name="connsiteX0" fmla="*/ 0 w 581025"/>
                <a:gd name="connsiteY0" fmla="*/ 161986 h 314325"/>
                <a:gd name="connsiteX1" fmla="*/ 289146 w 581025"/>
                <a:gd name="connsiteY1" fmla="*/ 314325 h 314325"/>
                <a:gd name="connsiteX2" fmla="*/ 581025 w 581025"/>
                <a:gd name="connsiteY2" fmla="*/ 161165 h 314325"/>
                <a:gd name="connsiteX3" fmla="*/ 289146 w 581025"/>
                <a:gd name="connsiteY3" fmla="*/ 0 h 314325"/>
                <a:gd name="connsiteX4" fmla="*/ 0 w 581025"/>
                <a:gd name="connsiteY4" fmla="*/ 161986 h 314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025" h="314325">
                  <a:moveTo>
                    <a:pt x="0" y="161986"/>
                  </a:moveTo>
                  <a:lnTo>
                    <a:pt x="289146" y="314325"/>
                  </a:lnTo>
                  <a:lnTo>
                    <a:pt x="581025" y="161165"/>
                  </a:lnTo>
                  <a:lnTo>
                    <a:pt x="289146" y="0"/>
                  </a:lnTo>
                  <a:lnTo>
                    <a:pt x="0" y="1619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2" name="任意形状 471"/>
            <p:cNvSpPr/>
            <p:nvPr/>
          </p:nvSpPr>
          <p:spPr>
            <a:xfrm>
              <a:off x="8288452" y="4790122"/>
              <a:ext cx="281709" cy="152400"/>
            </a:xfrm>
            <a:custGeom>
              <a:avLst/>
              <a:gdLst>
                <a:gd name="connsiteX0" fmla="*/ 0 w 281709"/>
                <a:gd name="connsiteY0" fmla="*/ 78539 h 152400"/>
                <a:gd name="connsiteX1" fmla="*/ 140192 w 281709"/>
                <a:gd name="connsiteY1" fmla="*/ 152400 h 152400"/>
                <a:gd name="connsiteX2" fmla="*/ 281710 w 281709"/>
                <a:gd name="connsiteY2" fmla="*/ 78141 h 152400"/>
                <a:gd name="connsiteX3" fmla="*/ 140192 w 281709"/>
                <a:gd name="connsiteY3" fmla="*/ 0 h 152400"/>
                <a:gd name="connsiteX4" fmla="*/ 0 w 281709"/>
                <a:gd name="connsiteY4" fmla="*/ 78539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09" h="152400">
                  <a:moveTo>
                    <a:pt x="0" y="78539"/>
                  </a:moveTo>
                  <a:lnTo>
                    <a:pt x="140192" y="152400"/>
                  </a:lnTo>
                  <a:lnTo>
                    <a:pt x="281710" y="78141"/>
                  </a:lnTo>
                  <a:lnTo>
                    <a:pt x="140192" y="0"/>
                  </a:lnTo>
                  <a:lnTo>
                    <a:pt x="0" y="78539"/>
                  </a:lnTo>
                  <a:close/>
                </a:path>
              </a:pathLst>
            </a:custGeom>
            <a:solidFill>
              <a:srgbClr val="FFFFFF"/>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3" name="任意形状 472"/>
            <p:cNvSpPr/>
            <p:nvPr/>
          </p:nvSpPr>
          <p:spPr>
            <a:xfrm>
              <a:off x="8288452" y="4790122"/>
              <a:ext cx="281709" cy="97004"/>
            </a:xfrm>
            <a:custGeom>
              <a:avLst/>
              <a:gdLst>
                <a:gd name="connsiteX0" fmla="*/ 35048 w 281709"/>
                <a:gd name="connsiteY0" fmla="*/ 97005 h 97004"/>
                <a:gd name="connsiteX1" fmla="*/ 0 w 281709"/>
                <a:gd name="connsiteY1" fmla="*/ 78539 h 97004"/>
                <a:gd name="connsiteX2" fmla="*/ 140192 w 281709"/>
                <a:gd name="connsiteY2" fmla="*/ 0 h 97004"/>
                <a:gd name="connsiteX3" fmla="*/ 281710 w 281709"/>
                <a:gd name="connsiteY3" fmla="*/ 78141 h 97004"/>
                <a:gd name="connsiteX4" fmla="*/ 246330 w 281709"/>
                <a:gd name="connsiteY4" fmla="*/ 96705 h 97004"/>
                <a:gd name="connsiteX5" fmla="*/ 140192 w 281709"/>
                <a:gd name="connsiteY5" fmla="*/ 38100 h 97004"/>
                <a:gd name="connsiteX6" fmla="*/ 35048 w 281709"/>
                <a:gd name="connsiteY6" fmla="*/ 97005 h 9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709" h="97004">
                  <a:moveTo>
                    <a:pt x="35048" y="97005"/>
                  </a:moveTo>
                  <a:lnTo>
                    <a:pt x="0" y="78539"/>
                  </a:lnTo>
                  <a:lnTo>
                    <a:pt x="140192" y="0"/>
                  </a:lnTo>
                  <a:lnTo>
                    <a:pt x="281710" y="78141"/>
                  </a:lnTo>
                  <a:lnTo>
                    <a:pt x="246330" y="96705"/>
                  </a:lnTo>
                  <a:lnTo>
                    <a:pt x="140192" y="38100"/>
                  </a:lnTo>
                  <a:lnTo>
                    <a:pt x="35048" y="97005"/>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4" name="任意形状 473"/>
            <p:cNvSpPr/>
            <p:nvPr/>
          </p:nvSpPr>
          <p:spPr>
            <a:xfrm>
              <a:off x="8429307" y="4790487"/>
              <a:ext cx="140855" cy="96339"/>
            </a:xfrm>
            <a:custGeom>
              <a:avLst/>
              <a:gdLst>
                <a:gd name="connsiteX0" fmla="*/ 0 w 140855"/>
                <a:gd name="connsiteY0" fmla="*/ 38100 h 96339"/>
                <a:gd name="connsiteX1" fmla="*/ 0 w 140855"/>
                <a:gd name="connsiteY1" fmla="*/ 0 h 96339"/>
                <a:gd name="connsiteX2" fmla="*/ 140855 w 140855"/>
                <a:gd name="connsiteY2" fmla="*/ 77775 h 96339"/>
                <a:gd name="connsiteX3" fmla="*/ 105476 w 140855"/>
                <a:gd name="connsiteY3" fmla="*/ 96340 h 96339"/>
                <a:gd name="connsiteX4" fmla="*/ 0 w 140855"/>
                <a:gd name="connsiteY4" fmla="*/ 38100 h 9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855" h="96339">
                  <a:moveTo>
                    <a:pt x="0" y="38100"/>
                  </a:moveTo>
                  <a:lnTo>
                    <a:pt x="0" y="0"/>
                  </a:lnTo>
                  <a:lnTo>
                    <a:pt x="140855" y="77775"/>
                  </a:lnTo>
                  <a:lnTo>
                    <a:pt x="105476" y="96340"/>
                  </a:lnTo>
                  <a:lnTo>
                    <a:pt x="0" y="38100"/>
                  </a:lnTo>
                  <a:close/>
                </a:path>
              </a:pathLst>
            </a:custGeom>
            <a:solidFill>
              <a:schemeClr val="accent1">
                <a:lumMod val="60000"/>
                <a:lumOff val="4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75" name="图片 70" descr="icon-20"/>
          <p:cNvGrpSpPr/>
          <p:nvPr/>
        </p:nvGrpSpPr>
        <p:grpSpPr>
          <a:xfrm>
            <a:off x="7067330" y="4712783"/>
            <a:ext cx="594163" cy="609600"/>
            <a:chOff x="7067330" y="4712783"/>
            <a:chExt cx="594163" cy="609600"/>
          </a:xfrm>
        </p:grpSpPr>
        <p:sp>
          <p:nvSpPr>
            <p:cNvPr id="476" name="任意形状 475"/>
            <p:cNvSpPr/>
            <p:nvPr/>
          </p:nvSpPr>
          <p:spPr>
            <a:xfrm>
              <a:off x="7067330" y="4939260"/>
              <a:ext cx="594163" cy="383123"/>
            </a:xfrm>
            <a:custGeom>
              <a:avLst/>
              <a:gdLst>
                <a:gd name="connsiteX0" fmla="*/ 0 w 594163"/>
                <a:gd name="connsiteY0" fmla="*/ 168452 h 383123"/>
                <a:gd name="connsiteX1" fmla="*/ 0 w 594163"/>
                <a:gd name="connsiteY1" fmla="*/ 223851 h 383123"/>
                <a:gd name="connsiteX2" fmla="*/ 295684 w 594163"/>
                <a:gd name="connsiteY2" fmla="*/ 383123 h 383123"/>
                <a:gd name="connsiteX3" fmla="*/ 594164 w 594163"/>
                <a:gd name="connsiteY3" fmla="*/ 223851 h 383123"/>
                <a:gd name="connsiteX4" fmla="*/ 594164 w 594163"/>
                <a:gd name="connsiteY4" fmla="*/ 168452 h 383123"/>
                <a:gd name="connsiteX5" fmla="*/ 295684 w 594163"/>
                <a:gd name="connsiteY5" fmla="*/ 0 h 383123"/>
                <a:gd name="connsiteX6" fmla="*/ 0 w 594163"/>
                <a:gd name="connsiteY6" fmla="*/ 168452 h 38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163" h="383123">
                  <a:moveTo>
                    <a:pt x="0" y="168452"/>
                  </a:moveTo>
                  <a:lnTo>
                    <a:pt x="0" y="223851"/>
                  </a:lnTo>
                  <a:lnTo>
                    <a:pt x="295684" y="383123"/>
                  </a:lnTo>
                  <a:lnTo>
                    <a:pt x="594164" y="223851"/>
                  </a:lnTo>
                  <a:lnTo>
                    <a:pt x="594164" y="168452"/>
                  </a:lnTo>
                  <a:lnTo>
                    <a:pt x="295684" y="0"/>
                  </a:lnTo>
                  <a:lnTo>
                    <a:pt x="0" y="16845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7" name="任意形状 476"/>
            <p:cNvSpPr/>
            <p:nvPr/>
          </p:nvSpPr>
          <p:spPr>
            <a:xfrm>
              <a:off x="7363014" y="5107712"/>
              <a:ext cx="298479" cy="214671"/>
            </a:xfrm>
            <a:custGeom>
              <a:avLst/>
              <a:gdLst>
                <a:gd name="connsiteX0" fmla="*/ 1398 w 298479"/>
                <a:gd name="connsiteY0" fmla="*/ 140003 h 214671"/>
                <a:gd name="connsiteX1" fmla="*/ 0 w 298479"/>
                <a:gd name="connsiteY1" fmla="*/ 214672 h 214671"/>
                <a:gd name="connsiteX2" fmla="*/ 298479 w 298479"/>
                <a:gd name="connsiteY2" fmla="*/ 55399 h 214671"/>
                <a:gd name="connsiteX3" fmla="*/ 298479 w 298479"/>
                <a:gd name="connsiteY3" fmla="*/ 0 h 214671"/>
                <a:gd name="connsiteX4" fmla="*/ 1398 w 298479"/>
                <a:gd name="connsiteY4" fmla="*/ 140003 h 214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479" h="214671">
                  <a:moveTo>
                    <a:pt x="1398" y="140003"/>
                  </a:moveTo>
                  <a:lnTo>
                    <a:pt x="0" y="214672"/>
                  </a:lnTo>
                  <a:lnTo>
                    <a:pt x="298479" y="55399"/>
                  </a:lnTo>
                  <a:lnTo>
                    <a:pt x="298479" y="0"/>
                  </a:lnTo>
                  <a:lnTo>
                    <a:pt x="1398" y="14000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8" name="任意形状 477"/>
            <p:cNvSpPr/>
            <p:nvPr/>
          </p:nvSpPr>
          <p:spPr>
            <a:xfrm>
              <a:off x="7067330" y="4939260"/>
              <a:ext cx="594163" cy="322476"/>
            </a:xfrm>
            <a:custGeom>
              <a:avLst/>
              <a:gdLst>
                <a:gd name="connsiteX0" fmla="*/ 0 w 594163"/>
                <a:gd name="connsiteY0" fmla="*/ 168452 h 322476"/>
                <a:gd name="connsiteX1" fmla="*/ 297082 w 594163"/>
                <a:gd name="connsiteY1" fmla="*/ 322476 h 322476"/>
                <a:gd name="connsiteX2" fmla="*/ 594164 w 594163"/>
                <a:gd name="connsiteY2" fmla="*/ 168452 h 322476"/>
                <a:gd name="connsiteX3" fmla="*/ 297082 w 594163"/>
                <a:gd name="connsiteY3" fmla="*/ 0 h 322476"/>
                <a:gd name="connsiteX4" fmla="*/ 0 w 594163"/>
                <a:gd name="connsiteY4" fmla="*/ 168452 h 322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63" h="322476">
                  <a:moveTo>
                    <a:pt x="0" y="168452"/>
                  </a:moveTo>
                  <a:lnTo>
                    <a:pt x="297082" y="322476"/>
                  </a:lnTo>
                  <a:lnTo>
                    <a:pt x="594164" y="168452"/>
                  </a:lnTo>
                  <a:lnTo>
                    <a:pt x="297082" y="0"/>
                  </a:lnTo>
                  <a:lnTo>
                    <a:pt x="0" y="16845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79" name="任意形状 478"/>
            <p:cNvSpPr/>
            <p:nvPr/>
          </p:nvSpPr>
          <p:spPr>
            <a:xfrm>
              <a:off x="7067330" y="4845445"/>
              <a:ext cx="594163" cy="383123"/>
            </a:xfrm>
            <a:custGeom>
              <a:avLst/>
              <a:gdLst>
                <a:gd name="connsiteX0" fmla="*/ 0 w 594163"/>
                <a:gd name="connsiteY0" fmla="*/ 168452 h 383123"/>
                <a:gd name="connsiteX1" fmla="*/ 0 w 594163"/>
                <a:gd name="connsiteY1" fmla="*/ 223851 h 383123"/>
                <a:gd name="connsiteX2" fmla="*/ 295684 w 594163"/>
                <a:gd name="connsiteY2" fmla="*/ 383123 h 383123"/>
                <a:gd name="connsiteX3" fmla="*/ 594164 w 594163"/>
                <a:gd name="connsiteY3" fmla="*/ 223851 h 383123"/>
                <a:gd name="connsiteX4" fmla="*/ 594164 w 594163"/>
                <a:gd name="connsiteY4" fmla="*/ 168452 h 383123"/>
                <a:gd name="connsiteX5" fmla="*/ 295684 w 594163"/>
                <a:gd name="connsiteY5" fmla="*/ 0 h 383123"/>
                <a:gd name="connsiteX6" fmla="*/ 0 w 594163"/>
                <a:gd name="connsiteY6" fmla="*/ 168452 h 38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163" h="383123">
                  <a:moveTo>
                    <a:pt x="0" y="168452"/>
                  </a:moveTo>
                  <a:lnTo>
                    <a:pt x="0" y="223851"/>
                  </a:lnTo>
                  <a:lnTo>
                    <a:pt x="295684" y="383123"/>
                  </a:lnTo>
                  <a:lnTo>
                    <a:pt x="594164" y="223851"/>
                  </a:lnTo>
                  <a:lnTo>
                    <a:pt x="594164" y="168452"/>
                  </a:lnTo>
                  <a:lnTo>
                    <a:pt x="295684" y="0"/>
                  </a:lnTo>
                  <a:lnTo>
                    <a:pt x="0" y="16845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0" name="任意形状 479"/>
            <p:cNvSpPr/>
            <p:nvPr/>
          </p:nvSpPr>
          <p:spPr>
            <a:xfrm>
              <a:off x="7363014" y="5013896"/>
              <a:ext cx="298479" cy="214671"/>
            </a:xfrm>
            <a:custGeom>
              <a:avLst/>
              <a:gdLst>
                <a:gd name="connsiteX0" fmla="*/ 1398 w 298479"/>
                <a:gd name="connsiteY0" fmla="*/ 140003 h 214671"/>
                <a:gd name="connsiteX1" fmla="*/ 0 w 298479"/>
                <a:gd name="connsiteY1" fmla="*/ 214672 h 214671"/>
                <a:gd name="connsiteX2" fmla="*/ 298479 w 298479"/>
                <a:gd name="connsiteY2" fmla="*/ 55399 h 214671"/>
                <a:gd name="connsiteX3" fmla="*/ 298479 w 298479"/>
                <a:gd name="connsiteY3" fmla="*/ 0 h 214671"/>
                <a:gd name="connsiteX4" fmla="*/ 1398 w 298479"/>
                <a:gd name="connsiteY4" fmla="*/ 140003 h 214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479" h="214671">
                  <a:moveTo>
                    <a:pt x="1398" y="140003"/>
                  </a:moveTo>
                  <a:lnTo>
                    <a:pt x="0" y="214672"/>
                  </a:lnTo>
                  <a:lnTo>
                    <a:pt x="298479" y="55399"/>
                  </a:lnTo>
                  <a:lnTo>
                    <a:pt x="298479" y="0"/>
                  </a:lnTo>
                  <a:lnTo>
                    <a:pt x="1398" y="140003"/>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1" name="任意形状 480"/>
            <p:cNvSpPr/>
            <p:nvPr/>
          </p:nvSpPr>
          <p:spPr>
            <a:xfrm>
              <a:off x="7067330" y="4845445"/>
              <a:ext cx="594163" cy="322476"/>
            </a:xfrm>
            <a:custGeom>
              <a:avLst/>
              <a:gdLst>
                <a:gd name="connsiteX0" fmla="*/ 0 w 594163"/>
                <a:gd name="connsiteY0" fmla="*/ 168452 h 322476"/>
                <a:gd name="connsiteX1" fmla="*/ 297082 w 594163"/>
                <a:gd name="connsiteY1" fmla="*/ 322477 h 322476"/>
                <a:gd name="connsiteX2" fmla="*/ 594164 w 594163"/>
                <a:gd name="connsiteY2" fmla="*/ 168452 h 322476"/>
                <a:gd name="connsiteX3" fmla="*/ 297082 w 594163"/>
                <a:gd name="connsiteY3" fmla="*/ 0 h 322476"/>
                <a:gd name="connsiteX4" fmla="*/ 0 w 594163"/>
                <a:gd name="connsiteY4" fmla="*/ 168452 h 322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63" h="322476">
                  <a:moveTo>
                    <a:pt x="0" y="168452"/>
                  </a:moveTo>
                  <a:lnTo>
                    <a:pt x="297082" y="322477"/>
                  </a:lnTo>
                  <a:lnTo>
                    <a:pt x="594164" y="168452"/>
                  </a:lnTo>
                  <a:lnTo>
                    <a:pt x="297082" y="0"/>
                  </a:lnTo>
                  <a:lnTo>
                    <a:pt x="0" y="16845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2" name="任意形状 481"/>
            <p:cNvSpPr/>
            <p:nvPr/>
          </p:nvSpPr>
          <p:spPr>
            <a:xfrm>
              <a:off x="7253745" y="4744055"/>
              <a:ext cx="103106" cy="239749"/>
            </a:xfrm>
            <a:custGeom>
              <a:avLst/>
              <a:gdLst>
                <a:gd name="connsiteX0" fmla="*/ 0 w 103106"/>
                <a:gd name="connsiteY0" fmla="*/ 28845 h 239749"/>
                <a:gd name="connsiteX1" fmla="*/ 0 w 103106"/>
                <a:gd name="connsiteY1" fmla="*/ 212477 h 239749"/>
                <a:gd name="connsiteX2" fmla="*/ 51311 w 103106"/>
                <a:gd name="connsiteY2" fmla="*/ 239750 h 239749"/>
                <a:gd name="connsiteX3" fmla="*/ 103106 w 103106"/>
                <a:gd name="connsiteY3" fmla="*/ 212477 h 239749"/>
                <a:gd name="connsiteX4" fmla="*/ 103106 w 103106"/>
                <a:gd name="connsiteY4" fmla="*/ 28845 h 239749"/>
                <a:gd name="connsiteX5" fmla="*/ 51311 w 103106"/>
                <a:gd name="connsiteY5" fmla="*/ 0 h 239749"/>
                <a:gd name="connsiteX6" fmla="*/ 0 w 103106"/>
                <a:gd name="connsiteY6" fmla="*/ 28845 h 2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06" h="239749">
                  <a:moveTo>
                    <a:pt x="0" y="28845"/>
                  </a:moveTo>
                  <a:lnTo>
                    <a:pt x="0" y="212477"/>
                  </a:lnTo>
                  <a:lnTo>
                    <a:pt x="51311" y="239750"/>
                  </a:lnTo>
                  <a:lnTo>
                    <a:pt x="103106" y="212477"/>
                  </a:lnTo>
                  <a:lnTo>
                    <a:pt x="103106" y="28845"/>
                  </a:lnTo>
                  <a:lnTo>
                    <a:pt x="51311" y="0"/>
                  </a:lnTo>
                  <a:lnTo>
                    <a:pt x="0" y="2884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3" name="任意形状 482"/>
            <p:cNvSpPr/>
            <p:nvPr/>
          </p:nvSpPr>
          <p:spPr>
            <a:xfrm>
              <a:off x="7305055" y="4772900"/>
              <a:ext cx="51795" cy="210905"/>
            </a:xfrm>
            <a:custGeom>
              <a:avLst/>
              <a:gdLst>
                <a:gd name="connsiteX0" fmla="*/ 243 w 51795"/>
                <a:gd name="connsiteY0" fmla="*/ 27127 h 210905"/>
                <a:gd name="connsiteX1" fmla="*/ 0 w 51795"/>
                <a:gd name="connsiteY1" fmla="*/ 210905 h 210905"/>
                <a:gd name="connsiteX2" fmla="*/ 51796 w 51795"/>
                <a:gd name="connsiteY2" fmla="*/ 183632 h 210905"/>
                <a:gd name="connsiteX3" fmla="*/ 51796 w 51795"/>
                <a:gd name="connsiteY3" fmla="*/ 0 h 210905"/>
                <a:gd name="connsiteX4" fmla="*/ 243 w 51795"/>
                <a:gd name="connsiteY4" fmla="*/ 27127 h 210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5" h="210905">
                  <a:moveTo>
                    <a:pt x="243" y="27127"/>
                  </a:moveTo>
                  <a:lnTo>
                    <a:pt x="0" y="210905"/>
                  </a:lnTo>
                  <a:lnTo>
                    <a:pt x="51796" y="183632"/>
                  </a:lnTo>
                  <a:lnTo>
                    <a:pt x="51796" y="0"/>
                  </a:lnTo>
                  <a:lnTo>
                    <a:pt x="243" y="2712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4" name="任意形状 483"/>
            <p:cNvSpPr/>
            <p:nvPr/>
          </p:nvSpPr>
          <p:spPr>
            <a:xfrm>
              <a:off x="7253745" y="4744055"/>
              <a:ext cx="103106" cy="55971"/>
            </a:xfrm>
            <a:custGeom>
              <a:avLst/>
              <a:gdLst>
                <a:gd name="connsiteX0" fmla="*/ 0 w 103106"/>
                <a:gd name="connsiteY0" fmla="*/ 28845 h 55971"/>
                <a:gd name="connsiteX1" fmla="*/ 51311 w 103106"/>
                <a:gd name="connsiteY1" fmla="*/ 55972 h 55971"/>
                <a:gd name="connsiteX2" fmla="*/ 103106 w 103106"/>
                <a:gd name="connsiteY2" fmla="*/ 28699 h 55971"/>
                <a:gd name="connsiteX3" fmla="*/ 51311 w 103106"/>
                <a:gd name="connsiteY3" fmla="*/ 0 h 55971"/>
                <a:gd name="connsiteX4" fmla="*/ 0 w 103106"/>
                <a:gd name="connsiteY4" fmla="*/ 28845 h 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06" h="55971">
                  <a:moveTo>
                    <a:pt x="0" y="28845"/>
                  </a:moveTo>
                  <a:lnTo>
                    <a:pt x="51311" y="55972"/>
                  </a:lnTo>
                  <a:lnTo>
                    <a:pt x="103106" y="28699"/>
                  </a:lnTo>
                  <a:lnTo>
                    <a:pt x="51311" y="0"/>
                  </a:lnTo>
                  <a:lnTo>
                    <a:pt x="0" y="2884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5" name="任意形状 484"/>
            <p:cNvSpPr/>
            <p:nvPr/>
          </p:nvSpPr>
          <p:spPr>
            <a:xfrm>
              <a:off x="7347560" y="4712783"/>
              <a:ext cx="103106" cy="323141"/>
            </a:xfrm>
            <a:custGeom>
              <a:avLst/>
              <a:gdLst>
                <a:gd name="connsiteX0" fmla="*/ 0 w 103106"/>
                <a:gd name="connsiteY0" fmla="*/ 28845 h 323141"/>
                <a:gd name="connsiteX1" fmla="*/ 0 w 103106"/>
                <a:gd name="connsiteY1" fmla="*/ 295868 h 323141"/>
                <a:gd name="connsiteX2" fmla="*/ 51310 w 103106"/>
                <a:gd name="connsiteY2" fmla="*/ 323141 h 323141"/>
                <a:gd name="connsiteX3" fmla="*/ 103106 w 103106"/>
                <a:gd name="connsiteY3" fmla="*/ 295868 h 323141"/>
                <a:gd name="connsiteX4" fmla="*/ 103106 w 103106"/>
                <a:gd name="connsiteY4" fmla="*/ 28845 h 323141"/>
                <a:gd name="connsiteX5" fmla="*/ 51310 w 103106"/>
                <a:gd name="connsiteY5" fmla="*/ 0 h 323141"/>
                <a:gd name="connsiteX6" fmla="*/ 0 w 103106"/>
                <a:gd name="connsiteY6" fmla="*/ 28845 h 3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06" h="323141">
                  <a:moveTo>
                    <a:pt x="0" y="28845"/>
                  </a:moveTo>
                  <a:lnTo>
                    <a:pt x="0" y="295868"/>
                  </a:lnTo>
                  <a:lnTo>
                    <a:pt x="51310" y="323141"/>
                  </a:lnTo>
                  <a:lnTo>
                    <a:pt x="103106" y="295868"/>
                  </a:lnTo>
                  <a:lnTo>
                    <a:pt x="103106" y="28845"/>
                  </a:lnTo>
                  <a:lnTo>
                    <a:pt x="51310" y="0"/>
                  </a:lnTo>
                  <a:lnTo>
                    <a:pt x="0" y="2884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6" name="任意形状 485"/>
            <p:cNvSpPr/>
            <p:nvPr/>
          </p:nvSpPr>
          <p:spPr>
            <a:xfrm>
              <a:off x="7398871" y="4741628"/>
              <a:ext cx="51795" cy="294296"/>
            </a:xfrm>
            <a:custGeom>
              <a:avLst/>
              <a:gdLst>
                <a:gd name="connsiteX0" fmla="*/ 243 w 51795"/>
                <a:gd name="connsiteY0" fmla="*/ 27127 h 294296"/>
                <a:gd name="connsiteX1" fmla="*/ 0 w 51795"/>
                <a:gd name="connsiteY1" fmla="*/ 294297 h 294296"/>
                <a:gd name="connsiteX2" fmla="*/ 51796 w 51795"/>
                <a:gd name="connsiteY2" fmla="*/ 267024 h 294296"/>
                <a:gd name="connsiteX3" fmla="*/ 51796 w 51795"/>
                <a:gd name="connsiteY3" fmla="*/ 0 h 294296"/>
                <a:gd name="connsiteX4" fmla="*/ 243 w 51795"/>
                <a:gd name="connsiteY4" fmla="*/ 27127 h 29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5" h="294296">
                  <a:moveTo>
                    <a:pt x="243" y="27127"/>
                  </a:moveTo>
                  <a:lnTo>
                    <a:pt x="0" y="294297"/>
                  </a:lnTo>
                  <a:lnTo>
                    <a:pt x="51796" y="267024"/>
                  </a:lnTo>
                  <a:lnTo>
                    <a:pt x="51796" y="0"/>
                  </a:lnTo>
                  <a:lnTo>
                    <a:pt x="243" y="2712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7" name="任意形状 486"/>
            <p:cNvSpPr/>
            <p:nvPr/>
          </p:nvSpPr>
          <p:spPr>
            <a:xfrm>
              <a:off x="7347560" y="4712783"/>
              <a:ext cx="103106" cy="55971"/>
            </a:xfrm>
            <a:custGeom>
              <a:avLst/>
              <a:gdLst>
                <a:gd name="connsiteX0" fmla="*/ 0 w 103106"/>
                <a:gd name="connsiteY0" fmla="*/ 28845 h 55971"/>
                <a:gd name="connsiteX1" fmla="*/ 51310 w 103106"/>
                <a:gd name="connsiteY1" fmla="*/ 55972 h 55971"/>
                <a:gd name="connsiteX2" fmla="*/ 103106 w 103106"/>
                <a:gd name="connsiteY2" fmla="*/ 28699 h 55971"/>
                <a:gd name="connsiteX3" fmla="*/ 51310 w 103106"/>
                <a:gd name="connsiteY3" fmla="*/ 0 h 55971"/>
                <a:gd name="connsiteX4" fmla="*/ 0 w 103106"/>
                <a:gd name="connsiteY4" fmla="*/ 28845 h 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06" h="55971">
                  <a:moveTo>
                    <a:pt x="0" y="28845"/>
                  </a:moveTo>
                  <a:lnTo>
                    <a:pt x="51310" y="55972"/>
                  </a:lnTo>
                  <a:lnTo>
                    <a:pt x="103106" y="28699"/>
                  </a:lnTo>
                  <a:lnTo>
                    <a:pt x="51310" y="0"/>
                  </a:lnTo>
                  <a:lnTo>
                    <a:pt x="0" y="2884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8" name="任意形状 487"/>
            <p:cNvSpPr/>
            <p:nvPr/>
          </p:nvSpPr>
          <p:spPr>
            <a:xfrm>
              <a:off x="7420527" y="4827446"/>
              <a:ext cx="103106" cy="239749"/>
            </a:xfrm>
            <a:custGeom>
              <a:avLst/>
              <a:gdLst>
                <a:gd name="connsiteX0" fmla="*/ 0 w 103106"/>
                <a:gd name="connsiteY0" fmla="*/ 28845 h 239749"/>
                <a:gd name="connsiteX1" fmla="*/ 0 w 103106"/>
                <a:gd name="connsiteY1" fmla="*/ 212477 h 239749"/>
                <a:gd name="connsiteX2" fmla="*/ 51311 w 103106"/>
                <a:gd name="connsiteY2" fmla="*/ 239750 h 239749"/>
                <a:gd name="connsiteX3" fmla="*/ 103106 w 103106"/>
                <a:gd name="connsiteY3" fmla="*/ 212477 h 239749"/>
                <a:gd name="connsiteX4" fmla="*/ 103106 w 103106"/>
                <a:gd name="connsiteY4" fmla="*/ 28845 h 239749"/>
                <a:gd name="connsiteX5" fmla="*/ 51311 w 103106"/>
                <a:gd name="connsiteY5" fmla="*/ 0 h 239749"/>
                <a:gd name="connsiteX6" fmla="*/ 0 w 103106"/>
                <a:gd name="connsiteY6" fmla="*/ 28845 h 2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06" h="239749">
                  <a:moveTo>
                    <a:pt x="0" y="28845"/>
                  </a:moveTo>
                  <a:lnTo>
                    <a:pt x="0" y="212477"/>
                  </a:lnTo>
                  <a:lnTo>
                    <a:pt x="51311" y="239750"/>
                  </a:lnTo>
                  <a:lnTo>
                    <a:pt x="103106" y="212477"/>
                  </a:lnTo>
                  <a:lnTo>
                    <a:pt x="103106" y="28845"/>
                  </a:lnTo>
                  <a:lnTo>
                    <a:pt x="51311" y="0"/>
                  </a:lnTo>
                  <a:lnTo>
                    <a:pt x="0" y="2884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9" name="任意形状 488"/>
            <p:cNvSpPr/>
            <p:nvPr/>
          </p:nvSpPr>
          <p:spPr>
            <a:xfrm>
              <a:off x="7471838" y="4856291"/>
              <a:ext cx="51795" cy="210905"/>
            </a:xfrm>
            <a:custGeom>
              <a:avLst/>
              <a:gdLst>
                <a:gd name="connsiteX0" fmla="*/ 243 w 51795"/>
                <a:gd name="connsiteY0" fmla="*/ 27127 h 210905"/>
                <a:gd name="connsiteX1" fmla="*/ 0 w 51795"/>
                <a:gd name="connsiteY1" fmla="*/ 210905 h 210905"/>
                <a:gd name="connsiteX2" fmla="*/ 51796 w 51795"/>
                <a:gd name="connsiteY2" fmla="*/ 183632 h 210905"/>
                <a:gd name="connsiteX3" fmla="*/ 51796 w 51795"/>
                <a:gd name="connsiteY3" fmla="*/ 0 h 210905"/>
                <a:gd name="connsiteX4" fmla="*/ 243 w 51795"/>
                <a:gd name="connsiteY4" fmla="*/ 27127 h 210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5" h="210905">
                  <a:moveTo>
                    <a:pt x="243" y="27127"/>
                  </a:moveTo>
                  <a:lnTo>
                    <a:pt x="0" y="210905"/>
                  </a:lnTo>
                  <a:lnTo>
                    <a:pt x="51796" y="183632"/>
                  </a:lnTo>
                  <a:lnTo>
                    <a:pt x="51796" y="0"/>
                  </a:lnTo>
                  <a:lnTo>
                    <a:pt x="243" y="2712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0" name="任意形状 489"/>
            <p:cNvSpPr/>
            <p:nvPr/>
          </p:nvSpPr>
          <p:spPr>
            <a:xfrm>
              <a:off x="7420527" y="4827446"/>
              <a:ext cx="103106" cy="55971"/>
            </a:xfrm>
            <a:custGeom>
              <a:avLst/>
              <a:gdLst>
                <a:gd name="connsiteX0" fmla="*/ 0 w 103106"/>
                <a:gd name="connsiteY0" fmla="*/ 28845 h 55971"/>
                <a:gd name="connsiteX1" fmla="*/ 51311 w 103106"/>
                <a:gd name="connsiteY1" fmla="*/ 55972 h 55971"/>
                <a:gd name="connsiteX2" fmla="*/ 103106 w 103106"/>
                <a:gd name="connsiteY2" fmla="*/ 28699 h 55971"/>
                <a:gd name="connsiteX3" fmla="*/ 51311 w 103106"/>
                <a:gd name="connsiteY3" fmla="*/ 0 h 55971"/>
                <a:gd name="connsiteX4" fmla="*/ 0 w 103106"/>
                <a:gd name="connsiteY4" fmla="*/ 28845 h 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06" h="55971">
                  <a:moveTo>
                    <a:pt x="0" y="28845"/>
                  </a:moveTo>
                  <a:lnTo>
                    <a:pt x="51311" y="55972"/>
                  </a:lnTo>
                  <a:lnTo>
                    <a:pt x="103106" y="28699"/>
                  </a:lnTo>
                  <a:lnTo>
                    <a:pt x="51311" y="0"/>
                  </a:lnTo>
                  <a:lnTo>
                    <a:pt x="0" y="2884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1" name="任意形状 490"/>
            <p:cNvSpPr/>
            <p:nvPr/>
          </p:nvSpPr>
          <p:spPr>
            <a:xfrm>
              <a:off x="7201625" y="4869142"/>
              <a:ext cx="103106" cy="166782"/>
            </a:xfrm>
            <a:custGeom>
              <a:avLst/>
              <a:gdLst>
                <a:gd name="connsiteX0" fmla="*/ 0 w 103106"/>
                <a:gd name="connsiteY0" fmla="*/ 28845 h 166782"/>
                <a:gd name="connsiteX1" fmla="*/ 0 w 103106"/>
                <a:gd name="connsiteY1" fmla="*/ 139510 h 166782"/>
                <a:gd name="connsiteX2" fmla="*/ 51311 w 103106"/>
                <a:gd name="connsiteY2" fmla="*/ 166783 h 166782"/>
                <a:gd name="connsiteX3" fmla="*/ 103106 w 103106"/>
                <a:gd name="connsiteY3" fmla="*/ 139510 h 166782"/>
                <a:gd name="connsiteX4" fmla="*/ 103106 w 103106"/>
                <a:gd name="connsiteY4" fmla="*/ 28845 h 166782"/>
                <a:gd name="connsiteX5" fmla="*/ 51311 w 103106"/>
                <a:gd name="connsiteY5" fmla="*/ 0 h 166782"/>
                <a:gd name="connsiteX6" fmla="*/ 0 w 103106"/>
                <a:gd name="connsiteY6" fmla="*/ 28845 h 16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06" h="166782">
                  <a:moveTo>
                    <a:pt x="0" y="28845"/>
                  </a:moveTo>
                  <a:lnTo>
                    <a:pt x="0" y="139510"/>
                  </a:lnTo>
                  <a:lnTo>
                    <a:pt x="51311" y="166783"/>
                  </a:lnTo>
                  <a:lnTo>
                    <a:pt x="103106" y="139510"/>
                  </a:lnTo>
                  <a:lnTo>
                    <a:pt x="103106" y="28845"/>
                  </a:lnTo>
                  <a:lnTo>
                    <a:pt x="51311" y="0"/>
                  </a:lnTo>
                  <a:lnTo>
                    <a:pt x="0" y="28845"/>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2" name="任意形状 491"/>
            <p:cNvSpPr/>
            <p:nvPr/>
          </p:nvSpPr>
          <p:spPr>
            <a:xfrm>
              <a:off x="7252936" y="4897987"/>
              <a:ext cx="51795" cy="137938"/>
            </a:xfrm>
            <a:custGeom>
              <a:avLst/>
              <a:gdLst>
                <a:gd name="connsiteX0" fmla="*/ 243 w 51795"/>
                <a:gd name="connsiteY0" fmla="*/ 27127 h 137938"/>
                <a:gd name="connsiteX1" fmla="*/ 0 w 51795"/>
                <a:gd name="connsiteY1" fmla="*/ 137938 h 137938"/>
                <a:gd name="connsiteX2" fmla="*/ 51796 w 51795"/>
                <a:gd name="connsiteY2" fmla="*/ 110664 h 137938"/>
                <a:gd name="connsiteX3" fmla="*/ 51796 w 51795"/>
                <a:gd name="connsiteY3" fmla="*/ 0 h 137938"/>
                <a:gd name="connsiteX4" fmla="*/ 243 w 51795"/>
                <a:gd name="connsiteY4" fmla="*/ 27127 h 137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5" h="137938">
                  <a:moveTo>
                    <a:pt x="243" y="27127"/>
                  </a:moveTo>
                  <a:lnTo>
                    <a:pt x="0" y="137938"/>
                  </a:lnTo>
                  <a:lnTo>
                    <a:pt x="51796" y="110664"/>
                  </a:lnTo>
                  <a:lnTo>
                    <a:pt x="51796" y="0"/>
                  </a:lnTo>
                  <a:lnTo>
                    <a:pt x="243" y="2712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3" name="任意形状 492"/>
            <p:cNvSpPr/>
            <p:nvPr/>
          </p:nvSpPr>
          <p:spPr>
            <a:xfrm>
              <a:off x="7201625" y="4869142"/>
              <a:ext cx="103106" cy="55971"/>
            </a:xfrm>
            <a:custGeom>
              <a:avLst/>
              <a:gdLst>
                <a:gd name="connsiteX0" fmla="*/ 0 w 103106"/>
                <a:gd name="connsiteY0" fmla="*/ 28845 h 55971"/>
                <a:gd name="connsiteX1" fmla="*/ 51311 w 103106"/>
                <a:gd name="connsiteY1" fmla="*/ 55972 h 55971"/>
                <a:gd name="connsiteX2" fmla="*/ 103106 w 103106"/>
                <a:gd name="connsiteY2" fmla="*/ 28699 h 55971"/>
                <a:gd name="connsiteX3" fmla="*/ 51311 w 103106"/>
                <a:gd name="connsiteY3" fmla="*/ 0 h 55971"/>
                <a:gd name="connsiteX4" fmla="*/ 0 w 103106"/>
                <a:gd name="connsiteY4" fmla="*/ 28845 h 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06" h="55971">
                  <a:moveTo>
                    <a:pt x="0" y="28845"/>
                  </a:moveTo>
                  <a:lnTo>
                    <a:pt x="51311" y="55972"/>
                  </a:lnTo>
                  <a:lnTo>
                    <a:pt x="103106" y="28699"/>
                  </a:lnTo>
                  <a:lnTo>
                    <a:pt x="51311" y="0"/>
                  </a:lnTo>
                  <a:lnTo>
                    <a:pt x="0" y="2884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4" name="任意形状 493"/>
            <p:cNvSpPr/>
            <p:nvPr/>
          </p:nvSpPr>
          <p:spPr>
            <a:xfrm>
              <a:off x="7316288" y="4897987"/>
              <a:ext cx="103106" cy="190057"/>
            </a:xfrm>
            <a:custGeom>
              <a:avLst/>
              <a:gdLst>
                <a:gd name="connsiteX0" fmla="*/ 0 w 103106"/>
                <a:gd name="connsiteY0" fmla="*/ 0 h 190057"/>
                <a:gd name="connsiteX1" fmla="*/ 0 w 103106"/>
                <a:gd name="connsiteY1" fmla="*/ 162784 h 190057"/>
                <a:gd name="connsiteX2" fmla="*/ 51311 w 103106"/>
                <a:gd name="connsiteY2" fmla="*/ 190057 h 190057"/>
                <a:gd name="connsiteX3" fmla="*/ 103106 w 103106"/>
                <a:gd name="connsiteY3" fmla="*/ 162784 h 190057"/>
                <a:gd name="connsiteX4" fmla="*/ 103106 w 103106"/>
                <a:gd name="connsiteY4" fmla="*/ 0 h 190057"/>
                <a:gd name="connsiteX5" fmla="*/ 51311 w 103106"/>
                <a:gd name="connsiteY5" fmla="*/ 12851 h 190057"/>
                <a:gd name="connsiteX6" fmla="*/ 0 w 103106"/>
                <a:gd name="connsiteY6" fmla="*/ 0 h 19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06" h="190057">
                  <a:moveTo>
                    <a:pt x="0" y="0"/>
                  </a:moveTo>
                  <a:lnTo>
                    <a:pt x="0" y="162784"/>
                  </a:lnTo>
                  <a:lnTo>
                    <a:pt x="51311" y="190057"/>
                  </a:lnTo>
                  <a:lnTo>
                    <a:pt x="103106" y="162784"/>
                  </a:lnTo>
                  <a:lnTo>
                    <a:pt x="103106" y="0"/>
                  </a:lnTo>
                  <a:lnTo>
                    <a:pt x="51311" y="12851"/>
                  </a:lnTo>
                  <a:lnTo>
                    <a:pt x="0" y="0"/>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5" name="任意形状 494"/>
            <p:cNvSpPr/>
            <p:nvPr/>
          </p:nvSpPr>
          <p:spPr>
            <a:xfrm>
              <a:off x="7367599" y="4897987"/>
              <a:ext cx="51795" cy="190057"/>
            </a:xfrm>
            <a:custGeom>
              <a:avLst/>
              <a:gdLst>
                <a:gd name="connsiteX0" fmla="*/ 243 w 51795"/>
                <a:gd name="connsiteY0" fmla="*/ 27127 h 190057"/>
                <a:gd name="connsiteX1" fmla="*/ 0 w 51795"/>
                <a:gd name="connsiteY1" fmla="*/ 190057 h 190057"/>
                <a:gd name="connsiteX2" fmla="*/ 51796 w 51795"/>
                <a:gd name="connsiteY2" fmla="*/ 162784 h 190057"/>
                <a:gd name="connsiteX3" fmla="*/ 51796 w 51795"/>
                <a:gd name="connsiteY3" fmla="*/ 0 h 190057"/>
                <a:gd name="connsiteX4" fmla="*/ 243 w 51795"/>
                <a:gd name="connsiteY4" fmla="*/ 27127 h 190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95" h="190057">
                  <a:moveTo>
                    <a:pt x="243" y="27127"/>
                  </a:moveTo>
                  <a:lnTo>
                    <a:pt x="0" y="190057"/>
                  </a:lnTo>
                  <a:lnTo>
                    <a:pt x="51796" y="162784"/>
                  </a:lnTo>
                  <a:lnTo>
                    <a:pt x="51796" y="0"/>
                  </a:lnTo>
                  <a:lnTo>
                    <a:pt x="243" y="27127"/>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6" name="任意形状 495"/>
            <p:cNvSpPr/>
            <p:nvPr/>
          </p:nvSpPr>
          <p:spPr>
            <a:xfrm>
              <a:off x="7316288" y="4869142"/>
              <a:ext cx="103106" cy="55971"/>
            </a:xfrm>
            <a:custGeom>
              <a:avLst/>
              <a:gdLst>
                <a:gd name="connsiteX0" fmla="*/ 0 w 103106"/>
                <a:gd name="connsiteY0" fmla="*/ 28845 h 55971"/>
                <a:gd name="connsiteX1" fmla="*/ 51311 w 103106"/>
                <a:gd name="connsiteY1" fmla="*/ 55972 h 55971"/>
                <a:gd name="connsiteX2" fmla="*/ 103106 w 103106"/>
                <a:gd name="connsiteY2" fmla="*/ 28699 h 55971"/>
                <a:gd name="connsiteX3" fmla="*/ 51311 w 103106"/>
                <a:gd name="connsiteY3" fmla="*/ 0 h 55971"/>
                <a:gd name="connsiteX4" fmla="*/ 0 w 103106"/>
                <a:gd name="connsiteY4" fmla="*/ 28845 h 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06" h="55971">
                  <a:moveTo>
                    <a:pt x="0" y="28845"/>
                  </a:moveTo>
                  <a:lnTo>
                    <a:pt x="51311" y="55972"/>
                  </a:lnTo>
                  <a:lnTo>
                    <a:pt x="103106" y="28699"/>
                  </a:lnTo>
                  <a:lnTo>
                    <a:pt x="51311" y="0"/>
                  </a:lnTo>
                  <a:lnTo>
                    <a:pt x="0" y="28845"/>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97" name="图片 73" descr="icon-23"/>
          <p:cNvGrpSpPr/>
          <p:nvPr/>
        </p:nvGrpSpPr>
        <p:grpSpPr>
          <a:xfrm>
            <a:off x="9242425" y="4709160"/>
            <a:ext cx="552450" cy="600075"/>
            <a:chOff x="9242425" y="4709160"/>
            <a:chExt cx="552450" cy="600075"/>
          </a:xfrm>
        </p:grpSpPr>
        <p:grpSp>
          <p:nvGrpSpPr>
            <p:cNvPr id="498" name="图片 73" descr="icon-23"/>
            <p:cNvGrpSpPr/>
            <p:nvPr/>
          </p:nvGrpSpPr>
          <p:grpSpPr>
            <a:xfrm>
              <a:off x="9242425" y="4709160"/>
              <a:ext cx="552450" cy="600075"/>
              <a:chOff x="9242425" y="4709160"/>
              <a:chExt cx="552450" cy="600075"/>
            </a:xfrm>
          </p:grpSpPr>
          <p:sp>
            <p:nvSpPr>
              <p:cNvPr id="499" name="任意形状 498"/>
              <p:cNvSpPr/>
              <p:nvPr/>
            </p:nvSpPr>
            <p:spPr>
              <a:xfrm>
                <a:off x="9242425" y="4709160"/>
                <a:ext cx="552450" cy="600075"/>
              </a:xfrm>
              <a:custGeom>
                <a:avLst/>
                <a:gdLst>
                  <a:gd name="connsiteX0" fmla="*/ 0 w 552450"/>
                  <a:gd name="connsiteY0" fmla="*/ 148481 h 600075"/>
                  <a:gd name="connsiteX1" fmla="*/ 0 w 552450"/>
                  <a:gd name="connsiteY1" fmla="*/ 453877 h 600075"/>
                  <a:gd name="connsiteX2" fmla="*/ 274926 w 552450"/>
                  <a:gd name="connsiteY2" fmla="*/ 600075 h 600075"/>
                  <a:gd name="connsiteX3" fmla="*/ 552450 w 552450"/>
                  <a:gd name="connsiteY3" fmla="*/ 453877 h 600075"/>
                  <a:gd name="connsiteX4" fmla="*/ 552450 w 552450"/>
                  <a:gd name="connsiteY4" fmla="*/ 154623 h 600075"/>
                  <a:gd name="connsiteX5" fmla="*/ 274926 w 552450"/>
                  <a:gd name="connsiteY5" fmla="*/ 0 h 600075"/>
                  <a:gd name="connsiteX6" fmla="*/ 0 w 552450"/>
                  <a:gd name="connsiteY6" fmla="*/ 148481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600075">
                    <a:moveTo>
                      <a:pt x="0" y="148481"/>
                    </a:moveTo>
                    <a:lnTo>
                      <a:pt x="0" y="453877"/>
                    </a:lnTo>
                    <a:lnTo>
                      <a:pt x="274926" y="600075"/>
                    </a:lnTo>
                    <a:lnTo>
                      <a:pt x="552450" y="453877"/>
                    </a:lnTo>
                    <a:lnTo>
                      <a:pt x="552450" y="154623"/>
                    </a:lnTo>
                    <a:lnTo>
                      <a:pt x="274926" y="0"/>
                    </a:lnTo>
                    <a:lnTo>
                      <a:pt x="0" y="14848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0" name="任意形状 499"/>
              <p:cNvSpPr/>
              <p:nvPr/>
            </p:nvSpPr>
            <p:spPr>
              <a:xfrm>
                <a:off x="9242425" y="4709160"/>
                <a:ext cx="552450" cy="285750"/>
              </a:xfrm>
              <a:custGeom>
                <a:avLst/>
                <a:gdLst>
                  <a:gd name="connsiteX0" fmla="*/ 0 w 552450"/>
                  <a:gd name="connsiteY0" fmla="*/ 149267 h 285750"/>
                  <a:gd name="connsiteX1" fmla="*/ 276225 w 552450"/>
                  <a:gd name="connsiteY1" fmla="*/ 285750 h 285750"/>
                  <a:gd name="connsiteX2" fmla="*/ 552450 w 552450"/>
                  <a:gd name="connsiteY2" fmla="*/ 149267 h 285750"/>
                  <a:gd name="connsiteX3" fmla="*/ 276225 w 552450"/>
                  <a:gd name="connsiteY3" fmla="*/ 0 h 285750"/>
                  <a:gd name="connsiteX4" fmla="*/ 0 w 552450"/>
                  <a:gd name="connsiteY4" fmla="*/ 149267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285750">
                    <a:moveTo>
                      <a:pt x="0" y="149267"/>
                    </a:moveTo>
                    <a:lnTo>
                      <a:pt x="276225" y="285750"/>
                    </a:lnTo>
                    <a:lnTo>
                      <a:pt x="552450" y="149267"/>
                    </a:lnTo>
                    <a:lnTo>
                      <a:pt x="276225" y="0"/>
                    </a:lnTo>
                    <a:lnTo>
                      <a:pt x="0" y="149267"/>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1" name="任意形状 500"/>
              <p:cNvSpPr/>
              <p:nvPr/>
            </p:nvSpPr>
            <p:spPr>
              <a:xfrm>
                <a:off x="9518650" y="4858426"/>
                <a:ext cx="276225" cy="450807"/>
              </a:xfrm>
              <a:custGeom>
                <a:avLst/>
                <a:gdLst>
                  <a:gd name="connsiteX0" fmla="*/ 0 w 276225"/>
                  <a:gd name="connsiteY0" fmla="*/ 450808 h 450807"/>
                  <a:gd name="connsiteX1" fmla="*/ 0 w 276225"/>
                  <a:gd name="connsiteY1" fmla="*/ 134398 h 450807"/>
                  <a:gd name="connsiteX2" fmla="*/ 276225 w 276225"/>
                  <a:gd name="connsiteY2" fmla="*/ 0 h 450807"/>
                  <a:gd name="connsiteX3" fmla="*/ 276225 w 276225"/>
                  <a:gd name="connsiteY3" fmla="*/ 303823 h 450807"/>
                  <a:gd name="connsiteX4" fmla="*/ 0 w 276225"/>
                  <a:gd name="connsiteY4" fmla="*/ 450808 h 450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225" h="450807">
                    <a:moveTo>
                      <a:pt x="0" y="450808"/>
                    </a:moveTo>
                    <a:lnTo>
                      <a:pt x="0" y="134398"/>
                    </a:lnTo>
                    <a:lnTo>
                      <a:pt x="276225" y="0"/>
                    </a:lnTo>
                    <a:lnTo>
                      <a:pt x="276225" y="303823"/>
                    </a:lnTo>
                    <a:lnTo>
                      <a:pt x="0" y="450808"/>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2" name="任意形状 501"/>
              <p:cNvSpPr/>
              <p:nvPr/>
            </p:nvSpPr>
            <p:spPr>
              <a:xfrm>
                <a:off x="9299575" y="4756785"/>
                <a:ext cx="447675" cy="485775"/>
              </a:xfrm>
              <a:custGeom>
                <a:avLst/>
                <a:gdLst>
                  <a:gd name="connsiteX0" fmla="*/ 0 w 447675"/>
                  <a:gd name="connsiteY0" fmla="*/ 125171 h 485775"/>
                  <a:gd name="connsiteX1" fmla="*/ 0 w 447675"/>
                  <a:gd name="connsiteY1" fmla="*/ 367424 h 485775"/>
                  <a:gd name="connsiteX2" fmla="*/ 222784 w 447675"/>
                  <a:gd name="connsiteY2" fmla="*/ 485775 h 485775"/>
                  <a:gd name="connsiteX3" fmla="*/ 447675 w 447675"/>
                  <a:gd name="connsiteY3" fmla="*/ 367424 h 485775"/>
                  <a:gd name="connsiteX4" fmla="*/ 447675 w 447675"/>
                  <a:gd name="connsiteY4" fmla="*/ 125171 h 485775"/>
                  <a:gd name="connsiteX5" fmla="*/ 222784 w 447675"/>
                  <a:gd name="connsiteY5" fmla="*/ 0 h 485775"/>
                  <a:gd name="connsiteX6" fmla="*/ 0 w 447675"/>
                  <a:gd name="connsiteY6" fmla="*/ 1251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675" h="485775">
                    <a:moveTo>
                      <a:pt x="0" y="125171"/>
                    </a:moveTo>
                    <a:lnTo>
                      <a:pt x="0" y="367424"/>
                    </a:lnTo>
                    <a:lnTo>
                      <a:pt x="222784" y="485775"/>
                    </a:lnTo>
                    <a:lnTo>
                      <a:pt x="447675" y="367424"/>
                    </a:lnTo>
                    <a:lnTo>
                      <a:pt x="447675" y="125171"/>
                    </a:lnTo>
                    <a:lnTo>
                      <a:pt x="222784" y="0"/>
                    </a:lnTo>
                    <a:lnTo>
                      <a:pt x="0" y="125171"/>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3" name="任意形状 502"/>
              <p:cNvSpPr/>
              <p:nvPr/>
            </p:nvSpPr>
            <p:spPr>
              <a:xfrm>
                <a:off x="9290050" y="4756785"/>
                <a:ext cx="228643" cy="371475"/>
              </a:xfrm>
              <a:custGeom>
                <a:avLst/>
                <a:gdLst>
                  <a:gd name="connsiteX0" fmla="*/ 0 w 228643"/>
                  <a:gd name="connsiteY0" fmla="*/ 126551 h 371475"/>
                  <a:gd name="connsiteX1" fmla="*/ 0 w 228643"/>
                  <a:gd name="connsiteY1" fmla="*/ 371475 h 371475"/>
                  <a:gd name="connsiteX2" fmla="*/ 228644 w 228643"/>
                  <a:gd name="connsiteY2" fmla="*/ 242888 h 371475"/>
                  <a:gd name="connsiteX3" fmla="*/ 228600 w 228643"/>
                  <a:gd name="connsiteY3" fmla="*/ 0 h 371475"/>
                  <a:gd name="connsiteX4" fmla="*/ 0 w 228643"/>
                  <a:gd name="connsiteY4" fmla="*/ 126551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43" h="371475">
                    <a:moveTo>
                      <a:pt x="0" y="126551"/>
                    </a:moveTo>
                    <a:lnTo>
                      <a:pt x="0" y="371475"/>
                    </a:lnTo>
                    <a:lnTo>
                      <a:pt x="228644" y="242888"/>
                    </a:lnTo>
                    <a:lnTo>
                      <a:pt x="228600" y="0"/>
                    </a:lnTo>
                    <a:lnTo>
                      <a:pt x="0" y="126551"/>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4" name="任意形状 503"/>
              <p:cNvSpPr/>
              <p:nvPr/>
            </p:nvSpPr>
            <p:spPr>
              <a:xfrm>
                <a:off x="9290050" y="4994910"/>
                <a:ext cx="457200" cy="251449"/>
              </a:xfrm>
              <a:custGeom>
                <a:avLst/>
                <a:gdLst>
                  <a:gd name="connsiteX0" fmla="*/ 0 w 457200"/>
                  <a:gd name="connsiteY0" fmla="*/ 133350 h 251449"/>
                  <a:gd name="connsiteX1" fmla="*/ 229133 w 457200"/>
                  <a:gd name="connsiteY1" fmla="*/ 251450 h 251449"/>
                  <a:gd name="connsiteX2" fmla="*/ 457200 w 457200"/>
                  <a:gd name="connsiteY2" fmla="*/ 129299 h 251449"/>
                  <a:gd name="connsiteX3" fmla="*/ 235300 w 457200"/>
                  <a:gd name="connsiteY3" fmla="*/ 0 h 251449"/>
                  <a:gd name="connsiteX4" fmla="*/ 0 w 457200"/>
                  <a:gd name="connsiteY4" fmla="*/ 133350 h 251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251449">
                    <a:moveTo>
                      <a:pt x="0" y="133350"/>
                    </a:moveTo>
                    <a:lnTo>
                      <a:pt x="229133" y="251450"/>
                    </a:lnTo>
                    <a:lnTo>
                      <a:pt x="457200" y="129299"/>
                    </a:lnTo>
                    <a:lnTo>
                      <a:pt x="235300" y="0"/>
                    </a:lnTo>
                    <a:lnTo>
                      <a:pt x="0" y="13335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05" name="图片 73" descr="icon-23"/>
            <p:cNvGrpSpPr/>
            <p:nvPr/>
          </p:nvGrpSpPr>
          <p:grpSpPr>
            <a:xfrm>
              <a:off x="9415161" y="4960194"/>
              <a:ext cx="208043" cy="225875"/>
              <a:chOff x="9415161" y="4960194"/>
              <a:chExt cx="208043" cy="225875"/>
            </a:xfrm>
          </p:grpSpPr>
          <p:sp>
            <p:nvSpPr>
              <p:cNvPr id="506" name="任意形状 505"/>
              <p:cNvSpPr/>
              <p:nvPr/>
            </p:nvSpPr>
            <p:spPr>
              <a:xfrm>
                <a:off x="9415161" y="4960194"/>
                <a:ext cx="208043" cy="225875"/>
              </a:xfrm>
              <a:custGeom>
                <a:avLst/>
                <a:gdLst>
                  <a:gd name="connsiteX0" fmla="*/ 0 w 208043"/>
                  <a:gd name="connsiteY0" fmla="*/ 58202 h 225875"/>
                  <a:gd name="connsiteX1" fmla="*/ 0 w 208043"/>
                  <a:gd name="connsiteY1" fmla="*/ 170845 h 225875"/>
                  <a:gd name="connsiteX2" fmla="*/ 103532 w 208043"/>
                  <a:gd name="connsiteY2" fmla="*/ 225876 h 225875"/>
                  <a:gd name="connsiteX3" fmla="*/ 208043 w 208043"/>
                  <a:gd name="connsiteY3" fmla="*/ 170845 h 225875"/>
                  <a:gd name="connsiteX4" fmla="*/ 208043 w 208043"/>
                  <a:gd name="connsiteY4" fmla="*/ 58202 h 225875"/>
                  <a:gd name="connsiteX5" fmla="*/ 103532 w 208043"/>
                  <a:gd name="connsiteY5" fmla="*/ 0 h 225875"/>
                  <a:gd name="connsiteX6" fmla="*/ 0 w 208043"/>
                  <a:gd name="connsiteY6" fmla="*/ 58202 h 22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043" h="225875">
                    <a:moveTo>
                      <a:pt x="0" y="58202"/>
                    </a:moveTo>
                    <a:lnTo>
                      <a:pt x="0" y="170845"/>
                    </a:lnTo>
                    <a:lnTo>
                      <a:pt x="103532" y="225876"/>
                    </a:lnTo>
                    <a:lnTo>
                      <a:pt x="208043" y="170845"/>
                    </a:lnTo>
                    <a:lnTo>
                      <a:pt x="208043" y="58202"/>
                    </a:lnTo>
                    <a:lnTo>
                      <a:pt x="103532" y="0"/>
                    </a:lnTo>
                    <a:lnTo>
                      <a:pt x="0" y="5820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7" name="任意形状 506"/>
              <p:cNvSpPr/>
              <p:nvPr/>
            </p:nvSpPr>
            <p:spPr>
              <a:xfrm>
                <a:off x="9518694" y="5018396"/>
                <a:ext cx="104511" cy="167673"/>
              </a:xfrm>
              <a:custGeom>
                <a:avLst/>
                <a:gdLst>
                  <a:gd name="connsiteX0" fmla="*/ 489 w 104511"/>
                  <a:gd name="connsiteY0" fmla="*/ 54736 h 167673"/>
                  <a:gd name="connsiteX1" fmla="*/ 0 w 104511"/>
                  <a:gd name="connsiteY1" fmla="*/ 167673 h 167673"/>
                  <a:gd name="connsiteX2" fmla="*/ 104511 w 104511"/>
                  <a:gd name="connsiteY2" fmla="*/ 112643 h 167673"/>
                  <a:gd name="connsiteX3" fmla="*/ 104511 w 104511"/>
                  <a:gd name="connsiteY3" fmla="*/ 0 h 167673"/>
                  <a:gd name="connsiteX4" fmla="*/ 489 w 104511"/>
                  <a:gd name="connsiteY4" fmla="*/ 54736 h 167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511" h="167673">
                    <a:moveTo>
                      <a:pt x="489" y="54736"/>
                    </a:moveTo>
                    <a:lnTo>
                      <a:pt x="0" y="167673"/>
                    </a:lnTo>
                    <a:lnTo>
                      <a:pt x="104511" y="112643"/>
                    </a:lnTo>
                    <a:lnTo>
                      <a:pt x="104511" y="0"/>
                    </a:lnTo>
                    <a:lnTo>
                      <a:pt x="489" y="54736"/>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8" name="任意形状 507"/>
              <p:cNvSpPr/>
              <p:nvPr/>
            </p:nvSpPr>
            <p:spPr>
              <a:xfrm>
                <a:off x="9415161" y="4960194"/>
                <a:ext cx="208043" cy="112937"/>
              </a:xfrm>
              <a:custGeom>
                <a:avLst/>
                <a:gdLst>
                  <a:gd name="connsiteX0" fmla="*/ 0 w 208043"/>
                  <a:gd name="connsiteY0" fmla="*/ 58202 h 112937"/>
                  <a:gd name="connsiteX1" fmla="*/ 103532 w 208043"/>
                  <a:gd name="connsiteY1" fmla="*/ 112938 h 112937"/>
                  <a:gd name="connsiteX2" fmla="*/ 208043 w 208043"/>
                  <a:gd name="connsiteY2" fmla="*/ 57907 h 112937"/>
                  <a:gd name="connsiteX3" fmla="*/ 103532 w 208043"/>
                  <a:gd name="connsiteY3" fmla="*/ 0 h 112937"/>
                  <a:gd name="connsiteX4" fmla="*/ 0 w 208043"/>
                  <a:gd name="connsiteY4" fmla="*/ 58202 h 112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043" h="112937">
                    <a:moveTo>
                      <a:pt x="0" y="58202"/>
                    </a:moveTo>
                    <a:lnTo>
                      <a:pt x="103532" y="112938"/>
                    </a:lnTo>
                    <a:lnTo>
                      <a:pt x="208043" y="57907"/>
                    </a:lnTo>
                    <a:lnTo>
                      <a:pt x="103532" y="0"/>
                    </a:lnTo>
                    <a:lnTo>
                      <a:pt x="0" y="5820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09" name="图片 73" descr="icon-23"/>
            <p:cNvGrpSpPr/>
            <p:nvPr/>
          </p:nvGrpSpPr>
          <p:grpSpPr>
            <a:xfrm>
              <a:off x="9415161" y="4817319"/>
              <a:ext cx="208043" cy="225875"/>
              <a:chOff x="9415161" y="4817319"/>
              <a:chExt cx="208043" cy="225875"/>
            </a:xfrm>
          </p:grpSpPr>
          <p:sp>
            <p:nvSpPr>
              <p:cNvPr id="510" name="任意形状 509"/>
              <p:cNvSpPr/>
              <p:nvPr/>
            </p:nvSpPr>
            <p:spPr>
              <a:xfrm>
                <a:off x="9415161" y="4817319"/>
                <a:ext cx="208043" cy="225875"/>
              </a:xfrm>
              <a:custGeom>
                <a:avLst/>
                <a:gdLst>
                  <a:gd name="connsiteX0" fmla="*/ 0 w 208043"/>
                  <a:gd name="connsiteY0" fmla="*/ 58202 h 225875"/>
                  <a:gd name="connsiteX1" fmla="*/ 0 w 208043"/>
                  <a:gd name="connsiteY1" fmla="*/ 170845 h 225875"/>
                  <a:gd name="connsiteX2" fmla="*/ 103532 w 208043"/>
                  <a:gd name="connsiteY2" fmla="*/ 225876 h 225875"/>
                  <a:gd name="connsiteX3" fmla="*/ 208043 w 208043"/>
                  <a:gd name="connsiteY3" fmla="*/ 170845 h 225875"/>
                  <a:gd name="connsiteX4" fmla="*/ 208043 w 208043"/>
                  <a:gd name="connsiteY4" fmla="*/ 58202 h 225875"/>
                  <a:gd name="connsiteX5" fmla="*/ 103532 w 208043"/>
                  <a:gd name="connsiteY5" fmla="*/ 0 h 225875"/>
                  <a:gd name="connsiteX6" fmla="*/ 0 w 208043"/>
                  <a:gd name="connsiteY6" fmla="*/ 58202 h 22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043" h="225875">
                    <a:moveTo>
                      <a:pt x="0" y="58202"/>
                    </a:moveTo>
                    <a:lnTo>
                      <a:pt x="0" y="170845"/>
                    </a:lnTo>
                    <a:lnTo>
                      <a:pt x="103532" y="225876"/>
                    </a:lnTo>
                    <a:lnTo>
                      <a:pt x="208043" y="170845"/>
                    </a:lnTo>
                    <a:lnTo>
                      <a:pt x="208043" y="58202"/>
                    </a:lnTo>
                    <a:lnTo>
                      <a:pt x="103532" y="0"/>
                    </a:lnTo>
                    <a:lnTo>
                      <a:pt x="0" y="58202"/>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1" name="任意形状 510"/>
              <p:cNvSpPr/>
              <p:nvPr/>
            </p:nvSpPr>
            <p:spPr>
              <a:xfrm>
                <a:off x="9518694" y="4875521"/>
                <a:ext cx="104511" cy="167673"/>
              </a:xfrm>
              <a:custGeom>
                <a:avLst/>
                <a:gdLst>
                  <a:gd name="connsiteX0" fmla="*/ 489 w 104511"/>
                  <a:gd name="connsiteY0" fmla="*/ 54736 h 167673"/>
                  <a:gd name="connsiteX1" fmla="*/ 0 w 104511"/>
                  <a:gd name="connsiteY1" fmla="*/ 167673 h 167673"/>
                  <a:gd name="connsiteX2" fmla="*/ 104511 w 104511"/>
                  <a:gd name="connsiteY2" fmla="*/ 112643 h 167673"/>
                  <a:gd name="connsiteX3" fmla="*/ 104511 w 104511"/>
                  <a:gd name="connsiteY3" fmla="*/ 0 h 167673"/>
                  <a:gd name="connsiteX4" fmla="*/ 489 w 104511"/>
                  <a:gd name="connsiteY4" fmla="*/ 54736 h 167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511" h="167673">
                    <a:moveTo>
                      <a:pt x="489" y="54736"/>
                    </a:moveTo>
                    <a:lnTo>
                      <a:pt x="0" y="167673"/>
                    </a:lnTo>
                    <a:lnTo>
                      <a:pt x="104511" y="112643"/>
                    </a:lnTo>
                    <a:lnTo>
                      <a:pt x="104511" y="0"/>
                    </a:lnTo>
                    <a:lnTo>
                      <a:pt x="489" y="54736"/>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2" name="任意形状 511"/>
              <p:cNvSpPr/>
              <p:nvPr/>
            </p:nvSpPr>
            <p:spPr>
              <a:xfrm>
                <a:off x="9415161" y="4817319"/>
                <a:ext cx="208043" cy="112937"/>
              </a:xfrm>
              <a:custGeom>
                <a:avLst/>
                <a:gdLst>
                  <a:gd name="connsiteX0" fmla="*/ 0 w 208043"/>
                  <a:gd name="connsiteY0" fmla="*/ 58202 h 112937"/>
                  <a:gd name="connsiteX1" fmla="*/ 103532 w 208043"/>
                  <a:gd name="connsiteY1" fmla="*/ 112938 h 112937"/>
                  <a:gd name="connsiteX2" fmla="*/ 208043 w 208043"/>
                  <a:gd name="connsiteY2" fmla="*/ 57907 h 112937"/>
                  <a:gd name="connsiteX3" fmla="*/ 103532 w 208043"/>
                  <a:gd name="connsiteY3" fmla="*/ 0 h 112937"/>
                  <a:gd name="connsiteX4" fmla="*/ 0 w 208043"/>
                  <a:gd name="connsiteY4" fmla="*/ 58202 h 112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043" h="112937">
                    <a:moveTo>
                      <a:pt x="0" y="58202"/>
                    </a:moveTo>
                    <a:lnTo>
                      <a:pt x="103532" y="112938"/>
                    </a:lnTo>
                    <a:lnTo>
                      <a:pt x="208043" y="57907"/>
                    </a:lnTo>
                    <a:lnTo>
                      <a:pt x="103532" y="0"/>
                    </a:lnTo>
                    <a:lnTo>
                      <a:pt x="0" y="58202"/>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513" name="图片 68" descr="icon-18"/>
          <p:cNvGrpSpPr/>
          <p:nvPr/>
        </p:nvGrpSpPr>
        <p:grpSpPr>
          <a:xfrm>
            <a:off x="10429151" y="4704397"/>
            <a:ext cx="496989" cy="576262"/>
            <a:chOff x="10429151" y="4704397"/>
            <a:chExt cx="496989" cy="576262"/>
          </a:xfrm>
        </p:grpSpPr>
        <p:grpSp>
          <p:nvGrpSpPr>
            <p:cNvPr id="514" name="图片 68" descr="icon-18"/>
            <p:cNvGrpSpPr/>
            <p:nvPr/>
          </p:nvGrpSpPr>
          <p:grpSpPr>
            <a:xfrm>
              <a:off x="10431243" y="4807138"/>
              <a:ext cx="408010" cy="313587"/>
              <a:chOff x="10431243" y="4807138"/>
              <a:chExt cx="408010" cy="313587"/>
            </a:xfrm>
          </p:grpSpPr>
          <p:sp>
            <p:nvSpPr>
              <p:cNvPr id="515" name="任意形状 514"/>
              <p:cNvSpPr/>
              <p:nvPr/>
            </p:nvSpPr>
            <p:spPr>
              <a:xfrm>
                <a:off x="10515422" y="4807138"/>
                <a:ext cx="323831" cy="293452"/>
              </a:xfrm>
              <a:custGeom>
                <a:avLst/>
                <a:gdLst>
                  <a:gd name="connsiteX0" fmla="*/ 323831 w 323831"/>
                  <a:gd name="connsiteY0" fmla="*/ 94018 h 293452"/>
                  <a:gd name="connsiteX1" fmla="*/ 276177 w 323831"/>
                  <a:gd name="connsiteY1" fmla="*/ 27381 h 293452"/>
                  <a:gd name="connsiteX2" fmla="*/ 252832 w 323831"/>
                  <a:gd name="connsiteY2" fmla="*/ 16189 h 293452"/>
                  <a:gd name="connsiteX3" fmla="*/ 251508 w 323831"/>
                  <a:gd name="connsiteY3" fmla="*/ 15742 h 293452"/>
                  <a:gd name="connsiteX4" fmla="*/ 247555 w 323831"/>
                  <a:gd name="connsiteY4" fmla="*/ 14408 h 293452"/>
                  <a:gd name="connsiteX5" fmla="*/ 233172 w 323831"/>
                  <a:gd name="connsiteY5" fmla="*/ 9550 h 293452"/>
                  <a:gd name="connsiteX6" fmla="*/ 225085 w 323831"/>
                  <a:gd name="connsiteY6" fmla="*/ 7569 h 293452"/>
                  <a:gd name="connsiteX7" fmla="*/ 220475 w 323831"/>
                  <a:gd name="connsiteY7" fmla="*/ 6436 h 293452"/>
                  <a:gd name="connsiteX8" fmla="*/ 216294 w 323831"/>
                  <a:gd name="connsiteY8" fmla="*/ 5407 h 293452"/>
                  <a:gd name="connsiteX9" fmla="*/ 200244 w 323831"/>
                  <a:gd name="connsiteY9" fmla="*/ 2616 h 293452"/>
                  <a:gd name="connsiteX10" fmla="*/ 194453 w 323831"/>
                  <a:gd name="connsiteY10" fmla="*/ 1978 h 293452"/>
                  <a:gd name="connsiteX11" fmla="*/ 190443 w 323831"/>
                  <a:gd name="connsiteY11" fmla="*/ 1521 h 293452"/>
                  <a:gd name="connsiteX12" fmla="*/ 184528 w 323831"/>
                  <a:gd name="connsiteY12" fmla="*/ 864 h 293452"/>
                  <a:gd name="connsiteX13" fmla="*/ 168592 w 323831"/>
                  <a:gd name="connsiteY13" fmla="*/ 16 h 293452"/>
                  <a:gd name="connsiteX14" fmla="*/ 163573 w 323831"/>
                  <a:gd name="connsiteY14" fmla="*/ 35 h 293452"/>
                  <a:gd name="connsiteX15" fmla="*/ 159248 w 323831"/>
                  <a:gd name="connsiteY15" fmla="*/ 54 h 293452"/>
                  <a:gd name="connsiteX16" fmla="*/ 152009 w 323831"/>
                  <a:gd name="connsiteY16" fmla="*/ 92 h 293452"/>
                  <a:gd name="connsiteX17" fmla="*/ 134064 w 323831"/>
                  <a:gd name="connsiteY17" fmla="*/ 1283 h 293452"/>
                  <a:gd name="connsiteX18" fmla="*/ 132026 w 323831"/>
                  <a:gd name="connsiteY18" fmla="*/ 1568 h 293452"/>
                  <a:gd name="connsiteX19" fmla="*/ 127283 w 323831"/>
                  <a:gd name="connsiteY19" fmla="*/ 2226 h 293452"/>
                  <a:gd name="connsiteX20" fmla="*/ 113424 w 323831"/>
                  <a:gd name="connsiteY20" fmla="*/ 4150 h 293452"/>
                  <a:gd name="connsiteX21" fmla="*/ 107575 w 323831"/>
                  <a:gd name="connsiteY21" fmla="*/ 5616 h 293452"/>
                  <a:gd name="connsiteX22" fmla="*/ 91364 w 323831"/>
                  <a:gd name="connsiteY22" fmla="*/ 9655 h 293452"/>
                  <a:gd name="connsiteX23" fmla="*/ 82791 w 323831"/>
                  <a:gd name="connsiteY23" fmla="*/ 11789 h 293452"/>
                  <a:gd name="connsiteX24" fmla="*/ 76200 w 323831"/>
                  <a:gd name="connsiteY24" fmla="*/ 14284 h 293452"/>
                  <a:gd name="connsiteX25" fmla="*/ 69885 w 323831"/>
                  <a:gd name="connsiteY25" fmla="*/ 16675 h 293452"/>
                  <a:gd name="connsiteX26" fmla="*/ 47311 w 323831"/>
                  <a:gd name="connsiteY26" fmla="*/ 27391 h 293452"/>
                  <a:gd name="connsiteX27" fmla="*/ 45158 w 323831"/>
                  <a:gd name="connsiteY27" fmla="*/ 28667 h 293452"/>
                  <a:gd name="connsiteX28" fmla="*/ 40929 w 323831"/>
                  <a:gd name="connsiteY28" fmla="*/ 31496 h 293452"/>
                  <a:gd name="connsiteX29" fmla="*/ 35376 w 323831"/>
                  <a:gd name="connsiteY29" fmla="*/ 35211 h 293452"/>
                  <a:gd name="connsiteX30" fmla="*/ 30737 w 323831"/>
                  <a:gd name="connsiteY30" fmla="*/ 38878 h 293452"/>
                  <a:gd name="connsiteX31" fmla="*/ 25965 w 323831"/>
                  <a:gd name="connsiteY31" fmla="*/ 42831 h 293452"/>
                  <a:gd name="connsiteX32" fmla="*/ 24975 w 323831"/>
                  <a:gd name="connsiteY32" fmla="*/ 43640 h 293452"/>
                  <a:gd name="connsiteX33" fmla="*/ 23298 w 323831"/>
                  <a:gd name="connsiteY33" fmla="*/ 45450 h 293452"/>
                  <a:gd name="connsiteX34" fmla="*/ 16516 w 323831"/>
                  <a:gd name="connsiteY34" fmla="*/ 52756 h 293452"/>
                  <a:gd name="connsiteX35" fmla="*/ 15030 w 323831"/>
                  <a:gd name="connsiteY35" fmla="*/ 54356 h 293452"/>
                  <a:gd name="connsiteX36" fmla="*/ 13897 w 323831"/>
                  <a:gd name="connsiteY36" fmla="*/ 56042 h 293452"/>
                  <a:gd name="connsiteX37" fmla="*/ 10144 w 323831"/>
                  <a:gd name="connsiteY37" fmla="*/ 61614 h 293452"/>
                  <a:gd name="connsiteX38" fmla="*/ 8582 w 323831"/>
                  <a:gd name="connsiteY38" fmla="*/ 63948 h 293452"/>
                  <a:gd name="connsiteX39" fmla="*/ 7982 w 323831"/>
                  <a:gd name="connsiteY39" fmla="*/ 65224 h 293452"/>
                  <a:gd name="connsiteX40" fmla="*/ 5629 w 323831"/>
                  <a:gd name="connsiteY40" fmla="*/ 70244 h 293452"/>
                  <a:gd name="connsiteX41" fmla="*/ 4277 w 323831"/>
                  <a:gd name="connsiteY41" fmla="*/ 73130 h 293452"/>
                  <a:gd name="connsiteX42" fmla="*/ 3972 w 323831"/>
                  <a:gd name="connsiteY42" fmla="*/ 74206 h 293452"/>
                  <a:gd name="connsiteX43" fmla="*/ 2581 w 323831"/>
                  <a:gd name="connsiteY43" fmla="*/ 79054 h 293452"/>
                  <a:gd name="connsiteX44" fmla="*/ 1667 w 323831"/>
                  <a:gd name="connsiteY44" fmla="*/ 82255 h 293452"/>
                  <a:gd name="connsiteX45" fmla="*/ 1553 w 323831"/>
                  <a:gd name="connsiteY45" fmla="*/ 83160 h 293452"/>
                  <a:gd name="connsiteX46" fmla="*/ 962 w 323831"/>
                  <a:gd name="connsiteY46" fmla="*/ 88379 h 293452"/>
                  <a:gd name="connsiteX47" fmla="*/ 591 w 323831"/>
                  <a:gd name="connsiteY47" fmla="*/ 91589 h 293452"/>
                  <a:gd name="connsiteX48" fmla="*/ 572 w 323831"/>
                  <a:gd name="connsiteY48" fmla="*/ 93018 h 293452"/>
                  <a:gd name="connsiteX49" fmla="*/ 562 w 323831"/>
                  <a:gd name="connsiteY49" fmla="*/ 93027 h 293452"/>
                  <a:gd name="connsiteX50" fmla="*/ 0 w 323831"/>
                  <a:gd name="connsiteY50" fmla="*/ 292472 h 293452"/>
                  <a:gd name="connsiteX51" fmla="*/ 400 w 323831"/>
                  <a:gd name="connsiteY51" fmla="*/ 287786 h 293452"/>
                  <a:gd name="connsiteX52" fmla="*/ 991 w 323831"/>
                  <a:gd name="connsiteY52" fmla="*/ 282604 h 293452"/>
                  <a:gd name="connsiteX53" fmla="*/ 2010 w 323831"/>
                  <a:gd name="connsiteY53" fmla="*/ 278499 h 293452"/>
                  <a:gd name="connsiteX54" fmla="*/ 3410 w 323831"/>
                  <a:gd name="connsiteY54" fmla="*/ 273631 h 293452"/>
                  <a:gd name="connsiteX55" fmla="*/ 5067 w 323831"/>
                  <a:gd name="connsiteY55" fmla="*/ 269678 h 293452"/>
                  <a:gd name="connsiteX56" fmla="*/ 7410 w 323831"/>
                  <a:gd name="connsiteY56" fmla="*/ 264678 h 293452"/>
                  <a:gd name="connsiteX57" fmla="*/ 9611 w 323831"/>
                  <a:gd name="connsiteY57" fmla="*/ 261020 h 293452"/>
                  <a:gd name="connsiteX58" fmla="*/ 13325 w 323831"/>
                  <a:gd name="connsiteY58" fmla="*/ 255486 h 293452"/>
                  <a:gd name="connsiteX59" fmla="*/ 15964 w 323831"/>
                  <a:gd name="connsiteY59" fmla="*/ 252181 h 293452"/>
                  <a:gd name="connsiteX60" fmla="*/ 22727 w 323831"/>
                  <a:gd name="connsiteY60" fmla="*/ 244894 h 293452"/>
                  <a:gd name="connsiteX61" fmla="*/ 25403 w 323831"/>
                  <a:gd name="connsiteY61" fmla="*/ 242256 h 293452"/>
                  <a:gd name="connsiteX62" fmla="*/ 30175 w 323831"/>
                  <a:gd name="connsiteY62" fmla="*/ 238313 h 293452"/>
                  <a:gd name="connsiteX63" fmla="*/ 34814 w 323831"/>
                  <a:gd name="connsiteY63" fmla="*/ 234646 h 293452"/>
                  <a:gd name="connsiteX64" fmla="*/ 40357 w 323831"/>
                  <a:gd name="connsiteY64" fmla="*/ 230931 h 293452"/>
                  <a:gd name="connsiteX65" fmla="*/ 46749 w 323831"/>
                  <a:gd name="connsiteY65" fmla="*/ 226826 h 293452"/>
                  <a:gd name="connsiteX66" fmla="*/ 69342 w 323831"/>
                  <a:gd name="connsiteY66" fmla="*/ 216100 h 293452"/>
                  <a:gd name="connsiteX67" fmla="*/ 75619 w 323831"/>
                  <a:gd name="connsiteY67" fmla="*/ 213719 h 293452"/>
                  <a:gd name="connsiteX68" fmla="*/ 90811 w 323831"/>
                  <a:gd name="connsiteY68" fmla="*/ 209090 h 293452"/>
                  <a:gd name="connsiteX69" fmla="*/ 107023 w 323831"/>
                  <a:gd name="connsiteY69" fmla="*/ 205051 h 293452"/>
                  <a:gd name="connsiteX70" fmla="*/ 126673 w 323831"/>
                  <a:gd name="connsiteY70" fmla="*/ 201679 h 293452"/>
                  <a:gd name="connsiteX71" fmla="*/ 131483 w 323831"/>
                  <a:gd name="connsiteY71" fmla="*/ 201003 h 293452"/>
                  <a:gd name="connsiteX72" fmla="*/ 158687 w 323831"/>
                  <a:gd name="connsiteY72" fmla="*/ 199489 h 293452"/>
                  <a:gd name="connsiteX73" fmla="*/ 163011 w 323831"/>
                  <a:gd name="connsiteY73" fmla="*/ 199470 h 293452"/>
                  <a:gd name="connsiteX74" fmla="*/ 189862 w 323831"/>
                  <a:gd name="connsiteY74" fmla="*/ 200965 h 293452"/>
                  <a:gd name="connsiteX75" fmla="*/ 193900 w 323831"/>
                  <a:gd name="connsiteY75" fmla="*/ 201413 h 293452"/>
                  <a:gd name="connsiteX76" fmla="*/ 219913 w 323831"/>
                  <a:gd name="connsiteY76" fmla="*/ 205871 h 293452"/>
                  <a:gd name="connsiteX77" fmla="*/ 224523 w 323831"/>
                  <a:gd name="connsiteY77" fmla="*/ 207004 h 293452"/>
                  <a:gd name="connsiteX78" fmla="*/ 246993 w 323831"/>
                  <a:gd name="connsiteY78" fmla="*/ 213843 h 293452"/>
                  <a:gd name="connsiteX79" fmla="*/ 250946 w 323831"/>
                  <a:gd name="connsiteY79" fmla="*/ 215176 h 293452"/>
                  <a:gd name="connsiteX80" fmla="*/ 275615 w 323831"/>
                  <a:gd name="connsiteY80" fmla="*/ 226816 h 293452"/>
                  <a:gd name="connsiteX81" fmla="*/ 320335 w 323831"/>
                  <a:gd name="connsiteY81" fmla="*/ 275451 h 293452"/>
                  <a:gd name="connsiteX82" fmla="*/ 323269 w 323831"/>
                  <a:gd name="connsiteY82" fmla="*/ 293453 h 293452"/>
                  <a:gd name="connsiteX83" fmla="*/ 323269 w 323831"/>
                  <a:gd name="connsiteY83" fmla="*/ 293443 h 293452"/>
                  <a:gd name="connsiteX84" fmla="*/ 323269 w 323831"/>
                  <a:gd name="connsiteY84" fmla="*/ 293453 h 293452"/>
                  <a:gd name="connsiteX85" fmla="*/ 323831 w 323831"/>
                  <a:gd name="connsiteY85" fmla="*/ 94018 h 29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23831" h="293452">
                    <a:moveTo>
                      <a:pt x="323831" y="94018"/>
                    </a:moveTo>
                    <a:cubicBezTo>
                      <a:pt x="323907" y="69901"/>
                      <a:pt x="308000" y="45755"/>
                      <a:pt x="276177" y="27381"/>
                    </a:cubicBezTo>
                    <a:cubicBezTo>
                      <a:pt x="268881" y="23171"/>
                      <a:pt x="261052" y="19437"/>
                      <a:pt x="252832" y="16189"/>
                    </a:cubicBezTo>
                    <a:cubicBezTo>
                      <a:pt x="252403" y="16027"/>
                      <a:pt x="251936" y="15904"/>
                      <a:pt x="251508" y="15742"/>
                    </a:cubicBezTo>
                    <a:cubicBezTo>
                      <a:pt x="250231" y="15237"/>
                      <a:pt x="248860" y="14875"/>
                      <a:pt x="247555" y="14408"/>
                    </a:cubicBezTo>
                    <a:cubicBezTo>
                      <a:pt x="242840" y="12694"/>
                      <a:pt x="238116" y="10960"/>
                      <a:pt x="233172" y="9550"/>
                    </a:cubicBezTo>
                    <a:cubicBezTo>
                      <a:pt x="230534" y="8798"/>
                      <a:pt x="227781" y="8226"/>
                      <a:pt x="225085" y="7569"/>
                    </a:cubicBezTo>
                    <a:cubicBezTo>
                      <a:pt x="223542" y="7188"/>
                      <a:pt x="222037" y="6788"/>
                      <a:pt x="220475" y="6436"/>
                    </a:cubicBezTo>
                    <a:cubicBezTo>
                      <a:pt x="219066" y="6112"/>
                      <a:pt x="217713" y="5712"/>
                      <a:pt x="216294" y="5407"/>
                    </a:cubicBezTo>
                    <a:cubicBezTo>
                      <a:pt x="211007" y="4321"/>
                      <a:pt x="205664" y="3388"/>
                      <a:pt x="200244" y="2616"/>
                    </a:cubicBezTo>
                    <a:cubicBezTo>
                      <a:pt x="198339" y="2349"/>
                      <a:pt x="196386" y="2197"/>
                      <a:pt x="194453" y="1978"/>
                    </a:cubicBezTo>
                    <a:cubicBezTo>
                      <a:pt x="193119" y="1806"/>
                      <a:pt x="191786" y="1664"/>
                      <a:pt x="190443" y="1521"/>
                    </a:cubicBezTo>
                    <a:cubicBezTo>
                      <a:pt x="188471" y="1321"/>
                      <a:pt x="186509" y="1025"/>
                      <a:pt x="184528" y="864"/>
                    </a:cubicBezTo>
                    <a:cubicBezTo>
                      <a:pt x="179232" y="425"/>
                      <a:pt x="173907" y="149"/>
                      <a:pt x="168592" y="16"/>
                    </a:cubicBezTo>
                    <a:cubicBezTo>
                      <a:pt x="166916" y="-32"/>
                      <a:pt x="165249" y="44"/>
                      <a:pt x="163573" y="35"/>
                    </a:cubicBezTo>
                    <a:cubicBezTo>
                      <a:pt x="162125" y="25"/>
                      <a:pt x="160696" y="44"/>
                      <a:pt x="159248" y="54"/>
                    </a:cubicBezTo>
                    <a:cubicBezTo>
                      <a:pt x="156839" y="82"/>
                      <a:pt x="154419" y="6"/>
                      <a:pt x="152009" y="92"/>
                    </a:cubicBezTo>
                    <a:cubicBezTo>
                      <a:pt x="145999" y="292"/>
                      <a:pt x="140017" y="692"/>
                      <a:pt x="134064" y="1283"/>
                    </a:cubicBezTo>
                    <a:cubicBezTo>
                      <a:pt x="133388" y="1349"/>
                      <a:pt x="132712" y="1492"/>
                      <a:pt x="132026" y="1568"/>
                    </a:cubicBezTo>
                    <a:cubicBezTo>
                      <a:pt x="130426" y="1740"/>
                      <a:pt x="128864" y="2026"/>
                      <a:pt x="127283" y="2226"/>
                    </a:cubicBezTo>
                    <a:cubicBezTo>
                      <a:pt x="122634" y="2816"/>
                      <a:pt x="117977" y="3330"/>
                      <a:pt x="113424" y="4150"/>
                    </a:cubicBezTo>
                    <a:cubicBezTo>
                      <a:pt x="111414" y="4521"/>
                      <a:pt x="109576" y="5207"/>
                      <a:pt x="107575" y="5616"/>
                    </a:cubicBezTo>
                    <a:cubicBezTo>
                      <a:pt x="102041" y="6750"/>
                      <a:pt x="96707" y="8150"/>
                      <a:pt x="91364" y="9655"/>
                    </a:cubicBezTo>
                    <a:cubicBezTo>
                      <a:pt x="88554" y="10446"/>
                      <a:pt x="85535" y="10893"/>
                      <a:pt x="82791" y="11789"/>
                    </a:cubicBezTo>
                    <a:cubicBezTo>
                      <a:pt x="80524" y="12522"/>
                      <a:pt x="78419" y="13475"/>
                      <a:pt x="76200" y="14284"/>
                    </a:cubicBezTo>
                    <a:cubicBezTo>
                      <a:pt x="74066" y="15056"/>
                      <a:pt x="71971" y="15837"/>
                      <a:pt x="69885" y="16675"/>
                    </a:cubicBezTo>
                    <a:cubicBezTo>
                      <a:pt x="61989" y="19847"/>
                      <a:pt x="54340" y="23304"/>
                      <a:pt x="47311" y="27391"/>
                    </a:cubicBezTo>
                    <a:cubicBezTo>
                      <a:pt x="46587" y="27810"/>
                      <a:pt x="45863" y="28238"/>
                      <a:pt x="45158" y="28667"/>
                    </a:cubicBezTo>
                    <a:cubicBezTo>
                      <a:pt x="43653" y="29562"/>
                      <a:pt x="42367" y="30553"/>
                      <a:pt x="40929" y="31496"/>
                    </a:cubicBezTo>
                    <a:cubicBezTo>
                      <a:pt x="39043" y="32715"/>
                      <a:pt x="37119" y="33934"/>
                      <a:pt x="35376" y="35211"/>
                    </a:cubicBezTo>
                    <a:cubicBezTo>
                      <a:pt x="33738" y="36401"/>
                      <a:pt x="32261" y="37649"/>
                      <a:pt x="30737" y="38878"/>
                    </a:cubicBezTo>
                    <a:cubicBezTo>
                      <a:pt x="29118" y="40192"/>
                      <a:pt x="27461" y="41478"/>
                      <a:pt x="25965" y="42831"/>
                    </a:cubicBezTo>
                    <a:cubicBezTo>
                      <a:pt x="25651" y="43097"/>
                      <a:pt x="25279" y="43364"/>
                      <a:pt x="24975" y="43640"/>
                    </a:cubicBezTo>
                    <a:cubicBezTo>
                      <a:pt x="24336" y="44221"/>
                      <a:pt x="23898" y="44860"/>
                      <a:pt x="23298" y="45450"/>
                    </a:cubicBezTo>
                    <a:cubicBezTo>
                      <a:pt x="20841" y="47841"/>
                      <a:pt x="18564" y="50270"/>
                      <a:pt x="16516" y="52756"/>
                    </a:cubicBezTo>
                    <a:cubicBezTo>
                      <a:pt x="16059" y="53308"/>
                      <a:pt x="15459" y="53803"/>
                      <a:pt x="15030" y="54356"/>
                    </a:cubicBezTo>
                    <a:cubicBezTo>
                      <a:pt x="14602" y="54908"/>
                      <a:pt x="14316" y="55489"/>
                      <a:pt x="13897" y="56042"/>
                    </a:cubicBezTo>
                    <a:cubicBezTo>
                      <a:pt x="12525" y="57880"/>
                      <a:pt x="11306" y="59728"/>
                      <a:pt x="10144" y="61614"/>
                    </a:cubicBezTo>
                    <a:cubicBezTo>
                      <a:pt x="9668" y="62405"/>
                      <a:pt x="9020" y="63157"/>
                      <a:pt x="8582" y="63948"/>
                    </a:cubicBezTo>
                    <a:cubicBezTo>
                      <a:pt x="8344" y="64367"/>
                      <a:pt x="8211" y="64805"/>
                      <a:pt x="7982" y="65224"/>
                    </a:cubicBezTo>
                    <a:cubicBezTo>
                      <a:pt x="7087" y="66881"/>
                      <a:pt x="6363" y="68558"/>
                      <a:pt x="5629" y="70244"/>
                    </a:cubicBezTo>
                    <a:cubicBezTo>
                      <a:pt x="5210" y="71206"/>
                      <a:pt x="4639" y="72158"/>
                      <a:pt x="4277" y="73130"/>
                    </a:cubicBezTo>
                    <a:cubicBezTo>
                      <a:pt x="4143" y="73492"/>
                      <a:pt x="4105" y="73854"/>
                      <a:pt x="3972" y="74206"/>
                    </a:cubicBezTo>
                    <a:cubicBezTo>
                      <a:pt x="3400" y="75806"/>
                      <a:pt x="3000" y="77435"/>
                      <a:pt x="2581" y="79054"/>
                    </a:cubicBezTo>
                    <a:cubicBezTo>
                      <a:pt x="2296" y="80121"/>
                      <a:pt x="1876" y="81178"/>
                      <a:pt x="1667" y="82255"/>
                    </a:cubicBezTo>
                    <a:cubicBezTo>
                      <a:pt x="1600" y="82559"/>
                      <a:pt x="1619" y="82864"/>
                      <a:pt x="1553" y="83160"/>
                    </a:cubicBezTo>
                    <a:cubicBezTo>
                      <a:pt x="1238" y="84903"/>
                      <a:pt x="1114" y="86646"/>
                      <a:pt x="962" y="88379"/>
                    </a:cubicBezTo>
                    <a:cubicBezTo>
                      <a:pt x="867" y="89456"/>
                      <a:pt x="629" y="90522"/>
                      <a:pt x="591" y="91589"/>
                    </a:cubicBezTo>
                    <a:cubicBezTo>
                      <a:pt x="572" y="92065"/>
                      <a:pt x="572" y="92542"/>
                      <a:pt x="572" y="93018"/>
                    </a:cubicBezTo>
                    <a:cubicBezTo>
                      <a:pt x="572" y="93027"/>
                      <a:pt x="562" y="93027"/>
                      <a:pt x="562" y="93027"/>
                    </a:cubicBezTo>
                    <a:lnTo>
                      <a:pt x="0" y="292472"/>
                    </a:lnTo>
                    <a:cubicBezTo>
                      <a:pt x="0" y="290910"/>
                      <a:pt x="267" y="289348"/>
                      <a:pt x="400" y="287786"/>
                    </a:cubicBezTo>
                    <a:cubicBezTo>
                      <a:pt x="552" y="286052"/>
                      <a:pt x="676" y="284318"/>
                      <a:pt x="991" y="282604"/>
                    </a:cubicBezTo>
                    <a:cubicBezTo>
                      <a:pt x="1248" y="281232"/>
                      <a:pt x="1657" y="279870"/>
                      <a:pt x="2010" y="278499"/>
                    </a:cubicBezTo>
                    <a:cubicBezTo>
                      <a:pt x="2438" y="276870"/>
                      <a:pt x="2838" y="275241"/>
                      <a:pt x="3410" y="273631"/>
                    </a:cubicBezTo>
                    <a:cubicBezTo>
                      <a:pt x="3877" y="272307"/>
                      <a:pt x="4496" y="270993"/>
                      <a:pt x="5067" y="269678"/>
                    </a:cubicBezTo>
                    <a:cubicBezTo>
                      <a:pt x="5801" y="268002"/>
                      <a:pt x="6525" y="266335"/>
                      <a:pt x="7410" y="264678"/>
                    </a:cubicBezTo>
                    <a:cubicBezTo>
                      <a:pt x="8068" y="263449"/>
                      <a:pt x="8858" y="262239"/>
                      <a:pt x="9611" y="261020"/>
                    </a:cubicBezTo>
                    <a:cubicBezTo>
                      <a:pt x="10754" y="259163"/>
                      <a:pt x="11963" y="257315"/>
                      <a:pt x="13325" y="255486"/>
                    </a:cubicBezTo>
                    <a:cubicBezTo>
                      <a:pt x="14145" y="254381"/>
                      <a:pt x="15059" y="253286"/>
                      <a:pt x="15964" y="252181"/>
                    </a:cubicBezTo>
                    <a:cubicBezTo>
                      <a:pt x="18002" y="249714"/>
                      <a:pt x="20279" y="247285"/>
                      <a:pt x="22727" y="244894"/>
                    </a:cubicBezTo>
                    <a:cubicBezTo>
                      <a:pt x="23622" y="244018"/>
                      <a:pt x="24441" y="243123"/>
                      <a:pt x="25403" y="242256"/>
                    </a:cubicBezTo>
                    <a:cubicBezTo>
                      <a:pt x="26880" y="240923"/>
                      <a:pt x="28556" y="239618"/>
                      <a:pt x="30175" y="238313"/>
                    </a:cubicBezTo>
                    <a:cubicBezTo>
                      <a:pt x="31699" y="237084"/>
                      <a:pt x="33166" y="235846"/>
                      <a:pt x="34814" y="234646"/>
                    </a:cubicBezTo>
                    <a:cubicBezTo>
                      <a:pt x="36557" y="233379"/>
                      <a:pt x="38481" y="232159"/>
                      <a:pt x="40357" y="230931"/>
                    </a:cubicBezTo>
                    <a:cubicBezTo>
                      <a:pt x="42472" y="229550"/>
                      <a:pt x="44482" y="228140"/>
                      <a:pt x="46749" y="226826"/>
                    </a:cubicBezTo>
                    <a:cubicBezTo>
                      <a:pt x="53769" y="222749"/>
                      <a:pt x="61427" y="219272"/>
                      <a:pt x="69342" y="216100"/>
                    </a:cubicBezTo>
                    <a:cubicBezTo>
                      <a:pt x="71409" y="215272"/>
                      <a:pt x="73504" y="214491"/>
                      <a:pt x="75619" y="213719"/>
                    </a:cubicBezTo>
                    <a:cubicBezTo>
                      <a:pt x="80524" y="211947"/>
                      <a:pt x="85668" y="210528"/>
                      <a:pt x="90811" y="209090"/>
                    </a:cubicBezTo>
                    <a:cubicBezTo>
                      <a:pt x="96136" y="207595"/>
                      <a:pt x="101498" y="206185"/>
                      <a:pt x="107023" y="205051"/>
                    </a:cubicBezTo>
                    <a:cubicBezTo>
                      <a:pt x="113490" y="203727"/>
                      <a:pt x="120005" y="202518"/>
                      <a:pt x="126673" y="201679"/>
                    </a:cubicBezTo>
                    <a:cubicBezTo>
                      <a:pt x="128283" y="201470"/>
                      <a:pt x="129854" y="201175"/>
                      <a:pt x="131483" y="201003"/>
                    </a:cubicBezTo>
                    <a:cubicBezTo>
                      <a:pt x="140465" y="200041"/>
                      <a:pt x="149571" y="199565"/>
                      <a:pt x="158687" y="199489"/>
                    </a:cubicBezTo>
                    <a:cubicBezTo>
                      <a:pt x="160125" y="199479"/>
                      <a:pt x="161563" y="199460"/>
                      <a:pt x="163011" y="199470"/>
                    </a:cubicBezTo>
                    <a:cubicBezTo>
                      <a:pt x="172002" y="199536"/>
                      <a:pt x="180975" y="200032"/>
                      <a:pt x="189862" y="200965"/>
                    </a:cubicBezTo>
                    <a:cubicBezTo>
                      <a:pt x="191214" y="201098"/>
                      <a:pt x="192567" y="201251"/>
                      <a:pt x="193900" y="201413"/>
                    </a:cubicBezTo>
                    <a:cubicBezTo>
                      <a:pt x="202730" y="202470"/>
                      <a:pt x="211426" y="203956"/>
                      <a:pt x="219913" y="205871"/>
                    </a:cubicBezTo>
                    <a:cubicBezTo>
                      <a:pt x="221466" y="206223"/>
                      <a:pt x="222980" y="206623"/>
                      <a:pt x="224523" y="207004"/>
                    </a:cubicBezTo>
                    <a:cubicBezTo>
                      <a:pt x="232248" y="208919"/>
                      <a:pt x="239744" y="211214"/>
                      <a:pt x="246993" y="213843"/>
                    </a:cubicBezTo>
                    <a:cubicBezTo>
                      <a:pt x="248298" y="214319"/>
                      <a:pt x="249669" y="214681"/>
                      <a:pt x="250946" y="215176"/>
                    </a:cubicBezTo>
                    <a:cubicBezTo>
                      <a:pt x="259632" y="218539"/>
                      <a:pt x="267938" y="222387"/>
                      <a:pt x="275615" y="226816"/>
                    </a:cubicBezTo>
                    <a:cubicBezTo>
                      <a:pt x="299485" y="240599"/>
                      <a:pt x="314392" y="257629"/>
                      <a:pt x="320335" y="275451"/>
                    </a:cubicBezTo>
                    <a:cubicBezTo>
                      <a:pt x="322297" y="281394"/>
                      <a:pt x="323279" y="287424"/>
                      <a:pt x="323269" y="293453"/>
                    </a:cubicBezTo>
                    <a:lnTo>
                      <a:pt x="323269" y="293443"/>
                    </a:lnTo>
                    <a:lnTo>
                      <a:pt x="323269" y="293453"/>
                    </a:lnTo>
                    <a:lnTo>
                      <a:pt x="323831" y="94018"/>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6" name="任意形状 515"/>
              <p:cNvSpPr/>
              <p:nvPr/>
            </p:nvSpPr>
            <p:spPr>
              <a:xfrm>
                <a:off x="10431243" y="4914699"/>
                <a:ext cx="86629" cy="206025"/>
              </a:xfrm>
              <a:custGeom>
                <a:avLst/>
                <a:gdLst>
                  <a:gd name="connsiteX0" fmla="*/ 86630 w 86629"/>
                  <a:gd name="connsiteY0" fmla="*/ 0 h 206025"/>
                  <a:gd name="connsiteX1" fmla="*/ 86068 w 86629"/>
                  <a:gd name="connsiteY1" fmla="*/ 199434 h 206025"/>
                  <a:gd name="connsiteX2" fmla="*/ 0 w 86629"/>
                  <a:gd name="connsiteY2" fmla="*/ 206026 h 206025"/>
                  <a:gd name="connsiteX3" fmla="*/ 562 w 86629"/>
                  <a:gd name="connsiteY3" fmla="*/ 6582 h 206025"/>
                  <a:gd name="connsiteX4" fmla="*/ 86630 w 86629"/>
                  <a:gd name="connsiteY4" fmla="*/ 0 h 20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9" h="206025">
                    <a:moveTo>
                      <a:pt x="86630" y="0"/>
                    </a:moveTo>
                    <a:lnTo>
                      <a:pt x="86068" y="199434"/>
                    </a:lnTo>
                    <a:lnTo>
                      <a:pt x="0" y="206026"/>
                    </a:lnTo>
                    <a:lnTo>
                      <a:pt x="562" y="6582"/>
                    </a:lnTo>
                    <a:lnTo>
                      <a:pt x="8663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517" name="任意形状 516"/>
            <p:cNvSpPr/>
            <p:nvPr/>
          </p:nvSpPr>
          <p:spPr>
            <a:xfrm>
              <a:off x="10429151" y="4756785"/>
              <a:ext cx="496989" cy="287852"/>
            </a:xfrm>
            <a:custGeom>
              <a:avLst/>
              <a:gdLst>
                <a:gd name="connsiteX0" fmla="*/ 423599 w 496989"/>
                <a:gd name="connsiteY0" fmla="*/ 42201 h 287852"/>
                <a:gd name="connsiteX1" fmla="*/ 424751 w 496989"/>
                <a:gd name="connsiteY1" fmla="*/ 245845 h 287852"/>
                <a:gd name="connsiteX2" fmla="*/ 205914 w 496989"/>
                <a:gd name="connsiteY2" fmla="*/ 285621 h 287852"/>
                <a:gd name="connsiteX3" fmla="*/ 221507 w 496989"/>
                <a:gd name="connsiteY3" fmla="*/ 236196 h 287852"/>
                <a:gd name="connsiteX4" fmla="*/ 363048 w 496989"/>
                <a:gd name="connsiteY4" fmla="*/ 210231 h 287852"/>
                <a:gd name="connsiteX5" fmla="*/ 362458 w 496989"/>
                <a:gd name="connsiteY5" fmla="*/ 77729 h 287852"/>
                <a:gd name="connsiteX6" fmla="*/ 133581 w 496989"/>
                <a:gd name="connsiteY6" fmla="*/ 77738 h 287852"/>
                <a:gd name="connsiteX7" fmla="*/ 88719 w 496989"/>
                <a:gd name="connsiteY7" fmla="*/ 157910 h 287852"/>
                <a:gd name="connsiteX8" fmla="*/ 2651 w 496989"/>
                <a:gd name="connsiteY8" fmla="*/ 164502 h 287852"/>
                <a:gd name="connsiteX9" fmla="*/ 72040 w 496989"/>
                <a:gd name="connsiteY9" fmla="*/ 42210 h 287852"/>
                <a:gd name="connsiteX10" fmla="*/ 423599 w 496989"/>
                <a:gd name="connsiteY10" fmla="*/ 42201 h 287852"/>
                <a:gd name="connsiteX11" fmla="*/ 423599 w 496989"/>
                <a:gd name="connsiteY11" fmla="*/ 42201 h 28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6989" h="287852">
                  <a:moveTo>
                    <a:pt x="423599" y="42201"/>
                  </a:moveTo>
                  <a:cubicBezTo>
                    <a:pt x="520925" y="98388"/>
                    <a:pt x="521592" y="189571"/>
                    <a:pt x="424751" y="245845"/>
                  </a:cubicBezTo>
                  <a:cubicBezTo>
                    <a:pt x="365468" y="280297"/>
                    <a:pt x="283181" y="293565"/>
                    <a:pt x="205914" y="285621"/>
                  </a:cubicBezTo>
                  <a:lnTo>
                    <a:pt x="221507" y="236196"/>
                  </a:lnTo>
                  <a:cubicBezTo>
                    <a:pt x="271513" y="241159"/>
                    <a:pt x="324720" y="232500"/>
                    <a:pt x="363048" y="210231"/>
                  </a:cubicBezTo>
                  <a:cubicBezTo>
                    <a:pt x="426056" y="173607"/>
                    <a:pt x="425713" y="114257"/>
                    <a:pt x="362458" y="77729"/>
                  </a:cubicBezTo>
                  <a:cubicBezTo>
                    <a:pt x="299040" y="41124"/>
                    <a:pt x="196589" y="41124"/>
                    <a:pt x="133581" y="77738"/>
                  </a:cubicBezTo>
                  <a:cubicBezTo>
                    <a:pt x="96024" y="99560"/>
                    <a:pt x="81241" y="129507"/>
                    <a:pt x="88719" y="157910"/>
                  </a:cubicBezTo>
                  <a:lnTo>
                    <a:pt x="2651" y="164502"/>
                  </a:lnTo>
                  <a:cubicBezTo>
                    <a:pt x="-8322" y="121125"/>
                    <a:pt x="14766" y="75490"/>
                    <a:pt x="72040" y="42210"/>
                  </a:cubicBezTo>
                  <a:cubicBezTo>
                    <a:pt x="168881" y="-14064"/>
                    <a:pt x="326129" y="-14073"/>
                    <a:pt x="423599" y="42201"/>
                  </a:cubicBezTo>
                  <a:lnTo>
                    <a:pt x="423599" y="42201"/>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8" name="任意形状 517"/>
            <p:cNvSpPr/>
            <p:nvPr/>
          </p:nvSpPr>
          <p:spPr>
            <a:xfrm>
              <a:off x="10568305" y="4766310"/>
              <a:ext cx="209550" cy="514350"/>
            </a:xfrm>
            <a:custGeom>
              <a:avLst/>
              <a:gdLst>
                <a:gd name="connsiteX0" fmla="*/ 209550 w 209550"/>
                <a:gd name="connsiteY0" fmla="*/ 0 h 514350"/>
                <a:gd name="connsiteX1" fmla="*/ 0 w 209550"/>
                <a:gd name="connsiteY1" fmla="*/ 0 h 514350"/>
                <a:gd name="connsiteX2" fmla="*/ 0 w 209550"/>
                <a:gd name="connsiteY2" fmla="*/ 457200 h 514350"/>
                <a:gd name="connsiteX3" fmla="*/ 126 w 209550"/>
                <a:gd name="connsiteY3" fmla="*/ 460004 h 514350"/>
                <a:gd name="connsiteX4" fmla="*/ 505 w 209550"/>
                <a:gd name="connsiteY4" fmla="*/ 462802 h 514350"/>
                <a:gd name="connsiteX5" fmla="*/ 1134 w 209550"/>
                <a:gd name="connsiteY5" fmla="*/ 465586 h 514350"/>
                <a:gd name="connsiteX6" fmla="*/ 2013 w 209550"/>
                <a:gd name="connsiteY6" fmla="*/ 468349 h 514350"/>
                <a:gd name="connsiteX7" fmla="*/ 3140 w 209550"/>
                <a:gd name="connsiteY7" fmla="*/ 471087 h 514350"/>
                <a:gd name="connsiteX8" fmla="*/ 4512 w 209550"/>
                <a:gd name="connsiteY8" fmla="*/ 473790 h 514350"/>
                <a:gd name="connsiteX9" fmla="*/ 6125 w 209550"/>
                <a:gd name="connsiteY9" fmla="*/ 476453 h 514350"/>
                <a:gd name="connsiteX10" fmla="*/ 7976 w 209550"/>
                <a:gd name="connsiteY10" fmla="*/ 479070 h 514350"/>
                <a:gd name="connsiteX11" fmla="*/ 10060 w 209550"/>
                <a:gd name="connsiteY11" fmla="*/ 481634 h 514350"/>
                <a:gd name="connsiteX12" fmla="*/ 12372 w 209550"/>
                <a:gd name="connsiteY12" fmla="*/ 484141 h 514350"/>
                <a:gd name="connsiteX13" fmla="*/ 14907 w 209550"/>
                <a:gd name="connsiteY13" fmla="*/ 486581 h 514350"/>
                <a:gd name="connsiteX14" fmla="*/ 17658 w 209550"/>
                <a:gd name="connsiteY14" fmla="*/ 488951 h 514350"/>
                <a:gd name="connsiteX15" fmla="*/ 20619 w 209550"/>
                <a:gd name="connsiteY15" fmla="*/ 491244 h 514350"/>
                <a:gd name="connsiteX16" fmla="*/ 23783 w 209550"/>
                <a:gd name="connsiteY16" fmla="*/ 493456 h 514350"/>
                <a:gd name="connsiteX17" fmla="*/ 27142 w 209550"/>
                <a:gd name="connsiteY17" fmla="*/ 495579 h 514350"/>
                <a:gd name="connsiteX18" fmla="*/ 30688 w 209550"/>
                <a:gd name="connsiteY18" fmla="*/ 497611 h 514350"/>
                <a:gd name="connsiteX19" fmla="*/ 34412 w 209550"/>
                <a:gd name="connsiteY19" fmla="*/ 499545 h 514350"/>
                <a:gd name="connsiteX20" fmla="*/ 38306 w 209550"/>
                <a:gd name="connsiteY20" fmla="*/ 501378 h 514350"/>
                <a:gd name="connsiteX21" fmla="*/ 42361 w 209550"/>
                <a:gd name="connsiteY21" fmla="*/ 503103 h 514350"/>
                <a:gd name="connsiteX22" fmla="*/ 46565 w 209550"/>
                <a:gd name="connsiteY22" fmla="*/ 504718 h 514350"/>
                <a:gd name="connsiteX23" fmla="*/ 50910 w 209550"/>
                <a:gd name="connsiteY23" fmla="*/ 506219 h 514350"/>
                <a:gd name="connsiteX24" fmla="*/ 55384 w 209550"/>
                <a:gd name="connsiteY24" fmla="*/ 507602 h 514350"/>
                <a:gd name="connsiteX25" fmla="*/ 59978 w 209550"/>
                <a:gd name="connsiteY25" fmla="*/ 508863 h 514350"/>
                <a:gd name="connsiteX26" fmla="*/ 64679 w 209550"/>
                <a:gd name="connsiteY26" fmla="*/ 510000 h 514350"/>
                <a:gd name="connsiteX27" fmla="*/ 69477 w 209550"/>
                <a:gd name="connsiteY27" fmla="*/ 511010 h 514350"/>
                <a:gd name="connsiteX28" fmla="*/ 74360 w 209550"/>
                <a:gd name="connsiteY28" fmla="*/ 511889 h 514350"/>
                <a:gd name="connsiteX29" fmla="*/ 79317 w 209550"/>
                <a:gd name="connsiteY29" fmla="*/ 512637 h 514350"/>
                <a:gd name="connsiteX30" fmla="*/ 84334 w 209550"/>
                <a:gd name="connsiteY30" fmla="*/ 513252 h 514350"/>
                <a:gd name="connsiteX31" fmla="*/ 89401 w 209550"/>
                <a:gd name="connsiteY31" fmla="*/ 513732 h 514350"/>
                <a:gd name="connsiteX32" fmla="*/ 94505 w 209550"/>
                <a:gd name="connsiteY32" fmla="*/ 514075 h 514350"/>
                <a:gd name="connsiteX33" fmla="*/ 99634 w 209550"/>
                <a:gd name="connsiteY33" fmla="*/ 514281 h 514350"/>
                <a:gd name="connsiteX34" fmla="*/ 104775 w 209550"/>
                <a:gd name="connsiteY34" fmla="*/ 514350 h 514350"/>
                <a:gd name="connsiteX35" fmla="*/ 109916 w 209550"/>
                <a:gd name="connsiteY35" fmla="*/ 514281 h 514350"/>
                <a:gd name="connsiteX36" fmla="*/ 115045 w 209550"/>
                <a:gd name="connsiteY36" fmla="*/ 514075 h 514350"/>
                <a:gd name="connsiteX37" fmla="*/ 120148 w 209550"/>
                <a:gd name="connsiteY37" fmla="*/ 513732 h 514350"/>
                <a:gd name="connsiteX38" fmla="*/ 125216 w 209550"/>
                <a:gd name="connsiteY38" fmla="*/ 513252 h 514350"/>
                <a:gd name="connsiteX39" fmla="*/ 130233 w 209550"/>
                <a:gd name="connsiteY39" fmla="*/ 512637 h 514350"/>
                <a:gd name="connsiteX40" fmla="*/ 135189 w 209550"/>
                <a:gd name="connsiteY40" fmla="*/ 511889 h 514350"/>
                <a:gd name="connsiteX41" fmla="*/ 140073 w 209550"/>
                <a:gd name="connsiteY41" fmla="*/ 511010 h 514350"/>
                <a:gd name="connsiteX42" fmla="*/ 144870 w 209550"/>
                <a:gd name="connsiteY42" fmla="*/ 510000 h 514350"/>
                <a:gd name="connsiteX43" fmla="*/ 149572 w 209550"/>
                <a:gd name="connsiteY43" fmla="*/ 508863 h 514350"/>
                <a:gd name="connsiteX44" fmla="*/ 154166 w 209550"/>
                <a:gd name="connsiteY44" fmla="*/ 507602 h 514350"/>
                <a:gd name="connsiteX45" fmla="*/ 158640 w 209550"/>
                <a:gd name="connsiteY45" fmla="*/ 506219 h 514350"/>
                <a:gd name="connsiteX46" fmla="*/ 162985 w 209550"/>
                <a:gd name="connsiteY46" fmla="*/ 504718 h 514350"/>
                <a:gd name="connsiteX47" fmla="*/ 167189 w 209550"/>
                <a:gd name="connsiteY47" fmla="*/ 503103 h 514350"/>
                <a:gd name="connsiteX48" fmla="*/ 171243 w 209550"/>
                <a:gd name="connsiteY48" fmla="*/ 501378 h 514350"/>
                <a:gd name="connsiteX49" fmla="*/ 175137 w 209550"/>
                <a:gd name="connsiteY49" fmla="*/ 499545 h 514350"/>
                <a:gd name="connsiteX50" fmla="*/ 178862 w 209550"/>
                <a:gd name="connsiteY50" fmla="*/ 497611 h 514350"/>
                <a:gd name="connsiteX51" fmla="*/ 182409 w 209550"/>
                <a:gd name="connsiteY51" fmla="*/ 495579 h 514350"/>
                <a:gd name="connsiteX52" fmla="*/ 185767 w 209550"/>
                <a:gd name="connsiteY52" fmla="*/ 493456 h 514350"/>
                <a:gd name="connsiteX53" fmla="*/ 188931 w 209550"/>
                <a:gd name="connsiteY53" fmla="*/ 491244 h 514350"/>
                <a:gd name="connsiteX54" fmla="*/ 191893 w 209550"/>
                <a:gd name="connsiteY54" fmla="*/ 488951 h 514350"/>
                <a:gd name="connsiteX55" fmla="*/ 194643 w 209550"/>
                <a:gd name="connsiteY55" fmla="*/ 486581 h 514350"/>
                <a:gd name="connsiteX56" fmla="*/ 197178 w 209550"/>
                <a:gd name="connsiteY56" fmla="*/ 484141 h 514350"/>
                <a:gd name="connsiteX57" fmla="*/ 199491 w 209550"/>
                <a:gd name="connsiteY57" fmla="*/ 481634 h 514350"/>
                <a:gd name="connsiteX58" fmla="*/ 201575 w 209550"/>
                <a:gd name="connsiteY58" fmla="*/ 479070 h 514350"/>
                <a:gd name="connsiteX59" fmla="*/ 203425 w 209550"/>
                <a:gd name="connsiteY59" fmla="*/ 476453 h 514350"/>
                <a:gd name="connsiteX60" fmla="*/ 205038 w 209550"/>
                <a:gd name="connsiteY60" fmla="*/ 473790 h 514350"/>
                <a:gd name="connsiteX61" fmla="*/ 206410 w 209550"/>
                <a:gd name="connsiteY61" fmla="*/ 471087 h 514350"/>
                <a:gd name="connsiteX62" fmla="*/ 207536 w 209550"/>
                <a:gd name="connsiteY62" fmla="*/ 468349 h 514350"/>
                <a:gd name="connsiteX63" fmla="*/ 208416 w 209550"/>
                <a:gd name="connsiteY63" fmla="*/ 465586 h 514350"/>
                <a:gd name="connsiteX64" fmla="*/ 209045 w 209550"/>
                <a:gd name="connsiteY64" fmla="*/ 462802 h 514350"/>
                <a:gd name="connsiteX65" fmla="*/ 209423 w 209550"/>
                <a:gd name="connsiteY65" fmla="*/ 460004 h 514350"/>
                <a:gd name="connsiteX66" fmla="*/ 209550 w 209550"/>
                <a:gd name="connsiteY66" fmla="*/ 457200 h 514350"/>
                <a:gd name="connsiteX67" fmla="*/ 209550 w 209550"/>
                <a:gd name="connsiteY67" fmla="*/ 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09550" h="514350">
                  <a:moveTo>
                    <a:pt x="209550" y="0"/>
                  </a:moveTo>
                  <a:lnTo>
                    <a:pt x="0" y="0"/>
                  </a:lnTo>
                  <a:lnTo>
                    <a:pt x="0" y="457200"/>
                  </a:lnTo>
                  <a:cubicBezTo>
                    <a:pt x="0" y="458135"/>
                    <a:pt x="42" y="459070"/>
                    <a:pt x="126" y="460004"/>
                  </a:cubicBezTo>
                  <a:cubicBezTo>
                    <a:pt x="210" y="460938"/>
                    <a:pt x="336" y="461871"/>
                    <a:pt x="505" y="462802"/>
                  </a:cubicBezTo>
                  <a:cubicBezTo>
                    <a:pt x="673" y="463733"/>
                    <a:pt x="882" y="464661"/>
                    <a:pt x="1134" y="465586"/>
                  </a:cubicBezTo>
                  <a:cubicBezTo>
                    <a:pt x="1386" y="466511"/>
                    <a:pt x="1679" y="467432"/>
                    <a:pt x="2013" y="468349"/>
                  </a:cubicBezTo>
                  <a:cubicBezTo>
                    <a:pt x="2348" y="469267"/>
                    <a:pt x="2723" y="470179"/>
                    <a:pt x="3140" y="471087"/>
                  </a:cubicBezTo>
                  <a:cubicBezTo>
                    <a:pt x="3557" y="471994"/>
                    <a:pt x="4014" y="472895"/>
                    <a:pt x="4512" y="473790"/>
                  </a:cubicBezTo>
                  <a:cubicBezTo>
                    <a:pt x="5009" y="474685"/>
                    <a:pt x="5547" y="475573"/>
                    <a:pt x="6125" y="476453"/>
                  </a:cubicBezTo>
                  <a:cubicBezTo>
                    <a:pt x="6702" y="477334"/>
                    <a:pt x="7319" y="478206"/>
                    <a:pt x="7976" y="479070"/>
                  </a:cubicBezTo>
                  <a:cubicBezTo>
                    <a:pt x="8632" y="479935"/>
                    <a:pt x="9326" y="480789"/>
                    <a:pt x="10060" y="481634"/>
                  </a:cubicBezTo>
                  <a:cubicBezTo>
                    <a:pt x="10793" y="482480"/>
                    <a:pt x="11563" y="483316"/>
                    <a:pt x="12372" y="484141"/>
                  </a:cubicBezTo>
                  <a:cubicBezTo>
                    <a:pt x="13180" y="484965"/>
                    <a:pt x="14025" y="485779"/>
                    <a:pt x="14907" y="486581"/>
                  </a:cubicBezTo>
                  <a:cubicBezTo>
                    <a:pt x="15788" y="487383"/>
                    <a:pt x="16705" y="488173"/>
                    <a:pt x="17658" y="488951"/>
                  </a:cubicBezTo>
                  <a:cubicBezTo>
                    <a:pt x="18610" y="489729"/>
                    <a:pt x="19597" y="490493"/>
                    <a:pt x="20619" y="491244"/>
                  </a:cubicBezTo>
                  <a:cubicBezTo>
                    <a:pt x="21640" y="491995"/>
                    <a:pt x="22695" y="492733"/>
                    <a:pt x="23783" y="493456"/>
                  </a:cubicBezTo>
                  <a:cubicBezTo>
                    <a:pt x="24871" y="494179"/>
                    <a:pt x="25990" y="494886"/>
                    <a:pt x="27142" y="495579"/>
                  </a:cubicBezTo>
                  <a:cubicBezTo>
                    <a:pt x="28293" y="496273"/>
                    <a:pt x="29475" y="496950"/>
                    <a:pt x="30688" y="497611"/>
                  </a:cubicBezTo>
                  <a:cubicBezTo>
                    <a:pt x="31900" y="498272"/>
                    <a:pt x="33142" y="498917"/>
                    <a:pt x="34412" y="499545"/>
                  </a:cubicBezTo>
                  <a:cubicBezTo>
                    <a:pt x="35683" y="500173"/>
                    <a:pt x="36981" y="500784"/>
                    <a:pt x="38306" y="501378"/>
                  </a:cubicBezTo>
                  <a:cubicBezTo>
                    <a:pt x="39632" y="501971"/>
                    <a:pt x="40983" y="502546"/>
                    <a:pt x="42361" y="503103"/>
                  </a:cubicBezTo>
                  <a:cubicBezTo>
                    <a:pt x="43738" y="503660"/>
                    <a:pt x="45139" y="504199"/>
                    <a:pt x="46565" y="504718"/>
                  </a:cubicBezTo>
                  <a:cubicBezTo>
                    <a:pt x="47991" y="505238"/>
                    <a:pt x="49439" y="505738"/>
                    <a:pt x="50910" y="506219"/>
                  </a:cubicBezTo>
                  <a:cubicBezTo>
                    <a:pt x="52381" y="506700"/>
                    <a:pt x="53872" y="507161"/>
                    <a:pt x="55384" y="507602"/>
                  </a:cubicBezTo>
                  <a:cubicBezTo>
                    <a:pt x="56897" y="508043"/>
                    <a:pt x="58428" y="508463"/>
                    <a:pt x="59978" y="508863"/>
                  </a:cubicBezTo>
                  <a:cubicBezTo>
                    <a:pt x="61528" y="509263"/>
                    <a:pt x="63095" y="509642"/>
                    <a:pt x="64679" y="510000"/>
                  </a:cubicBezTo>
                  <a:cubicBezTo>
                    <a:pt x="66264" y="510357"/>
                    <a:pt x="67863" y="510694"/>
                    <a:pt x="69477" y="511010"/>
                  </a:cubicBezTo>
                  <a:cubicBezTo>
                    <a:pt x="71092" y="511325"/>
                    <a:pt x="72720" y="511618"/>
                    <a:pt x="74360" y="511889"/>
                  </a:cubicBezTo>
                  <a:cubicBezTo>
                    <a:pt x="76001" y="512161"/>
                    <a:pt x="77653" y="512410"/>
                    <a:pt x="79317" y="512637"/>
                  </a:cubicBezTo>
                  <a:cubicBezTo>
                    <a:pt x="80980" y="512865"/>
                    <a:pt x="82653" y="513070"/>
                    <a:pt x="84334" y="513252"/>
                  </a:cubicBezTo>
                  <a:cubicBezTo>
                    <a:pt x="86016" y="513434"/>
                    <a:pt x="87705" y="513594"/>
                    <a:pt x="89401" y="513732"/>
                  </a:cubicBezTo>
                  <a:cubicBezTo>
                    <a:pt x="91097" y="513869"/>
                    <a:pt x="92799" y="513983"/>
                    <a:pt x="94505" y="514075"/>
                  </a:cubicBezTo>
                  <a:cubicBezTo>
                    <a:pt x="96211" y="514166"/>
                    <a:pt x="97921" y="514235"/>
                    <a:pt x="99634" y="514281"/>
                  </a:cubicBezTo>
                  <a:cubicBezTo>
                    <a:pt x="101347" y="514327"/>
                    <a:pt x="103061" y="514350"/>
                    <a:pt x="104775" y="514350"/>
                  </a:cubicBezTo>
                  <a:cubicBezTo>
                    <a:pt x="106490" y="514350"/>
                    <a:pt x="108203" y="514327"/>
                    <a:pt x="109916" y="514281"/>
                  </a:cubicBezTo>
                  <a:cubicBezTo>
                    <a:pt x="111629" y="514235"/>
                    <a:pt x="113339" y="514166"/>
                    <a:pt x="115045" y="514075"/>
                  </a:cubicBezTo>
                  <a:cubicBezTo>
                    <a:pt x="116751" y="513983"/>
                    <a:pt x="118452" y="513869"/>
                    <a:pt x="120148" y="513732"/>
                  </a:cubicBezTo>
                  <a:cubicBezTo>
                    <a:pt x="121844" y="513594"/>
                    <a:pt x="123534" y="513434"/>
                    <a:pt x="125216" y="513252"/>
                  </a:cubicBezTo>
                  <a:cubicBezTo>
                    <a:pt x="126897" y="513069"/>
                    <a:pt x="128570" y="512865"/>
                    <a:pt x="130233" y="512637"/>
                  </a:cubicBezTo>
                  <a:cubicBezTo>
                    <a:pt x="131896" y="512410"/>
                    <a:pt x="133548" y="512161"/>
                    <a:pt x="135189" y="511889"/>
                  </a:cubicBezTo>
                  <a:cubicBezTo>
                    <a:pt x="136830" y="511618"/>
                    <a:pt x="138458" y="511325"/>
                    <a:pt x="140073" y="511010"/>
                  </a:cubicBezTo>
                  <a:cubicBezTo>
                    <a:pt x="141687" y="510694"/>
                    <a:pt x="143286" y="510357"/>
                    <a:pt x="144870" y="510000"/>
                  </a:cubicBezTo>
                  <a:cubicBezTo>
                    <a:pt x="146455" y="509642"/>
                    <a:pt x="148022" y="509263"/>
                    <a:pt x="149572" y="508863"/>
                  </a:cubicBezTo>
                  <a:cubicBezTo>
                    <a:pt x="151122" y="508463"/>
                    <a:pt x="152653" y="508042"/>
                    <a:pt x="154166" y="507602"/>
                  </a:cubicBezTo>
                  <a:cubicBezTo>
                    <a:pt x="155678" y="507161"/>
                    <a:pt x="157169" y="506700"/>
                    <a:pt x="158640" y="506219"/>
                  </a:cubicBezTo>
                  <a:cubicBezTo>
                    <a:pt x="160111" y="505738"/>
                    <a:pt x="161559" y="505238"/>
                    <a:pt x="162985" y="504718"/>
                  </a:cubicBezTo>
                  <a:cubicBezTo>
                    <a:pt x="164411" y="504199"/>
                    <a:pt x="165812" y="503660"/>
                    <a:pt x="167189" y="503103"/>
                  </a:cubicBezTo>
                  <a:cubicBezTo>
                    <a:pt x="168567" y="502546"/>
                    <a:pt x="169918" y="501971"/>
                    <a:pt x="171243" y="501378"/>
                  </a:cubicBezTo>
                  <a:cubicBezTo>
                    <a:pt x="172569" y="500784"/>
                    <a:pt x="173867" y="500173"/>
                    <a:pt x="175137" y="499545"/>
                  </a:cubicBezTo>
                  <a:cubicBezTo>
                    <a:pt x="176408" y="498917"/>
                    <a:pt x="177650" y="498272"/>
                    <a:pt x="178862" y="497611"/>
                  </a:cubicBezTo>
                  <a:cubicBezTo>
                    <a:pt x="180075" y="496950"/>
                    <a:pt x="181257" y="496273"/>
                    <a:pt x="182409" y="495579"/>
                  </a:cubicBezTo>
                  <a:cubicBezTo>
                    <a:pt x="183560" y="494886"/>
                    <a:pt x="184679" y="494179"/>
                    <a:pt x="185767" y="493456"/>
                  </a:cubicBezTo>
                  <a:cubicBezTo>
                    <a:pt x="186855" y="492733"/>
                    <a:pt x="187910" y="491995"/>
                    <a:pt x="188931" y="491244"/>
                  </a:cubicBezTo>
                  <a:cubicBezTo>
                    <a:pt x="189952" y="490493"/>
                    <a:pt x="190939" y="489729"/>
                    <a:pt x="191893" y="488951"/>
                  </a:cubicBezTo>
                  <a:cubicBezTo>
                    <a:pt x="192845" y="488173"/>
                    <a:pt x="193762" y="487383"/>
                    <a:pt x="194643" y="486581"/>
                  </a:cubicBezTo>
                  <a:cubicBezTo>
                    <a:pt x="195525" y="485779"/>
                    <a:pt x="196370" y="484965"/>
                    <a:pt x="197178" y="484141"/>
                  </a:cubicBezTo>
                  <a:cubicBezTo>
                    <a:pt x="197986" y="483316"/>
                    <a:pt x="198757" y="482480"/>
                    <a:pt x="199491" y="481634"/>
                  </a:cubicBezTo>
                  <a:cubicBezTo>
                    <a:pt x="200223" y="480789"/>
                    <a:pt x="200918" y="479935"/>
                    <a:pt x="201575" y="479070"/>
                  </a:cubicBezTo>
                  <a:cubicBezTo>
                    <a:pt x="202231" y="478206"/>
                    <a:pt x="202848" y="477334"/>
                    <a:pt x="203425" y="476453"/>
                  </a:cubicBezTo>
                  <a:cubicBezTo>
                    <a:pt x="204003" y="475572"/>
                    <a:pt x="204541" y="474684"/>
                    <a:pt x="205038" y="473790"/>
                  </a:cubicBezTo>
                  <a:cubicBezTo>
                    <a:pt x="205536" y="472895"/>
                    <a:pt x="205993" y="471994"/>
                    <a:pt x="206410" y="471087"/>
                  </a:cubicBezTo>
                  <a:cubicBezTo>
                    <a:pt x="206827" y="470179"/>
                    <a:pt x="207202" y="469267"/>
                    <a:pt x="207536" y="468349"/>
                  </a:cubicBezTo>
                  <a:cubicBezTo>
                    <a:pt x="207871" y="467432"/>
                    <a:pt x="208164" y="466511"/>
                    <a:pt x="208416" y="465586"/>
                  </a:cubicBezTo>
                  <a:cubicBezTo>
                    <a:pt x="208668" y="464661"/>
                    <a:pt x="208878" y="463733"/>
                    <a:pt x="209045" y="462802"/>
                  </a:cubicBezTo>
                  <a:cubicBezTo>
                    <a:pt x="209213" y="461871"/>
                    <a:pt x="209340" y="460938"/>
                    <a:pt x="209423" y="460004"/>
                  </a:cubicBezTo>
                  <a:cubicBezTo>
                    <a:pt x="209508" y="459070"/>
                    <a:pt x="209550" y="458135"/>
                    <a:pt x="209550" y="457200"/>
                  </a:cubicBezTo>
                  <a:lnTo>
                    <a:pt x="20955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19" name="任意形状 518"/>
            <p:cNvSpPr/>
            <p:nvPr/>
          </p:nvSpPr>
          <p:spPr>
            <a:xfrm>
              <a:off x="10634490" y="4901525"/>
              <a:ext cx="291645" cy="342547"/>
            </a:xfrm>
            <a:custGeom>
              <a:avLst/>
              <a:gdLst>
                <a:gd name="connsiteX0" fmla="*/ 291027 w 291645"/>
                <a:gd name="connsiteY0" fmla="*/ 7287 h 342547"/>
                <a:gd name="connsiteX1" fmla="*/ 290141 w 291645"/>
                <a:gd name="connsiteY1" fmla="*/ 15107 h 342547"/>
                <a:gd name="connsiteX2" fmla="*/ 288541 w 291645"/>
                <a:gd name="connsiteY2" fmla="*/ 21479 h 342547"/>
                <a:gd name="connsiteX3" fmla="*/ 286417 w 291645"/>
                <a:gd name="connsiteY3" fmla="*/ 28889 h 342547"/>
                <a:gd name="connsiteX4" fmla="*/ 283845 w 291645"/>
                <a:gd name="connsiteY4" fmla="*/ 34966 h 342547"/>
                <a:gd name="connsiteX5" fmla="*/ 280226 w 291645"/>
                <a:gd name="connsiteY5" fmla="*/ 42691 h 342547"/>
                <a:gd name="connsiteX6" fmla="*/ 276892 w 291645"/>
                <a:gd name="connsiteY6" fmla="*/ 48216 h 342547"/>
                <a:gd name="connsiteX7" fmla="*/ 271053 w 291645"/>
                <a:gd name="connsiteY7" fmla="*/ 56883 h 342547"/>
                <a:gd name="connsiteX8" fmla="*/ 267033 w 291645"/>
                <a:gd name="connsiteY8" fmla="*/ 61903 h 342547"/>
                <a:gd name="connsiteX9" fmla="*/ 256499 w 291645"/>
                <a:gd name="connsiteY9" fmla="*/ 73238 h 342547"/>
                <a:gd name="connsiteX10" fmla="*/ 252393 w 291645"/>
                <a:gd name="connsiteY10" fmla="*/ 77267 h 342547"/>
                <a:gd name="connsiteX11" fmla="*/ 244735 w 291645"/>
                <a:gd name="connsiteY11" fmla="*/ 83591 h 342547"/>
                <a:gd name="connsiteX12" fmla="*/ 237801 w 291645"/>
                <a:gd name="connsiteY12" fmla="*/ 89059 h 342547"/>
                <a:gd name="connsiteX13" fmla="*/ 228857 w 291645"/>
                <a:gd name="connsiteY13" fmla="*/ 95040 h 342547"/>
                <a:gd name="connsiteX14" fmla="*/ 219408 w 291645"/>
                <a:gd name="connsiteY14" fmla="*/ 101108 h 342547"/>
                <a:gd name="connsiteX15" fmla="*/ 194453 w 291645"/>
                <a:gd name="connsiteY15" fmla="*/ 113700 h 342547"/>
                <a:gd name="connsiteX16" fmla="*/ 185566 w 291645"/>
                <a:gd name="connsiteY16" fmla="*/ 117224 h 342547"/>
                <a:gd name="connsiteX17" fmla="*/ 167440 w 291645"/>
                <a:gd name="connsiteY17" fmla="*/ 124063 h 342547"/>
                <a:gd name="connsiteX18" fmla="*/ 149981 w 291645"/>
                <a:gd name="connsiteY18" fmla="*/ 129283 h 342547"/>
                <a:gd name="connsiteX19" fmla="*/ 143246 w 291645"/>
                <a:gd name="connsiteY19" fmla="*/ 131188 h 342547"/>
                <a:gd name="connsiteX20" fmla="*/ 117519 w 291645"/>
                <a:gd name="connsiteY20" fmla="*/ 136722 h 342547"/>
                <a:gd name="connsiteX21" fmla="*/ 87297 w 291645"/>
                <a:gd name="connsiteY21" fmla="*/ 140922 h 342547"/>
                <a:gd name="connsiteX22" fmla="*/ 59674 w 291645"/>
                <a:gd name="connsiteY22" fmla="*/ 142818 h 342547"/>
                <a:gd name="connsiteX23" fmla="*/ 59007 w 291645"/>
                <a:gd name="connsiteY23" fmla="*/ 142856 h 342547"/>
                <a:gd name="connsiteX24" fmla="*/ 31413 w 291645"/>
                <a:gd name="connsiteY24" fmla="*/ 142856 h 342547"/>
                <a:gd name="connsiteX25" fmla="*/ 23432 w 291645"/>
                <a:gd name="connsiteY25" fmla="*/ 142427 h 342547"/>
                <a:gd name="connsiteX26" fmla="*/ 562 w 291645"/>
                <a:gd name="connsiteY26" fmla="*/ 140875 h 342547"/>
                <a:gd name="connsiteX27" fmla="*/ 0 w 291645"/>
                <a:gd name="connsiteY27" fmla="*/ 340319 h 342547"/>
                <a:gd name="connsiteX28" fmla="*/ 8449 w 291645"/>
                <a:gd name="connsiteY28" fmla="*/ 341100 h 342547"/>
                <a:gd name="connsiteX29" fmla="*/ 22908 w 291645"/>
                <a:gd name="connsiteY29" fmla="*/ 341881 h 342547"/>
                <a:gd name="connsiteX30" fmla="*/ 30832 w 291645"/>
                <a:gd name="connsiteY30" fmla="*/ 342300 h 342547"/>
                <a:gd name="connsiteX31" fmla="*/ 32937 w 291645"/>
                <a:gd name="connsiteY31" fmla="*/ 342414 h 342547"/>
                <a:gd name="connsiteX32" fmla="*/ 58398 w 291645"/>
                <a:gd name="connsiteY32" fmla="*/ 342300 h 342547"/>
                <a:gd name="connsiteX33" fmla="*/ 58436 w 291645"/>
                <a:gd name="connsiteY33" fmla="*/ 342300 h 342547"/>
                <a:gd name="connsiteX34" fmla="*/ 59169 w 291645"/>
                <a:gd name="connsiteY34" fmla="*/ 342243 h 342547"/>
                <a:gd name="connsiteX35" fmla="*/ 85973 w 291645"/>
                <a:gd name="connsiteY35" fmla="*/ 340462 h 342547"/>
                <a:gd name="connsiteX36" fmla="*/ 86697 w 291645"/>
                <a:gd name="connsiteY36" fmla="*/ 340366 h 342547"/>
                <a:gd name="connsiteX37" fmla="*/ 116957 w 291645"/>
                <a:gd name="connsiteY37" fmla="*/ 336156 h 342547"/>
                <a:gd name="connsiteX38" fmla="*/ 117700 w 291645"/>
                <a:gd name="connsiteY38" fmla="*/ 336052 h 342547"/>
                <a:gd name="connsiteX39" fmla="*/ 142665 w 291645"/>
                <a:gd name="connsiteY39" fmla="*/ 330632 h 342547"/>
                <a:gd name="connsiteX40" fmla="*/ 149495 w 291645"/>
                <a:gd name="connsiteY40" fmla="*/ 328689 h 342547"/>
                <a:gd name="connsiteX41" fmla="*/ 163982 w 291645"/>
                <a:gd name="connsiteY41" fmla="*/ 324593 h 342547"/>
                <a:gd name="connsiteX42" fmla="*/ 166878 w 291645"/>
                <a:gd name="connsiteY42" fmla="*/ 323498 h 342547"/>
                <a:gd name="connsiteX43" fmla="*/ 184976 w 291645"/>
                <a:gd name="connsiteY43" fmla="*/ 316668 h 342547"/>
                <a:gd name="connsiteX44" fmla="*/ 193900 w 291645"/>
                <a:gd name="connsiteY44" fmla="*/ 313134 h 342547"/>
                <a:gd name="connsiteX45" fmla="*/ 218846 w 291645"/>
                <a:gd name="connsiteY45" fmla="*/ 300542 h 342547"/>
                <a:gd name="connsiteX46" fmla="*/ 221885 w 291645"/>
                <a:gd name="connsiteY46" fmla="*/ 298752 h 342547"/>
                <a:gd name="connsiteX47" fmla="*/ 228257 w 291645"/>
                <a:gd name="connsiteY47" fmla="*/ 294484 h 342547"/>
                <a:gd name="connsiteX48" fmla="*/ 237249 w 291645"/>
                <a:gd name="connsiteY48" fmla="*/ 288493 h 342547"/>
                <a:gd name="connsiteX49" fmla="*/ 244164 w 291645"/>
                <a:gd name="connsiteY49" fmla="*/ 283035 h 342547"/>
                <a:gd name="connsiteX50" fmla="*/ 251831 w 291645"/>
                <a:gd name="connsiteY50" fmla="*/ 276701 h 342547"/>
                <a:gd name="connsiteX51" fmla="*/ 253355 w 291645"/>
                <a:gd name="connsiteY51" fmla="*/ 275434 h 342547"/>
                <a:gd name="connsiteX52" fmla="*/ 255937 w 291645"/>
                <a:gd name="connsiteY52" fmla="*/ 272663 h 342547"/>
                <a:gd name="connsiteX53" fmla="*/ 266481 w 291645"/>
                <a:gd name="connsiteY53" fmla="*/ 261337 h 342547"/>
                <a:gd name="connsiteX54" fmla="*/ 268786 w 291645"/>
                <a:gd name="connsiteY54" fmla="*/ 258861 h 342547"/>
                <a:gd name="connsiteX55" fmla="*/ 270491 w 291645"/>
                <a:gd name="connsiteY55" fmla="*/ 256327 h 342547"/>
                <a:gd name="connsiteX56" fmla="*/ 276330 w 291645"/>
                <a:gd name="connsiteY56" fmla="*/ 247640 h 342547"/>
                <a:gd name="connsiteX57" fmla="*/ 278778 w 291645"/>
                <a:gd name="connsiteY57" fmla="*/ 244011 h 342547"/>
                <a:gd name="connsiteX58" fmla="*/ 279664 w 291645"/>
                <a:gd name="connsiteY58" fmla="*/ 242125 h 342547"/>
                <a:gd name="connsiteX59" fmla="*/ 283293 w 291645"/>
                <a:gd name="connsiteY59" fmla="*/ 234382 h 342547"/>
                <a:gd name="connsiteX60" fmla="*/ 285398 w 291645"/>
                <a:gd name="connsiteY60" fmla="*/ 229876 h 342547"/>
                <a:gd name="connsiteX61" fmla="*/ 285845 w 291645"/>
                <a:gd name="connsiteY61" fmla="*/ 228333 h 342547"/>
                <a:gd name="connsiteX62" fmla="*/ 287979 w 291645"/>
                <a:gd name="connsiteY62" fmla="*/ 220894 h 342547"/>
                <a:gd name="connsiteX63" fmla="*/ 289417 w 291645"/>
                <a:gd name="connsiteY63" fmla="*/ 215884 h 342547"/>
                <a:gd name="connsiteX64" fmla="*/ 289570 w 291645"/>
                <a:gd name="connsiteY64" fmla="*/ 214551 h 342547"/>
                <a:gd name="connsiteX65" fmla="*/ 290465 w 291645"/>
                <a:gd name="connsiteY65" fmla="*/ 206712 h 342547"/>
                <a:gd name="connsiteX66" fmla="*/ 291046 w 291645"/>
                <a:gd name="connsiteY66" fmla="*/ 201625 h 342547"/>
                <a:gd name="connsiteX67" fmla="*/ 291084 w 291645"/>
                <a:gd name="connsiteY67" fmla="*/ 199444 h 342547"/>
                <a:gd name="connsiteX68" fmla="*/ 291646 w 291645"/>
                <a:gd name="connsiteY68" fmla="*/ 0 h 342547"/>
                <a:gd name="connsiteX69" fmla="*/ 291027 w 291645"/>
                <a:gd name="connsiteY69" fmla="*/ 7287 h 342547"/>
                <a:gd name="connsiteX70" fmla="*/ 291027 w 291645"/>
                <a:gd name="connsiteY70" fmla="*/ 7287 h 342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91645" h="342547">
                  <a:moveTo>
                    <a:pt x="291027" y="7287"/>
                  </a:moveTo>
                  <a:cubicBezTo>
                    <a:pt x="290798" y="9887"/>
                    <a:pt x="290617" y="12506"/>
                    <a:pt x="290141" y="15107"/>
                  </a:cubicBezTo>
                  <a:cubicBezTo>
                    <a:pt x="289751" y="17240"/>
                    <a:pt x="289093" y="19355"/>
                    <a:pt x="288541" y="21479"/>
                  </a:cubicBezTo>
                  <a:cubicBezTo>
                    <a:pt x="287893" y="23955"/>
                    <a:pt x="287284" y="26432"/>
                    <a:pt x="286417" y="28889"/>
                  </a:cubicBezTo>
                  <a:cubicBezTo>
                    <a:pt x="285683" y="30918"/>
                    <a:pt x="284731" y="32937"/>
                    <a:pt x="283845" y="34966"/>
                  </a:cubicBezTo>
                  <a:cubicBezTo>
                    <a:pt x="282721" y="37557"/>
                    <a:pt x="281597" y="40138"/>
                    <a:pt x="280226" y="42691"/>
                  </a:cubicBezTo>
                  <a:cubicBezTo>
                    <a:pt x="279225" y="44548"/>
                    <a:pt x="278025" y="46377"/>
                    <a:pt x="276892" y="48216"/>
                  </a:cubicBezTo>
                  <a:cubicBezTo>
                    <a:pt x="275092" y="51130"/>
                    <a:pt x="273187" y="54026"/>
                    <a:pt x="271053" y="56883"/>
                  </a:cubicBezTo>
                  <a:cubicBezTo>
                    <a:pt x="269796" y="58569"/>
                    <a:pt x="268424" y="60246"/>
                    <a:pt x="267033" y="61903"/>
                  </a:cubicBezTo>
                  <a:cubicBezTo>
                    <a:pt x="263852" y="65761"/>
                    <a:pt x="260328" y="69523"/>
                    <a:pt x="256499" y="73238"/>
                  </a:cubicBezTo>
                  <a:cubicBezTo>
                    <a:pt x="255118" y="74571"/>
                    <a:pt x="253860" y="75943"/>
                    <a:pt x="252393" y="77267"/>
                  </a:cubicBezTo>
                  <a:cubicBezTo>
                    <a:pt x="250003" y="79419"/>
                    <a:pt x="247336" y="81496"/>
                    <a:pt x="244735" y="83591"/>
                  </a:cubicBezTo>
                  <a:cubicBezTo>
                    <a:pt x="242449" y="85420"/>
                    <a:pt x="240259" y="87278"/>
                    <a:pt x="237801" y="89059"/>
                  </a:cubicBezTo>
                  <a:cubicBezTo>
                    <a:pt x="234982" y="91107"/>
                    <a:pt x="231896" y="93059"/>
                    <a:pt x="228857" y="95040"/>
                  </a:cubicBezTo>
                  <a:cubicBezTo>
                    <a:pt x="225733" y="97069"/>
                    <a:pt x="222761" y="99155"/>
                    <a:pt x="219408" y="101108"/>
                  </a:cubicBezTo>
                  <a:cubicBezTo>
                    <a:pt x="211503" y="105699"/>
                    <a:pt x="203121" y="109861"/>
                    <a:pt x="194453" y="113700"/>
                  </a:cubicBezTo>
                  <a:cubicBezTo>
                    <a:pt x="191576" y="114986"/>
                    <a:pt x="188519" y="116034"/>
                    <a:pt x="185566" y="117224"/>
                  </a:cubicBezTo>
                  <a:cubicBezTo>
                    <a:pt x="179622" y="119634"/>
                    <a:pt x="173641" y="121996"/>
                    <a:pt x="167440" y="124063"/>
                  </a:cubicBezTo>
                  <a:cubicBezTo>
                    <a:pt x="161735" y="125959"/>
                    <a:pt x="155886" y="127673"/>
                    <a:pt x="149981" y="129283"/>
                  </a:cubicBezTo>
                  <a:cubicBezTo>
                    <a:pt x="147723" y="129892"/>
                    <a:pt x="145532" y="130616"/>
                    <a:pt x="143246" y="131188"/>
                  </a:cubicBezTo>
                  <a:cubicBezTo>
                    <a:pt x="134817" y="133312"/>
                    <a:pt x="126235" y="135169"/>
                    <a:pt x="117519" y="136722"/>
                  </a:cubicBezTo>
                  <a:cubicBezTo>
                    <a:pt x="107575" y="138494"/>
                    <a:pt x="97488" y="139894"/>
                    <a:pt x="87297" y="140922"/>
                  </a:cubicBezTo>
                  <a:cubicBezTo>
                    <a:pt x="78143" y="141856"/>
                    <a:pt x="68923" y="142484"/>
                    <a:pt x="59674" y="142818"/>
                  </a:cubicBezTo>
                  <a:cubicBezTo>
                    <a:pt x="59446" y="142818"/>
                    <a:pt x="59217" y="142846"/>
                    <a:pt x="59007" y="142856"/>
                  </a:cubicBezTo>
                  <a:cubicBezTo>
                    <a:pt x="49816" y="143180"/>
                    <a:pt x="40605" y="143142"/>
                    <a:pt x="31413" y="142856"/>
                  </a:cubicBezTo>
                  <a:cubicBezTo>
                    <a:pt x="28746" y="142789"/>
                    <a:pt x="26098" y="142561"/>
                    <a:pt x="23432" y="142427"/>
                  </a:cubicBezTo>
                  <a:cubicBezTo>
                    <a:pt x="15783" y="142065"/>
                    <a:pt x="8144" y="141656"/>
                    <a:pt x="562" y="140875"/>
                  </a:cubicBezTo>
                  <a:lnTo>
                    <a:pt x="0" y="340319"/>
                  </a:lnTo>
                  <a:cubicBezTo>
                    <a:pt x="2810" y="340604"/>
                    <a:pt x="5629" y="340862"/>
                    <a:pt x="8449" y="341100"/>
                  </a:cubicBezTo>
                  <a:cubicBezTo>
                    <a:pt x="13249" y="341500"/>
                    <a:pt x="18088" y="341652"/>
                    <a:pt x="22908" y="341881"/>
                  </a:cubicBezTo>
                  <a:cubicBezTo>
                    <a:pt x="25556" y="342005"/>
                    <a:pt x="28184" y="342224"/>
                    <a:pt x="30832" y="342300"/>
                  </a:cubicBezTo>
                  <a:cubicBezTo>
                    <a:pt x="31537" y="342319"/>
                    <a:pt x="32233" y="342395"/>
                    <a:pt x="32937" y="342414"/>
                  </a:cubicBezTo>
                  <a:cubicBezTo>
                    <a:pt x="41424" y="342624"/>
                    <a:pt x="49911" y="342586"/>
                    <a:pt x="58398" y="342300"/>
                  </a:cubicBezTo>
                  <a:lnTo>
                    <a:pt x="58436" y="342300"/>
                  </a:lnTo>
                  <a:cubicBezTo>
                    <a:pt x="58684" y="342290"/>
                    <a:pt x="58922" y="342252"/>
                    <a:pt x="59169" y="342243"/>
                  </a:cubicBezTo>
                  <a:cubicBezTo>
                    <a:pt x="68142" y="341928"/>
                    <a:pt x="77095" y="341347"/>
                    <a:pt x="85973" y="340462"/>
                  </a:cubicBezTo>
                  <a:cubicBezTo>
                    <a:pt x="86220" y="340443"/>
                    <a:pt x="86458" y="340395"/>
                    <a:pt x="86697" y="340366"/>
                  </a:cubicBezTo>
                  <a:cubicBezTo>
                    <a:pt x="96898" y="339328"/>
                    <a:pt x="107004" y="337928"/>
                    <a:pt x="116957" y="336156"/>
                  </a:cubicBezTo>
                  <a:cubicBezTo>
                    <a:pt x="117205" y="336109"/>
                    <a:pt x="117462" y="336099"/>
                    <a:pt x="117700" y="336052"/>
                  </a:cubicBezTo>
                  <a:cubicBezTo>
                    <a:pt x="126159" y="334528"/>
                    <a:pt x="134483" y="332689"/>
                    <a:pt x="142665" y="330632"/>
                  </a:cubicBezTo>
                  <a:cubicBezTo>
                    <a:pt x="144980" y="330051"/>
                    <a:pt x="147209" y="329327"/>
                    <a:pt x="149495" y="328689"/>
                  </a:cubicBezTo>
                  <a:cubicBezTo>
                    <a:pt x="154353" y="327365"/>
                    <a:pt x="159248" y="326107"/>
                    <a:pt x="163982" y="324593"/>
                  </a:cubicBezTo>
                  <a:cubicBezTo>
                    <a:pt x="164973" y="324260"/>
                    <a:pt x="165878" y="323821"/>
                    <a:pt x="166878" y="323498"/>
                  </a:cubicBezTo>
                  <a:cubicBezTo>
                    <a:pt x="173079" y="321431"/>
                    <a:pt x="179041" y="319068"/>
                    <a:pt x="184976" y="316668"/>
                  </a:cubicBezTo>
                  <a:cubicBezTo>
                    <a:pt x="187938" y="315468"/>
                    <a:pt x="191014" y="314420"/>
                    <a:pt x="193900" y="313134"/>
                  </a:cubicBezTo>
                  <a:cubicBezTo>
                    <a:pt x="202568" y="309296"/>
                    <a:pt x="210941" y="305143"/>
                    <a:pt x="218846" y="300542"/>
                  </a:cubicBezTo>
                  <a:cubicBezTo>
                    <a:pt x="219866" y="299952"/>
                    <a:pt x="220875" y="299352"/>
                    <a:pt x="221885" y="298752"/>
                  </a:cubicBezTo>
                  <a:cubicBezTo>
                    <a:pt x="224152" y="297380"/>
                    <a:pt x="226095" y="295894"/>
                    <a:pt x="228257" y="294484"/>
                  </a:cubicBezTo>
                  <a:cubicBezTo>
                    <a:pt x="231305" y="292503"/>
                    <a:pt x="234429" y="290551"/>
                    <a:pt x="237249" y="288493"/>
                  </a:cubicBezTo>
                  <a:cubicBezTo>
                    <a:pt x="239697" y="286722"/>
                    <a:pt x="241878" y="284874"/>
                    <a:pt x="244164" y="283035"/>
                  </a:cubicBezTo>
                  <a:cubicBezTo>
                    <a:pt x="246774" y="280940"/>
                    <a:pt x="249441" y="278863"/>
                    <a:pt x="251831" y="276701"/>
                  </a:cubicBezTo>
                  <a:cubicBezTo>
                    <a:pt x="252308" y="276273"/>
                    <a:pt x="252898" y="275863"/>
                    <a:pt x="253355" y="275434"/>
                  </a:cubicBezTo>
                  <a:cubicBezTo>
                    <a:pt x="254337" y="274549"/>
                    <a:pt x="255013" y="273577"/>
                    <a:pt x="255937" y="272663"/>
                  </a:cubicBezTo>
                  <a:cubicBezTo>
                    <a:pt x="259766" y="268967"/>
                    <a:pt x="263290" y="265186"/>
                    <a:pt x="266481" y="261337"/>
                  </a:cubicBezTo>
                  <a:cubicBezTo>
                    <a:pt x="267186" y="260490"/>
                    <a:pt x="268110" y="259709"/>
                    <a:pt x="268786" y="258861"/>
                  </a:cubicBezTo>
                  <a:cubicBezTo>
                    <a:pt x="269424" y="258032"/>
                    <a:pt x="269862" y="257156"/>
                    <a:pt x="270491" y="256327"/>
                  </a:cubicBezTo>
                  <a:cubicBezTo>
                    <a:pt x="272625" y="253470"/>
                    <a:pt x="274530" y="250565"/>
                    <a:pt x="276330" y="247640"/>
                  </a:cubicBezTo>
                  <a:cubicBezTo>
                    <a:pt x="277082" y="246421"/>
                    <a:pt x="278092" y="245240"/>
                    <a:pt x="278778" y="244011"/>
                  </a:cubicBezTo>
                  <a:cubicBezTo>
                    <a:pt x="279130" y="243392"/>
                    <a:pt x="279330" y="242754"/>
                    <a:pt x="279664" y="242125"/>
                  </a:cubicBezTo>
                  <a:cubicBezTo>
                    <a:pt x="281035" y="239573"/>
                    <a:pt x="282159" y="236972"/>
                    <a:pt x="283293" y="234382"/>
                  </a:cubicBezTo>
                  <a:cubicBezTo>
                    <a:pt x="283959" y="232877"/>
                    <a:pt x="284836" y="231391"/>
                    <a:pt x="285398" y="229876"/>
                  </a:cubicBezTo>
                  <a:cubicBezTo>
                    <a:pt x="285588" y="229362"/>
                    <a:pt x="285664" y="228848"/>
                    <a:pt x="285845" y="228333"/>
                  </a:cubicBezTo>
                  <a:cubicBezTo>
                    <a:pt x="286722" y="225866"/>
                    <a:pt x="287331" y="223380"/>
                    <a:pt x="287979" y="220894"/>
                  </a:cubicBezTo>
                  <a:cubicBezTo>
                    <a:pt x="288427" y="219218"/>
                    <a:pt x="289074" y="217561"/>
                    <a:pt x="289417" y="215884"/>
                  </a:cubicBezTo>
                  <a:cubicBezTo>
                    <a:pt x="289512" y="215446"/>
                    <a:pt x="289484" y="214998"/>
                    <a:pt x="289570" y="214551"/>
                  </a:cubicBezTo>
                  <a:cubicBezTo>
                    <a:pt x="290046" y="211941"/>
                    <a:pt x="290227" y="209331"/>
                    <a:pt x="290465" y="206712"/>
                  </a:cubicBezTo>
                  <a:cubicBezTo>
                    <a:pt x="290617" y="205026"/>
                    <a:pt x="290998" y="203330"/>
                    <a:pt x="291046" y="201625"/>
                  </a:cubicBezTo>
                  <a:cubicBezTo>
                    <a:pt x="291074" y="200901"/>
                    <a:pt x="291074" y="200168"/>
                    <a:pt x="291084" y="199444"/>
                  </a:cubicBezTo>
                  <a:lnTo>
                    <a:pt x="291646" y="0"/>
                  </a:lnTo>
                  <a:cubicBezTo>
                    <a:pt x="291636" y="2429"/>
                    <a:pt x="291255" y="4858"/>
                    <a:pt x="291027" y="7287"/>
                  </a:cubicBezTo>
                  <a:lnTo>
                    <a:pt x="291027" y="7287"/>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20" name="任意形状 519"/>
            <p:cNvSpPr/>
            <p:nvPr/>
          </p:nvSpPr>
          <p:spPr>
            <a:xfrm>
              <a:off x="10635065" y="4956807"/>
              <a:ext cx="271895" cy="87827"/>
            </a:xfrm>
            <a:custGeom>
              <a:avLst/>
              <a:gdLst>
                <a:gd name="connsiteX0" fmla="*/ 172348 w 271895"/>
                <a:gd name="connsiteY0" fmla="*/ 0 h 87827"/>
                <a:gd name="connsiteX1" fmla="*/ 157134 w 271895"/>
                <a:gd name="connsiteY1" fmla="*/ 10206 h 87827"/>
                <a:gd name="connsiteX2" fmla="*/ 15592 w 271895"/>
                <a:gd name="connsiteY2" fmla="*/ 36171 h 87827"/>
                <a:gd name="connsiteX3" fmla="*/ 0 w 271895"/>
                <a:gd name="connsiteY3" fmla="*/ 85596 h 87827"/>
                <a:gd name="connsiteX4" fmla="*/ 218837 w 271895"/>
                <a:gd name="connsiteY4" fmla="*/ 45820 h 87827"/>
                <a:gd name="connsiteX5" fmla="*/ 271896 w 271895"/>
                <a:gd name="connsiteY5" fmla="*/ 0 h 87827"/>
                <a:gd name="connsiteX6" fmla="*/ 172348 w 271895"/>
                <a:gd name="connsiteY6" fmla="*/ 0 h 8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895" h="87827">
                  <a:moveTo>
                    <a:pt x="172348" y="0"/>
                  </a:moveTo>
                  <a:cubicBezTo>
                    <a:pt x="167771" y="3558"/>
                    <a:pt x="162699" y="6971"/>
                    <a:pt x="157134" y="10206"/>
                  </a:cubicBezTo>
                  <a:cubicBezTo>
                    <a:pt x="118805" y="32475"/>
                    <a:pt x="65599" y="41134"/>
                    <a:pt x="15592" y="36171"/>
                  </a:cubicBezTo>
                  <a:lnTo>
                    <a:pt x="0" y="85596"/>
                  </a:lnTo>
                  <a:cubicBezTo>
                    <a:pt x="77267" y="93540"/>
                    <a:pt x="159553" y="80272"/>
                    <a:pt x="218837" y="45820"/>
                  </a:cubicBezTo>
                  <a:cubicBezTo>
                    <a:pt x="242189" y="32250"/>
                    <a:pt x="259872" y="16650"/>
                    <a:pt x="271896" y="0"/>
                  </a:cubicBezTo>
                  <a:lnTo>
                    <a:pt x="172348" y="0"/>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21" name="任意形状 520"/>
            <p:cNvSpPr/>
            <p:nvPr/>
          </p:nvSpPr>
          <p:spPr>
            <a:xfrm>
              <a:off x="10566214" y="4704397"/>
              <a:ext cx="213731" cy="117552"/>
            </a:xfrm>
            <a:custGeom>
              <a:avLst/>
              <a:gdLst>
                <a:gd name="connsiteX0" fmla="*/ 106866 w 213731"/>
                <a:gd name="connsiteY0" fmla="*/ 117553 h 117552"/>
                <a:gd name="connsiteX1" fmla="*/ 213731 w 213731"/>
                <a:gd name="connsiteY1" fmla="*/ 58776 h 117552"/>
                <a:gd name="connsiteX2" fmla="*/ 106866 w 213731"/>
                <a:gd name="connsiteY2" fmla="*/ 0 h 117552"/>
                <a:gd name="connsiteX3" fmla="*/ 0 w 213731"/>
                <a:gd name="connsiteY3" fmla="*/ 58776 h 117552"/>
                <a:gd name="connsiteX4" fmla="*/ 106866 w 213731"/>
                <a:gd name="connsiteY4" fmla="*/ 117553 h 117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31" h="117552">
                  <a:moveTo>
                    <a:pt x="106866" y="117553"/>
                  </a:moveTo>
                  <a:cubicBezTo>
                    <a:pt x="165886" y="117553"/>
                    <a:pt x="213731" y="91237"/>
                    <a:pt x="213731" y="58776"/>
                  </a:cubicBezTo>
                  <a:cubicBezTo>
                    <a:pt x="213731" y="26315"/>
                    <a:pt x="165886" y="0"/>
                    <a:pt x="106866" y="0"/>
                  </a:cubicBezTo>
                  <a:cubicBezTo>
                    <a:pt x="47846" y="0"/>
                    <a:pt x="0" y="26315"/>
                    <a:pt x="0" y="58776"/>
                  </a:cubicBezTo>
                  <a:cubicBezTo>
                    <a:pt x="0" y="91237"/>
                    <a:pt x="47846" y="117553"/>
                    <a:pt x="106866" y="117553"/>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7383780" y="1851660"/>
            <a:ext cx="3641090" cy="3389630"/>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buFont typeface="Arial" panose="020B0604020202090204" pitchFamily="34" charset="0"/>
              <a:buNone/>
            </a:pP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AutoShape 4"/>
          <p:cNvSpPr/>
          <p:nvPr/>
        </p:nvSpPr>
        <p:spPr>
          <a:xfrm>
            <a:off x="715963" y="2874962"/>
            <a:ext cx="2879725" cy="1620837"/>
          </a:xfrm>
          <a:prstGeom prst="diamond">
            <a:avLst/>
          </a:prstGeom>
          <a:solidFill>
            <a:schemeClr val="bg2"/>
          </a:solidFill>
          <a:ln w="9525">
            <a:noFill/>
          </a:ln>
        </p:spPr>
        <p:txBody>
          <a:bodyPr anchor="ctr" anchorCtr="0">
            <a:noAutofit/>
          </a:bodyPr>
          <a:lstStyle/>
          <a:p>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 name="AutoShape 4"/>
          <p:cNvSpPr/>
          <p:nvPr/>
        </p:nvSpPr>
        <p:spPr>
          <a:xfrm>
            <a:off x="2684463" y="4007802"/>
            <a:ext cx="2879725" cy="1620837"/>
          </a:xfrm>
          <a:prstGeom prst="diamond">
            <a:avLst/>
          </a:prstGeom>
          <a:solidFill>
            <a:schemeClr val="bg2"/>
          </a:solidFill>
          <a:ln w="9525">
            <a:noFill/>
          </a:ln>
        </p:spPr>
        <p:txBody>
          <a:bodyPr anchor="ctr" anchorCtr="0">
            <a:noAutofit/>
          </a:bodyPr>
          <a:lstStyle/>
          <a:p>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副标题 5"/>
          <p:cNvSpPr>
            <a:spLocks noGrp="1"/>
          </p:cNvSpPr>
          <p:nvPr/>
        </p:nvSpPr>
        <p:spPr>
          <a:xfrm>
            <a:off x="2503170" y="488759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1" name="副标题 5"/>
          <p:cNvSpPr>
            <a:spLocks noGrp="1"/>
          </p:cNvSpPr>
          <p:nvPr/>
        </p:nvSpPr>
        <p:spPr>
          <a:xfrm>
            <a:off x="3364865" y="539559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2" name="副标题 5"/>
          <p:cNvSpPr>
            <a:spLocks noGrp="1"/>
          </p:cNvSpPr>
          <p:nvPr/>
        </p:nvSpPr>
        <p:spPr>
          <a:xfrm>
            <a:off x="1324610" y="412813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副标题 5"/>
          <p:cNvSpPr>
            <a:spLocks noGrp="1"/>
          </p:cNvSpPr>
          <p:nvPr/>
        </p:nvSpPr>
        <p:spPr>
          <a:xfrm>
            <a:off x="652145" y="3686810"/>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4" name="副标题 5"/>
          <p:cNvSpPr>
            <a:spLocks noGrp="1"/>
          </p:cNvSpPr>
          <p:nvPr/>
        </p:nvSpPr>
        <p:spPr>
          <a:xfrm>
            <a:off x="1324610" y="2951480"/>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 name="副标题 5"/>
          <p:cNvSpPr>
            <a:spLocks noGrp="1"/>
          </p:cNvSpPr>
          <p:nvPr/>
        </p:nvSpPr>
        <p:spPr>
          <a:xfrm>
            <a:off x="1948180" y="3379470"/>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6" name="副标题 5"/>
          <p:cNvSpPr>
            <a:spLocks noGrp="1"/>
          </p:cNvSpPr>
          <p:nvPr/>
        </p:nvSpPr>
        <p:spPr>
          <a:xfrm>
            <a:off x="3169285" y="4065270"/>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副标题 5"/>
          <p:cNvSpPr>
            <a:spLocks noGrp="1"/>
          </p:cNvSpPr>
          <p:nvPr/>
        </p:nvSpPr>
        <p:spPr>
          <a:xfrm>
            <a:off x="4068445" y="459295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062" name="Line 5"/>
          <p:cNvSpPr/>
          <p:nvPr/>
        </p:nvSpPr>
        <p:spPr>
          <a:xfrm flipH="1">
            <a:off x="3970655" y="3258503"/>
            <a:ext cx="496570" cy="249237"/>
          </a:xfrm>
          <a:prstGeom prst="line">
            <a:avLst/>
          </a:prstGeom>
          <a:ln w="12700" cap="flat" cmpd="sng">
            <a:solidFill>
              <a:schemeClr val="bg2">
                <a:lumMod val="90000"/>
              </a:schemeClr>
            </a:solidFill>
            <a:prstDash val="solid"/>
            <a:headEnd type="none" w="med" len="med"/>
            <a:tailEnd type="none" w="med" len="med"/>
          </a:ln>
        </p:spPr>
        <p:txBody>
          <a:bodyPr/>
          <a:lstStyle/>
          <a:p>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077" name="Line 20"/>
          <p:cNvSpPr/>
          <p:nvPr/>
        </p:nvSpPr>
        <p:spPr>
          <a:xfrm>
            <a:off x="2846705" y="2850833"/>
            <a:ext cx="2736850" cy="1584325"/>
          </a:xfrm>
          <a:prstGeom prst="line">
            <a:avLst/>
          </a:prstGeom>
          <a:ln w="12700" cap="flat" cmpd="sng">
            <a:solidFill>
              <a:schemeClr val="bg2">
                <a:lumMod val="90000"/>
              </a:schemeClr>
            </a:solidFill>
            <a:prstDash val="solid"/>
            <a:headEnd type="none" w="med" len="med"/>
            <a:tailEnd type="none" w="med" len="med"/>
          </a:ln>
        </p:spPr>
        <p:txBody>
          <a:bodyPr/>
          <a:lstStyle/>
          <a:p>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087" name="Line 33"/>
          <p:cNvSpPr/>
          <p:nvPr/>
        </p:nvSpPr>
        <p:spPr>
          <a:xfrm flipH="1">
            <a:off x="2509203" y="2852738"/>
            <a:ext cx="360362" cy="215900"/>
          </a:xfrm>
          <a:prstGeom prst="line">
            <a:avLst/>
          </a:prstGeom>
          <a:ln w="12700" cap="flat" cmpd="sng">
            <a:solidFill>
              <a:schemeClr val="bg2">
                <a:lumMod val="90000"/>
              </a:schemeClr>
            </a:solidFill>
            <a:prstDash val="solid"/>
            <a:headEnd type="none" w="med" len="med"/>
            <a:tailEnd type="triangle" w="med" len="med"/>
          </a:ln>
        </p:spPr>
        <p:txBody>
          <a:bodyPr/>
          <a:lstStyle/>
          <a:p>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088" name="Line 34"/>
          <p:cNvSpPr/>
          <p:nvPr/>
        </p:nvSpPr>
        <p:spPr>
          <a:xfrm flipH="1">
            <a:off x="5276850" y="4435475"/>
            <a:ext cx="291465" cy="174625"/>
          </a:xfrm>
          <a:prstGeom prst="line">
            <a:avLst/>
          </a:prstGeom>
          <a:ln w="12700" cap="flat" cmpd="sng">
            <a:solidFill>
              <a:schemeClr val="bg2">
                <a:lumMod val="90000"/>
              </a:schemeClr>
            </a:solidFill>
            <a:prstDash val="solid"/>
            <a:headEnd type="none" w="med" len="med"/>
            <a:tailEnd type="triangle" w="med" len="med"/>
          </a:ln>
        </p:spPr>
        <p:txBody>
          <a:bodyPr/>
          <a:lstStyle/>
          <a:p>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061" name="AutoShape 4"/>
          <p:cNvSpPr/>
          <p:nvPr/>
        </p:nvSpPr>
        <p:spPr>
          <a:xfrm>
            <a:off x="3432493" y="1971992"/>
            <a:ext cx="2879725" cy="1533525"/>
          </a:xfrm>
          <a:prstGeom prst="diamond">
            <a:avLst/>
          </a:prstGeom>
          <a:solidFill>
            <a:schemeClr val="bg2"/>
          </a:solidFill>
          <a:ln w="9525">
            <a:noFill/>
          </a:ln>
        </p:spPr>
        <p:txBody>
          <a:bodyPr anchor="ctr" anchorCtr="0">
            <a:noAutofit/>
          </a:bodyPr>
          <a:lstStyle/>
          <a:p>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8" name="副标题 5"/>
          <p:cNvSpPr>
            <a:spLocks noGrp="1"/>
          </p:cNvSpPr>
          <p:nvPr/>
        </p:nvSpPr>
        <p:spPr>
          <a:xfrm>
            <a:off x="4121150" y="3068955"/>
            <a:ext cx="795655"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设备名称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0" name="副标题 5"/>
          <p:cNvSpPr>
            <a:spLocks noGrp="1"/>
          </p:cNvSpPr>
          <p:nvPr/>
        </p:nvSpPr>
        <p:spPr>
          <a:xfrm>
            <a:off x="615950" y="1092835"/>
            <a:ext cx="4005580"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设备图标共分为</a:t>
            </a: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30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和</a:t>
            </a: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90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两种排列布局</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5" name="副标题 5"/>
          <p:cNvSpPr>
            <a:spLocks noGrp="1"/>
          </p:cNvSpPr>
          <p:nvPr/>
        </p:nvSpPr>
        <p:spPr>
          <a:xfrm>
            <a:off x="2016125" y="5922010"/>
            <a:ext cx="1579880"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30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平铺排列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8" name="副标题 5"/>
          <p:cNvSpPr>
            <a:spLocks noGrp="1"/>
          </p:cNvSpPr>
          <p:nvPr/>
        </p:nvSpPr>
        <p:spPr>
          <a:xfrm>
            <a:off x="8551545" y="5922010"/>
            <a:ext cx="1579880" cy="354965"/>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90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平铺排列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cxnSp>
        <p:nvCxnSpPr>
          <p:cNvPr id="124" name="肘形连接符 123"/>
          <p:cNvCxnSpPr/>
          <p:nvPr/>
        </p:nvCxnSpPr>
        <p:spPr>
          <a:xfrm rot="16200000">
            <a:off x="9194800" y="2769235"/>
            <a:ext cx="3175" cy="2432050"/>
          </a:xfrm>
          <a:prstGeom prst="bentConnector3">
            <a:avLst>
              <a:gd name="adj1" fmla="val 17570000"/>
            </a:avLst>
          </a:prstGeom>
          <a:ln w="12700">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9251950" y="3024505"/>
            <a:ext cx="0" cy="960755"/>
          </a:xfrm>
          <a:prstGeom prst="line">
            <a:avLst/>
          </a:prstGeom>
          <a:ln w="1270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7" name="副标题 5"/>
          <p:cNvSpPr>
            <a:spLocks noGrp="1"/>
          </p:cNvSpPr>
          <p:nvPr/>
        </p:nvSpPr>
        <p:spPr>
          <a:xfrm>
            <a:off x="8017510" y="2631440"/>
            <a:ext cx="904875"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设备名称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9" name="副标题 5"/>
          <p:cNvSpPr>
            <a:spLocks noGrp="1"/>
          </p:cNvSpPr>
          <p:nvPr/>
        </p:nvSpPr>
        <p:spPr>
          <a:xfrm>
            <a:off x="7693025" y="471741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0" name="副标题 5"/>
          <p:cNvSpPr>
            <a:spLocks noGrp="1"/>
          </p:cNvSpPr>
          <p:nvPr/>
        </p:nvSpPr>
        <p:spPr>
          <a:xfrm>
            <a:off x="8966200" y="471741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1" name="副标题 5"/>
          <p:cNvSpPr>
            <a:spLocks noGrp="1"/>
          </p:cNvSpPr>
          <p:nvPr/>
        </p:nvSpPr>
        <p:spPr>
          <a:xfrm>
            <a:off x="10125075" y="4717415"/>
            <a:ext cx="554990" cy="243840"/>
          </a:xfrm>
          <a:prstGeom prst="rect">
            <a:avLst/>
          </a:prstGeom>
          <a:noFill/>
          <a:ln w="9525">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lnSpc>
                <a:spcPct val="100000"/>
              </a:lnSpc>
              <a:spcBef>
                <a:spcPts val="0"/>
              </a:spcBef>
              <a:spcAft>
                <a:spcPts val="0"/>
              </a:spcAft>
            </a:pPr>
            <a:r>
              <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rPr>
              <a:t>名称</a:t>
            </a:r>
            <a:endParaRPr lang="zh-CN" altLang="en-US" sz="120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 name="标题 2"/>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设备图标</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2" name="图片 57" descr="icon-7"/>
          <p:cNvGrpSpPr/>
          <p:nvPr/>
        </p:nvGrpSpPr>
        <p:grpSpPr>
          <a:xfrm>
            <a:off x="4600258" y="2306843"/>
            <a:ext cx="795655" cy="807110"/>
            <a:chOff x="8129270" y="1621155"/>
            <a:chExt cx="610338" cy="619125"/>
          </a:xfrm>
        </p:grpSpPr>
        <p:grpSp>
          <p:nvGrpSpPr>
            <p:cNvPr id="4" name="图片 57" descr="icon-7"/>
            <p:cNvGrpSpPr/>
            <p:nvPr/>
          </p:nvGrpSpPr>
          <p:grpSpPr>
            <a:xfrm>
              <a:off x="8129270" y="1621155"/>
              <a:ext cx="610338" cy="619125"/>
              <a:chOff x="8129270" y="1621155"/>
              <a:chExt cx="610338" cy="619125"/>
            </a:xfrm>
          </p:grpSpPr>
          <p:sp>
            <p:nvSpPr>
              <p:cNvPr id="6" name="任意形状 5"/>
              <p:cNvSpPr/>
              <p:nvPr/>
            </p:nvSpPr>
            <p:spPr>
              <a:xfrm>
                <a:off x="8129270" y="162115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7" name="任意形状 6"/>
              <p:cNvSpPr/>
              <p:nvPr/>
            </p:nvSpPr>
            <p:spPr>
              <a:xfrm>
                <a:off x="8286156" y="170879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 name="任意形状 7"/>
              <p:cNvSpPr/>
              <p:nvPr/>
            </p:nvSpPr>
            <p:spPr>
              <a:xfrm>
                <a:off x="8320508" y="171640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 name="任意形状 8"/>
              <p:cNvSpPr/>
              <p:nvPr/>
            </p:nvSpPr>
            <p:spPr>
              <a:xfrm>
                <a:off x="8129270" y="162115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任意形状 9"/>
              <p:cNvSpPr/>
              <p:nvPr/>
            </p:nvSpPr>
            <p:spPr>
              <a:xfrm>
                <a:off x="8319770" y="171640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任意形状 10"/>
              <p:cNvSpPr/>
              <p:nvPr/>
            </p:nvSpPr>
            <p:spPr>
              <a:xfrm>
                <a:off x="8166179" y="20013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 name="任意形状 11"/>
              <p:cNvSpPr/>
              <p:nvPr/>
            </p:nvSpPr>
            <p:spPr>
              <a:xfrm>
                <a:off x="8356679" y="20966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 name="任意形状 12"/>
              <p:cNvSpPr/>
              <p:nvPr/>
            </p:nvSpPr>
            <p:spPr>
              <a:xfrm>
                <a:off x="8166179" y="197278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 name="任意形状 13"/>
              <p:cNvSpPr/>
              <p:nvPr/>
            </p:nvSpPr>
            <p:spPr>
              <a:xfrm>
                <a:off x="8356679" y="206803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 name="任意形状 14"/>
              <p:cNvSpPr/>
              <p:nvPr/>
            </p:nvSpPr>
            <p:spPr>
              <a:xfrm>
                <a:off x="8166179" y="19442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 name="任意形状 15"/>
              <p:cNvSpPr/>
              <p:nvPr/>
            </p:nvSpPr>
            <p:spPr>
              <a:xfrm>
                <a:off x="8356679" y="20394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 name="任意形状 16"/>
              <p:cNvSpPr/>
              <p:nvPr/>
            </p:nvSpPr>
            <p:spPr>
              <a:xfrm>
                <a:off x="8167370" y="183070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 name="任意形状 17"/>
              <p:cNvSpPr/>
              <p:nvPr/>
            </p:nvSpPr>
            <p:spPr>
              <a:xfrm>
                <a:off x="8357870" y="192595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5" name="任意形状 4"/>
            <p:cNvSpPr/>
            <p:nvPr/>
          </p:nvSpPr>
          <p:spPr>
            <a:xfrm>
              <a:off x="8476656" y="180404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9" name="图片 57" descr="icon-7"/>
          <p:cNvGrpSpPr/>
          <p:nvPr/>
        </p:nvGrpSpPr>
        <p:grpSpPr>
          <a:xfrm>
            <a:off x="8966200" y="2306843"/>
            <a:ext cx="795655" cy="807110"/>
            <a:chOff x="8129270" y="1621155"/>
            <a:chExt cx="610338" cy="619125"/>
          </a:xfrm>
        </p:grpSpPr>
        <p:grpSp>
          <p:nvGrpSpPr>
            <p:cNvPr id="20" name="图片 57" descr="icon-7"/>
            <p:cNvGrpSpPr/>
            <p:nvPr/>
          </p:nvGrpSpPr>
          <p:grpSpPr>
            <a:xfrm>
              <a:off x="8129270" y="1621155"/>
              <a:ext cx="610338" cy="619125"/>
              <a:chOff x="8129270" y="1621155"/>
              <a:chExt cx="610338" cy="619125"/>
            </a:xfrm>
          </p:grpSpPr>
          <p:sp>
            <p:nvSpPr>
              <p:cNvPr id="22" name="任意形状 21"/>
              <p:cNvSpPr/>
              <p:nvPr/>
            </p:nvSpPr>
            <p:spPr>
              <a:xfrm>
                <a:off x="8129270" y="162115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23" name="任意形状 22"/>
              <p:cNvSpPr/>
              <p:nvPr/>
            </p:nvSpPr>
            <p:spPr>
              <a:xfrm>
                <a:off x="8286156" y="170879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 name="任意形状 25"/>
              <p:cNvSpPr/>
              <p:nvPr/>
            </p:nvSpPr>
            <p:spPr>
              <a:xfrm>
                <a:off x="8320508" y="1716405"/>
                <a:ext cx="419100" cy="523875"/>
              </a:xfrm>
              <a:custGeom>
                <a:avLst/>
                <a:gdLst>
                  <a:gd name="connsiteX0" fmla="*/ 0 w 419100"/>
                  <a:gd name="connsiteY0" fmla="*/ 137449 h 523875"/>
                  <a:gd name="connsiteX1" fmla="*/ 0 w 419100"/>
                  <a:gd name="connsiteY1" fmla="*/ 441014 h 523875"/>
                  <a:gd name="connsiteX2" fmla="*/ 156149 w 419100"/>
                  <a:gd name="connsiteY2" fmla="*/ 523875 h 523875"/>
                  <a:gd name="connsiteX3" fmla="*/ 419100 w 419100"/>
                  <a:gd name="connsiteY3" fmla="*/ 391202 h 523875"/>
                  <a:gd name="connsiteX4" fmla="*/ 419100 w 419100"/>
                  <a:gd name="connsiteY4" fmla="*/ 87636 h 523875"/>
                  <a:gd name="connsiteX5" fmla="*/ 261476 w 419100"/>
                  <a:gd name="connsiteY5" fmla="*/ 0 h 523875"/>
                  <a:gd name="connsiteX6" fmla="*/ 0 w 419100"/>
                  <a:gd name="connsiteY6" fmla="*/ 137449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100" h="523875">
                    <a:moveTo>
                      <a:pt x="0" y="137449"/>
                    </a:moveTo>
                    <a:lnTo>
                      <a:pt x="0" y="441014"/>
                    </a:lnTo>
                    <a:lnTo>
                      <a:pt x="156149" y="523875"/>
                    </a:lnTo>
                    <a:lnTo>
                      <a:pt x="419100" y="391202"/>
                    </a:lnTo>
                    <a:lnTo>
                      <a:pt x="419100" y="87636"/>
                    </a:lnTo>
                    <a:lnTo>
                      <a:pt x="261476" y="0"/>
                    </a:lnTo>
                    <a:lnTo>
                      <a:pt x="0" y="137449"/>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 name="任意形状 26"/>
              <p:cNvSpPr/>
              <p:nvPr/>
            </p:nvSpPr>
            <p:spPr>
              <a:xfrm>
                <a:off x="8129270" y="162115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 name="任意形状 32"/>
              <p:cNvSpPr/>
              <p:nvPr/>
            </p:nvSpPr>
            <p:spPr>
              <a:xfrm>
                <a:off x="8319770" y="1716405"/>
                <a:ext cx="419100" cy="219075"/>
              </a:xfrm>
              <a:custGeom>
                <a:avLst/>
                <a:gdLst>
                  <a:gd name="connsiteX0" fmla="*/ 0 w 419100"/>
                  <a:gd name="connsiteY0" fmla="*/ 138393 h 219075"/>
                  <a:gd name="connsiteX1" fmla="*/ 156887 w 419100"/>
                  <a:gd name="connsiteY1" fmla="*/ 219075 h 219075"/>
                  <a:gd name="connsiteX2" fmla="*/ 419100 w 419100"/>
                  <a:gd name="connsiteY2" fmla="*/ 88239 h 219075"/>
                  <a:gd name="connsiteX3" fmla="*/ 262213 w 419100"/>
                  <a:gd name="connsiteY3" fmla="*/ 0 h 219075"/>
                  <a:gd name="connsiteX4" fmla="*/ 0 w 419100"/>
                  <a:gd name="connsiteY4" fmla="*/ 13839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19075">
                    <a:moveTo>
                      <a:pt x="0" y="138393"/>
                    </a:moveTo>
                    <a:lnTo>
                      <a:pt x="156887" y="219075"/>
                    </a:lnTo>
                    <a:lnTo>
                      <a:pt x="419100" y="88239"/>
                    </a:lnTo>
                    <a:lnTo>
                      <a:pt x="262213" y="0"/>
                    </a:lnTo>
                    <a:lnTo>
                      <a:pt x="0" y="138393"/>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4" name="任意形状 33"/>
              <p:cNvSpPr/>
              <p:nvPr/>
            </p:nvSpPr>
            <p:spPr>
              <a:xfrm>
                <a:off x="8166179" y="20013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 name="任意形状 34"/>
              <p:cNvSpPr/>
              <p:nvPr/>
            </p:nvSpPr>
            <p:spPr>
              <a:xfrm>
                <a:off x="8356679" y="20966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 name="任意形状 35"/>
              <p:cNvSpPr/>
              <p:nvPr/>
            </p:nvSpPr>
            <p:spPr>
              <a:xfrm>
                <a:off x="8166179" y="197278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 name="任意形状 48"/>
              <p:cNvSpPr/>
              <p:nvPr/>
            </p:nvSpPr>
            <p:spPr>
              <a:xfrm>
                <a:off x="8356679" y="2068036"/>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任意形状 49"/>
              <p:cNvSpPr/>
              <p:nvPr/>
            </p:nvSpPr>
            <p:spPr>
              <a:xfrm>
                <a:off x="8166179" y="194421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2" name="任意形状 51"/>
              <p:cNvSpPr/>
              <p:nvPr/>
            </p:nvSpPr>
            <p:spPr>
              <a:xfrm>
                <a:off x="8356679" y="2039461"/>
                <a:ext cx="88106" cy="49212"/>
              </a:xfrm>
              <a:custGeom>
                <a:avLst/>
                <a:gdLst>
                  <a:gd name="connsiteX0" fmla="*/ 81197 w 88106"/>
                  <a:gd name="connsiteY0" fmla="*/ 48701 h 49212"/>
                  <a:gd name="connsiteX1" fmla="*/ 2615 w 88106"/>
                  <a:gd name="connsiteY1" fmla="*/ 9014 h 49212"/>
                  <a:gd name="connsiteX2" fmla="*/ 6910 w 88106"/>
                  <a:gd name="connsiteY2" fmla="*/ 511 h 49212"/>
                  <a:gd name="connsiteX3" fmla="*/ 85491 w 88106"/>
                  <a:gd name="connsiteY3" fmla="*/ 40199 h 49212"/>
                  <a:gd name="connsiteX4" fmla="*/ 81197 w 88106"/>
                  <a:gd name="connsiteY4" fmla="*/ 48701 h 49212"/>
                  <a:gd name="connsiteX5" fmla="*/ 88106 w 88106"/>
                  <a:gd name="connsiteY5" fmla="*/ 44450 h 49212"/>
                  <a:gd name="connsiteX6" fmla="*/ 88015 w 88106"/>
                  <a:gd name="connsiteY6" fmla="*/ 45379 h 49212"/>
                  <a:gd name="connsiteX7" fmla="*/ 87744 w 88106"/>
                  <a:gd name="connsiteY7" fmla="*/ 46272 h 49212"/>
                  <a:gd name="connsiteX8" fmla="*/ 87304 w 88106"/>
                  <a:gd name="connsiteY8" fmla="*/ 47096 h 49212"/>
                  <a:gd name="connsiteX9" fmla="*/ 86711 w 88106"/>
                  <a:gd name="connsiteY9" fmla="*/ 47818 h 49212"/>
                  <a:gd name="connsiteX10" fmla="*/ 85990 w 88106"/>
                  <a:gd name="connsiteY10" fmla="*/ 48410 h 49212"/>
                  <a:gd name="connsiteX11" fmla="*/ 85166 w 88106"/>
                  <a:gd name="connsiteY11" fmla="*/ 48850 h 49212"/>
                  <a:gd name="connsiteX12" fmla="*/ 84273 w 88106"/>
                  <a:gd name="connsiteY12" fmla="*/ 49121 h 49212"/>
                  <a:gd name="connsiteX13" fmla="*/ 83344 w 88106"/>
                  <a:gd name="connsiteY13" fmla="*/ 49212 h 49212"/>
                  <a:gd name="connsiteX14" fmla="*/ 82415 w 88106"/>
                  <a:gd name="connsiteY14" fmla="*/ 49121 h 49212"/>
                  <a:gd name="connsiteX15" fmla="*/ 81521 w 88106"/>
                  <a:gd name="connsiteY15" fmla="*/ 48850 h 49212"/>
                  <a:gd name="connsiteX16" fmla="*/ 80698 w 88106"/>
                  <a:gd name="connsiteY16" fmla="*/ 48410 h 49212"/>
                  <a:gd name="connsiteX17" fmla="*/ 79976 w 88106"/>
                  <a:gd name="connsiteY17" fmla="*/ 47818 h 49212"/>
                  <a:gd name="connsiteX18" fmla="*/ 79384 w 88106"/>
                  <a:gd name="connsiteY18" fmla="*/ 47096 h 49212"/>
                  <a:gd name="connsiteX19" fmla="*/ 78944 w 88106"/>
                  <a:gd name="connsiteY19" fmla="*/ 46272 h 49212"/>
                  <a:gd name="connsiteX20" fmla="*/ 78673 w 88106"/>
                  <a:gd name="connsiteY20" fmla="*/ 45379 h 49212"/>
                  <a:gd name="connsiteX21" fmla="*/ 78581 w 88106"/>
                  <a:gd name="connsiteY21" fmla="*/ 44450 h 49212"/>
                  <a:gd name="connsiteX22" fmla="*/ 78673 w 88106"/>
                  <a:gd name="connsiteY22" fmla="*/ 43521 h 49212"/>
                  <a:gd name="connsiteX23" fmla="*/ 78944 w 88106"/>
                  <a:gd name="connsiteY23" fmla="*/ 42627 h 49212"/>
                  <a:gd name="connsiteX24" fmla="*/ 79384 w 88106"/>
                  <a:gd name="connsiteY24" fmla="*/ 41804 h 49212"/>
                  <a:gd name="connsiteX25" fmla="*/ 79976 w 88106"/>
                  <a:gd name="connsiteY25" fmla="*/ 41082 h 49212"/>
                  <a:gd name="connsiteX26" fmla="*/ 80698 w 88106"/>
                  <a:gd name="connsiteY26" fmla="*/ 40490 h 49212"/>
                  <a:gd name="connsiteX27" fmla="*/ 81521 w 88106"/>
                  <a:gd name="connsiteY27" fmla="*/ 40050 h 49212"/>
                  <a:gd name="connsiteX28" fmla="*/ 82415 w 88106"/>
                  <a:gd name="connsiteY28" fmla="*/ 39779 h 49212"/>
                  <a:gd name="connsiteX29" fmla="*/ 83344 w 88106"/>
                  <a:gd name="connsiteY29" fmla="*/ 39687 h 49212"/>
                  <a:gd name="connsiteX30" fmla="*/ 84273 w 88106"/>
                  <a:gd name="connsiteY30" fmla="*/ 39779 h 49212"/>
                  <a:gd name="connsiteX31" fmla="*/ 85166 w 88106"/>
                  <a:gd name="connsiteY31" fmla="*/ 40050 h 49212"/>
                  <a:gd name="connsiteX32" fmla="*/ 85990 w 88106"/>
                  <a:gd name="connsiteY32" fmla="*/ 40490 h 49212"/>
                  <a:gd name="connsiteX33" fmla="*/ 86711 w 88106"/>
                  <a:gd name="connsiteY33" fmla="*/ 41082 h 49212"/>
                  <a:gd name="connsiteX34" fmla="*/ 87304 w 88106"/>
                  <a:gd name="connsiteY34" fmla="*/ 41804 h 49212"/>
                  <a:gd name="connsiteX35" fmla="*/ 87744 w 88106"/>
                  <a:gd name="connsiteY35" fmla="*/ 42627 h 49212"/>
                  <a:gd name="connsiteX36" fmla="*/ 88015 w 88106"/>
                  <a:gd name="connsiteY36" fmla="*/ 43521 h 49212"/>
                  <a:gd name="connsiteX37" fmla="*/ 88106 w 88106"/>
                  <a:gd name="connsiteY37" fmla="*/ 44450 h 49212"/>
                  <a:gd name="connsiteX38" fmla="*/ 9525 w 88106"/>
                  <a:gd name="connsiteY38" fmla="*/ 4763 h 49212"/>
                  <a:gd name="connsiteX39" fmla="*/ 9433 w 88106"/>
                  <a:gd name="connsiteY39" fmla="*/ 5692 h 49212"/>
                  <a:gd name="connsiteX40" fmla="*/ 9162 w 88106"/>
                  <a:gd name="connsiteY40" fmla="*/ 6585 h 49212"/>
                  <a:gd name="connsiteX41" fmla="*/ 8722 w 88106"/>
                  <a:gd name="connsiteY41" fmla="*/ 7408 h 49212"/>
                  <a:gd name="connsiteX42" fmla="*/ 8130 w 88106"/>
                  <a:gd name="connsiteY42" fmla="*/ 8130 h 49212"/>
                  <a:gd name="connsiteX43" fmla="*/ 7408 w 88106"/>
                  <a:gd name="connsiteY43" fmla="*/ 8722 h 49212"/>
                  <a:gd name="connsiteX44" fmla="*/ 6585 w 88106"/>
                  <a:gd name="connsiteY44" fmla="*/ 9162 h 49212"/>
                  <a:gd name="connsiteX45" fmla="*/ 5692 w 88106"/>
                  <a:gd name="connsiteY45" fmla="*/ 9433 h 49212"/>
                  <a:gd name="connsiteX46" fmla="*/ 4763 w 88106"/>
                  <a:gd name="connsiteY46" fmla="*/ 9525 h 49212"/>
                  <a:gd name="connsiteX47" fmla="*/ 3833 w 88106"/>
                  <a:gd name="connsiteY47" fmla="*/ 9433 h 49212"/>
                  <a:gd name="connsiteX48" fmla="*/ 2940 w 88106"/>
                  <a:gd name="connsiteY48" fmla="*/ 9162 h 49212"/>
                  <a:gd name="connsiteX49" fmla="*/ 2117 w 88106"/>
                  <a:gd name="connsiteY49" fmla="*/ 8722 h 49212"/>
                  <a:gd name="connsiteX50" fmla="*/ 1395 w 88106"/>
                  <a:gd name="connsiteY50" fmla="*/ 8130 h 49212"/>
                  <a:gd name="connsiteX51" fmla="*/ 803 w 88106"/>
                  <a:gd name="connsiteY51" fmla="*/ 7408 h 49212"/>
                  <a:gd name="connsiteX52" fmla="*/ 363 w 88106"/>
                  <a:gd name="connsiteY52" fmla="*/ 6585 h 49212"/>
                  <a:gd name="connsiteX53" fmla="*/ 92 w 88106"/>
                  <a:gd name="connsiteY53" fmla="*/ 5692 h 49212"/>
                  <a:gd name="connsiteX54" fmla="*/ 0 w 88106"/>
                  <a:gd name="connsiteY54" fmla="*/ 4763 h 49212"/>
                  <a:gd name="connsiteX55" fmla="*/ 92 w 88106"/>
                  <a:gd name="connsiteY55" fmla="*/ 3833 h 49212"/>
                  <a:gd name="connsiteX56" fmla="*/ 363 w 88106"/>
                  <a:gd name="connsiteY56" fmla="*/ 2940 h 49212"/>
                  <a:gd name="connsiteX57" fmla="*/ 803 w 88106"/>
                  <a:gd name="connsiteY57" fmla="*/ 2117 h 49212"/>
                  <a:gd name="connsiteX58" fmla="*/ 1395 w 88106"/>
                  <a:gd name="connsiteY58" fmla="*/ 1395 h 49212"/>
                  <a:gd name="connsiteX59" fmla="*/ 2117 w 88106"/>
                  <a:gd name="connsiteY59" fmla="*/ 803 h 49212"/>
                  <a:gd name="connsiteX60" fmla="*/ 2940 w 88106"/>
                  <a:gd name="connsiteY60" fmla="*/ 363 h 49212"/>
                  <a:gd name="connsiteX61" fmla="*/ 3833 w 88106"/>
                  <a:gd name="connsiteY61" fmla="*/ 91 h 49212"/>
                  <a:gd name="connsiteX62" fmla="*/ 4763 w 88106"/>
                  <a:gd name="connsiteY62" fmla="*/ 0 h 49212"/>
                  <a:gd name="connsiteX63" fmla="*/ 5692 w 88106"/>
                  <a:gd name="connsiteY63" fmla="*/ 91 h 49212"/>
                  <a:gd name="connsiteX64" fmla="*/ 6585 w 88106"/>
                  <a:gd name="connsiteY64" fmla="*/ 363 h 49212"/>
                  <a:gd name="connsiteX65" fmla="*/ 7408 w 88106"/>
                  <a:gd name="connsiteY65" fmla="*/ 803 h 49212"/>
                  <a:gd name="connsiteX66" fmla="*/ 8130 w 88106"/>
                  <a:gd name="connsiteY66" fmla="*/ 1395 h 49212"/>
                  <a:gd name="connsiteX67" fmla="*/ 8722 w 88106"/>
                  <a:gd name="connsiteY67" fmla="*/ 2117 h 49212"/>
                  <a:gd name="connsiteX68" fmla="*/ 9162 w 88106"/>
                  <a:gd name="connsiteY68" fmla="*/ 2940 h 49212"/>
                  <a:gd name="connsiteX69" fmla="*/ 9433 w 88106"/>
                  <a:gd name="connsiteY69" fmla="*/ 3833 h 49212"/>
                  <a:gd name="connsiteX70" fmla="*/ 9525 w 88106"/>
                  <a:gd name="connsiteY70" fmla="*/ 4763 h 4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8106" h="49212">
                    <a:moveTo>
                      <a:pt x="81197" y="48701"/>
                    </a:moveTo>
                    <a:lnTo>
                      <a:pt x="2615" y="9014"/>
                    </a:lnTo>
                    <a:lnTo>
                      <a:pt x="6910" y="511"/>
                    </a:lnTo>
                    <a:lnTo>
                      <a:pt x="85491" y="40199"/>
                    </a:lnTo>
                    <a:lnTo>
                      <a:pt x="81197" y="48701"/>
                    </a:lnTo>
                    <a:close/>
                    <a:moveTo>
                      <a:pt x="88106" y="44450"/>
                    </a:moveTo>
                    <a:cubicBezTo>
                      <a:pt x="88106" y="44763"/>
                      <a:pt x="88076" y="45072"/>
                      <a:pt x="88015" y="45379"/>
                    </a:cubicBezTo>
                    <a:cubicBezTo>
                      <a:pt x="87954" y="45686"/>
                      <a:pt x="87863" y="45984"/>
                      <a:pt x="87744" y="46272"/>
                    </a:cubicBezTo>
                    <a:cubicBezTo>
                      <a:pt x="87624" y="46561"/>
                      <a:pt x="87477" y="46836"/>
                      <a:pt x="87304" y="47096"/>
                    </a:cubicBezTo>
                    <a:cubicBezTo>
                      <a:pt x="87130" y="47356"/>
                      <a:pt x="86932" y="47596"/>
                      <a:pt x="86711" y="47818"/>
                    </a:cubicBezTo>
                    <a:cubicBezTo>
                      <a:pt x="86490" y="48039"/>
                      <a:pt x="86250" y="48236"/>
                      <a:pt x="85990" y="48410"/>
                    </a:cubicBezTo>
                    <a:cubicBezTo>
                      <a:pt x="85730" y="48584"/>
                      <a:pt x="85455" y="48730"/>
                      <a:pt x="85166" y="48850"/>
                    </a:cubicBezTo>
                    <a:cubicBezTo>
                      <a:pt x="84877" y="48970"/>
                      <a:pt x="84580" y="49060"/>
                      <a:pt x="84273" y="49121"/>
                    </a:cubicBezTo>
                    <a:cubicBezTo>
                      <a:pt x="83966" y="49182"/>
                      <a:pt x="83656" y="49212"/>
                      <a:pt x="83344" y="49212"/>
                    </a:cubicBezTo>
                    <a:cubicBezTo>
                      <a:pt x="83031" y="49212"/>
                      <a:pt x="82721" y="49182"/>
                      <a:pt x="82415" y="49121"/>
                    </a:cubicBezTo>
                    <a:cubicBezTo>
                      <a:pt x="82108" y="49060"/>
                      <a:pt x="81810" y="48970"/>
                      <a:pt x="81521" y="48850"/>
                    </a:cubicBezTo>
                    <a:cubicBezTo>
                      <a:pt x="81232" y="48730"/>
                      <a:pt x="80958" y="48584"/>
                      <a:pt x="80698" y="48410"/>
                    </a:cubicBezTo>
                    <a:cubicBezTo>
                      <a:pt x="80438" y="48236"/>
                      <a:pt x="80197" y="48039"/>
                      <a:pt x="79976" y="47818"/>
                    </a:cubicBezTo>
                    <a:cubicBezTo>
                      <a:pt x="79755" y="47596"/>
                      <a:pt x="79558" y="47356"/>
                      <a:pt x="79384" y="47096"/>
                    </a:cubicBezTo>
                    <a:cubicBezTo>
                      <a:pt x="79210" y="46836"/>
                      <a:pt x="79063" y="46561"/>
                      <a:pt x="78944" y="46272"/>
                    </a:cubicBezTo>
                    <a:cubicBezTo>
                      <a:pt x="78824" y="45984"/>
                      <a:pt x="78734" y="45686"/>
                      <a:pt x="78673" y="45379"/>
                    </a:cubicBezTo>
                    <a:cubicBezTo>
                      <a:pt x="78612" y="45072"/>
                      <a:pt x="78581" y="44763"/>
                      <a:pt x="78581" y="44450"/>
                    </a:cubicBezTo>
                    <a:cubicBezTo>
                      <a:pt x="78581" y="44137"/>
                      <a:pt x="78612" y="43828"/>
                      <a:pt x="78673" y="43521"/>
                    </a:cubicBezTo>
                    <a:cubicBezTo>
                      <a:pt x="78734" y="43214"/>
                      <a:pt x="78824" y="42916"/>
                      <a:pt x="78944" y="42627"/>
                    </a:cubicBezTo>
                    <a:cubicBezTo>
                      <a:pt x="79063" y="42339"/>
                      <a:pt x="79210" y="42064"/>
                      <a:pt x="79384" y="41804"/>
                    </a:cubicBezTo>
                    <a:cubicBezTo>
                      <a:pt x="79558" y="41544"/>
                      <a:pt x="79755" y="41304"/>
                      <a:pt x="79976" y="41082"/>
                    </a:cubicBezTo>
                    <a:cubicBezTo>
                      <a:pt x="80197" y="40861"/>
                      <a:pt x="80438" y="40664"/>
                      <a:pt x="80698" y="40490"/>
                    </a:cubicBezTo>
                    <a:cubicBezTo>
                      <a:pt x="80958" y="40316"/>
                      <a:pt x="81232" y="40170"/>
                      <a:pt x="81521" y="40050"/>
                    </a:cubicBezTo>
                    <a:cubicBezTo>
                      <a:pt x="81810" y="39930"/>
                      <a:pt x="82108" y="39840"/>
                      <a:pt x="82415" y="39779"/>
                    </a:cubicBezTo>
                    <a:cubicBezTo>
                      <a:pt x="82721" y="39718"/>
                      <a:pt x="83031" y="39687"/>
                      <a:pt x="83344" y="39687"/>
                    </a:cubicBezTo>
                    <a:cubicBezTo>
                      <a:pt x="83656" y="39687"/>
                      <a:pt x="83966" y="39718"/>
                      <a:pt x="84273" y="39779"/>
                    </a:cubicBezTo>
                    <a:cubicBezTo>
                      <a:pt x="84580" y="39840"/>
                      <a:pt x="84877" y="39930"/>
                      <a:pt x="85166" y="40050"/>
                    </a:cubicBezTo>
                    <a:cubicBezTo>
                      <a:pt x="85455" y="40170"/>
                      <a:pt x="85730" y="40316"/>
                      <a:pt x="85990" y="40490"/>
                    </a:cubicBezTo>
                    <a:cubicBezTo>
                      <a:pt x="86250" y="40664"/>
                      <a:pt x="86490" y="40861"/>
                      <a:pt x="86711" y="41082"/>
                    </a:cubicBezTo>
                    <a:cubicBezTo>
                      <a:pt x="86932" y="41304"/>
                      <a:pt x="87130" y="41544"/>
                      <a:pt x="87304" y="41804"/>
                    </a:cubicBezTo>
                    <a:cubicBezTo>
                      <a:pt x="87477" y="42064"/>
                      <a:pt x="87624" y="42339"/>
                      <a:pt x="87744" y="42627"/>
                    </a:cubicBezTo>
                    <a:cubicBezTo>
                      <a:pt x="87863" y="42916"/>
                      <a:pt x="87954" y="43214"/>
                      <a:pt x="88015" y="43521"/>
                    </a:cubicBezTo>
                    <a:cubicBezTo>
                      <a:pt x="88076" y="43828"/>
                      <a:pt x="88106" y="44137"/>
                      <a:pt x="88106" y="44450"/>
                    </a:cubicBezTo>
                    <a:close/>
                    <a:moveTo>
                      <a:pt x="9525" y="4763"/>
                    </a:moveTo>
                    <a:cubicBezTo>
                      <a:pt x="9525" y="5075"/>
                      <a:pt x="9494" y="5385"/>
                      <a:pt x="9433" y="5692"/>
                    </a:cubicBezTo>
                    <a:cubicBezTo>
                      <a:pt x="9372" y="5998"/>
                      <a:pt x="9282" y="6296"/>
                      <a:pt x="9162" y="6585"/>
                    </a:cubicBezTo>
                    <a:cubicBezTo>
                      <a:pt x="9043" y="6874"/>
                      <a:pt x="8896" y="7148"/>
                      <a:pt x="8722" y="7408"/>
                    </a:cubicBezTo>
                    <a:cubicBezTo>
                      <a:pt x="8549" y="7668"/>
                      <a:pt x="8351" y="7909"/>
                      <a:pt x="8130" y="8130"/>
                    </a:cubicBezTo>
                    <a:cubicBezTo>
                      <a:pt x="7909" y="8351"/>
                      <a:pt x="7668" y="8549"/>
                      <a:pt x="7408" y="8722"/>
                    </a:cubicBezTo>
                    <a:cubicBezTo>
                      <a:pt x="7148" y="8896"/>
                      <a:pt x="6874" y="9043"/>
                      <a:pt x="6585" y="9162"/>
                    </a:cubicBezTo>
                    <a:cubicBezTo>
                      <a:pt x="6296" y="9282"/>
                      <a:pt x="5998" y="9372"/>
                      <a:pt x="5692" y="9433"/>
                    </a:cubicBezTo>
                    <a:cubicBezTo>
                      <a:pt x="5385" y="9494"/>
                      <a:pt x="5075" y="9525"/>
                      <a:pt x="4763" y="9525"/>
                    </a:cubicBezTo>
                    <a:cubicBezTo>
                      <a:pt x="4450" y="9525"/>
                      <a:pt x="4140" y="9494"/>
                      <a:pt x="3833" y="9433"/>
                    </a:cubicBezTo>
                    <a:cubicBezTo>
                      <a:pt x="3527" y="9372"/>
                      <a:pt x="3229" y="9282"/>
                      <a:pt x="2940" y="9162"/>
                    </a:cubicBezTo>
                    <a:cubicBezTo>
                      <a:pt x="2651" y="9043"/>
                      <a:pt x="2377" y="8896"/>
                      <a:pt x="2117" y="8722"/>
                    </a:cubicBezTo>
                    <a:cubicBezTo>
                      <a:pt x="1857" y="8549"/>
                      <a:pt x="1616" y="8351"/>
                      <a:pt x="1395" y="8130"/>
                    </a:cubicBezTo>
                    <a:cubicBezTo>
                      <a:pt x="1174" y="7909"/>
                      <a:pt x="976" y="7668"/>
                      <a:pt x="803" y="7408"/>
                    </a:cubicBezTo>
                    <a:cubicBezTo>
                      <a:pt x="629" y="7148"/>
                      <a:pt x="482" y="6874"/>
                      <a:pt x="363" y="6585"/>
                    </a:cubicBezTo>
                    <a:cubicBezTo>
                      <a:pt x="243" y="6296"/>
                      <a:pt x="153" y="5998"/>
                      <a:pt x="92" y="5692"/>
                    </a:cubicBezTo>
                    <a:cubicBezTo>
                      <a:pt x="31" y="5385"/>
                      <a:pt x="0" y="5075"/>
                      <a:pt x="0" y="4763"/>
                    </a:cubicBezTo>
                    <a:cubicBezTo>
                      <a:pt x="0" y="4450"/>
                      <a:pt x="31" y="4140"/>
                      <a:pt x="92" y="3833"/>
                    </a:cubicBezTo>
                    <a:cubicBezTo>
                      <a:pt x="153" y="3527"/>
                      <a:pt x="243" y="3229"/>
                      <a:pt x="363" y="2940"/>
                    </a:cubicBezTo>
                    <a:cubicBezTo>
                      <a:pt x="482" y="2651"/>
                      <a:pt x="629" y="2377"/>
                      <a:pt x="803" y="2117"/>
                    </a:cubicBezTo>
                    <a:cubicBezTo>
                      <a:pt x="976" y="1857"/>
                      <a:pt x="1174" y="1616"/>
                      <a:pt x="1395" y="1395"/>
                    </a:cubicBezTo>
                    <a:cubicBezTo>
                      <a:pt x="1616" y="1174"/>
                      <a:pt x="1857" y="976"/>
                      <a:pt x="2117" y="803"/>
                    </a:cubicBezTo>
                    <a:cubicBezTo>
                      <a:pt x="2377" y="629"/>
                      <a:pt x="2651" y="482"/>
                      <a:pt x="2940" y="363"/>
                    </a:cubicBezTo>
                    <a:cubicBezTo>
                      <a:pt x="3229" y="243"/>
                      <a:pt x="3527" y="152"/>
                      <a:pt x="3833" y="91"/>
                    </a:cubicBezTo>
                    <a:cubicBezTo>
                      <a:pt x="4140" y="30"/>
                      <a:pt x="4450" y="0"/>
                      <a:pt x="4763" y="0"/>
                    </a:cubicBezTo>
                    <a:cubicBezTo>
                      <a:pt x="5075" y="0"/>
                      <a:pt x="5385" y="30"/>
                      <a:pt x="5692" y="91"/>
                    </a:cubicBezTo>
                    <a:cubicBezTo>
                      <a:pt x="5998" y="152"/>
                      <a:pt x="6296" y="243"/>
                      <a:pt x="6585" y="363"/>
                    </a:cubicBezTo>
                    <a:cubicBezTo>
                      <a:pt x="6874" y="482"/>
                      <a:pt x="7148" y="629"/>
                      <a:pt x="7408" y="803"/>
                    </a:cubicBezTo>
                    <a:cubicBezTo>
                      <a:pt x="7668" y="976"/>
                      <a:pt x="7909" y="1174"/>
                      <a:pt x="8130" y="1395"/>
                    </a:cubicBezTo>
                    <a:cubicBezTo>
                      <a:pt x="8351" y="1616"/>
                      <a:pt x="8549" y="1857"/>
                      <a:pt x="8722" y="2117"/>
                    </a:cubicBezTo>
                    <a:cubicBezTo>
                      <a:pt x="8896" y="2377"/>
                      <a:pt x="9043" y="2651"/>
                      <a:pt x="9162" y="2940"/>
                    </a:cubicBezTo>
                    <a:cubicBezTo>
                      <a:pt x="9282" y="3229"/>
                      <a:pt x="9372" y="3527"/>
                      <a:pt x="9433" y="3833"/>
                    </a:cubicBezTo>
                    <a:cubicBezTo>
                      <a:pt x="9494" y="4140"/>
                      <a:pt x="9525" y="4450"/>
                      <a:pt x="9525" y="4763"/>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3" name="任意形状 52"/>
              <p:cNvSpPr/>
              <p:nvPr/>
            </p:nvSpPr>
            <p:spPr>
              <a:xfrm>
                <a:off x="8167370" y="183070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4" name="任意形状 53"/>
              <p:cNvSpPr/>
              <p:nvPr/>
            </p:nvSpPr>
            <p:spPr>
              <a:xfrm>
                <a:off x="8357870" y="1925955"/>
                <a:ext cx="85725" cy="66675"/>
              </a:xfrm>
              <a:custGeom>
                <a:avLst/>
                <a:gdLst>
                  <a:gd name="connsiteX0" fmla="*/ 0 w 85725"/>
                  <a:gd name="connsiteY0" fmla="*/ 0 h 66675"/>
                  <a:gd name="connsiteX1" fmla="*/ 85725 w 85725"/>
                  <a:gd name="connsiteY1" fmla="*/ 39488 h 66675"/>
                  <a:gd name="connsiteX2" fmla="*/ 85725 w 85725"/>
                  <a:gd name="connsiteY2" fmla="*/ 66675 h 66675"/>
                  <a:gd name="connsiteX3" fmla="*/ 0 w 85725"/>
                  <a:gd name="connsiteY3" fmla="*/ 27187 h 66675"/>
                  <a:gd name="connsiteX4" fmla="*/ 0 w 85725"/>
                  <a:gd name="connsiteY4" fmla="*/ 0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66675">
                    <a:moveTo>
                      <a:pt x="0" y="0"/>
                    </a:moveTo>
                    <a:lnTo>
                      <a:pt x="85725" y="39488"/>
                    </a:lnTo>
                    <a:lnTo>
                      <a:pt x="85725" y="66675"/>
                    </a:lnTo>
                    <a:lnTo>
                      <a:pt x="0" y="27187"/>
                    </a:lnTo>
                    <a:lnTo>
                      <a:pt x="0" y="0"/>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1" name="任意形状 20"/>
            <p:cNvSpPr/>
            <p:nvPr/>
          </p:nvSpPr>
          <p:spPr>
            <a:xfrm>
              <a:off x="8476656" y="1804041"/>
              <a:ext cx="262950" cy="436239"/>
            </a:xfrm>
            <a:custGeom>
              <a:avLst/>
              <a:gdLst>
                <a:gd name="connsiteX0" fmla="*/ 0 w 262950"/>
                <a:gd name="connsiteY0" fmla="*/ 131439 h 436239"/>
                <a:gd name="connsiteX1" fmla="*/ 0 w 262950"/>
                <a:gd name="connsiteY1" fmla="*/ 436239 h 436239"/>
                <a:gd name="connsiteX2" fmla="*/ 262951 w 262950"/>
                <a:gd name="connsiteY2" fmla="*/ 303566 h 436239"/>
                <a:gd name="connsiteX3" fmla="*/ 262951 w 262950"/>
                <a:gd name="connsiteY3" fmla="*/ 0 h 436239"/>
                <a:gd name="connsiteX4" fmla="*/ 0 w 262950"/>
                <a:gd name="connsiteY4" fmla="*/ 131439 h 436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950" h="436239">
                  <a:moveTo>
                    <a:pt x="0" y="131439"/>
                  </a:moveTo>
                  <a:lnTo>
                    <a:pt x="0" y="436239"/>
                  </a:lnTo>
                  <a:lnTo>
                    <a:pt x="262951" y="303566"/>
                  </a:lnTo>
                  <a:lnTo>
                    <a:pt x="262951" y="0"/>
                  </a:lnTo>
                  <a:lnTo>
                    <a:pt x="0" y="131439"/>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55" name="图片 59" descr="icon-9"/>
          <p:cNvGrpSpPr/>
          <p:nvPr/>
        </p:nvGrpSpPr>
        <p:grpSpPr>
          <a:xfrm>
            <a:off x="4637797" y="4416488"/>
            <a:ext cx="498045" cy="596774"/>
            <a:chOff x="8186420" y="3166745"/>
            <a:chExt cx="498045" cy="596774"/>
          </a:xfrm>
        </p:grpSpPr>
        <p:grpSp>
          <p:nvGrpSpPr>
            <p:cNvPr id="56" name="图片 59" descr="icon-9"/>
            <p:cNvGrpSpPr/>
            <p:nvPr/>
          </p:nvGrpSpPr>
          <p:grpSpPr>
            <a:xfrm>
              <a:off x="8186420" y="3166745"/>
              <a:ext cx="498045" cy="596202"/>
              <a:chOff x="8186420" y="3166745"/>
              <a:chExt cx="498045" cy="596202"/>
            </a:xfrm>
          </p:grpSpPr>
          <p:grpSp>
            <p:nvGrpSpPr>
              <p:cNvPr id="61" name="图片 59" descr="icon-9"/>
              <p:cNvGrpSpPr/>
              <p:nvPr/>
            </p:nvGrpSpPr>
            <p:grpSpPr>
              <a:xfrm>
                <a:off x="8186420" y="3414395"/>
                <a:ext cx="498045" cy="348552"/>
                <a:chOff x="8186420" y="3414395"/>
                <a:chExt cx="498045" cy="348552"/>
              </a:xfrm>
            </p:grpSpPr>
            <p:sp>
              <p:nvSpPr>
                <p:cNvPr id="68" name="任意形状 67"/>
                <p:cNvSpPr/>
                <p:nvPr/>
              </p:nvSpPr>
              <p:spPr>
                <a:xfrm>
                  <a:off x="8186420" y="341439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9" name="任意形状 68"/>
                <p:cNvSpPr/>
                <p:nvPr/>
              </p:nvSpPr>
              <p:spPr>
                <a:xfrm>
                  <a:off x="8186420" y="341439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62" name="图片 59" descr="icon-9"/>
              <p:cNvGrpSpPr/>
              <p:nvPr/>
            </p:nvGrpSpPr>
            <p:grpSpPr>
              <a:xfrm>
                <a:off x="8186420" y="3290570"/>
                <a:ext cx="498045" cy="348552"/>
                <a:chOff x="8186420" y="3290570"/>
                <a:chExt cx="498045" cy="348552"/>
              </a:xfrm>
            </p:grpSpPr>
            <p:sp>
              <p:nvSpPr>
                <p:cNvPr id="66" name="任意形状 65"/>
                <p:cNvSpPr/>
                <p:nvPr/>
              </p:nvSpPr>
              <p:spPr>
                <a:xfrm>
                  <a:off x="8186420" y="3290570"/>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7" name="任意形状 66"/>
                <p:cNvSpPr/>
                <p:nvPr/>
              </p:nvSpPr>
              <p:spPr>
                <a:xfrm>
                  <a:off x="8186420" y="3290570"/>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63" name="图片 59" descr="icon-9"/>
              <p:cNvGrpSpPr/>
              <p:nvPr/>
            </p:nvGrpSpPr>
            <p:grpSpPr>
              <a:xfrm>
                <a:off x="8186420" y="3166745"/>
                <a:ext cx="498045" cy="348552"/>
                <a:chOff x="8186420" y="3166745"/>
                <a:chExt cx="498045" cy="348552"/>
              </a:xfrm>
            </p:grpSpPr>
            <p:sp>
              <p:nvSpPr>
                <p:cNvPr id="64" name="任意形状 63"/>
                <p:cNvSpPr/>
                <p:nvPr/>
              </p:nvSpPr>
              <p:spPr>
                <a:xfrm>
                  <a:off x="8186420" y="316674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5" name="任意形状 64"/>
                <p:cNvSpPr/>
                <p:nvPr/>
              </p:nvSpPr>
              <p:spPr>
                <a:xfrm>
                  <a:off x="8186420" y="316674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57" name="任意形状 56"/>
            <p:cNvSpPr/>
            <p:nvPr/>
          </p:nvSpPr>
          <p:spPr>
            <a:xfrm>
              <a:off x="8434070" y="330843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8" name="任意形状 57"/>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9" name="任意形状 58"/>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0" name="任意形状 59"/>
            <p:cNvSpPr/>
            <p:nvPr/>
          </p:nvSpPr>
          <p:spPr>
            <a:xfrm>
              <a:off x="8434070" y="355608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71" name="图片 59" descr="icon-9"/>
          <p:cNvGrpSpPr/>
          <p:nvPr/>
        </p:nvGrpSpPr>
        <p:grpSpPr>
          <a:xfrm>
            <a:off x="3736696" y="3932840"/>
            <a:ext cx="498045" cy="596774"/>
            <a:chOff x="8186420" y="3166745"/>
            <a:chExt cx="498045" cy="596774"/>
          </a:xfrm>
        </p:grpSpPr>
        <p:grpSp>
          <p:nvGrpSpPr>
            <p:cNvPr id="72" name="图片 59" descr="icon-9"/>
            <p:cNvGrpSpPr/>
            <p:nvPr/>
          </p:nvGrpSpPr>
          <p:grpSpPr>
            <a:xfrm>
              <a:off x="8186420" y="3166745"/>
              <a:ext cx="498045" cy="596202"/>
              <a:chOff x="8186420" y="3166745"/>
              <a:chExt cx="498045" cy="596202"/>
            </a:xfrm>
          </p:grpSpPr>
          <p:grpSp>
            <p:nvGrpSpPr>
              <p:cNvPr id="77" name="图片 59" descr="icon-9"/>
              <p:cNvGrpSpPr/>
              <p:nvPr/>
            </p:nvGrpSpPr>
            <p:grpSpPr>
              <a:xfrm>
                <a:off x="8186420" y="3414395"/>
                <a:ext cx="498045" cy="348552"/>
                <a:chOff x="8186420" y="3414395"/>
                <a:chExt cx="498045" cy="348552"/>
              </a:xfrm>
            </p:grpSpPr>
            <p:sp>
              <p:nvSpPr>
                <p:cNvPr id="84" name="任意形状 83"/>
                <p:cNvSpPr/>
                <p:nvPr/>
              </p:nvSpPr>
              <p:spPr>
                <a:xfrm>
                  <a:off x="8186420" y="341439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6" name="任意形状 85"/>
                <p:cNvSpPr/>
                <p:nvPr/>
              </p:nvSpPr>
              <p:spPr>
                <a:xfrm>
                  <a:off x="8186420" y="341439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78" name="图片 59" descr="icon-9"/>
              <p:cNvGrpSpPr/>
              <p:nvPr/>
            </p:nvGrpSpPr>
            <p:grpSpPr>
              <a:xfrm>
                <a:off x="8186420" y="3290570"/>
                <a:ext cx="498045" cy="348552"/>
                <a:chOff x="8186420" y="3290570"/>
                <a:chExt cx="498045" cy="348552"/>
              </a:xfrm>
            </p:grpSpPr>
            <p:sp>
              <p:nvSpPr>
                <p:cNvPr id="82" name="任意形状 81"/>
                <p:cNvSpPr/>
                <p:nvPr/>
              </p:nvSpPr>
              <p:spPr>
                <a:xfrm>
                  <a:off x="8186420" y="3290570"/>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3" name="任意形状 82"/>
                <p:cNvSpPr/>
                <p:nvPr/>
              </p:nvSpPr>
              <p:spPr>
                <a:xfrm>
                  <a:off x="8186420" y="3290570"/>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79" name="图片 59" descr="icon-9"/>
              <p:cNvGrpSpPr/>
              <p:nvPr/>
            </p:nvGrpSpPr>
            <p:grpSpPr>
              <a:xfrm>
                <a:off x="8186420" y="3166745"/>
                <a:ext cx="498045" cy="348552"/>
                <a:chOff x="8186420" y="3166745"/>
                <a:chExt cx="498045" cy="348552"/>
              </a:xfrm>
            </p:grpSpPr>
            <p:sp>
              <p:nvSpPr>
                <p:cNvPr id="80" name="任意形状 79"/>
                <p:cNvSpPr/>
                <p:nvPr/>
              </p:nvSpPr>
              <p:spPr>
                <a:xfrm>
                  <a:off x="8186420" y="316674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1" name="任意形状 80"/>
                <p:cNvSpPr/>
                <p:nvPr/>
              </p:nvSpPr>
              <p:spPr>
                <a:xfrm>
                  <a:off x="8186420" y="316674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73" name="任意形状 72"/>
            <p:cNvSpPr/>
            <p:nvPr/>
          </p:nvSpPr>
          <p:spPr>
            <a:xfrm>
              <a:off x="8434070" y="330843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4" name="任意形状 73"/>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5" name="任意形状 74"/>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6" name="任意形状 75"/>
            <p:cNvSpPr/>
            <p:nvPr/>
          </p:nvSpPr>
          <p:spPr>
            <a:xfrm>
              <a:off x="8434070" y="355608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5" name="图片 59" descr="icon-9"/>
          <p:cNvGrpSpPr/>
          <p:nvPr/>
        </p:nvGrpSpPr>
        <p:grpSpPr>
          <a:xfrm>
            <a:off x="3883932" y="4818034"/>
            <a:ext cx="498045" cy="596774"/>
            <a:chOff x="8186420" y="3166745"/>
            <a:chExt cx="498045" cy="596774"/>
          </a:xfrm>
        </p:grpSpPr>
        <p:grpSp>
          <p:nvGrpSpPr>
            <p:cNvPr id="106" name="图片 59" descr="icon-9"/>
            <p:cNvGrpSpPr/>
            <p:nvPr/>
          </p:nvGrpSpPr>
          <p:grpSpPr>
            <a:xfrm>
              <a:off x="8186420" y="3166745"/>
              <a:ext cx="498045" cy="596202"/>
              <a:chOff x="8186420" y="3166745"/>
              <a:chExt cx="498045" cy="596202"/>
            </a:xfrm>
          </p:grpSpPr>
          <p:grpSp>
            <p:nvGrpSpPr>
              <p:cNvPr id="111" name="图片 59" descr="icon-9"/>
              <p:cNvGrpSpPr/>
              <p:nvPr/>
            </p:nvGrpSpPr>
            <p:grpSpPr>
              <a:xfrm>
                <a:off x="8186420" y="3414395"/>
                <a:ext cx="498045" cy="348552"/>
                <a:chOff x="8186420" y="3414395"/>
                <a:chExt cx="498045" cy="348552"/>
              </a:xfrm>
            </p:grpSpPr>
            <p:sp>
              <p:nvSpPr>
                <p:cNvPr id="120" name="任意形状 119"/>
                <p:cNvSpPr/>
                <p:nvPr/>
              </p:nvSpPr>
              <p:spPr>
                <a:xfrm>
                  <a:off x="8186420" y="341439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1" name="任意形状 120"/>
                <p:cNvSpPr/>
                <p:nvPr/>
              </p:nvSpPr>
              <p:spPr>
                <a:xfrm>
                  <a:off x="8186420" y="341439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2" name="图片 59" descr="icon-9"/>
              <p:cNvGrpSpPr/>
              <p:nvPr/>
            </p:nvGrpSpPr>
            <p:grpSpPr>
              <a:xfrm>
                <a:off x="8186420" y="3290570"/>
                <a:ext cx="498045" cy="348552"/>
                <a:chOff x="8186420" y="3290570"/>
                <a:chExt cx="498045" cy="348552"/>
              </a:xfrm>
            </p:grpSpPr>
            <p:sp>
              <p:nvSpPr>
                <p:cNvPr id="118" name="任意形状 117"/>
                <p:cNvSpPr/>
                <p:nvPr/>
              </p:nvSpPr>
              <p:spPr>
                <a:xfrm>
                  <a:off x="8186420" y="3290570"/>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9" name="任意形状 118"/>
                <p:cNvSpPr/>
                <p:nvPr/>
              </p:nvSpPr>
              <p:spPr>
                <a:xfrm>
                  <a:off x="8186420" y="3290570"/>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4" name="图片 59" descr="icon-9"/>
              <p:cNvGrpSpPr/>
              <p:nvPr/>
            </p:nvGrpSpPr>
            <p:grpSpPr>
              <a:xfrm>
                <a:off x="8186420" y="3166745"/>
                <a:ext cx="498045" cy="348552"/>
                <a:chOff x="8186420" y="3166745"/>
                <a:chExt cx="498045" cy="348552"/>
              </a:xfrm>
            </p:grpSpPr>
            <p:sp>
              <p:nvSpPr>
                <p:cNvPr id="116" name="任意形状 115"/>
                <p:cNvSpPr/>
                <p:nvPr/>
              </p:nvSpPr>
              <p:spPr>
                <a:xfrm>
                  <a:off x="8186420" y="316674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7" name="任意形状 116"/>
                <p:cNvSpPr/>
                <p:nvPr/>
              </p:nvSpPr>
              <p:spPr>
                <a:xfrm>
                  <a:off x="8186420" y="316674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107" name="任意形状 106"/>
            <p:cNvSpPr/>
            <p:nvPr/>
          </p:nvSpPr>
          <p:spPr>
            <a:xfrm>
              <a:off x="8434070" y="330843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8" name="任意形状 107"/>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9" name="任意形状 108"/>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0" name="任意形状 109"/>
            <p:cNvSpPr/>
            <p:nvPr/>
          </p:nvSpPr>
          <p:spPr>
            <a:xfrm>
              <a:off x="8434070" y="355608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3" name="图片 59" descr="icon-9"/>
          <p:cNvGrpSpPr/>
          <p:nvPr/>
        </p:nvGrpSpPr>
        <p:grpSpPr>
          <a:xfrm>
            <a:off x="2982831" y="4334386"/>
            <a:ext cx="498045" cy="596774"/>
            <a:chOff x="8186420" y="3166745"/>
            <a:chExt cx="498045" cy="596774"/>
          </a:xfrm>
        </p:grpSpPr>
        <p:grpSp>
          <p:nvGrpSpPr>
            <p:cNvPr id="126" name="图片 59" descr="icon-9"/>
            <p:cNvGrpSpPr/>
            <p:nvPr/>
          </p:nvGrpSpPr>
          <p:grpSpPr>
            <a:xfrm>
              <a:off x="8186420" y="3166745"/>
              <a:ext cx="498045" cy="596202"/>
              <a:chOff x="8186420" y="3166745"/>
              <a:chExt cx="498045" cy="596202"/>
            </a:xfrm>
          </p:grpSpPr>
          <p:grpSp>
            <p:nvGrpSpPr>
              <p:cNvPr id="135" name="图片 59" descr="icon-9"/>
              <p:cNvGrpSpPr/>
              <p:nvPr/>
            </p:nvGrpSpPr>
            <p:grpSpPr>
              <a:xfrm>
                <a:off x="8186420" y="3414395"/>
                <a:ext cx="498045" cy="348552"/>
                <a:chOff x="8186420" y="3414395"/>
                <a:chExt cx="498045" cy="348552"/>
              </a:xfrm>
            </p:grpSpPr>
            <p:sp>
              <p:nvSpPr>
                <p:cNvPr id="142" name="任意形状 141"/>
                <p:cNvSpPr/>
                <p:nvPr/>
              </p:nvSpPr>
              <p:spPr>
                <a:xfrm>
                  <a:off x="8186420" y="341439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3" name="任意形状 142"/>
                <p:cNvSpPr/>
                <p:nvPr/>
              </p:nvSpPr>
              <p:spPr>
                <a:xfrm>
                  <a:off x="8186420" y="341439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6" name="图片 59" descr="icon-9"/>
              <p:cNvGrpSpPr/>
              <p:nvPr/>
            </p:nvGrpSpPr>
            <p:grpSpPr>
              <a:xfrm>
                <a:off x="8186420" y="3290570"/>
                <a:ext cx="498045" cy="348552"/>
                <a:chOff x="8186420" y="3290570"/>
                <a:chExt cx="498045" cy="348552"/>
              </a:xfrm>
            </p:grpSpPr>
            <p:sp>
              <p:nvSpPr>
                <p:cNvPr id="140" name="任意形状 139"/>
                <p:cNvSpPr/>
                <p:nvPr/>
              </p:nvSpPr>
              <p:spPr>
                <a:xfrm>
                  <a:off x="8186420" y="3290570"/>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1" name="任意形状 140"/>
                <p:cNvSpPr/>
                <p:nvPr/>
              </p:nvSpPr>
              <p:spPr>
                <a:xfrm>
                  <a:off x="8186420" y="3290570"/>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7" name="图片 59" descr="icon-9"/>
              <p:cNvGrpSpPr/>
              <p:nvPr/>
            </p:nvGrpSpPr>
            <p:grpSpPr>
              <a:xfrm>
                <a:off x="8186420" y="3166745"/>
                <a:ext cx="498045" cy="348552"/>
                <a:chOff x="8186420" y="3166745"/>
                <a:chExt cx="498045" cy="348552"/>
              </a:xfrm>
            </p:grpSpPr>
            <p:sp>
              <p:nvSpPr>
                <p:cNvPr id="138" name="任意形状 137"/>
                <p:cNvSpPr/>
                <p:nvPr/>
              </p:nvSpPr>
              <p:spPr>
                <a:xfrm>
                  <a:off x="8186420" y="3166745"/>
                  <a:ext cx="498045" cy="348552"/>
                </a:xfrm>
                <a:custGeom>
                  <a:avLst/>
                  <a:gdLst>
                    <a:gd name="connsiteX0" fmla="*/ 0 w 498045"/>
                    <a:gd name="connsiteY0" fmla="*/ 141686 h 348552"/>
                    <a:gd name="connsiteX1" fmla="*/ 0 w 498045"/>
                    <a:gd name="connsiteY1" fmla="*/ 214586 h 348552"/>
                    <a:gd name="connsiteX2" fmla="*/ 247851 w 498045"/>
                    <a:gd name="connsiteY2" fmla="*/ 348552 h 348552"/>
                    <a:gd name="connsiteX3" fmla="*/ 498045 w 498045"/>
                    <a:gd name="connsiteY3" fmla="*/ 214586 h 348552"/>
                    <a:gd name="connsiteX4" fmla="*/ 498045 w 498045"/>
                    <a:gd name="connsiteY4" fmla="*/ 141686 h 348552"/>
                    <a:gd name="connsiteX5" fmla="*/ 247851 w 498045"/>
                    <a:gd name="connsiteY5" fmla="*/ 0 h 348552"/>
                    <a:gd name="connsiteX6" fmla="*/ 0 w 498045"/>
                    <a:gd name="connsiteY6" fmla="*/ 141686 h 34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045" h="348552">
                      <a:moveTo>
                        <a:pt x="0" y="141686"/>
                      </a:moveTo>
                      <a:lnTo>
                        <a:pt x="0" y="214586"/>
                      </a:lnTo>
                      <a:lnTo>
                        <a:pt x="247851" y="348552"/>
                      </a:lnTo>
                      <a:lnTo>
                        <a:pt x="498045" y="214586"/>
                      </a:lnTo>
                      <a:lnTo>
                        <a:pt x="498045" y="141686"/>
                      </a:lnTo>
                      <a:lnTo>
                        <a:pt x="247851" y="0"/>
                      </a:lnTo>
                      <a:lnTo>
                        <a:pt x="0" y="141686"/>
                      </a:ln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9" name="任意形状 138"/>
                <p:cNvSpPr/>
                <p:nvPr/>
              </p:nvSpPr>
              <p:spPr>
                <a:xfrm>
                  <a:off x="8186420" y="3166745"/>
                  <a:ext cx="498045" cy="271238"/>
                </a:xfrm>
                <a:custGeom>
                  <a:avLst/>
                  <a:gdLst>
                    <a:gd name="connsiteX0" fmla="*/ 0 w 498045"/>
                    <a:gd name="connsiteY0" fmla="*/ 141686 h 271238"/>
                    <a:gd name="connsiteX1" fmla="*/ 249023 w 498045"/>
                    <a:gd name="connsiteY1" fmla="*/ 271239 h 271238"/>
                    <a:gd name="connsiteX2" fmla="*/ 498045 w 498045"/>
                    <a:gd name="connsiteY2" fmla="*/ 141686 h 271238"/>
                    <a:gd name="connsiteX3" fmla="*/ 249023 w 498045"/>
                    <a:gd name="connsiteY3" fmla="*/ 0 h 271238"/>
                    <a:gd name="connsiteX4" fmla="*/ 0 w 498045"/>
                    <a:gd name="connsiteY4" fmla="*/ 141686 h 27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045" h="271238">
                      <a:moveTo>
                        <a:pt x="0" y="141686"/>
                      </a:moveTo>
                      <a:lnTo>
                        <a:pt x="249023" y="271239"/>
                      </a:lnTo>
                      <a:lnTo>
                        <a:pt x="498045" y="141686"/>
                      </a:lnTo>
                      <a:lnTo>
                        <a:pt x="249023" y="0"/>
                      </a:lnTo>
                      <a:lnTo>
                        <a:pt x="0" y="141686"/>
                      </a:ln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
          <p:nvSpPr>
            <p:cNvPr id="128" name="任意形状 127"/>
            <p:cNvSpPr/>
            <p:nvPr/>
          </p:nvSpPr>
          <p:spPr>
            <a:xfrm>
              <a:off x="8434070" y="330843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2" name="任意形状 131"/>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rgbClr val="2051F3"/>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3" name="任意形状 132"/>
            <p:cNvSpPr/>
            <p:nvPr/>
          </p:nvSpPr>
          <p:spPr>
            <a:xfrm>
              <a:off x="8434070" y="3432256"/>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4" name="任意形状 133"/>
            <p:cNvSpPr/>
            <p:nvPr/>
          </p:nvSpPr>
          <p:spPr>
            <a:xfrm>
              <a:off x="8434070" y="3556081"/>
              <a:ext cx="250395" cy="207438"/>
            </a:xfrm>
            <a:custGeom>
              <a:avLst/>
              <a:gdLst>
                <a:gd name="connsiteX0" fmla="*/ 0 w 250395"/>
                <a:gd name="connsiteY0" fmla="*/ 129552 h 207438"/>
                <a:gd name="connsiteX1" fmla="*/ 250395 w 250395"/>
                <a:gd name="connsiteY1" fmla="*/ 0 h 207438"/>
                <a:gd name="connsiteX2" fmla="*/ 250395 w 250395"/>
                <a:gd name="connsiteY2" fmla="*/ 72900 h 207438"/>
                <a:gd name="connsiteX3" fmla="*/ 0 w 250395"/>
                <a:gd name="connsiteY3" fmla="*/ 207438 h 207438"/>
                <a:gd name="connsiteX4" fmla="*/ 0 w 250395"/>
                <a:gd name="connsiteY4" fmla="*/ 129552 h 207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5" h="207438">
                  <a:moveTo>
                    <a:pt x="0" y="129552"/>
                  </a:moveTo>
                  <a:lnTo>
                    <a:pt x="250395" y="0"/>
                  </a:lnTo>
                  <a:lnTo>
                    <a:pt x="250395" y="72900"/>
                  </a:lnTo>
                  <a:lnTo>
                    <a:pt x="0" y="207438"/>
                  </a:lnTo>
                  <a:lnTo>
                    <a:pt x="0" y="129552"/>
                  </a:ln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4" name="图片 58" descr="icon-8"/>
          <p:cNvGrpSpPr/>
          <p:nvPr/>
        </p:nvGrpSpPr>
        <p:grpSpPr>
          <a:xfrm>
            <a:off x="7761287" y="4099085"/>
            <a:ext cx="438150" cy="533402"/>
            <a:chOff x="7062470" y="1667510"/>
            <a:chExt cx="438150" cy="533402"/>
          </a:xfrm>
        </p:grpSpPr>
        <p:grpSp>
          <p:nvGrpSpPr>
            <p:cNvPr id="145" name="图片 58" descr="icon-8"/>
            <p:cNvGrpSpPr/>
            <p:nvPr/>
          </p:nvGrpSpPr>
          <p:grpSpPr>
            <a:xfrm>
              <a:off x="7062470" y="1896110"/>
              <a:ext cx="438150" cy="304802"/>
              <a:chOff x="7062470" y="1896110"/>
              <a:chExt cx="438150" cy="304802"/>
            </a:xfrm>
          </p:grpSpPr>
          <p:sp>
            <p:nvSpPr>
              <p:cNvPr id="154" name="任意形状 153"/>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5" name="任意形状 154"/>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6" name="任意形状 155"/>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6" name="图片 58" descr="icon-8"/>
            <p:cNvGrpSpPr/>
            <p:nvPr/>
          </p:nvGrpSpPr>
          <p:grpSpPr>
            <a:xfrm>
              <a:off x="7062470" y="1781810"/>
              <a:ext cx="438150" cy="304802"/>
              <a:chOff x="7062470" y="1781810"/>
              <a:chExt cx="438150" cy="304802"/>
            </a:xfrm>
          </p:grpSpPr>
          <p:sp>
            <p:nvSpPr>
              <p:cNvPr id="151" name="任意形状 150"/>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2" name="任意形状 151"/>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3" name="任意形状 152"/>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7" name="图片 58" descr="icon-8"/>
            <p:cNvGrpSpPr/>
            <p:nvPr/>
          </p:nvGrpSpPr>
          <p:grpSpPr>
            <a:xfrm>
              <a:off x="7062470" y="1667510"/>
              <a:ext cx="438150" cy="304802"/>
              <a:chOff x="7062470" y="1667510"/>
              <a:chExt cx="438150" cy="304802"/>
            </a:xfrm>
          </p:grpSpPr>
          <p:sp>
            <p:nvSpPr>
              <p:cNvPr id="148" name="任意形状 147"/>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9" name="任意形状 148"/>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50" name="任意形状 149"/>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57" name="图片 58" descr="icon-8"/>
          <p:cNvGrpSpPr/>
          <p:nvPr/>
        </p:nvGrpSpPr>
        <p:grpSpPr>
          <a:xfrm>
            <a:off x="9025311" y="4099085"/>
            <a:ext cx="438150" cy="533402"/>
            <a:chOff x="7062470" y="1667510"/>
            <a:chExt cx="438150" cy="533402"/>
          </a:xfrm>
        </p:grpSpPr>
        <p:grpSp>
          <p:nvGrpSpPr>
            <p:cNvPr id="158" name="图片 58" descr="icon-8"/>
            <p:cNvGrpSpPr/>
            <p:nvPr/>
          </p:nvGrpSpPr>
          <p:grpSpPr>
            <a:xfrm>
              <a:off x="7062470" y="1896110"/>
              <a:ext cx="438150" cy="304802"/>
              <a:chOff x="7062470" y="1896110"/>
              <a:chExt cx="438150" cy="304802"/>
            </a:xfrm>
          </p:grpSpPr>
          <p:sp>
            <p:nvSpPr>
              <p:cNvPr id="167" name="任意形状 166"/>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8" name="任意形状 167"/>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9" name="任意形状 168"/>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9" name="图片 58" descr="icon-8"/>
            <p:cNvGrpSpPr/>
            <p:nvPr/>
          </p:nvGrpSpPr>
          <p:grpSpPr>
            <a:xfrm>
              <a:off x="7062470" y="1781810"/>
              <a:ext cx="438150" cy="304802"/>
              <a:chOff x="7062470" y="1781810"/>
              <a:chExt cx="438150" cy="304802"/>
            </a:xfrm>
          </p:grpSpPr>
          <p:sp>
            <p:nvSpPr>
              <p:cNvPr id="164" name="任意形状 163"/>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5" name="任意形状 164"/>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6" name="任意形状 165"/>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0" name="图片 58" descr="icon-8"/>
            <p:cNvGrpSpPr/>
            <p:nvPr/>
          </p:nvGrpSpPr>
          <p:grpSpPr>
            <a:xfrm>
              <a:off x="7062470" y="1667510"/>
              <a:ext cx="438150" cy="304802"/>
              <a:chOff x="7062470" y="1667510"/>
              <a:chExt cx="438150" cy="304802"/>
            </a:xfrm>
          </p:grpSpPr>
          <p:sp>
            <p:nvSpPr>
              <p:cNvPr id="161" name="任意形状 160"/>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2" name="任意形状 161"/>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3" name="任意形状 162"/>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70" name="图片 58" descr="icon-8"/>
          <p:cNvGrpSpPr/>
          <p:nvPr/>
        </p:nvGrpSpPr>
        <p:grpSpPr>
          <a:xfrm>
            <a:off x="10208652" y="4099085"/>
            <a:ext cx="438150" cy="533402"/>
            <a:chOff x="7062470" y="1667510"/>
            <a:chExt cx="438150" cy="533402"/>
          </a:xfrm>
        </p:grpSpPr>
        <p:grpSp>
          <p:nvGrpSpPr>
            <p:cNvPr id="171" name="图片 58" descr="icon-8"/>
            <p:cNvGrpSpPr/>
            <p:nvPr/>
          </p:nvGrpSpPr>
          <p:grpSpPr>
            <a:xfrm>
              <a:off x="7062470" y="1896110"/>
              <a:ext cx="438150" cy="304802"/>
              <a:chOff x="7062470" y="1896110"/>
              <a:chExt cx="438150" cy="304802"/>
            </a:xfrm>
          </p:grpSpPr>
          <p:sp>
            <p:nvSpPr>
              <p:cNvPr id="180" name="任意形状 179"/>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1" name="任意形状 180"/>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2" name="任意形状 181"/>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72" name="图片 58" descr="icon-8"/>
            <p:cNvGrpSpPr/>
            <p:nvPr/>
          </p:nvGrpSpPr>
          <p:grpSpPr>
            <a:xfrm>
              <a:off x="7062470" y="1781810"/>
              <a:ext cx="438150" cy="304802"/>
              <a:chOff x="7062470" y="1781810"/>
              <a:chExt cx="438150" cy="304802"/>
            </a:xfrm>
          </p:grpSpPr>
          <p:sp>
            <p:nvSpPr>
              <p:cNvPr id="177" name="任意形状 176"/>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8" name="任意形状 177"/>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9" name="任意形状 178"/>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73" name="图片 58" descr="icon-8"/>
            <p:cNvGrpSpPr/>
            <p:nvPr/>
          </p:nvGrpSpPr>
          <p:grpSpPr>
            <a:xfrm>
              <a:off x="7062470" y="1667510"/>
              <a:ext cx="438150" cy="304802"/>
              <a:chOff x="7062470" y="1667510"/>
              <a:chExt cx="438150" cy="304802"/>
            </a:xfrm>
          </p:grpSpPr>
          <p:sp>
            <p:nvSpPr>
              <p:cNvPr id="174" name="任意形状 173"/>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5" name="任意形状 174"/>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6" name="任意形状 175"/>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83" name="图片 58" descr="icon-8"/>
          <p:cNvGrpSpPr/>
          <p:nvPr/>
        </p:nvGrpSpPr>
        <p:grpSpPr>
          <a:xfrm>
            <a:off x="1817958" y="2788725"/>
            <a:ext cx="438150" cy="533402"/>
            <a:chOff x="7062470" y="1667510"/>
            <a:chExt cx="438150" cy="533402"/>
          </a:xfrm>
        </p:grpSpPr>
        <p:grpSp>
          <p:nvGrpSpPr>
            <p:cNvPr id="184" name="图片 58" descr="icon-8"/>
            <p:cNvGrpSpPr/>
            <p:nvPr/>
          </p:nvGrpSpPr>
          <p:grpSpPr>
            <a:xfrm>
              <a:off x="7062470" y="1896110"/>
              <a:ext cx="438150" cy="304802"/>
              <a:chOff x="7062470" y="1896110"/>
              <a:chExt cx="438150" cy="304802"/>
            </a:xfrm>
          </p:grpSpPr>
          <p:sp>
            <p:nvSpPr>
              <p:cNvPr id="45057" name="任意形状 45056"/>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58" name="任意形状 45057"/>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59" name="任意形状 45058"/>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85" name="图片 58" descr="icon-8"/>
            <p:cNvGrpSpPr/>
            <p:nvPr/>
          </p:nvGrpSpPr>
          <p:grpSpPr>
            <a:xfrm>
              <a:off x="7062470" y="1781810"/>
              <a:ext cx="438150" cy="304802"/>
              <a:chOff x="7062470" y="1781810"/>
              <a:chExt cx="438150" cy="304802"/>
            </a:xfrm>
          </p:grpSpPr>
          <p:sp>
            <p:nvSpPr>
              <p:cNvPr id="190" name="任意形状 189"/>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1" name="任意形状 190"/>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56" name="任意形状 45055"/>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86" name="图片 58" descr="icon-8"/>
            <p:cNvGrpSpPr/>
            <p:nvPr/>
          </p:nvGrpSpPr>
          <p:grpSpPr>
            <a:xfrm>
              <a:off x="7062470" y="1667510"/>
              <a:ext cx="438150" cy="304802"/>
              <a:chOff x="7062470" y="1667510"/>
              <a:chExt cx="438150" cy="304802"/>
            </a:xfrm>
          </p:grpSpPr>
          <p:sp>
            <p:nvSpPr>
              <p:cNvPr id="187" name="任意形状 186"/>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8" name="任意形状 187"/>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89" name="任意形状 188"/>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5060" name="图片 58" descr="icon-8"/>
          <p:cNvGrpSpPr/>
          <p:nvPr/>
        </p:nvGrpSpPr>
        <p:grpSpPr>
          <a:xfrm>
            <a:off x="2625226" y="3326049"/>
            <a:ext cx="438150" cy="533402"/>
            <a:chOff x="7062470" y="1667510"/>
            <a:chExt cx="438150" cy="533402"/>
          </a:xfrm>
        </p:grpSpPr>
        <p:grpSp>
          <p:nvGrpSpPr>
            <p:cNvPr id="45063" name="图片 58" descr="icon-8"/>
            <p:cNvGrpSpPr/>
            <p:nvPr/>
          </p:nvGrpSpPr>
          <p:grpSpPr>
            <a:xfrm>
              <a:off x="7062470" y="1896110"/>
              <a:ext cx="438150" cy="304802"/>
              <a:chOff x="7062470" y="1896110"/>
              <a:chExt cx="438150" cy="304802"/>
            </a:xfrm>
          </p:grpSpPr>
          <p:sp>
            <p:nvSpPr>
              <p:cNvPr id="45072" name="任意形状 45071"/>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73" name="任意形状 45072"/>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74" name="任意形状 45073"/>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64" name="图片 58" descr="icon-8"/>
            <p:cNvGrpSpPr/>
            <p:nvPr/>
          </p:nvGrpSpPr>
          <p:grpSpPr>
            <a:xfrm>
              <a:off x="7062470" y="1781810"/>
              <a:ext cx="438150" cy="304802"/>
              <a:chOff x="7062470" y="1781810"/>
              <a:chExt cx="438150" cy="304802"/>
            </a:xfrm>
          </p:grpSpPr>
          <p:sp>
            <p:nvSpPr>
              <p:cNvPr id="45069" name="任意形状 45068"/>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70" name="任意形状 45069"/>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71" name="任意形状 45070"/>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65" name="图片 58" descr="icon-8"/>
            <p:cNvGrpSpPr/>
            <p:nvPr/>
          </p:nvGrpSpPr>
          <p:grpSpPr>
            <a:xfrm>
              <a:off x="7062470" y="1667510"/>
              <a:ext cx="438150" cy="304802"/>
              <a:chOff x="7062470" y="1667510"/>
              <a:chExt cx="438150" cy="304802"/>
            </a:xfrm>
          </p:grpSpPr>
          <p:sp>
            <p:nvSpPr>
              <p:cNvPr id="45066" name="任意形状 45065"/>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67" name="任意形状 45066"/>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68" name="任意形状 45067"/>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5075" name="图片 58" descr="icon-8"/>
          <p:cNvGrpSpPr/>
          <p:nvPr/>
        </p:nvGrpSpPr>
        <p:grpSpPr>
          <a:xfrm>
            <a:off x="1092555" y="3194380"/>
            <a:ext cx="438150" cy="533402"/>
            <a:chOff x="7062470" y="1667510"/>
            <a:chExt cx="438150" cy="533402"/>
          </a:xfrm>
        </p:grpSpPr>
        <p:grpSp>
          <p:nvGrpSpPr>
            <p:cNvPr id="45076" name="图片 58" descr="icon-8"/>
            <p:cNvGrpSpPr/>
            <p:nvPr/>
          </p:nvGrpSpPr>
          <p:grpSpPr>
            <a:xfrm>
              <a:off x="7062470" y="1896110"/>
              <a:ext cx="438150" cy="304802"/>
              <a:chOff x="7062470" y="1896110"/>
              <a:chExt cx="438150" cy="304802"/>
            </a:xfrm>
          </p:grpSpPr>
          <p:sp>
            <p:nvSpPr>
              <p:cNvPr id="45086" name="任意形状 45085"/>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89" name="任意形状 45088"/>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90" name="任意形状 45089"/>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78" name="图片 58" descr="icon-8"/>
            <p:cNvGrpSpPr/>
            <p:nvPr/>
          </p:nvGrpSpPr>
          <p:grpSpPr>
            <a:xfrm>
              <a:off x="7062470" y="1781810"/>
              <a:ext cx="438150" cy="304802"/>
              <a:chOff x="7062470" y="1781810"/>
              <a:chExt cx="438150" cy="304802"/>
            </a:xfrm>
          </p:grpSpPr>
          <p:sp>
            <p:nvSpPr>
              <p:cNvPr id="45083" name="任意形状 45082"/>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84" name="任意形状 45083"/>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85" name="任意形状 45084"/>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79" name="图片 58" descr="icon-8"/>
            <p:cNvGrpSpPr/>
            <p:nvPr/>
          </p:nvGrpSpPr>
          <p:grpSpPr>
            <a:xfrm>
              <a:off x="7062470" y="1667510"/>
              <a:ext cx="438150" cy="304802"/>
              <a:chOff x="7062470" y="1667510"/>
              <a:chExt cx="438150" cy="304802"/>
            </a:xfrm>
          </p:grpSpPr>
          <p:sp>
            <p:nvSpPr>
              <p:cNvPr id="45080" name="任意形状 45079"/>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81" name="任意形状 45080"/>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82" name="任意形状 45081"/>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45091" name="图片 58" descr="icon-8"/>
          <p:cNvGrpSpPr/>
          <p:nvPr/>
        </p:nvGrpSpPr>
        <p:grpSpPr>
          <a:xfrm>
            <a:off x="1899823" y="3731704"/>
            <a:ext cx="438150" cy="533402"/>
            <a:chOff x="7062470" y="1667510"/>
            <a:chExt cx="438150" cy="533402"/>
          </a:xfrm>
        </p:grpSpPr>
        <p:grpSp>
          <p:nvGrpSpPr>
            <p:cNvPr id="45092" name="图片 58" descr="icon-8"/>
            <p:cNvGrpSpPr/>
            <p:nvPr/>
          </p:nvGrpSpPr>
          <p:grpSpPr>
            <a:xfrm>
              <a:off x="7062470" y="1896110"/>
              <a:ext cx="438150" cy="304802"/>
              <a:chOff x="7062470" y="1896110"/>
              <a:chExt cx="438150" cy="304802"/>
            </a:xfrm>
          </p:grpSpPr>
          <p:sp>
            <p:nvSpPr>
              <p:cNvPr id="45101" name="任意形状 45100"/>
              <p:cNvSpPr/>
              <p:nvPr/>
            </p:nvSpPr>
            <p:spPr>
              <a:xfrm>
                <a:off x="7062470" y="18961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1"/>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102" name="任意形状 45101"/>
              <p:cNvSpPr/>
              <p:nvPr/>
            </p:nvSpPr>
            <p:spPr>
              <a:xfrm>
                <a:off x="7391082" y="21205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103" name="任意形状 45102"/>
              <p:cNvSpPr/>
              <p:nvPr/>
            </p:nvSpPr>
            <p:spPr>
              <a:xfrm>
                <a:off x="7062470" y="18961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93" name="图片 58" descr="icon-8"/>
            <p:cNvGrpSpPr/>
            <p:nvPr/>
          </p:nvGrpSpPr>
          <p:grpSpPr>
            <a:xfrm>
              <a:off x="7062470" y="1781810"/>
              <a:ext cx="438150" cy="304802"/>
              <a:chOff x="7062470" y="1781810"/>
              <a:chExt cx="438150" cy="304802"/>
            </a:xfrm>
          </p:grpSpPr>
          <p:sp>
            <p:nvSpPr>
              <p:cNvPr id="45098" name="任意形状 45097"/>
              <p:cNvSpPr/>
              <p:nvPr/>
            </p:nvSpPr>
            <p:spPr>
              <a:xfrm>
                <a:off x="7062470" y="17818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3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3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3"/>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3"/>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1"/>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99" name="任意形状 45098"/>
              <p:cNvSpPr/>
              <p:nvPr/>
            </p:nvSpPr>
            <p:spPr>
              <a:xfrm>
                <a:off x="7391082" y="20062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4 h 17771"/>
                  <a:gd name="connsiteX13" fmla="*/ 33338 w 38100"/>
                  <a:gd name="connsiteY13" fmla="*/ 9525 h 17771"/>
                  <a:gd name="connsiteX14" fmla="*/ 32408 w 38100"/>
                  <a:gd name="connsiteY14" fmla="*/ 9434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4"/>
                    </a:cubicBezTo>
                    <a:cubicBezTo>
                      <a:pt x="33960" y="9495"/>
                      <a:pt x="33650" y="9525"/>
                      <a:pt x="33338" y="9525"/>
                    </a:cubicBezTo>
                    <a:cubicBezTo>
                      <a:pt x="33025" y="9525"/>
                      <a:pt x="32715" y="9494"/>
                      <a:pt x="32408" y="9434"/>
                    </a:cubicBezTo>
                    <a:cubicBezTo>
                      <a:pt x="32102" y="9373"/>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100" name="任意形状 45099"/>
              <p:cNvSpPr/>
              <p:nvPr/>
            </p:nvSpPr>
            <p:spPr>
              <a:xfrm>
                <a:off x="7062470" y="17818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45094" name="图片 58" descr="icon-8"/>
            <p:cNvGrpSpPr/>
            <p:nvPr/>
          </p:nvGrpSpPr>
          <p:grpSpPr>
            <a:xfrm>
              <a:off x="7062470" y="1667510"/>
              <a:ext cx="438150" cy="304802"/>
              <a:chOff x="7062470" y="1667510"/>
              <a:chExt cx="438150" cy="304802"/>
            </a:xfrm>
          </p:grpSpPr>
          <p:sp>
            <p:nvSpPr>
              <p:cNvPr id="45095" name="任意形状 45094"/>
              <p:cNvSpPr/>
              <p:nvPr/>
            </p:nvSpPr>
            <p:spPr>
              <a:xfrm>
                <a:off x="7062470" y="1667510"/>
                <a:ext cx="438150" cy="304802"/>
              </a:xfrm>
              <a:custGeom>
                <a:avLst/>
                <a:gdLst>
                  <a:gd name="connsiteX0" fmla="*/ 438150 w 438150"/>
                  <a:gd name="connsiteY0" fmla="*/ 101600 h 304802"/>
                  <a:gd name="connsiteX1" fmla="*/ 436822 w 438150"/>
                  <a:gd name="connsiteY1" fmla="*/ 112768 h 304802"/>
                  <a:gd name="connsiteX2" fmla="*/ 436822 w 438150"/>
                  <a:gd name="connsiteY2" fmla="*/ 192034 h 304802"/>
                  <a:gd name="connsiteX3" fmla="*/ 438150 w 438150"/>
                  <a:gd name="connsiteY3" fmla="*/ 203204 h 304802"/>
                  <a:gd name="connsiteX4" fmla="*/ 437886 w 438150"/>
                  <a:gd name="connsiteY4" fmla="*/ 208188 h 304802"/>
                  <a:gd name="connsiteX5" fmla="*/ 437095 w 438150"/>
                  <a:gd name="connsiteY5" fmla="*/ 213162 h 304802"/>
                  <a:gd name="connsiteX6" fmla="*/ 435779 w 438150"/>
                  <a:gd name="connsiteY6" fmla="*/ 218111 h 304802"/>
                  <a:gd name="connsiteX7" fmla="*/ 433941 w 438150"/>
                  <a:gd name="connsiteY7" fmla="*/ 223024 h 304802"/>
                  <a:gd name="connsiteX8" fmla="*/ 431584 w 438150"/>
                  <a:gd name="connsiteY8" fmla="*/ 227889 h 304802"/>
                  <a:gd name="connsiteX9" fmla="*/ 428716 w 438150"/>
                  <a:gd name="connsiteY9" fmla="*/ 232696 h 304802"/>
                  <a:gd name="connsiteX10" fmla="*/ 425344 w 438150"/>
                  <a:gd name="connsiteY10" fmla="*/ 237431 h 304802"/>
                  <a:gd name="connsiteX11" fmla="*/ 421474 w 438150"/>
                  <a:gd name="connsiteY11" fmla="*/ 242084 h 304802"/>
                  <a:gd name="connsiteX12" fmla="*/ 417117 w 438150"/>
                  <a:gd name="connsiteY12" fmla="*/ 246642 h 304802"/>
                  <a:gd name="connsiteX13" fmla="*/ 412282 w 438150"/>
                  <a:gd name="connsiteY13" fmla="*/ 251097 h 304802"/>
                  <a:gd name="connsiteX14" fmla="*/ 406982 w 438150"/>
                  <a:gd name="connsiteY14" fmla="*/ 255436 h 304802"/>
                  <a:gd name="connsiteX15" fmla="*/ 401229 w 438150"/>
                  <a:gd name="connsiteY15" fmla="*/ 259649 h 304802"/>
                  <a:gd name="connsiteX16" fmla="*/ 395038 w 438150"/>
                  <a:gd name="connsiteY16" fmla="*/ 263726 h 304802"/>
                  <a:gd name="connsiteX17" fmla="*/ 388422 w 438150"/>
                  <a:gd name="connsiteY17" fmla="*/ 267657 h 304802"/>
                  <a:gd name="connsiteX18" fmla="*/ 381399 w 438150"/>
                  <a:gd name="connsiteY18" fmla="*/ 271434 h 304802"/>
                  <a:gd name="connsiteX19" fmla="*/ 373985 w 438150"/>
                  <a:gd name="connsiteY19" fmla="*/ 275045 h 304802"/>
                  <a:gd name="connsiteX20" fmla="*/ 366197 w 438150"/>
                  <a:gd name="connsiteY20" fmla="*/ 278483 h 304802"/>
                  <a:gd name="connsiteX21" fmla="*/ 358054 w 438150"/>
                  <a:gd name="connsiteY21" fmla="*/ 281741 h 304802"/>
                  <a:gd name="connsiteX22" fmla="*/ 349578 w 438150"/>
                  <a:gd name="connsiteY22" fmla="*/ 284809 h 304802"/>
                  <a:gd name="connsiteX23" fmla="*/ 340786 w 438150"/>
                  <a:gd name="connsiteY23" fmla="*/ 287681 h 304802"/>
                  <a:gd name="connsiteX24" fmla="*/ 331702 w 438150"/>
                  <a:gd name="connsiteY24" fmla="*/ 290349 h 304802"/>
                  <a:gd name="connsiteX25" fmla="*/ 322346 w 438150"/>
                  <a:gd name="connsiteY25" fmla="*/ 292806 h 304802"/>
                  <a:gd name="connsiteX26" fmla="*/ 312742 w 438150"/>
                  <a:gd name="connsiteY26" fmla="*/ 295048 h 304802"/>
                  <a:gd name="connsiteX27" fmla="*/ 302911 w 438150"/>
                  <a:gd name="connsiteY27" fmla="*/ 297070 h 304802"/>
                  <a:gd name="connsiteX28" fmla="*/ 292879 w 438150"/>
                  <a:gd name="connsiteY28" fmla="*/ 298864 h 304802"/>
                  <a:gd name="connsiteX29" fmla="*/ 282669 w 438150"/>
                  <a:gd name="connsiteY29" fmla="*/ 300428 h 304802"/>
                  <a:gd name="connsiteX30" fmla="*/ 272305 w 438150"/>
                  <a:gd name="connsiteY30" fmla="*/ 301759 h 304802"/>
                  <a:gd name="connsiteX31" fmla="*/ 261815 w 438150"/>
                  <a:gd name="connsiteY31" fmla="*/ 302851 h 304802"/>
                  <a:gd name="connsiteX32" fmla="*/ 251220 w 438150"/>
                  <a:gd name="connsiteY32" fmla="*/ 303704 h 304802"/>
                  <a:gd name="connsiteX33" fmla="*/ 240548 w 438150"/>
                  <a:gd name="connsiteY33" fmla="*/ 304314 h 304802"/>
                  <a:gd name="connsiteX34" fmla="*/ 229825 w 438150"/>
                  <a:gd name="connsiteY34" fmla="*/ 304681 h 304802"/>
                  <a:gd name="connsiteX35" fmla="*/ 219075 w 438150"/>
                  <a:gd name="connsiteY35" fmla="*/ 304803 h 304802"/>
                  <a:gd name="connsiteX36" fmla="*/ 208325 w 438150"/>
                  <a:gd name="connsiteY36" fmla="*/ 304681 h 304802"/>
                  <a:gd name="connsiteX37" fmla="*/ 197602 w 438150"/>
                  <a:gd name="connsiteY37" fmla="*/ 304314 h 304802"/>
                  <a:gd name="connsiteX38" fmla="*/ 186930 w 438150"/>
                  <a:gd name="connsiteY38" fmla="*/ 303704 h 304802"/>
                  <a:gd name="connsiteX39" fmla="*/ 176335 w 438150"/>
                  <a:gd name="connsiteY39" fmla="*/ 302851 h 304802"/>
                  <a:gd name="connsiteX40" fmla="*/ 165845 w 438150"/>
                  <a:gd name="connsiteY40" fmla="*/ 301759 h 304802"/>
                  <a:gd name="connsiteX41" fmla="*/ 155481 w 438150"/>
                  <a:gd name="connsiteY41" fmla="*/ 300428 h 304802"/>
                  <a:gd name="connsiteX42" fmla="*/ 145271 w 438150"/>
                  <a:gd name="connsiteY42" fmla="*/ 298864 h 304802"/>
                  <a:gd name="connsiteX43" fmla="*/ 135239 w 438150"/>
                  <a:gd name="connsiteY43" fmla="*/ 297070 h 304802"/>
                  <a:gd name="connsiteX44" fmla="*/ 125408 w 438150"/>
                  <a:gd name="connsiteY44" fmla="*/ 295048 h 304802"/>
                  <a:gd name="connsiteX45" fmla="*/ 115804 w 438150"/>
                  <a:gd name="connsiteY45" fmla="*/ 292806 h 304802"/>
                  <a:gd name="connsiteX46" fmla="*/ 106448 w 438150"/>
                  <a:gd name="connsiteY46" fmla="*/ 290349 h 304802"/>
                  <a:gd name="connsiteX47" fmla="*/ 97364 w 438150"/>
                  <a:gd name="connsiteY47" fmla="*/ 287681 h 304802"/>
                  <a:gd name="connsiteX48" fmla="*/ 88572 w 438150"/>
                  <a:gd name="connsiteY48" fmla="*/ 284809 h 304802"/>
                  <a:gd name="connsiteX49" fmla="*/ 80095 w 438150"/>
                  <a:gd name="connsiteY49" fmla="*/ 281741 h 304802"/>
                  <a:gd name="connsiteX50" fmla="*/ 71953 w 438150"/>
                  <a:gd name="connsiteY50" fmla="*/ 278483 h 304802"/>
                  <a:gd name="connsiteX51" fmla="*/ 64166 w 438150"/>
                  <a:gd name="connsiteY51" fmla="*/ 275045 h 304802"/>
                  <a:gd name="connsiteX52" fmla="*/ 56751 w 438150"/>
                  <a:gd name="connsiteY52" fmla="*/ 271434 h 304802"/>
                  <a:gd name="connsiteX53" fmla="*/ 49728 w 438150"/>
                  <a:gd name="connsiteY53" fmla="*/ 267657 h 304802"/>
                  <a:gd name="connsiteX54" fmla="*/ 43112 w 438150"/>
                  <a:gd name="connsiteY54" fmla="*/ 263726 h 304802"/>
                  <a:gd name="connsiteX55" fmla="*/ 36921 w 438150"/>
                  <a:gd name="connsiteY55" fmla="*/ 259649 h 304802"/>
                  <a:gd name="connsiteX56" fmla="*/ 31168 w 438150"/>
                  <a:gd name="connsiteY56" fmla="*/ 255436 h 304802"/>
                  <a:gd name="connsiteX57" fmla="*/ 25868 w 438150"/>
                  <a:gd name="connsiteY57" fmla="*/ 251097 h 304802"/>
                  <a:gd name="connsiteX58" fmla="*/ 21034 w 438150"/>
                  <a:gd name="connsiteY58" fmla="*/ 246642 h 304802"/>
                  <a:gd name="connsiteX59" fmla="*/ 16676 w 438150"/>
                  <a:gd name="connsiteY59" fmla="*/ 242084 h 304802"/>
                  <a:gd name="connsiteX60" fmla="*/ 12806 w 438150"/>
                  <a:gd name="connsiteY60" fmla="*/ 237432 h 304802"/>
                  <a:gd name="connsiteX61" fmla="*/ 9433 w 438150"/>
                  <a:gd name="connsiteY61" fmla="*/ 232696 h 304802"/>
                  <a:gd name="connsiteX62" fmla="*/ 6565 w 438150"/>
                  <a:gd name="connsiteY62" fmla="*/ 227889 h 304802"/>
                  <a:gd name="connsiteX63" fmla="*/ 4209 w 438150"/>
                  <a:gd name="connsiteY63" fmla="*/ 223024 h 304802"/>
                  <a:gd name="connsiteX64" fmla="*/ 2371 w 438150"/>
                  <a:gd name="connsiteY64" fmla="*/ 218111 h 304802"/>
                  <a:gd name="connsiteX65" fmla="*/ 1055 w 438150"/>
                  <a:gd name="connsiteY65" fmla="*/ 213162 h 304802"/>
                  <a:gd name="connsiteX66" fmla="*/ 264 w 438150"/>
                  <a:gd name="connsiteY66" fmla="*/ 208188 h 304802"/>
                  <a:gd name="connsiteX67" fmla="*/ 0 w 438150"/>
                  <a:gd name="connsiteY67" fmla="*/ 203204 h 304802"/>
                  <a:gd name="connsiteX68" fmla="*/ 0 w 438150"/>
                  <a:gd name="connsiteY68" fmla="*/ 101600 h 304802"/>
                  <a:gd name="connsiteX69" fmla="*/ 264 w 438150"/>
                  <a:gd name="connsiteY69" fmla="*/ 96615 h 304802"/>
                  <a:gd name="connsiteX70" fmla="*/ 1055 w 438150"/>
                  <a:gd name="connsiteY70" fmla="*/ 91641 h 304802"/>
                  <a:gd name="connsiteX71" fmla="*/ 2371 w 438150"/>
                  <a:gd name="connsiteY71" fmla="*/ 86692 h 304802"/>
                  <a:gd name="connsiteX72" fmla="*/ 4209 w 438150"/>
                  <a:gd name="connsiteY72" fmla="*/ 81779 h 304802"/>
                  <a:gd name="connsiteX73" fmla="*/ 6565 w 438150"/>
                  <a:gd name="connsiteY73" fmla="*/ 76913 h 304802"/>
                  <a:gd name="connsiteX74" fmla="*/ 9433 w 438150"/>
                  <a:gd name="connsiteY74" fmla="*/ 72107 h 304802"/>
                  <a:gd name="connsiteX75" fmla="*/ 12806 w 438150"/>
                  <a:gd name="connsiteY75" fmla="*/ 67372 h 304802"/>
                  <a:gd name="connsiteX76" fmla="*/ 16676 w 438150"/>
                  <a:gd name="connsiteY76" fmla="*/ 62719 h 304802"/>
                  <a:gd name="connsiteX77" fmla="*/ 21034 w 438150"/>
                  <a:gd name="connsiteY77" fmla="*/ 58160 h 304802"/>
                  <a:gd name="connsiteX78" fmla="*/ 25868 w 438150"/>
                  <a:gd name="connsiteY78" fmla="*/ 53706 h 304802"/>
                  <a:gd name="connsiteX79" fmla="*/ 31168 w 438150"/>
                  <a:gd name="connsiteY79" fmla="*/ 49367 h 304802"/>
                  <a:gd name="connsiteX80" fmla="*/ 36921 w 438150"/>
                  <a:gd name="connsiteY80" fmla="*/ 45154 h 304802"/>
                  <a:gd name="connsiteX81" fmla="*/ 43112 w 438150"/>
                  <a:gd name="connsiteY81" fmla="*/ 41077 h 304802"/>
                  <a:gd name="connsiteX82" fmla="*/ 49728 w 438150"/>
                  <a:gd name="connsiteY82" fmla="*/ 37146 h 304802"/>
                  <a:gd name="connsiteX83" fmla="*/ 56751 w 438150"/>
                  <a:gd name="connsiteY83" fmla="*/ 33370 h 304802"/>
                  <a:gd name="connsiteX84" fmla="*/ 64166 w 438150"/>
                  <a:gd name="connsiteY84" fmla="*/ 29758 h 304802"/>
                  <a:gd name="connsiteX85" fmla="*/ 71953 w 438150"/>
                  <a:gd name="connsiteY85" fmla="*/ 26319 h 304802"/>
                  <a:gd name="connsiteX86" fmla="*/ 80095 w 438150"/>
                  <a:gd name="connsiteY86" fmla="*/ 23062 h 304802"/>
                  <a:gd name="connsiteX87" fmla="*/ 88572 w 438150"/>
                  <a:gd name="connsiteY87" fmla="*/ 19994 h 304802"/>
                  <a:gd name="connsiteX88" fmla="*/ 97364 w 438150"/>
                  <a:gd name="connsiteY88" fmla="*/ 17123 h 304802"/>
                  <a:gd name="connsiteX89" fmla="*/ 106448 w 438150"/>
                  <a:gd name="connsiteY89" fmla="*/ 14455 h 304802"/>
                  <a:gd name="connsiteX90" fmla="*/ 115804 w 438150"/>
                  <a:gd name="connsiteY90" fmla="*/ 11997 h 304802"/>
                  <a:gd name="connsiteX91" fmla="*/ 125408 w 438150"/>
                  <a:gd name="connsiteY91" fmla="*/ 9755 h 304802"/>
                  <a:gd name="connsiteX92" fmla="*/ 135239 w 438150"/>
                  <a:gd name="connsiteY92" fmla="*/ 7734 h 304802"/>
                  <a:gd name="connsiteX93" fmla="*/ 145271 w 438150"/>
                  <a:gd name="connsiteY93" fmla="*/ 5939 h 304802"/>
                  <a:gd name="connsiteX94" fmla="*/ 155481 w 438150"/>
                  <a:gd name="connsiteY94" fmla="*/ 4375 h 304802"/>
                  <a:gd name="connsiteX95" fmla="*/ 165845 w 438150"/>
                  <a:gd name="connsiteY95" fmla="*/ 3045 h 304802"/>
                  <a:gd name="connsiteX96" fmla="*/ 176335 w 438150"/>
                  <a:gd name="connsiteY96" fmla="*/ 1952 h 304802"/>
                  <a:gd name="connsiteX97" fmla="*/ 186930 w 438150"/>
                  <a:gd name="connsiteY97" fmla="*/ 1100 h 304802"/>
                  <a:gd name="connsiteX98" fmla="*/ 197602 w 438150"/>
                  <a:gd name="connsiteY98" fmla="*/ 489 h 304802"/>
                  <a:gd name="connsiteX99" fmla="*/ 208325 w 438150"/>
                  <a:gd name="connsiteY99" fmla="*/ 122 h 304802"/>
                  <a:gd name="connsiteX100" fmla="*/ 219075 w 438150"/>
                  <a:gd name="connsiteY100" fmla="*/ 0 h 304802"/>
                  <a:gd name="connsiteX101" fmla="*/ 229825 w 438150"/>
                  <a:gd name="connsiteY101" fmla="*/ 122 h 304802"/>
                  <a:gd name="connsiteX102" fmla="*/ 240548 w 438150"/>
                  <a:gd name="connsiteY102" fmla="*/ 489 h 304802"/>
                  <a:gd name="connsiteX103" fmla="*/ 251220 w 438150"/>
                  <a:gd name="connsiteY103" fmla="*/ 1100 h 304802"/>
                  <a:gd name="connsiteX104" fmla="*/ 261815 w 438150"/>
                  <a:gd name="connsiteY104" fmla="*/ 1952 h 304802"/>
                  <a:gd name="connsiteX105" fmla="*/ 272305 w 438150"/>
                  <a:gd name="connsiteY105" fmla="*/ 3045 h 304802"/>
                  <a:gd name="connsiteX106" fmla="*/ 282669 w 438150"/>
                  <a:gd name="connsiteY106" fmla="*/ 4375 h 304802"/>
                  <a:gd name="connsiteX107" fmla="*/ 292879 w 438150"/>
                  <a:gd name="connsiteY107" fmla="*/ 5939 h 304802"/>
                  <a:gd name="connsiteX108" fmla="*/ 302911 w 438150"/>
                  <a:gd name="connsiteY108" fmla="*/ 7734 h 304802"/>
                  <a:gd name="connsiteX109" fmla="*/ 312742 w 438150"/>
                  <a:gd name="connsiteY109" fmla="*/ 9755 h 304802"/>
                  <a:gd name="connsiteX110" fmla="*/ 322346 w 438150"/>
                  <a:gd name="connsiteY110" fmla="*/ 11997 h 304802"/>
                  <a:gd name="connsiteX111" fmla="*/ 331702 w 438150"/>
                  <a:gd name="connsiteY111" fmla="*/ 14455 h 304802"/>
                  <a:gd name="connsiteX112" fmla="*/ 340786 w 438150"/>
                  <a:gd name="connsiteY112" fmla="*/ 17123 h 304802"/>
                  <a:gd name="connsiteX113" fmla="*/ 349578 w 438150"/>
                  <a:gd name="connsiteY113" fmla="*/ 19994 h 304802"/>
                  <a:gd name="connsiteX114" fmla="*/ 358054 w 438150"/>
                  <a:gd name="connsiteY114" fmla="*/ 23062 h 304802"/>
                  <a:gd name="connsiteX115" fmla="*/ 366197 w 438150"/>
                  <a:gd name="connsiteY115" fmla="*/ 26319 h 304802"/>
                  <a:gd name="connsiteX116" fmla="*/ 373985 w 438150"/>
                  <a:gd name="connsiteY116" fmla="*/ 29758 h 304802"/>
                  <a:gd name="connsiteX117" fmla="*/ 381399 w 438150"/>
                  <a:gd name="connsiteY117" fmla="*/ 33370 h 304802"/>
                  <a:gd name="connsiteX118" fmla="*/ 388422 w 438150"/>
                  <a:gd name="connsiteY118" fmla="*/ 37146 h 304802"/>
                  <a:gd name="connsiteX119" fmla="*/ 395038 w 438150"/>
                  <a:gd name="connsiteY119" fmla="*/ 41077 h 304802"/>
                  <a:gd name="connsiteX120" fmla="*/ 401229 w 438150"/>
                  <a:gd name="connsiteY120" fmla="*/ 45154 h 304802"/>
                  <a:gd name="connsiteX121" fmla="*/ 406982 w 438150"/>
                  <a:gd name="connsiteY121" fmla="*/ 49367 h 304802"/>
                  <a:gd name="connsiteX122" fmla="*/ 412282 w 438150"/>
                  <a:gd name="connsiteY122" fmla="*/ 53706 h 304802"/>
                  <a:gd name="connsiteX123" fmla="*/ 417117 w 438150"/>
                  <a:gd name="connsiteY123" fmla="*/ 58160 h 304802"/>
                  <a:gd name="connsiteX124" fmla="*/ 421474 w 438150"/>
                  <a:gd name="connsiteY124" fmla="*/ 62719 h 304802"/>
                  <a:gd name="connsiteX125" fmla="*/ 425344 w 438150"/>
                  <a:gd name="connsiteY125" fmla="*/ 67372 h 304802"/>
                  <a:gd name="connsiteX126" fmla="*/ 428716 w 438150"/>
                  <a:gd name="connsiteY126" fmla="*/ 72107 h 304802"/>
                  <a:gd name="connsiteX127" fmla="*/ 431584 w 438150"/>
                  <a:gd name="connsiteY127" fmla="*/ 76913 h 304802"/>
                  <a:gd name="connsiteX128" fmla="*/ 433941 w 438150"/>
                  <a:gd name="connsiteY128" fmla="*/ 81779 h 304802"/>
                  <a:gd name="connsiteX129" fmla="*/ 435779 w 438150"/>
                  <a:gd name="connsiteY129" fmla="*/ 86692 h 304802"/>
                  <a:gd name="connsiteX130" fmla="*/ 437095 w 438150"/>
                  <a:gd name="connsiteY130" fmla="*/ 91641 h 304802"/>
                  <a:gd name="connsiteX131" fmla="*/ 437886 w 438150"/>
                  <a:gd name="connsiteY131" fmla="*/ 96615 h 304802"/>
                  <a:gd name="connsiteX132" fmla="*/ 438150 w 438150"/>
                  <a:gd name="connsiteY132" fmla="*/ 101600 h 30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38150" h="304802">
                    <a:moveTo>
                      <a:pt x="438150" y="101600"/>
                    </a:moveTo>
                    <a:cubicBezTo>
                      <a:pt x="438150" y="105334"/>
                      <a:pt x="437707" y="109057"/>
                      <a:pt x="436822" y="112768"/>
                    </a:cubicBezTo>
                    <a:lnTo>
                      <a:pt x="436822" y="192034"/>
                    </a:lnTo>
                    <a:cubicBezTo>
                      <a:pt x="437707" y="195746"/>
                      <a:pt x="438150" y="199469"/>
                      <a:pt x="438150" y="203204"/>
                    </a:cubicBezTo>
                    <a:cubicBezTo>
                      <a:pt x="438150" y="204866"/>
                      <a:pt x="438062" y="206527"/>
                      <a:pt x="437886" y="208188"/>
                    </a:cubicBezTo>
                    <a:cubicBezTo>
                      <a:pt x="437710" y="209849"/>
                      <a:pt x="437446" y="211507"/>
                      <a:pt x="437095" y="213162"/>
                    </a:cubicBezTo>
                    <a:cubicBezTo>
                      <a:pt x="436743" y="214817"/>
                      <a:pt x="436305" y="216466"/>
                      <a:pt x="435779" y="218111"/>
                    </a:cubicBezTo>
                    <a:cubicBezTo>
                      <a:pt x="435253" y="219756"/>
                      <a:pt x="434640" y="221393"/>
                      <a:pt x="433941" y="223024"/>
                    </a:cubicBezTo>
                    <a:cubicBezTo>
                      <a:pt x="433241" y="224655"/>
                      <a:pt x="432456" y="226277"/>
                      <a:pt x="431584" y="227889"/>
                    </a:cubicBezTo>
                    <a:cubicBezTo>
                      <a:pt x="430713" y="229503"/>
                      <a:pt x="429757" y="231105"/>
                      <a:pt x="428716" y="232696"/>
                    </a:cubicBezTo>
                    <a:cubicBezTo>
                      <a:pt x="427676" y="234287"/>
                      <a:pt x="426551" y="235865"/>
                      <a:pt x="425344" y="237431"/>
                    </a:cubicBezTo>
                    <a:cubicBezTo>
                      <a:pt x="424136" y="238997"/>
                      <a:pt x="422846" y="240548"/>
                      <a:pt x="421474" y="242084"/>
                    </a:cubicBezTo>
                    <a:cubicBezTo>
                      <a:pt x="420102" y="243620"/>
                      <a:pt x="418650" y="245139"/>
                      <a:pt x="417117" y="246642"/>
                    </a:cubicBezTo>
                    <a:cubicBezTo>
                      <a:pt x="415583" y="248146"/>
                      <a:pt x="413972" y="249631"/>
                      <a:pt x="412282" y="251097"/>
                    </a:cubicBezTo>
                    <a:cubicBezTo>
                      <a:pt x="410592" y="252563"/>
                      <a:pt x="408825" y="254010"/>
                      <a:pt x="406982" y="255436"/>
                    </a:cubicBezTo>
                    <a:cubicBezTo>
                      <a:pt x="405139" y="256862"/>
                      <a:pt x="403221" y="258266"/>
                      <a:pt x="401229" y="259649"/>
                    </a:cubicBezTo>
                    <a:cubicBezTo>
                      <a:pt x="399237" y="261032"/>
                      <a:pt x="397173" y="262391"/>
                      <a:pt x="395038" y="263726"/>
                    </a:cubicBezTo>
                    <a:cubicBezTo>
                      <a:pt x="392902" y="265062"/>
                      <a:pt x="390696" y="266372"/>
                      <a:pt x="388422" y="267657"/>
                    </a:cubicBezTo>
                    <a:cubicBezTo>
                      <a:pt x="386147" y="268943"/>
                      <a:pt x="383806" y="270201"/>
                      <a:pt x="381399" y="271434"/>
                    </a:cubicBezTo>
                    <a:cubicBezTo>
                      <a:pt x="378991" y="272666"/>
                      <a:pt x="376520" y="273869"/>
                      <a:pt x="373985" y="275045"/>
                    </a:cubicBezTo>
                    <a:cubicBezTo>
                      <a:pt x="371449" y="276221"/>
                      <a:pt x="368853" y="277367"/>
                      <a:pt x="366197" y="278483"/>
                    </a:cubicBezTo>
                    <a:cubicBezTo>
                      <a:pt x="363540" y="279600"/>
                      <a:pt x="360826" y="280686"/>
                      <a:pt x="358054" y="281741"/>
                    </a:cubicBezTo>
                    <a:cubicBezTo>
                      <a:pt x="355283" y="282796"/>
                      <a:pt x="352458" y="283818"/>
                      <a:pt x="349578" y="284809"/>
                    </a:cubicBezTo>
                    <a:cubicBezTo>
                      <a:pt x="346698" y="285800"/>
                      <a:pt x="343768" y="286757"/>
                      <a:pt x="340786" y="287681"/>
                    </a:cubicBezTo>
                    <a:cubicBezTo>
                      <a:pt x="337805" y="288604"/>
                      <a:pt x="334777" y="289493"/>
                      <a:pt x="331702" y="290349"/>
                    </a:cubicBezTo>
                    <a:cubicBezTo>
                      <a:pt x="328627" y="291203"/>
                      <a:pt x="325508" y="292023"/>
                      <a:pt x="322346" y="292806"/>
                    </a:cubicBezTo>
                    <a:cubicBezTo>
                      <a:pt x="319184" y="293590"/>
                      <a:pt x="315983" y="294338"/>
                      <a:pt x="312742" y="295048"/>
                    </a:cubicBezTo>
                    <a:cubicBezTo>
                      <a:pt x="309501" y="295760"/>
                      <a:pt x="306224" y="296433"/>
                      <a:pt x="302911" y="297070"/>
                    </a:cubicBezTo>
                    <a:cubicBezTo>
                      <a:pt x="299599" y="297706"/>
                      <a:pt x="296255" y="298304"/>
                      <a:pt x="292879" y="298864"/>
                    </a:cubicBezTo>
                    <a:cubicBezTo>
                      <a:pt x="289504" y="299424"/>
                      <a:pt x="286100" y="299945"/>
                      <a:pt x="282669" y="300428"/>
                    </a:cubicBezTo>
                    <a:cubicBezTo>
                      <a:pt x="279238" y="300911"/>
                      <a:pt x="275783" y="301354"/>
                      <a:pt x="272305" y="301759"/>
                    </a:cubicBezTo>
                    <a:cubicBezTo>
                      <a:pt x="268828" y="302163"/>
                      <a:pt x="265331" y="302527"/>
                      <a:pt x="261815" y="302851"/>
                    </a:cubicBezTo>
                    <a:cubicBezTo>
                      <a:pt x="258298" y="303176"/>
                      <a:pt x="254766" y="303460"/>
                      <a:pt x="251220" y="303704"/>
                    </a:cubicBezTo>
                    <a:cubicBezTo>
                      <a:pt x="247674" y="303948"/>
                      <a:pt x="244116" y="304151"/>
                      <a:pt x="240548" y="304314"/>
                    </a:cubicBezTo>
                    <a:cubicBezTo>
                      <a:pt x="236980" y="304477"/>
                      <a:pt x="233406" y="304599"/>
                      <a:pt x="229825" y="304681"/>
                    </a:cubicBezTo>
                    <a:cubicBezTo>
                      <a:pt x="226244" y="304762"/>
                      <a:pt x="222660" y="304803"/>
                      <a:pt x="219075" y="304803"/>
                    </a:cubicBezTo>
                    <a:cubicBezTo>
                      <a:pt x="215490" y="304803"/>
                      <a:pt x="211906" y="304762"/>
                      <a:pt x="208325" y="304681"/>
                    </a:cubicBezTo>
                    <a:cubicBezTo>
                      <a:pt x="204744" y="304599"/>
                      <a:pt x="201170" y="304477"/>
                      <a:pt x="197602" y="304314"/>
                    </a:cubicBezTo>
                    <a:cubicBezTo>
                      <a:pt x="194034" y="304151"/>
                      <a:pt x="190476" y="303948"/>
                      <a:pt x="186930" y="303704"/>
                    </a:cubicBezTo>
                    <a:cubicBezTo>
                      <a:pt x="183384" y="303460"/>
                      <a:pt x="179852" y="303176"/>
                      <a:pt x="176335" y="302851"/>
                    </a:cubicBezTo>
                    <a:cubicBezTo>
                      <a:pt x="172819" y="302527"/>
                      <a:pt x="169322" y="302163"/>
                      <a:pt x="165845" y="301759"/>
                    </a:cubicBezTo>
                    <a:cubicBezTo>
                      <a:pt x="162367" y="301354"/>
                      <a:pt x="158912" y="300911"/>
                      <a:pt x="155481" y="300428"/>
                    </a:cubicBezTo>
                    <a:cubicBezTo>
                      <a:pt x="152050" y="299945"/>
                      <a:pt x="148646" y="299424"/>
                      <a:pt x="145271" y="298864"/>
                    </a:cubicBezTo>
                    <a:cubicBezTo>
                      <a:pt x="141895" y="298304"/>
                      <a:pt x="138551" y="297706"/>
                      <a:pt x="135239" y="297070"/>
                    </a:cubicBezTo>
                    <a:cubicBezTo>
                      <a:pt x="131926" y="296433"/>
                      <a:pt x="128649" y="295760"/>
                      <a:pt x="125408" y="295048"/>
                    </a:cubicBezTo>
                    <a:cubicBezTo>
                      <a:pt x="122167" y="294338"/>
                      <a:pt x="118966" y="293590"/>
                      <a:pt x="115804" y="292806"/>
                    </a:cubicBezTo>
                    <a:cubicBezTo>
                      <a:pt x="112642" y="292023"/>
                      <a:pt x="109523" y="291203"/>
                      <a:pt x="106448" y="290349"/>
                    </a:cubicBezTo>
                    <a:cubicBezTo>
                      <a:pt x="103372" y="289493"/>
                      <a:pt x="100344" y="288604"/>
                      <a:pt x="97364" y="287681"/>
                    </a:cubicBezTo>
                    <a:cubicBezTo>
                      <a:pt x="94382" y="286757"/>
                      <a:pt x="91452" y="285800"/>
                      <a:pt x="88572" y="284809"/>
                    </a:cubicBezTo>
                    <a:cubicBezTo>
                      <a:pt x="85692" y="283818"/>
                      <a:pt x="82867" y="282796"/>
                      <a:pt x="80095" y="281741"/>
                    </a:cubicBezTo>
                    <a:cubicBezTo>
                      <a:pt x="77324" y="280686"/>
                      <a:pt x="74610" y="279600"/>
                      <a:pt x="71953" y="278483"/>
                    </a:cubicBezTo>
                    <a:cubicBezTo>
                      <a:pt x="69297" y="277367"/>
                      <a:pt x="66701" y="276221"/>
                      <a:pt x="64166" y="275045"/>
                    </a:cubicBezTo>
                    <a:cubicBezTo>
                      <a:pt x="61630" y="273869"/>
                      <a:pt x="59159" y="272666"/>
                      <a:pt x="56751" y="271434"/>
                    </a:cubicBezTo>
                    <a:cubicBezTo>
                      <a:pt x="54343" y="270201"/>
                      <a:pt x="52002" y="268943"/>
                      <a:pt x="49728" y="267657"/>
                    </a:cubicBezTo>
                    <a:cubicBezTo>
                      <a:pt x="47453" y="266372"/>
                      <a:pt x="45248" y="265062"/>
                      <a:pt x="43112" y="263726"/>
                    </a:cubicBezTo>
                    <a:cubicBezTo>
                      <a:pt x="40977" y="262391"/>
                      <a:pt x="38913" y="261032"/>
                      <a:pt x="36921" y="259649"/>
                    </a:cubicBezTo>
                    <a:cubicBezTo>
                      <a:pt x="34929" y="258266"/>
                      <a:pt x="33011" y="256862"/>
                      <a:pt x="31168" y="255436"/>
                    </a:cubicBezTo>
                    <a:cubicBezTo>
                      <a:pt x="29325" y="254010"/>
                      <a:pt x="27558" y="252563"/>
                      <a:pt x="25868" y="251097"/>
                    </a:cubicBezTo>
                    <a:cubicBezTo>
                      <a:pt x="24178" y="249631"/>
                      <a:pt x="22566" y="248146"/>
                      <a:pt x="21034" y="246642"/>
                    </a:cubicBezTo>
                    <a:cubicBezTo>
                      <a:pt x="19501" y="245139"/>
                      <a:pt x="18048" y="243620"/>
                      <a:pt x="16676" y="242084"/>
                    </a:cubicBezTo>
                    <a:cubicBezTo>
                      <a:pt x="15304" y="240548"/>
                      <a:pt x="14014" y="238997"/>
                      <a:pt x="12806" y="237432"/>
                    </a:cubicBezTo>
                    <a:cubicBezTo>
                      <a:pt x="11598" y="235866"/>
                      <a:pt x="10474" y="234287"/>
                      <a:pt x="9433" y="232696"/>
                    </a:cubicBezTo>
                    <a:cubicBezTo>
                      <a:pt x="8393" y="231105"/>
                      <a:pt x="7437" y="229503"/>
                      <a:pt x="6565" y="227889"/>
                    </a:cubicBezTo>
                    <a:cubicBezTo>
                      <a:pt x="5694" y="226277"/>
                      <a:pt x="4909" y="224655"/>
                      <a:pt x="4209" y="223024"/>
                    </a:cubicBezTo>
                    <a:cubicBezTo>
                      <a:pt x="3510" y="221393"/>
                      <a:pt x="2897" y="219756"/>
                      <a:pt x="2371" y="218111"/>
                    </a:cubicBezTo>
                    <a:cubicBezTo>
                      <a:pt x="1845" y="216466"/>
                      <a:pt x="1406" y="214817"/>
                      <a:pt x="1055" y="213162"/>
                    </a:cubicBezTo>
                    <a:cubicBezTo>
                      <a:pt x="703" y="211507"/>
                      <a:pt x="440" y="209849"/>
                      <a:pt x="264" y="208188"/>
                    </a:cubicBezTo>
                    <a:cubicBezTo>
                      <a:pt x="88" y="206527"/>
                      <a:pt x="0" y="204866"/>
                      <a:pt x="0" y="203204"/>
                    </a:cubicBezTo>
                    <a:lnTo>
                      <a:pt x="0" y="101600"/>
                    </a:lnTo>
                    <a:cubicBezTo>
                      <a:pt x="0" y="99937"/>
                      <a:pt x="88" y="98275"/>
                      <a:pt x="264" y="96615"/>
                    </a:cubicBezTo>
                    <a:cubicBezTo>
                      <a:pt x="440" y="94954"/>
                      <a:pt x="703" y="93296"/>
                      <a:pt x="1055" y="91641"/>
                    </a:cubicBezTo>
                    <a:cubicBezTo>
                      <a:pt x="1406" y="89987"/>
                      <a:pt x="1845" y="88337"/>
                      <a:pt x="2371" y="86692"/>
                    </a:cubicBezTo>
                    <a:cubicBezTo>
                      <a:pt x="2897" y="85047"/>
                      <a:pt x="3510" y="83410"/>
                      <a:pt x="4209" y="81779"/>
                    </a:cubicBezTo>
                    <a:cubicBezTo>
                      <a:pt x="4909" y="80148"/>
                      <a:pt x="5694" y="78526"/>
                      <a:pt x="6565" y="76913"/>
                    </a:cubicBezTo>
                    <a:cubicBezTo>
                      <a:pt x="7437" y="75300"/>
                      <a:pt x="8393" y="73698"/>
                      <a:pt x="9433" y="72107"/>
                    </a:cubicBezTo>
                    <a:cubicBezTo>
                      <a:pt x="10474" y="70516"/>
                      <a:pt x="11598" y="68938"/>
                      <a:pt x="12806" y="67372"/>
                    </a:cubicBezTo>
                    <a:cubicBezTo>
                      <a:pt x="14014" y="65806"/>
                      <a:pt x="15304" y="64256"/>
                      <a:pt x="16676" y="62719"/>
                    </a:cubicBezTo>
                    <a:cubicBezTo>
                      <a:pt x="18048" y="61183"/>
                      <a:pt x="19501" y="59664"/>
                      <a:pt x="21034" y="58160"/>
                    </a:cubicBezTo>
                    <a:cubicBezTo>
                      <a:pt x="22566" y="56657"/>
                      <a:pt x="24178" y="55173"/>
                      <a:pt x="25868" y="53706"/>
                    </a:cubicBezTo>
                    <a:cubicBezTo>
                      <a:pt x="27558" y="52240"/>
                      <a:pt x="29325" y="50793"/>
                      <a:pt x="31168" y="49367"/>
                    </a:cubicBezTo>
                    <a:cubicBezTo>
                      <a:pt x="33011" y="47941"/>
                      <a:pt x="34929" y="46537"/>
                      <a:pt x="36921" y="45154"/>
                    </a:cubicBezTo>
                    <a:cubicBezTo>
                      <a:pt x="38913" y="43772"/>
                      <a:pt x="40977" y="42412"/>
                      <a:pt x="43112" y="41077"/>
                    </a:cubicBezTo>
                    <a:cubicBezTo>
                      <a:pt x="45248" y="39741"/>
                      <a:pt x="47453" y="38431"/>
                      <a:pt x="49728" y="37146"/>
                    </a:cubicBezTo>
                    <a:cubicBezTo>
                      <a:pt x="52002" y="35860"/>
                      <a:pt x="54343" y="34602"/>
                      <a:pt x="56751" y="33370"/>
                    </a:cubicBezTo>
                    <a:cubicBezTo>
                      <a:pt x="59159" y="32138"/>
                      <a:pt x="61630" y="30934"/>
                      <a:pt x="64166" y="29758"/>
                    </a:cubicBezTo>
                    <a:cubicBezTo>
                      <a:pt x="66701" y="28582"/>
                      <a:pt x="69297" y="27436"/>
                      <a:pt x="71953" y="26319"/>
                    </a:cubicBezTo>
                    <a:cubicBezTo>
                      <a:pt x="74610" y="25203"/>
                      <a:pt x="77324" y="24117"/>
                      <a:pt x="80095" y="23062"/>
                    </a:cubicBezTo>
                    <a:cubicBezTo>
                      <a:pt x="82867" y="22007"/>
                      <a:pt x="85692" y="20985"/>
                      <a:pt x="88572" y="19994"/>
                    </a:cubicBezTo>
                    <a:cubicBezTo>
                      <a:pt x="91452" y="19004"/>
                      <a:pt x="94382" y="18046"/>
                      <a:pt x="97364" y="17123"/>
                    </a:cubicBezTo>
                    <a:cubicBezTo>
                      <a:pt x="100344" y="16199"/>
                      <a:pt x="103372" y="15310"/>
                      <a:pt x="106448" y="14455"/>
                    </a:cubicBezTo>
                    <a:cubicBezTo>
                      <a:pt x="109523" y="13600"/>
                      <a:pt x="112642" y="12781"/>
                      <a:pt x="115804" y="11997"/>
                    </a:cubicBezTo>
                    <a:cubicBezTo>
                      <a:pt x="118966" y="11213"/>
                      <a:pt x="122167" y="10466"/>
                      <a:pt x="125408" y="9755"/>
                    </a:cubicBezTo>
                    <a:cubicBezTo>
                      <a:pt x="128649" y="9044"/>
                      <a:pt x="131926" y="8370"/>
                      <a:pt x="135239" y="7734"/>
                    </a:cubicBezTo>
                    <a:cubicBezTo>
                      <a:pt x="138551" y="7098"/>
                      <a:pt x="141895" y="6499"/>
                      <a:pt x="145271" y="5939"/>
                    </a:cubicBezTo>
                    <a:cubicBezTo>
                      <a:pt x="148646" y="5379"/>
                      <a:pt x="152050" y="4858"/>
                      <a:pt x="155481" y="4375"/>
                    </a:cubicBezTo>
                    <a:cubicBezTo>
                      <a:pt x="158912" y="3892"/>
                      <a:pt x="162367" y="3449"/>
                      <a:pt x="165845" y="3045"/>
                    </a:cubicBezTo>
                    <a:cubicBezTo>
                      <a:pt x="169322" y="2641"/>
                      <a:pt x="172819" y="2277"/>
                      <a:pt x="176335" y="1952"/>
                    </a:cubicBezTo>
                    <a:cubicBezTo>
                      <a:pt x="179852" y="1628"/>
                      <a:pt x="183384" y="1344"/>
                      <a:pt x="186930" y="1100"/>
                    </a:cubicBezTo>
                    <a:cubicBezTo>
                      <a:pt x="190476" y="856"/>
                      <a:pt x="194034" y="652"/>
                      <a:pt x="197602" y="489"/>
                    </a:cubicBezTo>
                    <a:cubicBezTo>
                      <a:pt x="201170" y="326"/>
                      <a:pt x="204744" y="204"/>
                      <a:pt x="208325" y="122"/>
                    </a:cubicBezTo>
                    <a:cubicBezTo>
                      <a:pt x="211906" y="41"/>
                      <a:pt x="215490" y="0"/>
                      <a:pt x="219075" y="0"/>
                    </a:cubicBezTo>
                    <a:cubicBezTo>
                      <a:pt x="222660" y="0"/>
                      <a:pt x="226244" y="41"/>
                      <a:pt x="229825" y="122"/>
                    </a:cubicBezTo>
                    <a:cubicBezTo>
                      <a:pt x="233406" y="204"/>
                      <a:pt x="236980" y="326"/>
                      <a:pt x="240548" y="489"/>
                    </a:cubicBezTo>
                    <a:cubicBezTo>
                      <a:pt x="244116" y="652"/>
                      <a:pt x="247674" y="856"/>
                      <a:pt x="251220" y="1100"/>
                    </a:cubicBezTo>
                    <a:cubicBezTo>
                      <a:pt x="254766" y="1344"/>
                      <a:pt x="258298" y="1628"/>
                      <a:pt x="261815" y="1952"/>
                    </a:cubicBezTo>
                    <a:cubicBezTo>
                      <a:pt x="265331" y="2277"/>
                      <a:pt x="268828" y="2641"/>
                      <a:pt x="272305" y="3045"/>
                    </a:cubicBezTo>
                    <a:cubicBezTo>
                      <a:pt x="275783" y="3449"/>
                      <a:pt x="279238" y="3892"/>
                      <a:pt x="282669" y="4375"/>
                    </a:cubicBezTo>
                    <a:cubicBezTo>
                      <a:pt x="286100" y="4858"/>
                      <a:pt x="289504" y="5379"/>
                      <a:pt x="292879" y="5939"/>
                    </a:cubicBezTo>
                    <a:cubicBezTo>
                      <a:pt x="296255" y="6499"/>
                      <a:pt x="299599" y="7098"/>
                      <a:pt x="302911" y="7734"/>
                    </a:cubicBezTo>
                    <a:cubicBezTo>
                      <a:pt x="306224" y="8370"/>
                      <a:pt x="309501" y="9044"/>
                      <a:pt x="312742" y="9755"/>
                    </a:cubicBezTo>
                    <a:cubicBezTo>
                      <a:pt x="315983" y="10466"/>
                      <a:pt x="319184" y="11213"/>
                      <a:pt x="322346" y="11997"/>
                    </a:cubicBezTo>
                    <a:cubicBezTo>
                      <a:pt x="325508" y="12781"/>
                      <a:pt x="328627" y="13600"/>
                      <a:pt x="331702" y="14455"/>
                    </a:cubicBezTo>
                    <a:cubicBezTo>
                      <a:pt x="334777" y="15310"/>
                      <a:pt x="337805" y="16199"/>
                      <a:pt x="340786" y="17123"/>
                    </a:cubicBezTo>
                    <a:cubicBezTo>
                      <a:pt x="343768" y="18046"/>
                      <a:pt x="346698" y="19004"/>
                      <a:pt x="349578" y="19994"/>
                    </a:cubicBezTo>
                    <a:cubicBezTo>
                      <a:pt x="352458" y="20985"/>
                      <a:pt x="355283" y="22007"/>
                      <a:pt x="358054" y="23062"/>
                    </a:cubicBezTo>
                    <a:cubicBezTo>
                      <a:pt x="360826" y="24117"/>
                      <a:pt x="363540" y="25203"/>
                      <a:pt x="366197" y="26319"/>
                    </a:cubicBezTo>
                    <a:cubicBezTo>
                      <a:pt x="368853" y="27436"/>
                      <a:pt x="371449" y="28582"/>
                      <a:pt x="373985" y="29758"/>
                    </a:cubicBezTo>
                    <a:cubicBezTo>
                      <a:pt x="376520" y="30934"/>
                      <a:pt x="378991" y="32138"/>
                      <a:pt x="381399" y="33370"/>
                    </a:cubicBezTo>
                    <a:cubicBezTo>
                      <a:pt x="383806" y="34602"/>
                      <a:pt x="386147" y="35860"/>
                      <a:pt x="388422" y="37146"/>
                    </a:cubicBezTo>
                    <a:cubicBezTo>
                      <a:pt x="390696" y="38431"/>
                      <a:pt x="392902" y="39741"/>
                      <a:pt x="395038" y="41077"/>
                    </a:cubicBezTo>
                    <a:cubicBezTo>
                      <a:pt x="397173" y="42412"/>
                      <a:pt x="399237" y="43772"/>
                      <a:pt x="401229" y="45154"/>
                    </a:cubicBezTo>
                    <a:cubicBezTo>
                      <a:pt x="403221" y="46537"/>
                      <a:pt x="405139" y="47941"/>
                      <a:pt x="406982" y="49367"/>
                    </a:cubicBezTo>
                    <a:cubicBezTo>
                      <a:pt x="408825" y="50793"/>
                      <a:pt x="410592" y="52240"/>
                      <a:pt x="412282" y="53706"/>
                    </a:cubicBezTo>
                    <a:cubicBezTo>
                      <a:pt x="413972" y="55173"/>
                      <a:pt x="415583" y="56657"/>
                      <a:pt x="417117" y="58160"/>
                    </a:cubicBezTo>
                    <a:cubicBezTo>
                      <a:pt x="418650" y="59664"/>
                      <a:pt x="420102" y="61183"/>
                      <a:pt x="421474" y="62719"/>
                    </a:cubicBezTo>
                    <a:cubicBezTo>
                      <a:pt x="422846" y="64256"/>
                      <a:pt x="424136" y="65806"/>
                      <a:pt x="425344" y="67372"/>
                    </a:cubicBezTo>
                    <a:cubicBezTo>
                      <a:pt x="426551" y="68938"/>
                      <a:pt x="427676" y="70516"/>
                      <a:pt x="428716" y="72107"/>
                    </a:cubicBezTo>
                    <a:cubicBezTo>
                      <a:pt x="429757" y="73698"/>
                      <a:pt x="430713" y="75300"/>
                      <a:pt x="431584" y="76913"/>
                    </a:cubicBezTo>
                    <a:cubicBezTo>
                      <a:pt x="432456" y="78526"/>
                      <a:pt x="433241" y="80148"/>
                      <a:pt x="433941" y="81779"/>
                    </a:cubicBezTo>
                    <a:cubicBezTo>
                      <a:pt x="434640" y="83410"/>
                      <a:pt x="435253" y="85047"/>
                      <a:pt x="435779" y="86692"/>
                    </a:cubicBezTo>
                    <a:cubicBezTo>
                      <a:pt x="436305" y="88337"/>
                      <a:pt x="436743" y="89987"/>
                      <a:pt x="437095" y="91641"/>
                    </a:cubicBezTo>
                    <a:cubicBezTo>
                      <a:pt x="437446" y="93296"/>
                      <a:pt x="437710" y="94954"/>
                      <a:pt x="437886" y="96615"/>
                    </a:cubicBezTo>
                    <a:cubicBezTo>
                      <a:pt x="438062" y="98275"/>
                      <a:pt x="438150" y="99937"/>
                      <a:pt x="438150" y="101600"/>
                    </a:cubicBezTo>
                    <a:close/>
                  </a:path>
                </a:pathLst>
              </a:custGeom>
              <a:solidFill>
                <a:schemeClr val="accent2"/>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96" name="任意形状 45095"/>
              <p:cNvSpPr/>
              <p:nvPr/>
            </p:nvSpPr>
            <p:spPr>
              <a:xfrm>
                <a:off x="7391082" y="1891986"/>
                <a:ext cx="38100" cy="17771"/>
              </a:xfrm>
              <a:custGeom>
                <a:avLst/>
                <a:gdLst>
                  <a:gd name="connsiteX0" fmla="*/ 34658 w 38100"/>
                  <a:gd name="connsiteY0" fmla="*/ 9338 h 17771"/>
                  <a:gd name="connsiteX1" fmla="*/ 6083 w 38100"/>
                  <a:gd name="connsiteY1" fmla="*/ 17585 h 17771"/>
                  <a:gd name="connsiteX2" fmla="*/ 3442 w 38100"/>
                  <a:gd name="connsiteY2" fmla="*/ 8433 h 17771"/>
                  <a:gd name="connsiteX3" fmla="*/ 32017 w 38100"/>
                  <a:gd name="connsiteY3" fmla="*/ 187 h 17771"/>
                  <a:gd name="connsiteX4" fmla="*/ 34658 w 38100"/>
                  <a:gd name="connsiteY4" fmla="*/ 9338 h 17771"/>
                  <a:gd name="connsiteX5" fmla="*/ 38100 w 38100"/>
                  <a:gd name="connsiteY5" fmla="*/ 4763 h 17771"/>
                  <a:gd name="connsiteX6" fmla="*/ 38008 w 38100"/>
                  <a:gd name="connsiteY6" fmla="*/ 5692 h 17771"/>
                  <a:gd name="connsiteX7" fmla="*/ 37737 w 38100"/>
                  <a:gd name="connsiteY7" fmla="*/ 6585 h 17771"/>
                  <a:gd name="connsiteX8" fmla="*/ 37297 w 38100"/>
                  <a:gd name="connsiteY8" fmla="*/ 7408 h 17771"/>
                  <a:gd name="connsiteX9" fmla="*/ 36705 w 38100"/>
                  <a:gd name="connsiteY9" fmla="*/ 8130 h 17771"/>
                  <a:gd name="connsiteX10" fmla="*/ 35983 w 38100"/>
                  <a:gd name="connsiteY10" fmla="*/ 8722 h 17771"/>
                  <a:gd name="connsiteX11" fmla="*/ 35160 w 38100"/>
                  <a:gd name="connsiteY11" fmla="*/ 9162 h 17771"/>
                  <a:gd name="connsiteX12" fmla="*/ 34267 w 38100"/>
                  <a:gd name="connsiteY12" fmla="*/ 9433 h 17771"/>
                  <a:gd name="connsiteX13" fmla="*/ 33338 w 38100"/>
                  <a:gd name="connsiteY13" fmla="*/ 9525 h 17771"/>
                  <a:gd name="connsiteX14" fmla="*/ 32408 w 38100"/>
                  <a:gd name="connsiteY14" fmla="*/ 9433 h 17771"/>
                  <a:gd name="connsiteX15" fmla="*/ 31515 w 38100"/>
                  <a:gd name="connsiteY15" fmla="*/ 9162 h 17771"/>
                  <a:gd name="connsiteX16" fmla="*/ 30692 w 38100"/>
                  <a:gd name="connsiteY16" fmla="*/ 8722 h 17771"/>
                  <a:gd name="connsiteX17" fmla="*/ 29970 w 38100"/>
                  <a:gd name="connsiteY17" fmla="*/ 8130 h 17771"/>
                  <a:gd name="connsiteX18" fmla="*/ 29378 w 38100"/>
                  <a:gd name="connsiteY18" fmla="*/ 7408 h 17771"/>
                  <a:gd name="connsiteX19" fmla="*/ 28938 w 38100"/>
                  <a:gd name="connsiteY19" fmla="*/ 6585 h 17771"/>
                  <a:gd name="connsiteX20" fmla="*/ 28667 w 38100"/>
                  <a:gd name="connsiteY20" fmla="*/ 5692 h 17771"/>
                  <a:gd name="connsiteX21" fmla="*/ 28575 w 38100"/>
                  <a:gd name="connsiteY21" fmla="*/ 4763 h 17771"/>
                  <a:gd name="connsiteX22" fmla="*/ 28667 w 38100"/>
                  <a:gd name="connsiteY22" fmla="*/ 3833 h 17771"/>
                  <a:gd name="connsiteX23" fmla="*/ 28938 w 38100"/>
                  <a:gd name="connsiteY23" fmla="*/ 2940 h 17771"/>
                  <a:gd name="connsiteX24" fmla="*/ 29378 w 38100"/>
                  <a:gd name="connsiteY24" fmla="*/ 2117 h 17771"/>
                  <a:gd name="connsiteX25" fmla="*/ 29970 w 38100"/>
                  <a:gd name="connsiteY25" fmla="*/ 1395 h 17771"/>
                  <a:gd name="connsiteX26" fmla="*/ 30692 w 38100"/>
                  <a:gd name="connsiteY26" fmla="*/ 803 h 17771"/>
                  <a:gd name="connsiteX27" fmla="*/ 31515 w 38100"/>
                  <a:gd name="connsiteY27" fmla="*/ 363 h 17771"/>
                  <a:gd name="connsiteX28" fmla="*/ 32408 w 38100"/>
                  <a:gd name="connsiteY28" fmla="*/ 92 h 17771"/>
                  <a:gd name="connsiteX29" fmla="*/ 33338 w 38100"/>
                  <a:gd name="connsiteY29" fmla="*/ 0 h 17771"/>
                  <a:gd name="connsiteX30" fmla="*/ 34267 w 38100"/>
                  <a:gd name="connsiteY30" fmla="*/ 92 h 17771"/>
                  <a:gd name="connsiteX31" fmla="*/ 35160 w 38100"/>
                  <a:gd name="connsiteY31" fmla="*/ 363 h 17771"/>
                  <a:gd name="connsiteX32" fmla="*/ 35983 w 38100"/>
                  <a:gd name="connsiteY32" fmla="*/ 803 h 17771"/>
                  <a:gd name="connsiteX33" fmla="*/ 36705 w 38100"/>
                  <a:gd name="connsiteY33" fmla="*/ 1395 h 17771"/>
                  <a:gd name="connsiteX34" fmla="*/ 37297 w 38100"/>
                  <a:gd name="connsiteY34" fmla="*/ 2117 h 17771"/>
                  <a:gd name="connsiteX35" fmla="*/ 37737 w 38100"/>
                  <a:gd name="connsiteY35" fmla="*/ 2940 h 17771"/>
                  <a:gd name="connsiteX36" fmla="*/ 38008 w 38100"/>
                  <a:gd name="connsiteY36" fmla="*/ 3833 h 17771"/>
                  <a:gd name="connsiteX37" fmla="*/ 38100 w 38100"/>
                  <a:gd name="connsiteY37" fmla="*/ 4763 h 17771"/>
                  <a:gd name="connsiteX38" fmla="*/ 9525 w 38100"/>
                  <a:gd name="connsiteY38" fmla="*/ 13009 h 17771"/>
                  <a:gd name="connsiteX39" fmla="*/ 9434 w 38100"/>
                  <a:gd name="connsiteY39" fmla="*/ 13938 h 17771"/>
                  <a:gd name="connsiteX40" fmla="*/ 9162 w 38100"/>
                  <a:gd name="connsiteY40" fmla="*/ 14832 h 17771"/>
                  <a:gd name="connsiteX41" fmla="*/ 8722 w 38100"/>
                  <a:gd name="connsiteY41" fmla="*/ 15655 h 17771"/>
                  <a:gd name="connsiteX42" fmla="*/ 8130 w 38100"/>
                  <a:gd name="connsiteY42" fmla="*/ 16377 h 17771"/>
                  <a:gd name="connsiteX43" fmla="*/ 7408 w 38100"/>
                  <a:gd name="connsiteY43" fmla="*/ 16969 h 17771"/>
                  <a:gd name="connsiteX44" fmla="*/ 6585 w 38100"/>
                  <a:gd name="connsiteY44" fmla="*/ 17409 h 17771"/>
                  <a:gd name="connsiteX45" fmla="*/ 5692 w 38100"/>
                  <a:gd name="connsiteY45" fmla="*/ 17680 h 17771"/>
                  <a:gd name="connsiteX46" fmla="*/ 4763 w 38100"/>
                  <a:gd name="connsiteY46" fmla="*/ 17772 h 17771"/>
                  <a:gd name="connsiteX47" fmla="*/ 3833 w 38100"/>
                  <a:gd name="connsiteY47" fmla="*/ 17680 h 17771"/>
                  <a:gd name="connsiteX48" fmla="*/ 2940 w 38100"/>
                  <a:gd name="connsiteY48" fmla="*/ 17409 h 17771"/>
                  <a:gd name="connsiteX49" fmla="*/ 2117 w 38100"/>
                  <a:gd name="connsiteY49" fmla="*/ 16969 h 17771"/>
                  <a:gd name="connsiteX50" fmla="*/ 1395 w 38100"/>
                  <a:gd name="connsiteY50" fmla="*/ 16377 h 17771"/>
                  <a:gd name="connsiteX51" fmla="*/ 803 w 38100"/>
                  <a:gd name="connsiteY51" fmla="*/ 15655 h 17771"/>
                  <a:gd name="connsiteX52" fmla="*/ 363 w 38100"/>
                  <a:gd name="connsiteY52" fmla="*/ 14832 h 17771"/>
                  <a:gd name="connsiteX53" fmla="*/ 91 w 38100"/>
                  <a:gd name="connsiteY53" fmla="*/ 13938 h 17771"/>
                  <a:gd name="connsiteX54" fmla="*/ 0 w 38100"/>
                  <a:gd name="connsiteY54" fmla="*/ 13009 h 17771"/>
                  <a:gd name="connsiteX55" fmla="*/ 91 w 38100"/>
                  <a:gd name="connsiteY55" fmla="*/ 12080 h 17771"/>
                  <a:gd name="connsiteX56" fmla="*/ 363 w 38100"/>
                  <a:gd name="connsiteY56" fmla="*/ 11187 h 17771"/>
                  <a:gd name="connsiteX57" fmla="*/ 803 w 38100"/>
                  <a:gd name="connsiteY57" fmla="*/ 10363 h 17771"/>
                  <a:gd name="connsiteX58" fmla="*/ 1395 w 38100"/>
                  <a:gd name="connsiteY58" fmla="*/ 9641 h 17771"/>
                  <a:gd name="connsiteX59" fmla="*/ 2117 w 38100"/>
                  <a:gd name="connsiteY59" fmla="*/ 9049 h 17771"/>
                  <a:gd name="connsiteX60" fmla="*/ 2940 w 38100"/>
                  <a:gd name="connsiteY60" fmla="*/ 8609 h 17771"/>
                  <a:gd name="connsiteX61" fmla="*/ 3833 w 38100"/>
                  <a:gd name="connsiteY61" fmla="*/ 8338 h 17771"/>
                  <a:gd name="connsiteX62" fmla="*/ 4763 w 38100"/>
                  <a:gd name="connsiteY62" fmla="*/ 8247 h 17771"/>
                  <a:gd name="connsiteX63" fmla="*/ 5692 w 38100"/>
                  <a:gd name="connsiteY63" fmla="*/ 8338 h 17771"/>
                  <a:gd name="connsiteX64" fmla="*/ 6585 w 38100"/>
                  <a:gd name="connsiteY64" fmla="*/ 8609 h 17771"/>
                  <a:gd name="connsiteX65" fmla="*/ 7408 w 38100"/>
                  <a:gd name="connsiteY65" fmla="*/ 9049 h 17771"/>
                  <a:gd name="connsiteX66" fmla="*/ 8130 w 38100"/>
                  <a:gd name="connsiteY66" fmla="*/ 9641 h 17771"/>
                  <a:gd name="connsiteX67" fmla="*/ 8722 w 38100"/>
                  <a:gd name="connsiteY67" fmla="*/ 10363 h 17771"/>
                  <a:gd name="connsiteX68" fmla="*/ 9162 w 38100"/>
                  <a:gd name="connsiteY68" fmla="*/ 11187 h 17771"/>
                  <a:gd name="connsiteX69" fmla="*/ 9434 w 38100"/>
                  <a:gd name="connsiteY69" fmla="*/ 12080 h 17771"/>
                  <a:gd name="connsiteX70" fmla="*/ 9525 w 38100"/>
                  <a:gd name="connsiteY70" fmla="*/ 13009 h 1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8100" h="17771">
                    <a:moveTo>
                      <a:pt x="34658" y="9338"/>
                    </a:moveTo>
                    <a:lnTo>
                      <a:pt x="6083" y="17585"/>
                    </a:lnTo>
                    <a:lnTo>
                      <a:pt x="3442" y="8433"/>
                    </a:lnTo>
                    <a:lnTo>
                      <a:pt x="32017" y="187"/>
                    </a:lnTo>
                    <a:lnTo>
                      <a:pt x="34658" y="9338"/>
                    </a:lnTo>
                    <a:close/>
                    <a:moveTo>
                      <a:pt x="38100" y="4763"/>
                    </a:moveTo>
                    <a:cubicBezTo>
                      <a:pt x="38100" y="5075"/>
                      <a:pt x="38069" y="5385"/>
                      <a:pt x="38008" y="5692"/>
                    </a:cubicBezTo>
                    <a:cubicBezTo>
                      <a:pt x="37947" y="5998"/>
                      <a:pt x="37857" y="6296"/>
                      <a:pt x="37737" y="6585"/>
                    </a:cubicBezTo>
                    <a:cubicBezTo>
                      <a:pt x="37618" y="6874"/>
                      <a:pt x="37471" y="7148"/>
                      <a:pt x="37297" y="7408"/>
                    </a:cubicBezTo>
                    <a:cubicBezTo>
                      <a:pt x="37124" y="7668"/>
                      <a:pt x="36926" y="7909"/>
                      <a:pt x="36705" y="8130"/>
                    </a:cubicBezTo>
                    <a:cubicBezTo>
                      <a:pt x="36484" y="8351"/>
                      <a:pt x="36243" y="8549"/>
                      <a:pt x="35983" y="8722"/>
                    </a:cubicBezTo>
                    <a:cubicBezTo>
                      <a:pt x="35723" y="8896"/>
                      <a:pt x="35449" y="9043"/>
                      <a:pt x="35160" y="9162"/>
                    </a:cubicBezTo>
                    <a:cubicBezTo>
                      <a:pt x="34871" y="9282"/>
                      <a:pt x="34573" y="9372"/>
                      <a:pt x="34267" y="9433"/>
                    </a:cubicBezTo>
                    <a:cubicBezTo>
                      <a:pt x="33960" y="9494"/>
                      <a:pt x="33650" y="9525"/>
                      <a:pt x="33338" y="9525"/>
                    </a:cubicBezTo>
                    <a:cubicBezTo>
                      <a:pt x="33025" y="9525"/>
                      <a:pt x="32715" y="9494"/>
                      <a:pt x="32408" y="9433"/>
                    </a:cubicBezTo>
                    <a:cubicBezTo>
                      <a:pt x="32102" y="9372"/>
                      <a:pt x="31804" y="9282"/>
                      <a:pt x="31515" y="9162"/>
                    </a:cubicBezTo>
                    <a:cubicBezTo>
                      <a:pt x="31226" y="9043"/>
                      <a:pt x="30952" y="8896"/>
                      <a:pt x="30692" y="8722"/>
                    </a:cubicBezTo>
                    <a:cubicBezTo>
                      <a:pt x="30432" y="8549"/>
                      <a:pt x="30191" y="8351"/>
                      <a:pt x="29970" y="8130"/>
                    </a:cubicBezTo>
                    <a:cubicBezTo>
                      <a:pt x="29749" y="7909"/>
                      <a:pt x="29551" y="7668"/>
                      <a:pt x="29378" y="7408"/>
                    </a:cubicBezTo>
                    <a:cubicBezTo>
                      <a:pt x="29204" y="7148"/>
                      <a:pt x="29057" y="6874"/>
                      <a:pt x="28938" y="6585"/>
                    </a:cubicBezTo>
                    <a:cubicBezTo>
                      <a:pt x="28818" y="6296"/>
                      <a:pt x="28727" y="5998"/>
                      <a:pt x="28667" y="5692"/>
                    </a:cubicBezTo>
                    <a:cubicBezTo>
                      <a:pt x="28606" y="5385"/>
                      <a:pt x="28575" y="5075"/>
                      <a:pt x="28575" y="4763"/>
                    </a:cubicBezTo>
                    <a:cubicBezTo>
                      <a:pt x="28575" y="4450"/>
                      <a:pt x="28606" y="4140"/>
                      <a:pt x="28667" y="3833"/>
                    </a:cubicBezTo>
                    <a:cubicBezTo>
                      <a:pt x="28727" y="3527"/>
                      <a:pt x="28818" y="3229"/>
                      <a:pt x="28938" y="2940"/>
                    </a:cubicBezTo>
                    <a:cubicBezTo>
                      <a:pt x="29057" y="2651"/>
                      <a:pt x="29204" y="2377"/>
                      <a:pt x="29378" y="2117"/>
                    </a:cubicBezTo>
                    <a:cubicBezTo>
                      <a:pt x="29551" y="1857"/>
                      <a:pt x="29749" y="1616"/>
                      <a:pt x="29970" y="1395"/>
                    </a:cubicBezTo>
                    <a:cubicBezTo>
                      <a:pt x="30191" y="1174"/>
                      <a:pt x="30432" y="976"/>
                      <a:pt x="30692" y="803"/>
                    </a:cubicBezTo>
                    <a:cubicBezTo>
                      <a:pt x="30952" y="629"/>
                      <a:pt x="31226" y="482"/>
                      <a:pt x="31515" y="363"/>
                    </a:cubicBezTo>
                    <a:cubicBezTo>
                      <a:pt x="31804" y="243"/>
                      <a:pt x="32102" y="153"/>
                      <a:pt x="32408" y="92"/>
                    </a:cubicBezTo>
                    <a:cubicBezTo>
                      <a:pt x="32715" y="31"/>
                      <a:pt x="33025" y="0"/>
                      <a:pt x="33338" y="0"/>
                    </a:cubicBezTo>
                    <a:cubicBezTo>
                      <a:pt x="33650" y="0"/>
                      <a:pt x="33960" y="31"/>
                      <a:pt x="34267" y="92"/>
                    </a:cubicBezTo>
                    <a:cubicBezTo>
                      <a:pt x="34573" y="153"/>
                      <a:pt x="34871" y="243"/>
                      <a:pt x="35160" y="363"/>
                    </a:cubicBezTo>
                    <a:cubicBezTo>
                      <a:pt x="35449" y="482"/>
                      <a:pt x="35723" y="629"/>
                      <a:pt x="35983" y="803"/>
                    </a:cubicBezTo>
                    <a:cubicBezTo>
                      <a:pt x="36243" y="976"/>
                      <a:pt x="36484" y="1174"/>
                      <a:pt x="36705" y="1395"/>
                    </a:cubicBezTo>
                    <a:cubicBezTo>
                      <a:pt x="36926" y="1616"/>
                      <a:pt x="37124" y="1857"/>
                      <a:pt x="37297" y="2117"/>
                    </a:cubicBezTo>
                    <a:cubicBezTo>
                      <a:pt x="37471" y="2377"/>
                      <a:pt x="37618" y="2651"/>
                      <a:pt x="37737" y="2940"/>
                    </a:cubicBezTo>
                    <a:cubicBezTo>
                      <a:pt x="37857" y="3229"/>
                      <a:pt x="37947" y="3527"/>
                      <a:pt x="38008" y="3833"/>
                    </a:cubicBezTo>
                    <a:cubicBezTo>
                      <a:pt x="38069" y="4140"/>
                      <a:pt x="38100" y="4450"/>
                      <a:pt x="38100" y="4763"/>
                    </a:cubicBezTo>
                    <a:close/>
                    <a:moveTo>
                      <a:pt x="9525" y="13009"/>
                    </a:moveTo>
                    <a:cubicBezTo>
                      <a:pt x="9525" y="13322"/>
                      <a:pt x="9495" y="13632"/>
                      <a:pt x="9434" y="13938"/>
                    </a:cubicBezTo>
                    <a:cubicBezTo>
                      <a:pt x="9373" y="14245"/>
                      <a:pt x="9282" y="14543"/>
                      <a:pt x="9162" y="14832"/>
                    </a:cubicBezTo>
                    <a:cubicBezTo>
                      <a:pt x="9043" y="15121"/>
                      <a:pt x="8896" y="15395"/>
                      <a:pt x="8722" y="15655"/>
                    </a:cubicBezTo>
                    <a:cubicBezTo>
                      <a:pt x="8549" y="15915"/>
                      <a:pt x="8351" y="16156"/>
                      <a:pt x="8130" y="16377"/>
                    </a:cubicBezTo>
                    <a:cubicBezTo>
                      <a:pt x="7909" y="16598"/>
                      <a:pt x="7668" y="16795"/>
                      <a:pt x="7408" y="16969"/>
                    </a:cubicBezTo>
                    <a:cubicBezTo>
                      <a:pt x="7148" y="17143"/>
                      <a:pt x="6874" y="17289"/>
                      <a:pt x="6585" y="17409"/>
                    </a:cubicBezTo>
                    <a:cubicBezTo>
                      <a:pt x="6296" y="17529"/>
                      <a:pt x="5998" y="17619"/>
                      <a:pt x="5692" y="17680"/>
                    </a:cubicBezTo>
                    <a:cubicBezTo>
                      <a:pt x="5385" y="17741"/>
                      <a:pt x="5075" y="17772"/>
                      <a:pt x="4763" y="17772"/>
                    </a:cubicBezTo>
                    <a:cubicBezTo>
                      <a:pt x="4450" y="17772"/>
                      <a:pt x="4140" y="17741"/>
                      <a:pt x="3833" y="17680"/>
                    </a:cubicBezTo>
                    <a:cubicBezTo>
                      <a:pt x="3527" y="17619"/>
                      <a:pt x="3229" y="17529"/>
                      <a:pt x="2940" y="17409"/>
                    </a:cubicBezTo>
                    <a:cubicBezTo>
                      <a:pt x="2651" y="17289"/>
                      <a:pt x="2377" y="17143"/>
                      <a:pt x="2117" y="16969"/>
                    </a:cubicBezTo>
                    <a:cubicBezTo>
                      <a:pt x="1857" y="16795"/>
                      <a:pt x="1616" y="16598"/>
                      <a:pt x="1395" y="16377"/>
                    </a:cubicBezTo>
                    <a:cubicBezTo>
                      <a:pt x="1174" y="16156"/>
                      <a:pt x="976" y="15915"/>
                      <a:pt x="803" y="15655"/>
                    </a:cubicBezTo>
                    <a:cubicBezTo>
                      <a:pt x="629" y="15395"/>
                      <a:pt x="482" y="15121"/>
                      <a:pt x="363" y="14832"/>
                    </a:cubicBezTo>
                    <a:cubicBezTo>
                      <a:pt x="243" y="14543"/>
                      <a:pt x="153" y="14245"/>
                      <a:pt x="91" y="13938"/>
                    </a:cubicBezTo>
                    <a:cubicBezTo>
                      <a:pt x="30" y="13632"/>
                      <a:pt x="0" y="13322"/>
                      <a:pt x="0" y="13009"/>
                    </a:cubicBezTo>
                    <a:cubicBezTo>
                      <a:pt x="0" y="12696"/>
                      <a:pt x="30" y="12387"/>
                      <a:pt x="91" y="12080"/>
                    </a:cubicBezTo>
                    <a:cubicBezTo>
                      <a:pt x="152" y="11773"/>
                      <a:pt x="243" y="11475"/>
                      <a:pt x="363" y="11187"/>
                    </a:cubicBezTo>
                    <a:cubicBezTo>
                      <a:pt x="482" y="10898"/>
                      <a:pt x="629" y="10623"/>
                      <a:pt x="803" y="10363"/>
                    </a:cubicBezTo>
                    <a:cubicBezTo>
                      <a:pt x="976" y="10103"/>
                      <a:pt x="1174" y="9863"/>
                      <a:pt x="1395" y="9641"/>
                    </a:cubicBezTo>
                    <a:cubicBezTo>
                      <a:pt x="1616" y="9420"/>
                      <a:pt x="1857" y="9223"/>
                      <a:pt x="2117" y="9049"/>
                    </a:cubicBezTo>
                    <a:cubicBezTo>
                      <a:pt x="2377" y="8875"/>
                      <a:pt x="2651" y="8729"/>
                      <a:pt x="2940" y="8609"/>
                    </a:cubicBezTo>
                    <a:cubicBezTo>
                      <a:pt x="3229" y="8489"/>
                      <a:pt x="3527" y="8399"/>
                      <a:pt x="3833" y="8338"/>
                    </a:cubicBezTo>
                    <a:cubicBezTo>
                      <a:pt x="4140" y="8277"/>
                      <a:pt x="4450" y="8247"/>
                      <a:pt x="4763" y="8247"/>
                    </a:cubicBezTo>
                    <a:cubicBezTo>
                      <a:pt x="5075" y="8247"/>
                      <a:pt x="5385" y="8277"/>
                      <a:pt x="5692" y="8338"/>
                    </a:cubicBezTo>
                    <a:cubicBezTo>
                      <a:pt x="5998" y="8399"/>
                      <a:pt x="6296" y="8489"/>
                      <a:pt x="6585" y="8609"/>
                    </a:cubicBezTo>
                    <a:cubicBezTo>
                      <a:pt x="6874" y="8729"/>
                      <a:pt x="7148" y="8875"/>
                      <a:pt x="7408" y="9049"/>
                    </a:cubicBezTo>
                    <a:cubicBezTo>
                      <a:pt x="7668" y="9223"/>
                      <a:pt x="7909" y="9420"/>
                      <a:pt x="8130" y="9641"/>
                    </a:cubicBezTo>
                    <a:cubicBezTo>
                      <a:pt x="8351" y="9863"/>
                      <a:pt x="8549" y="10103"/>
                      <a:pt x="8722" y="10363"/>
                    </a:cubicBezTo>
                    <a:cubicBezTo>
                      <a:pt x="8896" y="10623"/>
                      <a:pt x="9043" y="10898"/>
                      <a:pt x="9162" y="11187"/>
                    </a:cubicBezTo>
                    <a:cubicBezTo>
                      <a:pt x="9282" y="11475"/>
                      <a:pt x="9372" y="11773"/>
                      <a:pt x="9434" y="12080"/>
                    </a:cubicBezTo>
                    <a:cubicBezTo>
                      <a:pt x="9495" y="12387"/>
                      <a:pt x="9525" y="12696"/>
                      <a:pt x="9525" y="13009"/>
                    </a:cubicBezTo>
                    <a:close/>
                  </a:path>
                </a:pathLst>
              </a:custGeom>
              <a:solidFill>
                <a:schemeClr val="accent1"/>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097" name="任意形状 45096"/>
              <p:cNvSpPr/>
              <p:nvPr/>
            </p:nvSpPr>
            <p:spPr>
              <a:xfrm>
                <a:off x="7062470" y="1667510"/>
                <a:ext cx="438150" cy="209550"/>
              </a:xfrm>
              <a:custGeom>
                <a:avLst/>
                <a:gdLst>
                  <a:gd name="connsiteX0" fmla="*/ 438150 w 438150"/>
                  <a:gd name="connsiteY0" fmla="*/ 104775 h 209550"/>
                  <a:gd name="connsiteX1" fmla="*/ 219075 w 438150"/>
                  <a:gd name="connsiteY1" fmla="*/ 209550 h 209550"/>
                  <a:gd name="connsiteX2" fmla="*/ 0 w 438150"/>
                  <a:gd name="connsiteY2" fmla="*/ 104775 h 209550"/>
                  <a:gd name="connsiteX3" fmla="*/ 219075 w 438150"/>
                  <a:gd name="connsiteY3" fmla="*/ 0 h 209550"/>
                  <a:gd name="connsiteX4" fmla="*/ 438150 w 4381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50" h="209550">
                    <a:moveTo>
                      <a:pt x="438150" y="104775"/>
                    </a:moveTo>
                    <a:cubicBezTo>
                      <a:pt x="438150" y="162641"/>
                      <a:pt x="340067" y="209550"/>
                      <a:pt x="219075" y="209550"/>
                    </a:cubicBezTo>
                    <a:cubicBezTo>
                      <a:pt x="98083" y="209550"/>
                      <a:pt x="0" y="162641"/>
                      <a:pt x="0" y="104775"/>
                    </a:cubicBezTo>
                    <a:cubicBezTo>
                      <a:pt x="0" y="46909"/>
                      <a:pt x="98083" y="0"/>
                      <a:pt x="219075" y="0"/>
                    </a:cubicBezTo>
                    <a:cubicBezTo>
                      <a:pt x="340067" y="0"/>
                      <a:pt x="438150" y="46909"/>
                      <a:pt x="438150" y="104775"/>
                    </a:cubicBezTo>
                    <a:close/>
                  </a:path>
                </a:pathLst>
              </a:custGeom>
              <a:solidFill>
                <a:schemeClr val="accent1">
                  <a:lumMod val="40000"/>
                  <a:lumOff val="60000"/>
                </a:schemeClr>
              </a:solidFill>
              <a:ln w="952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065172" y="2827833"/>
            <a:ext cx="6297770" cy="706755"/>
          </a:xfrm>
        </p:spPr>
        <p:txBody>
          <a:bodyPr/>
          <a:lstStyle/>
          <a:p>
            <a:r>
              <a:rPr lang="zh-CN" altLang="en-US" b="1" dirty="0">
                <a:latin typeface="+mj-ea"/>
                <a:ea typeface="+mj-ea"/>
              </a:rPr>
              <a:t>模版库</a:t>
            </a:r>
            <a:endParaRPr lang="zh-CN" altLang="en-US" b="1" dirty="0">
              <a:latin typeface="+mj-ea"/>
              <a:ea typeface="+mj-ea"/>
            </a:endParaRPr>
          </a:p>
        </p:txBody>
      </p:sp>
      <p:sp>
        <p:nvSpPr>
          <p:cNvPr id="3" name="文本占位符 2"/>
          <p:cNvSpPr>
            <a:spLocks noGrp="1"/>
          </p:cNvSpPr>
          <p:nvPr>
            <p:ph type="body" sz="quarter" idx="10"/>
          </p:nvPr>
        </p:nvSpPr>
        <p:spPr>
          <a:xfrm>
            <a:off x="714626" y="2458580"/>
            <a:ext cx="1666875" cy="1445260"/>
          </a:xfrm>
        </p:spPr>
        <p:txBody>
          <a:bodyPr/>
          <a:lstStyle/>
          <a:p>
            <a:r>
              <a:rPr lang="en-US" altLang="zh-CN"/>
              <a:t>03</a:t>
            </a:r>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文本占位符 1"/>
          <p:cNvSpPr>
            <a:spLocks noGrp="1"/>
          </p:cNvSpPr>
          <p:nvPr>
            <p:ph type="body" sz="quarter" idx="13"/>
          </p:nvPr>
        </p:nvSpPr>
        <p:spPr/>
        <p:txBody>
          <a:bodyPr/>
          <a:lstStyle/>
          <a:p>
            <a:endParaRPr lang="zh-CN" altLang="en-US"/>
          </a:p>
        </p:txBody>
      </p:sp>
      <p:sp>
        <p:nvSpPr>
          <p:cNvPr id="76" name="同侧圆角矩形 75"/>
          <p:cNvSpPr/>
          <p:nvPr/>
        </p:nvSpPr>
        <p:spPr>
          <a:xfrm>
            <a:off x="6266180" y="4487545"/>
            <a:ext cx="5509895" cy="1818005"/>
          </a:xfrm>
          <a:prstGeom prst="round2SameRect">
            <a:avLst>
              <a:gd name="adj1" fmla="val 6802"/>
              <a:gd name="adj2" fmla="val 4768"/>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同侧圆角矩形 29"/>
          <p:cNvSpPr/>
          <p:nvPr/>
        </p:nvSpPr>
        <p:spPr>
          <a:xfrm>
            <a:off x="397510" y="1605915"/>
            <a:ext cx="552640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同侧圆角矩形 30"/>
          <p:cNvSpPr/>
          <p:nvPr/>
        </p:nvSpPr>
        <p:spPr>
          <a:xfrm>
            <a:off x="401320" y="2026285"/>
            <a:ext cx="5522595" cy="4279265"/>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74"/>
          <p:cNvSpPr/>
          <p:nvPr>
            <p:custDataLst>
              <p:tags r:id="rId1"/>
            </p:custDataLst>
          </p:nvPr>
        </p:nvSpPr>
        <p:spPr>
          <a:xfrm>
            <a:off x="2133600" y="2261235"/>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pPr lvl="0" algn="l">
              <a:buClrTx/>
              <a:buSzTx/>
              <a:buFontTx/>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圆角矩形 74"/>
          <p:cNvSpPr/>
          <p:nvPr>
            <p:custDataLst>
              <p:tags r:id="rId2"/>
            </p:custDataLst>
          </p:nvPr>
        </p:nvSpPr>
        <p:spPr>
          <a:xfrm>
            <a:off x="2133600" y="3610610"/>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圆角矩形 74"/>
          <p:cNvSpPr/>
          <p:nvPr>
            <p:custDataLst>
              <p:tags r:id="rId3"/>
            </p:custDataLst>
          </p:nvPr>
        </p:nvSpPr>
        <p:spPr>
          <a:xfrm>
            <a:off x="2133600" y="2935605"/>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圆角矩形 74"/>
          <p:cNvSpPr/>
          <p:nvPr>
            <p:custDataLst>
              <p:tags r:id="rId4"/>
            </p:custDataLst>
          </p:nvPr>
        </p:nvSpPr>
        <p:spPr>
          <a:xfrm>
            <a:off x="586740" y="2261235"/>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0" name="圆角矩形 74"/>
          <p:cNvSpPr/>
          <p:nvPr>
            <p:custDataLst>
              <p:tags r:id="rId5"/>
            </p:custDataLst>
          </p:nvPr>
        </p:nvSpPr>
        <p:spPr>
          <a:xfrm>
            <a:off x="586740" y="3610610"/>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圆角矩形 74"/>
          <p:cNvSpPr/>
          <p:nvPr>
            <p:custDataLst>
              <p:tags r:id="rId6"/>
            </p:custDataLst>
          </p:nvPr>
        </p:nvSpPr>
        <p:spPr>
          <a:xfrm>
            <a:off x="586740" y="2935605"/>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2" name="标题 2"/>
          <p:cNvSpPr txBox="1"/>
          <p:nvPr>
            <p:custDataLst>
              <p:tags r:id="rId7"/>
            </p:custDataLst>
          </p:nvPr>
        </p:nvSpPr>
        <p:spPr>
          <a:xfrm>
            <a:off x="586740" y="5549265"/>
            <a:ext cx="1193800" cy="309160"/>
          </a:xfrm>
          <a:prstGeom prst="rect">
            <a:avLst/>
          </a:prstGeom>
        </p:spPr>
        <p:txBody>
          <a:bodyPr wrap="square" lIns="0" tIns="0" rIns="0" bIns="0" anchor="ctr">
            <a:noAutofit/>
          </a:bodyPr>
          <a:lstStyle>
            <a:defPPr>
              <a:defRPr lang="zh-CN"/>
            </a:defPPr>
            <a:lvl1pPr lvl="0" algn="ctr">
              <a:lnSpc>
                <a:spcPct val="100000"/>
              </a:lnSpc>
              <a:spcBef>
                <a:spcPct val="0"/>
              </a:spcBef>
              <a:buClrTx/>
              <a:buSzTx/>
              <a:buFontTx/>
              <a:buNone/>
              <a:defRPr sz="1200">
                <a:latin typeface="Microsoft YaHei Regular" panose="020B0502040204020203" charset="-122"/>
                <a:ea typeface="Microsoft YaHei Regular" panose="020B0502040204020203" charset="-122"/>
                <a:cs typeface="+mj-cs"/>
              </a:defRPr>
            </a:lvl1pPr>
          </a:lstStyle>
          <a:p>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7" name="组合 66"/>
          <p:cNvGrpSpPr/>
          <p:nvPr/>
        </p:nvGrpSpPr>
        <p:grpSpPr>
          <a:xfrm>
            <a:off x="586105" y="4424680"/>
            <a:ext cx="1193800" cy="1042035"/>
            <a:chOff x="1500" y="6773"/>
            <a:chExt cx="1892" cy="1652"/>
          </a:xfrm>
        </p:grpSpPr>
        <p:sp>
          <p:nvSpPr>
            <p:cNvPr id="55" name="圆角矩形 54"/>
            <p:cNvSpPr/>
            <p:nvPr/>
          </p:nvSpPr>
          <p:spPr>
            <a:xfrm>
              <a:off x="1500" y="6773"/>
              <a:ext cx="1892" cy="1653"/>
            </a:xfrm>
            <a:prstGeom prst="roundRect">
              <a:avLst>
                <a:gd name="adj" fmla="val 5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56"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39" y="7393"/>
              <a:ext cx="414" cy="414"/>
            </a:xfrm>
            <a:prstGeom prst="rect">
              <a:avLst/>
            </a:prstGeom>
          </p:spPr>
        </p:pic>
      </p:grpSp>
      <p:sp>
        <p:nvSpPr>
          <p:cNvPr id="78" name="圆角矩形 74"/>
          <p:cNvSpPr/>
          <p:nvPr>
            <p:custDataLst>
              <p:tags r:id="rId10"/>
            </p:custDataLst>
          </p:nvPr>
        </p:nvSpPr>
        <p:spPr>
          <a:xfrm>
            <a:off x="6496050" y="4942840"/>
            <a:ext cx="2459355" cy="540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3" name="圆角矩形 74"/>
          <p:cNvSpPr/>
          <p:nvPr>
            <p:custDataLst>
              <p:tags r:id="rId11"/>
            </p:custDataLst>
          </p:nvPr>
        </p:nvSpPr>
        <p:spPr>
          <a:xfrm>
            <a:off x="9071610" y="4942840"/>
            <a:ext cx="2459355" cy="540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5" name="圆角矩形 74"/>
          <p:cNvSpPr/>
          <p:nvPr>
            <p:custDataLst>
              <p:tags r:id="rId12"/>
            </p:custDataLst>
          </p:nvPr>
        </p:nvSpPr>
        <p:spPr>
          <a:xfrm>
            <a:off x="6496050" y="5584825"/>
            <a:ext cx="2459355" cy="540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7" name="圆角矩形 74"/>
          <p:cNvSpPr/>
          <p:nvPr>
            <p:custDataLst>
              <p:tags r:id="rId13"/>
            </p:custDataLst>
          </p:nvPr>
        </p:nvSpPr>
        <p:spPr>
          <a:xfrm>
            <a:off x="9071610" y="5584825"/>
            <a:ext cx="2459355" cy="540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1" name="标题 2"/>
          <p:cNvSpPr txBox="1"/>
          <p:nvPr/>
        </p:nvSpPr>
        <p:spPr>
          <a:xfrm>
            <a:off x="6717030" y="4574540"/>
            <a:ext cx="4592320" cy="356235"/>
          </a:xfrm>
          <a:prstGeom prst="rect">
            <a:avLst/>
          </a:prstGeom>
        </p:spPr>
        <p:txBody>
          <a:bodyPr anchor="ctr"/>
          <a:lstStyle>
            <a:defPPr>
              <a:defRPr lang="zh-CN"/>
            </a:defPPr>
            <a:lvl1pPr algn="r">
              <a:lnSpc>
                <a:spcPct val="90000"/>
              </a:lnSpc>
              <a:spcBef>
                <a:spcPct val="0"/>
              </a:spcBef>
              <a:buNone/>
              <a:defRPr sz="3600" b="1">
                <a:latin typeface="FZLanTingHeiPro_GB18030 SemiBol" panose="02000500000000000000" pitchFamily="2" charset="-122"/>
                <a:ea typeface="FZLanTingHeiPro_GB18030 SemiBol" panose="02000500000000000000" pitchFamily="2" charset="-122"/>
                <a:cs typeface="+mj-cs"/>
              </a:defRPr>
            </a:lvl1pPr>
          </a:lstStyle>
          <a:p>
            <a:pPr algn="ctr">
              <a:lnSpc>
                <a:spcPct val="100000"/>
              </a:lnSpc>
            </a:pPr>
            <a:r>
              <a:rPr lang="zh-CN" altLang="en-US" sz="1600" b="0" dirty="0">
                <a:solidFill>
                  <a:schemeClr val="accent1"/>
                </a:solidFill>
                <a:latin typeface="Arial" panose="020B0604020202090204" pitchFamily="34" charset="0"/>
                <a:ea typeface="微软雅黑" panose="020B0502040204020203" pitchFamily="34" charset="-122"/>
                <a:cs typeface="Arial" panose="020B0604020202090204" pitchFamily="34" charset="0"/>
              </a:rPr>
              <a:t>内容主标题</a:t>
            </a:r>
            <a:endParaRPr lang="zh-CN" altLang="en-US" sz="1600" b="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标题 2"/>
          <p:cNvSpPr txBox="1"/>
          <p:nvPr>
            <p:custDataLst>
              <p:tags r:id="rId14"/>
            </p:custDataLst>
          </p:nvPr>
        </p:nvSpPr>
        <p:spPr>
          <a:xfrm>
            <a:off x="1904365" y="5549265"/>
            <a:ext cx="1193800" cy="309160"/>
          </a:xfrm>
          <a:prstGeom prst="rect">
            <a:avLst/>
          </a:prstGeom>
        </p:spPr>
        <p:txBody>
          <a:bodyPr wrap="square" lIns="0" tIns="0" rIns="0" bIns="0" anchor="ctr">
            <a:noAutofit/>
          </a:bodyPr>
          <a:lstStyle>
            <a:defPPr>
              <a:defRPr lang="zh-CN"/>
            </a:defPPr>
            <a:lvl1pPr lvl="0" algn="ctr">
              <a:lnSpc>
                <a:spcPct val="100000"/>
              </a:lnSpc>
              <a:spcBef>
                <a:spcPct val="0"/>
              </a:spcBef>
              <a:buClrTx/>
              <a:buSzTx/>
              <a:buFontTx/>
              <a:buNone/>
              <a:defRPr sz="1200">
                <a:latin typeface="Microsoft YaHei Regular" panose="020B0502040204020203" charset="-122"/>
                <a:ea typeface="Microsoft YaHei Regular" panose="020B0502040204020203" charset="-122"/>
                <a:cs typeface="+mj-cs"/>
              </a:defRPr>
            </a:lvl1pPr>
          </a:lstStyle>
          <a:p>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1" name="标题 2"/>
          <p:cNvSpPr txBox="1"/>
          <p:nvPr>
            <p:custDataLst>
              <p:tags r:id="rId15"/>
            </p:custDataLst>
          </p:nvPr>
        </p:nvSpPr>
        <p:spPr>
          <a:xfrm>
            <a:off x="3225800" y="5549265"/>
            <a:ext cx="1193800" cy="309160"/>
          </a:xfrm>
          <a:prstGeom prst="rect">
            <a:avLst/>
          </a:prstGeom>
        </p:spPr>
        <p:txBody>
          <a:bodyPr wrap="square" lIns="0" tIns="0" rIns="0" bIns="0" anchor="ctr">
            <a:noAutofit/>
          </a:bodyPr>
          <a:lstStyle>
            <a:defPPr>
              <a:defRPr lang="zh-CN"/>
            </a:defPPr>
            <a:lvl1pPr lvl="0" algn="ctr">
              <a:lnSpc>
                <a:spcPct val="100000"/>
              </a:lnSpc>
              <a:spcBef>
                <a:spcPct val="0"/>
              </a:spcBef>
              <a:buClrTx/>
              <a:buSzTx/>
              <a:buFontTx/>
              <a:buNone/>
              <a:defRPr sz="1200">
                <a:latin typeface="Microsoft YaHei Regular" panose="020B0502040204020203" charset="-122"/>
                <a:ea typeface="Microsoft YaHei Regular" panose="020B0502040204020203" charset="-122"/>
                <a:cs typeface="+mj-cs"/>
              </a:defRPr>
            </a:lvl1pPr>
          </a:lstStyle>
          <a:p>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2" name="标题 2"/>
          <p:cNvSpPr txBox="1"/>
          <p:nvPr>
            <p:custDataLst>
              <p:tags r:id="rId16"/>
            </p:custDataLst>
          </p:nvPr>
        </p:nvSpPr>
        <p:spPr>
          <a:xfrm>
            <a:off x="4541520" y="5549265"/>
            <a:ext cx="1193800" cy="30916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同侧圆角矩形 5"/>
          <p:cNvSpPr/>
          <p:nvPr/>
        </p:nvSpPr>
        <p:spPr>
          <a:xfrm>
            <a:off x="6268084" y="1594485"/>
            <a:ext cx="552640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同侧圆角矩形 6"/>
          <p:cNvSpPr/>
          <p:nvPr/>
        </p:nvSpPr>
        <p:spPr>
          <a:xfrm>
            <a:off x="6271894" y="2026286"/>
            <a:ext cx="5522595" cy="2362834"/>
          </a:xfrm>
          <a:prstGeom prst="round2SameRect">
            <a:avLst>
              <a:gd name="adj1" fmla="val 0"/>
              <a:gd name="adj2" fmla="val 4737"/>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圆角矩形 74"/>
          <p:cNvSpPr/>
          <p:nvPr>
            <p:custDataLst>
              <p:tags r:id="rId17"/>
            </p:custDataLst>
          </p:nvPr>
        </p:nvSpPr>
        <p:spPr>
          <a:xfrm>
            <a:off x="8004174" y="2261235"/>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pPr lvl="0" algn="l">
              <a:buClrTx/>
              <a:buSzTx/>
              <a:buFontTx/>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圆角矩形 74"/>
          <p:cNvSpPr/>
          <p:nvPr>
            <p:custDataLst>
              <p:tags r:id="rId18"/>
            </p:custDataLst>
          </p:nvPr>
        </p:nvSpPr>
        <p:spPr>
          <a:xfrm>
            <a:off x="8004174" y="3610610"/>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圆角矩形 74"/>
          <p:cNvSpPr/>
          <p:nvPr>
            <p:custDataLst>
              <p:tags r:id="rId19"/>
            </p:custDataLst>
          </p:nvPr>
        </p:nvSpPr>
        <p:spPr>
          <a:xfrm>
            <a:off x="8004174" y="2935605"/>
            <a:ext cx="3600450" cy="43200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 name="圆角矩形 74"/>
          <p:cNvSpPr/>
          <p:nvPr>
            <p:custDataLst>
              <p:tags r:id="rId20"/>
            </p:custDataLst>
          </p:nvPr>
        </p:nvSpPr>
        <p:spPr>
          <a:xfrm>
            <a:off x="6457314" y="2261235"/>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圆角矩形 74"/>
          <p:cNvSpPr/>
          <p:nvPr>
            <p:custDataLst>
              <p:tags r:id="rId21"/>
            </p:custDataLst>
          </p:nvPr>
        </p:nvSpPr>
        <p:spPr>
          <a:xfrm>
            <a:off x="6457314" y="3610610"/>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圆角矩形 74"/>
          <p:cNvSpPr/>
          <p:nvPr>
            <p:custDataLst>
              <p:tags r:id="rId22"/>
            </p:custDataLst>
          </p:nvPr>
        </p:nvSpPr>
        <p:spPr>
          <a:xfrm>
            <a:off x="6457314" y="2935605"/>
            <a:ext cx="1637030" cy="432000"/>
          </a:xfrm>
          <a:prstGeom prst="roundRect">
            <a:avLst>
              <a:gd name="adj" fmla="val 8831"/>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22" name="组合 21"/>
          <p:cNvGrpSpPr/>
          <p:nvPr/>
        </p:nvGrpSpPr>
        <p:grpSpPr>
          <a:xfrm>
            <a:off x="1901084" y="4424680"/>
            <a:ext cx="1193800" cy="1042035"/>
            <a:chOff x="1500" y="6773"/>
            <a:chExt cx="1892" cy="1652"/>
          </a:xfrm>
        </p:grpSpPr>
        <p:sp>
          <p:nvSpPr>
            <p:cNvPr id="26" name="圆角矩形 25"/>
            <p:cNvSpPr/>
            <p:nvPr/>
          </p:nvSpPr>
          <p:spPr>
            <a:xfrm>
              <a:off x="1500" y="6773"/>
              <a:ext cx="1892" cy="1653"/>
            </a:xfrm>
            <a:prstGeom prst="roundRect">
              <a:avLst>
                <a:gd name="adj" fmla="val 5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27"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39" y="7393"/>
              <a:ext cx="414" cy="414"/>
            </a:xfrm>
            <a:prstGeom prst="rect">
              <a:avLst/>
            </a:prstGeom>
          </p:spPr>
        </p:pic>
      </p:grpSp>
      <p:grpSp>
        <p:nvGrpSpPr>
          <p:cNvPr id="29" name="组合 28"/>
          <p:cNvGrpSpPr/>
          <p:nvPr/>
        </p:nvGrpSpPr>
        <p:grpSpPr>
          <a:xfrm>
            <a:off x="3216063" y="4424680"/>
            <a:ext cx="1193800" cy="1042035"/>
            <a:chOff x="1500" y="6773"/>
            <a:chExt cx="1892" cy="1652"/>
          </a:xfrm>
        </p:grpSpPr>
        <p:sp>
          <p:nvSpPr>
            <p:cNvPr id="32" name="圆角矩形 31"/>
            <p:cNvSpPr/>
            <p:nvPr/>
          </p:nvSpPr>
          <p:spPr>
            <a:xfrm>
              <a:off x="1500" y="6773"/>
              <a:ext cx="1892" cy="1653"/>
            </a:xfrm>
            <a:prstGeom prst="roundRect">
              <a:avLst>
                <a:gd name="adj" fmla="val 5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3"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39" y="7393"/>
              <a:ext cx="414" cy="414"/>
            </a:xfrm>
            <a:prstGeom prst="rect">
              <a:avLst/>
            </a:prstGeom>
          </p:spPr>
        </p:pic>
      </p:grpSp>
      <p:grpSp>
        <p:nvGrpSpPr>
          <p:cNvPr id="34" name="组合 33"/>
          <p:cNvGrpSpPr/>
          <p:nvPr/>
        </p:nvGrpSpPr>
        <p:grpSpPr>
          <a:xfrm>
            <a:off x="4531042" y="4424680"/>
            <a:ext cx="1193800" cy="1042035"/>
            <a:chOff x="1500" y="6773"/>
            <a:chExt cx="1892" cy="1652"/>
          </a:xfrm>
        </p:grpSpPr>
        <p:sp>
          <p:nvSpPr>
            <p:cNvPr id="35" name="圆角矩形 34"/>
            <p:cNvSpPr/>
            <p:nvPr/>
          </p:nvSpPr>
          <p:spPr>
            <a:xfrm>
              <a:off x="1500" y="6773"/>
              <a:ext cx="1892" cy="1653"/>
            </a:xfrm>
            <a:prstGeom prst="roundRect">
              <a:avLst>
                <a:gd name="adj" fmla="val 5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6"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39" y="7393"/>
              <a:ext cx="414" cy="414"/>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141" name="同侧圆角矩形 140"/>
          <p:cNvSpPr/>
          <p:nvPr/>
        </p:nvSpPr>
        <p:spPr>
          <a:xfrm>
            <a:off x="393065" y="1710055"/>
            <a:ext cx="3681095" cy="4653280"/>
          </a:xfrm>
          <a:prstGeom prst="round2SameRect">
            <a:avLst>
              <a:gd name="adj1" fmla="val 0"/>
              <a:gd name="adj2" fmla="val 276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2" name="同侧圆角矩形 141"/>
          <p:cNvSpPr/>
          <p:nvPr/>
        </p:nvSpPr>
        <p:spPr>
          <a:xfrm>
            <a:off x="398780" y="1278255"/>
            <a:ext cx="367601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8" name="同侧圆角矩形 137"/>
          <p:cNvSpPr/>
          <p:nvPr/>
        </p:nvSpPr>
        <p:spPr>
          <a:xfrm>
            <a:off x="4265930" y="1710055"/>
            <a:ext cx="7521575" cy="4653280"/>
          </a:xfrm>
          <a:prstGeom prst="round2SameRect">
            <a:avLst>
              <a:gd name="adj1" fmla="val 0"/>
              <a:gd name="adj2" fmla="val 276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圆角矩形 1"/>
          <p:cNvSpPr/>
          <p:nvPr/>
        </p:nvSpPr>
        <p:spPr>
          <a:xfrm>
            <a:off x="5245100" y="3749040"/>
            <a:ext cx="6284595" cy="525780"/>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2000" tIns="36000" rIns="72000" bIns="36000" numCol="1" spcCol="0" rtlCol="0" fromWordArt="0" anchor="ctr" anchorCtr="0" forceAA="0" compatLnSpc="1">
            <a:noAutofit/>
          </a:bodyPr>
          <a:lstStyle/>
          <a:p>
            <a:pPr lvl="0" algn="ctr">
              <a:buClrTx/>
              <a:buSzTx/>
              <a:buFontTx/>
            </a:pP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圆角矩形 9"/>
          <p:cNvSpPr/>
          <p:nvPr/>
        </p:nvSpPr>
        <p:spPr>
          <a:xfrm>
            <a:off x="5245100" y="4363085"/>
            <a:ext cx="6284595" cy="525780"/>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2000" tIns="36000" rIns="72000" bIns="36000" numCol="1" spcCol="0" rtlCol="0" fromWordArt="0" anchor="ctr" anchorCtr="0" forceAA="0" compatLnSpc="1">
            <a:noAutofit/>
          </a:bodyPr>
          <a:lstStyle/>
          <a:p>
            <a:pPr lvl="0" algn="ctr">
              <a:buClrTx/>
              <a:buSzTx/>
              <a:buFontTx/>
            </a:pP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圆角矩形 10"/>
          <p:cNvSpPr/>
          <p:nvPr/>
        </p:nvSpPr>
        <p:spPr>
          <a:xfrm>
            <a:off x="5245100" y="2524125"/>
            <a:ext cx="6284595" cy="525780"/>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同侧圆角矩形 3"/>
          <p:cNvSpPr/>
          <p:nvPr/>
        </p:nvSpPr>
        <p:spPr>
          <a:xfrm>
            <a:off x="5245100" y="3136265"/>
            <a:ext cx="6284595" cy="525145"/>
          </a:xfrm>
          <a:prstGeom prst="round2SameRect">
            <a:avLst>
              <a:gd name="adj1" fmla="val 0"/>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2000" tIns="36000" rIns="72000" bIns="36000" numCol="1" spcCol="0" rtlCol="0" fromWordArt="0" anchor="ctr" anchorCtr="0" forceAA="0" compatLnSpc="1">
            <a:noAutofit/>
          </a:bodyPr>
          <a:lstStyle/>
          <a:p>
            <a:pPr lvl="0" algn="ctr">
              <a:buClrTx/>
              <a:buSzTx/>
              <a:buFontTx/>
            </a:pP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6" name="圆角矩形 95"/>
          <p:cNvSpPr/>
          <p:nvPr/>
        </p:nvSpPr>
        <p:spPr>
          <a:xfrm>
            <a:off x="5245100" y="4975225"/>
            <a:ext cx="6284595" cy="525780"/>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2000" tIns="36000" rIns="72000" bIns="36000" numCol="1" spcCol="0" rtlCol="0" fromWordArt="0" anchor="ctr" anchorCtr="0" forceAA="0" compatLnSpc="1">
            <a:noAutofit/>
          </a:bodyPr>
          <a:lstStyle/>
          <a:p>
            <a:pPr lvl="0" algn="ctr">
              <a:buClrTx/>
              <a:buSzTx/>
              <a:buFontTx/>
            </a:pP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7" name="同侧圆角矩形 96"/>
          <p:cNvSpPr/>
          <p:nvPr/>
        </p:nvSpPr>
        <p:spPr>
          <a:xfrm>
            <a:off x="5245100" y="5588635"/>
            <a:ext cx="6284595" cy="525145"/>
          </a:xfrm>
          <a:prstGeom prst="round2SameRect">
            <a:avLst>
              <a:gd name="adj1" fmla="val 0"/>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2000" tIns="36000" rIns="72000" bIns="36000" numCol="1" spcCol="0" rtlCol="0" fromWordArt="0" anchor="ctr" anchorCtr="0" forceAA="0" compatLnSpc="1">
            <a:noAutofit/>
          </a:bodyPr>
          <a:lstStyle/>
          <a:p>
            <a:pPr lvl="0" algn="ctr">
              <a:buClrTx/>
              <a:buSzTx/>
              <a:buFontTx/>
            </a:pPr>
            <a:endParaRPr kumimoji="1" lang="zh-CN" altLang="en-US"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同侧圆角矩形 4"/>
          <p:cNvSpPr/>
          <p:nvPr/>
        </p:nvSpPr>
        <p:spPr>
          <a:xfrm>
            <a:off x="8425180" y="1993900"/>
            <a:ext cx="1498600" cy="432000"/>
          </a:xfrm>
          <a:prstGeom prst="round2SameRect">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对比角度3</a:t>
            </a:r>
            <a:endPar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同侧圆角矩形 5"/>
          <p:cNvSpPr/>
          <p:nvPr/>
        </p:nvSpPr>
        <p:spPr>
          <a:xfrm>
            <a:off x="10029825" y="1993900"/>
            <a:ext cx="1498600" cy="432000"/>
          </a:xfrm>
          <a:prstGeom prst="round2SameRect">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对比角度4</a:t>
            </a:r>
            <a:endPar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同侧圆角矩形 6"/>
          <p:cNvSpPr/>
          <p:nvPr/>
        </p:nvSpPr>
        <p:spPr>
          <a:xfrm>
            <a:off x="6820535" y="1993900"/>
            <a:ext cx="1498600" cy="432000"/>
          </a:xfrm>
          <a:prstGeom prst="round2SameRect">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对比角度2</a:t>
            </a:r>
            <a:endPar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2" name="同侧圆角矩形 81"/>
          <p:cNvSpPr/>
          <p:nvPr/>
        </p:nvSpPr>
        <p:spPr>
          <a:xfrm>
            <a:off x="5215890" y="1993900"/>
            <a:ext cx="1499235" cy="432000"/>
          </a:xfrm>
          <a:prstGeom prst="round2SameRect">
            <a:avLst/>
          </a:prstGeom>
          <a:gradFill>
            <a:gsLst>
              <a:gs pos="0">
                <a:schemeClr val="accent1">
                  <a:lumMod val="60000"/>
                  <a:lumOff val="40000"/>
                </a:schemeClr>
              </a:gs>
              <a:gs pos="49000">
                <a:schemeClr val="accent2"/>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对比角度1</a:t>
            </a:r>
            <a:endParaRPr lang="zh-CN" altLang="en-US"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文本框 59"/>
          <p:cNvSpPr txBox="1"/>
          <p:nvPr/>
        </p:nvSpPr>
        <p:spPr>
          <a:xfrm>
            <a:off x="4362450" y="2633663"/>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rPr>
              <a:t>1</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1" name="文本框 70"/>
          <p:cNvSpPr txBox="1"/>
          <p:nvPr/>
        </p:nvSpPr>
        <p:spPr>
          <a:xfrm>
            <a:off x="4362450" y="3245485"/>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2</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7" name="文本框 76"/>
          <p:cNvSpPr txBox="1"/>
          <p:nvPr/>
        </p:nvSpPr>
        <p:spPr>
          <a:xfrm>
            <a:off x="4362450" y="3858578"/>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3</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0" name="文本框 79"/>
          <p:cNvSpPr txBox="1"/>
          <p:nvPr/>
        </p:nvSpPr>
        <p:spPr>
          <a:xfrm>
            <a:off x="4362450" y="4472623"/>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4</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2" name="文本框 121"/>
          <p:cNvSpPr txBox="1"/>
          <p:nvPr/>
        </p:nvSpPr>
        <p:spPr>
          <a:xfrm>
            <a:off x="4362450" y="5084763"/>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5</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3" name="文本框 122"/>
          <p:cNvSpPr txBox="1"/>
          <p:nvPr/>
        </p:nvSpPr>
        <p:spPr>
          <a:xfrm>
            <a:off x="4362450" y="5697855"/>
            <a:ext cx="775335" cy="306705"/>
          </a:xfrm>
          <a:prstGeom prst="rect">
            <a:avLst/>
          </a:prstGeom>
          <a:noFill/>
        </p:spPr>
        <p:txBody>
          <a:bodyPr wrap="square" rtlCol="0" anchor="ctr">
            <a:spAutoFit/>
          </a:bodyPr>
          <a:lstStyle/>
          <a:p>
            <a:pPr algn="r"/>
            <a:r>
              <a:rPr kumimoji="1" lang="zh-CN" altLang="en-US"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产品</a:t>
            </a:r>
            <a:r>
              <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6</a:t>
            </a:r>
            <a:endParaRPr kumimoji="1" lang="en-US" altLang="zh-CN" sz="140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9" name="文本框 88"/>
          <p:cNvSpPr txBox="1"/>
          <p:nvPr/>
        </p:nvSpPr>
        <p:spPr>
          <a:xfrm>
            <a:off x="5245100" y="2642942"/>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0" name="文本框 89"/>
          <p:cNvSpPr txBox="1"/>
          <p:nvPr/>
        </p:nvSpPr>
        <p:spPr>
          <a:xfrm>
            <a:off x="5245100" y="3254764"/>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2" name="文本框 91"/>
          <p:cNvSpPr txBox="1"/>
          <p:nvPr/>
        </p:nvSpPr>
        <p:spPr>
          <a:xfrm>
            <a:off x="5245100" y="3867857"/>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3" name="文本框 92"/>
          <p:cNvSpPr txBox="1"/>
          <p:nvPr/>
        </p:nvSpPr>
        <p:spPr>
          <a:xfrm>
            <a:off x="5245100" y="4481902"/>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4" name="文本框 93"/>
          <p:cNvSpPr txBox="1"/>
          <p:nvPr/>
        </p:nvSpPr>
        <p:spPr>
          <a:xfrm>
            <a:off x="5245100" y="5094042"/>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5" name="文本框 94"/>
          <p:cNvSpPr txBox="1"/>
          <p:nvPr/>
        </p:nvSpPr>
        <p:spPr>
          <a:xfrm>
            <a:off x="5245100" y="5707134"/>
            <a:ext cx="1469390"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7" name="文本框 106"/>
          <p:cNvSpPr txBox="1"/>
          <p:nvPr/>
        </p:nvSpPr>
        <p:spPr>
          <a:xfrm>
            <a:off x="6820535" y="264294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8" name="文本框 107"/>
          <p:cNvSpPr txBox="1"/>
          <p:nvPr/>
        </p:nvSpPr>
        <p:spPr>
          <a:xfrm>
            <a:off x="6820535" y="3254764"/>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9" name="文本框 108"/>
          <p:cNvSpPr txBox="1"/>
          <p:nvPr/>
        </p:nvSpPr>
        <p:spPr>
          <a:xfrm>
            <a:off x="6820535" y="3867857"/>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0" name="文本框 109"/>
          <p:cNvSpPr txBox="1"/>
          <p:nvPr/>
        </p:nvSpPr>
        <p:spPr>
          <a:xfrm>
            <a:off x="6820535" y="448190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1" name="文本框 110"/>
          <p:cNvSpPr txBox="1"/>
          <p:nvPr/>
        </p:nvSpPr>
        <p:spPr>
          <a:xfrm>
            <a:off x="6820535" y="509404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2" name="文本框 111"/>
          <p:cNvSpPr txBox="1"/>
          <p:nvPr/>
        </p:nvSpPr>
        <p:spPr>
          <a:xfrm>
            <a:off x="6820535" y="5707134"/>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6" name="文本框 115"/>
          <p:cNvSpPr txBox="1"/>
          <p:nvPr/>
        </p:nvSpPr>
        <p:spPr>
          <a:xfrm>
            <a:off x="8425180" y="2642942"/>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7" name="文本框 116"/>
          <p:cNvSpPr txBox="1"/>
          <p:nvPr/>
        </p:nvSpPr>
        <p:spPr>
          <a:xfrm>
            <a:off x="8425180" y="3254764"/>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8" name="文本框 117"/>
          <p:cNvSpPr txBox="1"/>
          <p:nvPr/>
        </p:nvSpPr>
        <p:spPr>
          <a:xfrm>
            <a:off x="8425180" y="3867857"/>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9" name="文本框 118"/>
          <p:cNvSpPr txBox="1"/>
          <p:nvPr/>
        </p:nvSpPr>
        <p:spPr>
          <a:xfrm>
            <a:off x="8425180" y="4481902"/>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0" name="文本框 119"/>
          <p:cNvSpPr txBox="1"/>
          <p:nvPr/>
        </p:nvSpPr>
        <p:spPr>
          <a:xfrm>
            <a:off x="8425180" y="5094042"/>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1" name="文本框 120"/>
          <p:cNvSpPr txBox="1"/>
          <p:nvPr/>
        </p:nvSpPr>
        <p:spPr>
          <a:xfrm>
            <a:off x="8425180" y="5707134"/>
            <a:ext cx="150050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4" name="文本框 123"/>
          <p:cNvSpPr txBox="1"/>
          <p:nvPr/>
        </p:nvSpPr>
        <p:spPr>
          <a:xfrm>
            <a:off x="10029825" y="264294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5" name="文本框 124"/>
          <p:cNvSpPr txBox="1"/>
          <p:nvPr/>
        </p:nvSpPr>
        <p:spPr>
          <a:xfrm>
            <a:off x="10029825" y="3254764"/>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6" name="文本框 125"/>
          <p:cNvSpPr txBox="1"/>
          <p:nvPr/>
        </p:nvSpPr>
        <p:spPr>
          <a:xfrm>
            <a:off x="10029825" y="3867857"/>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7" name="文本框 126"/>
          <p:cNvSpPr txBox="1"/>
          <p:nvPr/>
        </p:nvSpPr>
        <p:spPr>
          <a:xfrm>
            <a:off x="10029825" y="448190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8" name="文本框 127"/>
          <p:cNvSpPr txBox="1"/>
          <p:nvPr/>
        </p:nvSpPr>
        <p:spPr>
          <a:xfrm>
            <a:off x="10029825" y="5094042"/>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9" name="文本框 128"/>
          <p:cNvSpPr txBox="1"/>
          <p:nvPr/>
        </p:nvSpPr>
        <p:spPr>
          <a:xfrm>
            <a:off x="10029825" y="5707134"/>
            <a:ext cx="1497965" cy="288147"/>
          </a:xfrm>
          <a:prstGeom prst="rect">
            <a:avLst/>
          </a:prstGeom>
          <a:noFill/>
        </p:spPr>
        <p:txBody>
          <a:bodyPr wrap="square" lIns="72000" tIns="36000" rIns="72000" bIns="36000" rtlCol="0" anchor="ctr">
            <a:spAutoFit/>
          </a:bodyP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2" name="标题 2"/>
          <p:cNvSpPr txBox="1"/>
          <p:nvPr>
            <p:custDataLst>
              <p:tags r:id="rId1"/>
            </p:custDataLst>
          </p:nvPr>
        </p:nvSpPr>
        <p:spPr>
          <a:xfrm>
            <a:off x="570865" y="4958080"/>
            <a:ext cx="3336290" cy="1118870"/>
          </a:xfrm>
          <a:prstGeom prst="rect">
            <a:avLst/>
          </a:prstGeom>
        </p:spPr>
        <p:txBody>
          <a:bodyPr wrap="square" lIns="0" tIns="0" rIns="0" bIns="144145">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marL="285750" lvl="0" indent="-285750" algn="l">
              <a:lnSpc>
                <a:spcPct val="120000"/>
              </a:lnSpc>
              <a:spcBef>
                <a:spcPts val="400"/>
              </a:spcBef>
              <a:spcAft>
                <a:spcPts val="400"/>
              </a:spcAft>
              <a:buClrTx/>
              <a:buSzTx/>
              <a:buFont typeface="Arial" panose="020B0604020202090204" pitchFamily="34" charset="0"/>
              <a:buChar char="•"/>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285750" lvl="0" indent="-285750" algn="l">
              <a:lnSpc>
                <a:spcPct val="120000"/>
              </a:lnSpc>
              <a:spcBef>
                <a:spcPts val="400"/>
              </a:spcBef>
              <a:spcAft>
                <a:spcPts val="400"/>
              </a:spcAft>
              <a:buClrTx/>
              <a:buSzTx/>
              <a:buFont typeface="Arial" panose="020B0604020202090204" pitchFamily="34" charset="0"/>
              <a:buChar char="•"/>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285750" lvl="0" indent="-285750" algn="l">
              <a:lnSpc>
                <a:spcPct val="120000"/>
              </a:lnSpc>
              <a:spcBef>
                <a:spcPts val="400"/>
              </a:spcBef>
              <a:spcAft>
                <a:spcPts val="400"/>
              </a:spcAft>
              <a:buClrTx/>
              <a:buSzTx/>
              <a:buFont typeface="Arial" panose="020B0604020202090204" pitchFamily="34" charset="0"/>
              <a:buChar char="•"/>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133" name="组合 132"/>
          <p:cNvGrpSpPr/>
          <p:nvPr/>
        </p:nvGrpSpPr>
        <p:grpSpPr>
          <a:xfrm>
            <a:off x="570865" y="1855469"/>
            <a:ext cx="3336925" cy="2914602"/>
            <a:chOff x="1500" y="6773"/>
            <a:chExt cx="1892" cy="1597"/>
          </a:xfrm>
        </p:grpSpPr>
        <p:sp>
          <p:nvSpPr>
            <p:cNvPr id="134" name="圆角矩形 133"/>
            <p:cNvSpPr/>
            <p:nvPr/>
          </p:nvSpPr>
          <p:spPr>
            <a:xfrm>
              <a:off x="1500" y="6773"/>
              <a:ext cx="1892" cy="1597"/>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135" name="图形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39" y="7393"/>
              <a:ext cx="414" cy="414"/>
            </a:xfrm>
            <a:prstGeom prst="rect">
              <a:avLst/>
            </a:prstGeom>
          </p:spPr>
        </p:pic>
      </p:grpSp>
      <p:sp>
        <p:nvSpPr>
          <p:cNvPr id="137" name="同侧圆角矩形 136"/>
          <p:cNvSpPr/>
          <p:nvPr/>
        </p:nvSpPr>
        <p:spPr>
          <a:xfrm>
            <a:off x="4265930" y="1278255"/>
            <a:ext cx="752284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cxnSp>
        <p:nvCxnSpPr>
          <p:cNvPr id="13" name="直线连接符 12"/>
          <p:cNvCxnSpPr/>
          <p:nvPr>
            <p:custDataLst>
              <p:tags r:id="rId1"/>
            </p:custDataLst>
          </p:nvPr>
        </p:nvCxnSpPr>
        <p:spPr>
          <a:xfrm>
            <a:off x="416560" y="3552190"/>
            <a:ext cx="11356975" cy="0"/>
          </a:xfrm>
          <a:prstGeom prst="line">
            <a:avLst/>
          </a:prstGeom>
          <a:ln w="38100">
            <a:gradFill flip="none" rotWithShape="1">
              <a:gsLst>
                <a:gs pos="100000">
                  <a:schemeClr val="accent1"/>
                </a:gs>
                <a:gs pos="0">
                  <a:schemeClr val="accent2"/>
                </a:gs>
              </a:gsLst>
              <a:lin ang="108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80" name="椭圆 79"/>
          <p:cNvSpPr/>
          <p:nvPr/>
        </p:nvSpPr>
        <p:spPr>
          <a:xfrm>
            <a:off x="1633220" y="3439160"/>
            <a:ext cx="225425" cy="22542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同侧圆角矩形 29"/>
          <p:cNvSpPr/>
          <p:nvPr/>
        </p:nvSpPr>
        <p:spPr>
          <a:xfrm>
            <a:off x="407988" y="1339850"/>
            <a:ext cx="270065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同侧圆角矩形 30"/>
          <p:cNvSpPr/>
          <p:nvPr/>
        </p:nvSpPr>
        <p:spPr>
          <a:xfrm>
            <a:off x="407988" y="1781810"/>
            <a:ext cx="2700020" cy="136715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1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标题 2"/>
          <p:cNvSpPr txBox="1"/>
          <p:nvPr>
            <p:custDataLst>
              <p:tags r:id="rId2"/>
            </p:custDataLst>
          </p:nvPr>
        </p:nvSpPr>
        <p:spPr>
          <a:xfrm>
            <a:off x="1426845" y="3646805"/>
            <a:ext cx="637540" cy="29464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2019</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椭圆 37"/>
          <p:cNvSpPr/>
          <p:nvPr/>
        </p:nvSpPr>
        <p:spPr>
          <a:xfrm>
            <a:off x="3806825" y="3439160"/>
            <a:ext cx="225425" cy="22542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同侧圆角矩形 38"/>
          <p:cNvSpPr/>
          <p:nvPr/>
        </p:nvSpPr>
        <p:spPr>
          <a:xfrm>
            <a:off x="2567305" y="4166870"/>
            <a:ext cx="270065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同侧圆角矩形 39"/>
          <p:cNvSpPr/>
          <p:nvPr/>
        </p:nvSpPr>
        <p:spPr>
          <a:xfrm>
            <a:off x="2567305" y="4608830"/>
            <a:ext cx="2700655" cy="136715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1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标题 2"/>
          <p:cNvSpPr txBox="1"/>
          <p:nvPr>
            <p:custDataLst>
              <p:tags r:id="rId3"/>
            </p:custDataLst>
          </p:nvPr>
        </p:nvSpPr>
        <p:spPr>
          <a:xfrm>
            <a:off x="3600450" y="3646805"/>
            <a:ext cx="637540" cy="29464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2020</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椭圆 15"/>
          <p:cNvSpPr/>
          <p:nvPr/>
        </p:nvSpPr>
        <p:spPr>
          <a:xfrm>
            <a:off x="5980430" y="3439160"/>
            <a:ext cx="225425" cy="22542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同侧圆角矩形 16"/>
          <p:cNvSpPr/>
          <p:nvPr/>
        </p:nvSpPr>
        <p:spPr>
          <a:xfrm>
            <a:off x="4740275" y="1339850"/>
            <a:ext cx="270065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8" name="同侧圆角矩形 27"/>
          <p:cNvSpPr/>
          <p:nvPr/>
        </p:nvSpPr>
        <p:spPr>
          <a:xfrm>
            <a:off x="4739958" y="1781810"/>
            <a:ext cx="2701290" cy="136715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1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8" name="标题 2"/>
          <p:cNvSpPr txBox="1"/>
          <p:nvPr>
            <p:custDataLst>
              <p:tags r:id="rId4"/>
            </p:custDataLst>
          </p:nvPr>
        </p:nvSpPr>
        <p:spPr>
          <a:xfrm>
            <a:off x="5774055" y="3646805"/>
            <a:ext cx="637540" cy="29464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2021</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2" name="椭圆 41"/>
          <p:cNvSpPr/>
          <p:nvPr/>
        </p:nvSpPr>
        <p:spPr>
          <a:xfrm>
            <a:off x="8154035" y="3439160"/>
            <a:ext cx="225425" cy="22542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3" name="同侧圆角矩形 42"/>
          <p:cNvSpPr/>
          <p:nvPr/>
        </p:nvSpPr>
        <p:spPr>
          <a:xfrm>
            <a:off x="6913245" y="4174490"/>
            <a:ext cx="270065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4" name="同侧圆角矩形 43"/>
          <p:cNvSpPr/>
          <p:nvPr/>
        </p:nvSpPr>
        <p:spPr>
          <a:xfrm>
            <a:off x="6912610" y="4615815"/>
            <a:ext cx="2701925" cy="136715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1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9" name="标题 2"/>
          <p:cNvSpPr txBox="1"/>
          <p:nvPr>
            <p:custDataLst>
              <p:tags r:id="rId5"/>
            </p:custDataLst>
          </p:nvPr>
        </p:nvSpPr>
        <p:spPr>
          <a:xfrm>
            <a:off x="7947660" y="3646805"/>
            <a:ext cx="637540" cy="29464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2025</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3" name="椭圆 32"/>
          <p:cNvSpPr/>
          <p:nvPr/>
        </p:nvSpPr>
        <p:spPr>
          <a:xfrm>
            <a:off x="10327005" y="3439160"/>
            <a:ext cx="225425" cy="22542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4" name="同侧圆角矩形 33"/>
          <p:cNvSpPr/>
          <p:nvPr/>
        </p:nvSpPr>
        <p:spPr>
          <a:xfrm>
            <a:off x="9087485" y="1339850"/>
            <a:ext cx="270065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algn="ct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同侧圆角矩形 34"/>
          <p:cNvSpPr/>
          <p:nvPr/>
        </p:nvSpPr>
        <p:spPr>
          <a:xfrm>
            <a:off x="9087485" y="1781810"/>
            <a:ext cx="2700655" cy="136715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1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0" name="标题 2"/>
          <p:cNvSpPr txBox="1"/>
          <p:nvPr>
            <p:custDataLst>
              <p:tags r:id="rId6"/>
            </p:custDataLst>
          </p:nvPr>
        </p:nvSpPr>
        <p:spPr>
          <a:xfrm>
            <a:off x="10120630" y="3646805"/>
            <a:ext cx="637540" cy="294640"/>
          </a:xfrm>
          <a:prstGeom prst="rect">
            <a:avLst/>
          </a:prstGeom>
        </p:spPr>
        <p:txBody>
          <a:bodyPr wrap="square" lIns="0" tIns="0" rIns="0" bIns="0" anchor="ctr">
            <a:noAutofit/>
          </a:bodyPr>
          <a:lstStyle>
            <a:defPPr>
              <a:defRPr lang="zh-CN"/>
            </a:defPPr>
            <a:lvl1pPr>
              <a:lnSpc>
                <a:spcPct val="150000"/>
              </a:lnSpc>
              <a:spcBef>
                <a:spcPct val="0"/>
              </a:spcBef>
              <a:buNone/>
              <a:defRPr sz="1200">
                <a:latin typeface="FZLanTingHeiPro" panose="02000500000000000000" pitchFamily="2" charset="-122"/>
                <a:ea typeface="FZLanTingHeiPro" panose="02000500000000000000" pitchFamily="2" charset="-122"/>
                <a:cs typeface="+mj-cs"/>
              </a:defRPr>
            </a:lvl1pPr>
          </a:lstStyle>
          <a:p>
            <a:pPr lvl="0" algn="ctr">
              <a:lnSpc>
                <a:spcPct val="100000"/>
              </a:lnSpc>
              <a:buClrTx/>
              <a:buSzTx/>
              <a:buFontTx/>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未来</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任意多边形 1"/>
          <p:cNvSpPr/>
          <p:nvPr>
            <p:custDataLst>
              <p:tags r:id="rId1"/>
            </p:custDataLst>
          </p:nvPr>
        </p:nvSpPr>
        <p:spPr>
          <a:xfrm>
            <a:off x="0" y="1856740"/>
            <a:ext cx="11764645" cy="2065020"/>
          </a:xfrm>
          <a:custGeom>
            <a:avLst/>
            <a:gdLst>
              <a:gd name="connsiteX0" fmla="*/ 16538 w 16538"/>
              <a:gd name="connsiteY0" fmla="*/ 0 h 2858"/>
              <a:gd name="connsiteX1" fmla="*/ 16500 w 16538"/>
              <a:gd name="connsiteY1" fmla="*/ 33 h 2858"/>
              <a:gd name="connsiteX2" fmla="*/ 8269 w 16538"/>
              <a:gd name="connsiteY2" fmla="*/ 2858 h 2858"/>
              <a:gd name="connsiteX3" fmla="*/ 39 w 16538"/>
              <a:gd name="connsiteY3" fmla="*/ 33 h 2858"/>
              <a:gd name="connsiteX4" fmla="*/ 0 w 16538"/>
              <a:gd name="connsiteY4" fmla="*/ 0 h 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38" h="2858">
                <a:moveTo>
                  <a:pt x="16538" y="0"/>
                </a:moveTo>
                <a:lnTo>
                  <a:pt x="16500" y="33"/>
                </a:lnTo>
                <a:cubicBezTo>
                  <a:pt x="14393" y="1778"/>
                  <a:pt x="11483" y="2858"/>
                  <a:pt x="8269" y="2858"/>
                </a:cubicBezTo>
                <a:cubicBezTo>
                  <a:pt x="5055" y="2858"/>
                  <a:pt x="2145" y="1778"/>
                  <a:pt x="39" y="33"/>
                </a:cubicBezTo>
                <a:lnTo>
                  <a:pt x="0" y="0"/>
                </a:lnTo>
              </a:path>
            </a:pathLst>
          </a:custGeom>
          <a:ln w="123825">
            <a:gradFill>
              <a:gsLst>
                <a:gs pos="0">
                  <a:schemeClr val="accent1">
                    <a:alpha val="0"/>
                  </a:schemeClr>
                </a:gs>
                <a:gs pos="67000">
                  <a:schemeClr val="accent1"/>
                </a:gs>
              </a:gsLst>
              <a:lin ang="0" scaled="1"/>
            </a:gradFill>
            <a:headEnd type="triangle"/>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圆角矩形 2"/>
          <p:cNvSpPr/>
          <p:nvPr>
            <p:custDataLst>
              <p:tags r:id="rId2"/>
            </p:custDataLst>
          </p:nvPr>
        </p:nvSpPr>
        <p:spPr>
          <a:xfrm>
            <a:off x="494506" y="1787942"/>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椭圆 3"/>
          <p:cNvSpPr/>
          <p:nvPr>
            <p:custDataLst>
              <p:tags r:id="rId3"/>
            </p:custDataLst>
          </p:nvPr>
        </p:nvSpPr>
        <p:spPr>
          <a:xfrm>
            <a:off x="1234440" y="2670810"/>
            <a:ext cx="235585" cy="235585"/>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6" name="矩形 4"/>
          <p:cNvSpPr/>
          <p:nvPr>
            <p:custDataLst>
              <p:tags r:id="rId4"/>
            </p:custDataLst>
          </p:nvPr>
        </p:nvSpPr>
        <p:spPr>
          <a:xfrm>
            <a:off x="123190" y="579755"/>
            <a:ext cx="2457450" cy="1042670"/>
          </a:xfrm>
          <a:prstGeom prst="rect">
            <a:avLst/>
          </a:prstGeom>
          <a:noFill/>
        </p:spPr>
        <p:txBody>
          <a:bodyPr wrap="square" lIns="0" tIns="0" rIns="0" bIns="0" rtlCol="0" anchor="b"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请填写相关内</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7" name="圆角矩形 20"/>
          <p:cNvSpPr/>
          <p:nvPr>
            <p:custDataLst>
              <p:tags r:id="rId5"/>
            </p:custDataLst>
          </p:nvPr>
        </p:nvSpPr>
        <p:spPr>
          <a:xfrm>
            <a:off x="3136106" y="2683927"/>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椭圆 21"/>
          <p:cNvSpPr>
            <a:spLocks noChangeAspect="1"/>
          </p:cNvSpPr>
          <p:nvPr>
            <p:custDataLst>
              <p:tags r:id="rId6"/>
            </p:custDataLst>
          </p:nvPr>
        </p:nvSpPr>
        <p:spPr>
          <a:xfrm>
            <a:off x="3876675" y="3632835"/>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矩形 7"/>
          <p:cNvSpPr/>
          <p:nvPr>
            <p:custDataLst>
              <p:tags r:id="rId7"/>
            </p:custDataLst>
          </p:nvPr>
        </p:nvSpPr>
        <p:spPr>
          <a:xfrm>
            <a:off x="2766060" y="1463675"/>
            <a:ext cx="2457450" cy="1042670"/>
          </a:xfrm>
          <a:prstGeom prst="rect">
            <a:avLst/>
          </a:prstGeom>
          <a:noFill/>
        </p:spPr>
        <p:txBody>
          <a:bodyPr wrap="square" lIns="0" tIns="0" rIns="0" bIns="0" rtlCol="0" anchor="b" anchorCtr="0">
            <a:noAutofit/>
          </a:bodyPr>
          <a:lstStyle/>
          <a:p>
            <a:pPr algn="ctr">
              <a:lnSpc>
                <a:spcPct val="120000"/>
              </a:lnSpc>
              <a:spcBef>
                <a:spcPct val="0"/>
              </a:spcBef>
              <a:spcAft>
                <a:spcPct val="0"/>
              </a:spcAft>
            </a:pPr>
            <a:r>
              <a:rPr lang="en-US"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en-US" altLang="zh-CN" sz="14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dirty="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32" name="圆角矩形 5"/>
          <p:cNvSpPr/>
          <p:nvPr>
            <p:custDataLst>
              <p:tags r:id="rId8"/>
            </p:custDataLst>
          </p:nvPr>
        </p:nvSpPr>
        <p:spPr>
          <a:xfrm>
            <a:off x="5897721" y="2800767"/>
            <a:ext cx="1717997" cy="448745"/>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椭圆 6"/>
          <p:cNvSpPr>
            <a:spLocks noChangeAspect="1"/>
          </p:cNvSpPr>
          <p:nvPr>
            <p:custDataLst>
              <p:tags r:id="rId9"/>
            </p:custDataLst>
          </p:nvPr>
        </p:nvSpPr>
        <p:spPr>
          <a:xfrm>
            <a:off x="6637655" y="3749675"/>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6" name="矩形 10"/>
          <p:cNvSpPr/>
          <p:nvPr>
            <p:custDataLst>
              <p:tags r:id="rId10"/>
            </p:custDataLst>
          </p:nvPr>
        </p:nvSpPr>
        <p:spPr>
          <a:xfrm>
            <a:off x="5527040" y="1597660"/>
            <a:ext cx="2457450" cy="1042670"/>
          </a:xfrm>
          <a:prstGeom prst="rect">
            <a:avLst/>
          </a:prstGeom>
          <a:noFill/>
        </p:spPr>
        <p:txBody>
          <a:bodyPr wrap="square" lIns="0" tIns="0" rIns="0" bIns="0" rtlCol="0" anchor="b"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37" name="圆角矩形 8"/>
          <p:cNvSpPr/>
          <p:nvPr>
            <p:custDataLst>
              <p:tags r:id="rId11"/>
            </p:custDataLst>
          </p:nvPr>
        </p:nvSpPr>
        <p:spPr>
          <a:xfrm>
            <a:off x="8615521" y="2130207"/>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椭圆 38"/>
          <p:cNvSpPr>
            <a:spLocks noChangeAspect="1"/>
          </p:cNvSpPr>
          <p:nvPr>
            <p:custDataLst>
              <p:tags r:id="rId12"/>
            </p:custDataLst>
          </p:nvPr>
        </p:nvSpPr>
        <p:spPr>
          <a:xfrm>
            <a:off x="9355455" y="3091180"/>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矩形 12"/>
          <p:cNvSpPr/>
          <p:nvPr>
            <p:custDataLst>
              <p:tags r:id="rId13"/>
            </p:custDataLst>
          </p:nvPr>
        </p:nvSpPr>
        <p:spPr>
          <a:xfrm>
            <a:off x="8244840" y="880745"/>
            <a:ext cx="2457450" cy="1042670"/>
          </a:xfrm>
          <a:prstGeom prst="rect">
            <a:avLst/>
          </a:prstGeom>
          <a:noFill/>
        </p:spPr>
        <p:txBody>
          <a:bodyPr wrap="square" lIns="0" tIns="0" rIns="0" bIns="0" rtlCol="0" anchor="b"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41" name="椭圆 28"/>
          <p:cNvSpPr/>
          <p:nvPr>
            <p:custDataLst>
              <p:tags r:id="rId14"/>
            </p:custDataLst>
          </p:nvPr>
        </p:nvSpPr>
        <p:spPr>
          <a:xfrm>
            <a:off x="2452370" y="3246755"/>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圆角矩形 29"/>
          <p:cNvSpPr/>
          <p:nvPr>
            <p:custDataLst>
              <p:tags r:id="rId15"/>
            </p:custDataLst>
          </p:nvPr>
        </p:nvSpPr>
        <p:spPr>
          <a:xfrm>
            <a:off x="1712436" y="4105057"/>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矩形 16"/>
          <p:cNvSpPr/>
          <p:nvPr>
            <p:custDataLst>
              <p:tags r:id="rId16"/>
            </p:custDataLst>
          </p:nvPr>
        </p:nvSpPr>
        <p:spPr>
          <a:xfrm>
            <a:off x="1342390" y="4692650"/>
            <a:ext cx="2457450" cy="950595"/>
          </a:xfrm>
          <a:prstGeom prst="rect">
            <a:avLst/>
          </a:prstGeom>
          <a:noFill/>
        </p:spPr>
        <p:txBody>
          <a:bodyPr wrap="square" lIns="0" tIns="0" rIns="0" bIns="0" rtlCol="0" anchor="t"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请填写相关内</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椭圆 13"/>
          <p:cNvSpPr>
            <a:spLocks noChangeAspect="1"/>
          </p:cNvSpPr>
          <p:nvPr>
            <p:custDataLst>
              <p:tags r:id="rId17"/>
            </p:custDataLst>
          </p:nvPr>
        </p:nvSpPr>
        <p:spPr>
          <a:xfrm>
            <a:off x="5257165" y="3796030"/>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14"/>
          <p:cNvSpPr/>
          <p:nvPr>
            <p:custDataLst>
              <p:tags r:id="rId18"/>
            </p:custDataLst>
          </p:nvPr>
        </p:nvSpPr>
        <p:spPr>
          <a:xfrm>
            <a:off x="4517231" y="4655602"/>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矩形 17"/>
          <p:cNvSpPr/>
          <p:nvPr>
            <p:custDataLst>
              <p:tags r:id="rId19"/>
            </p:custDataLst>
          </p:nvPr>
        </p:nvSpPr>
        <p:spPr>
          <a:xfrm>
            <a:off x="4146550" y="5240020"/>
            <a:ext cx="2457450" cy="807085"/>
          </a:xfrm>
          <a:prstGeom prst="rect">
            <a:avLst/>
          </a:prstGeom>
          <a:noFill/>
        </p:spPr>
        <p:txBody>
          <a:bodyPr wrap="square" lIns="0" tIns="0" rIns="0" bIns="0" rtlCol="0" anchor="t"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椭圆 32"/>
          <p:cNvSpPr>
            <a:spLocks noChangeAspect="1"/>
          </p:cNvSpPr>
          <p:nvPr>
            <p:custDataLst>
              <p:tags r:id="rId20"/>
            </p:custDataLst>
          </p:nvPr>
        </p:nvSpPr>
        <p:spPr>
          <a:xfrm>
            <a:off x="8018145" y="3521710"/>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圆角矩形 33"/>
          <p:cNvSpPr/>
          <p:nvPr>
            <p:custDataLst>
              <p:tags r:id="rId21"/>
            </p:custDataLst>
          </p:nvPr>
        </p:nvSpPr>
        <p:spPr>
          <a:xfrm>
            <a:off x="7278211" y="4345722"/>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矩形 18"/>
          <p:cNvSpPr/>
          <p:nvPr>
            <p:custDataLst>
              <p:tags r:id="rId22"/>
            </p:custDataLst>
          </p:nvPr>
        </p:nvSpPr>
        <p:spPr>
          <a:xfrm>
            <a:off x="6908165" y="4946650"/>
            <a:ext cx="2457450" cy="950595"/>
          </a:xfrm>
          <a:prstGeom prst="rect">
            <a:avLst/>
          </a:prstGeom>
          <a:noFill/>
        </p:spPr>
        <p:txBody>
          <a:bodyPr wrap="square" lIns="0" tIns="0" rIns="0" bIns="0" rtlCol="0" anchor="t" anchorCtr="0">
            <a:noAutofit/>
          </a:bodyPr>
          <a:lstStyle/>
          <a:p>
            <a:pPr algn="ctr">
              <a:lnSpc>
                <a:spcPct val="120000"/>
              </a:lnSpc>
              <a:spcBef>
                <a:spcPct val="0"/>
              </a:spcBef>
              <a:spcAft>
                <a:spcPct val="0"/>
              </a:spcAft>
            </a:pPr>
            <a:r>
              <a:rPr lang="en-US"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ct val="0"/>
              </a:spcBef>
              <a:spcAft>
                <a:spcPct val="0"/>
              </a:spcAft>
            </a:pPr>
            <a:r>
              <a:rPr lang="en-US" altLang="zh-CN" sz="1400">
                <a:solidFill>
                  <a:schemeClr val="tx1"/>
                </a:solidFill>
                <a:latin typeface="Arial" panose="020B0604020202090204" pitchFamily="34" charset="0"/>
                <a:ea typeface="微软雅黑" panose="020B0502040204020203" pitchFamily="34" charset="-122"/>
                <a:cs typeface="Arial" panose="020B0604020202090204" pitchFamily="34" charset="0"/>
              </a:rPr>
              <a:t> </a:t>
            </a:r>
            <a:r>
              <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椭圆 9"/>
          <p:cNvSpPr>
            <a:spLocks noChangeAspect="1"/>
          </p:cNvSpPr>
          <p:nvPr>
            <p:custDataLst>
              <p:tags r:id="rId23"/>
            </p:custDataLst>
          </p:nvPr>
        </p:nvSpPr>
        <p:spPr>
          <a:xfrm>
            <a:off x="10700385" y="2426335"/>
            <a:ext cx="238125" cy="23749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1" name="圆角矩形 11"/>
          <p:cNvSpPr/>
          <p:nvPr>
            <p:custDataLst>
              <p:tags r:id="rId24"/>
            </p:custDataLst>
          </p:nvPr>
        </p:nvSpPr>
        <p:spPr>
          <a:xfrm>
            <a:off x="9959816" y="3286542"/>
            <a:ext cx="1717997" cy="448745"/>
          </a:xfrm>
          <a:prstGeom prst="roundRect">
            <a:avLst>
              <a:gd name="adj" fmla="val 50000"/>
            </a:avLst>
          </a:prstGeom>
          <a:solidFill>
            <a:schemeClr val="bg1">
              <a:alpha val="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none" lIns="180000" tIns="36000" rIns="180000" bIns="36195" numCol="1" spcCol="0" rtlCol="0" fromWordArt="0" anchor="ctr" anchorCtr="0" forceAA="0" compatLnSpc="1">
            <a:spAutoFit/>
          </a:bodyPr>
          <a:lstStyle/>
          <a:p>
            <a:pPr lvl="0" algn="ctr">
              <a:buClrTx/>
              <a:buSzTx/>
              <a:buFontTx/>
              <a:defRPr/>
            </a:pPr>
            <a:r>
              <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4" name="圆角矩形 74"/>
          <p:cNvSpPr/>
          <p:nvPr>
            <p:custDataLst>
              <p:tags r:id="rId1"/>
            </p:custDataLst>
          </p:nvPr>
        </p:nvSpPr>
        <p:spPr>
          <a:xfrm>
            <a:off x="419735" y="4103370"/>
            <a:ext cx="1424940" cy="1914525"/>
          </a:xfrm>
          <a:prstGeom prst="roundRect">
            <a:avLst>
              <a:gd name="adj" fmla="val 4186"/>
            </a:avLst>
          </a:prstGeom>
          <a:solidFill>
            <a:schemeClr val="bg2"/>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rgbClr val="3370FF"/>
              </a:solidFill>
              <a:latin typeface="Arial" panose="020B0604020202090204" pitchFamily="34" charset="0"/>
              <a:ea typeface="微软雅黑" panose="020B0502040204020203" pitchFamily="34" charset="-122"/>
              <a:cs typeface="Arial" panose="020B0604020202090204" pitchFamily="34" charset="0"/>
            </a:endParaRPr>
          </a:p>
        </p:txBody>
      </p:sp>
      <p:sp>
        <p:nvSpPr>
          <p:cNvPr id="29" name="圆角矩形 74"/>
          <p:cNvSpPr/>
          <p:nvPr>
            <p:custDataLst>
              <p:tags r:id="rId2"/>
            </p:custDataLst>
          </p:nvPr>
        </p:nvSpPr>
        <p:spPr>
          <a:xfrm>
            <a:off x="1951990" y="4103370"/>
            <a:ext cx="1441450" cy="1914525"/>
          </a:xfrm>
          <a:prstGeom prst="roundRect">
            <a:avLst>
              <a:gd name="adj" fmla="val 4186"/>
            </a:avLst>
          </a:prstGeom>
          <a:solidFill>
            <a:schemeClr val="bg2"/>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dirty="0">
              <a:solidFill>
                <a:srgbClr val="3370F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3" name="圆角矩形 82"/>
          <p:cNvSpPr/>
          <p:nvPr/>
        </p:nvSpPr>
        <p:spPr>
          <a:xfrm>
            <a:off x="7777163" y="4060190"/>
            <a:ext cx="4006850" cy="1957070"/>
          </a:xfrm>
          <a:prstGeom prst="roundRect">
            <a:avLst>
              <a:gd name="adj" fmla="val 262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圆角矩形 10"/>
          <p:cNvSpPr/>
          <p:nvPr/>
        </p:nvSpPr>
        <p:spPr>
          <a:xfrm>
            <a:off x="3662347" y="157861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2" name="同侧圆角矩形 81"/>
          <p:cNvSpPr/>
          <p:nvPr/>
        </p:nvSpPr>
        <p:spPr>
          <a:xfrm>
            <a:off x="3662347" y="1096645"/>
            <a:ext cx="1548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同侧圆角矩形 6"/>
          <p:cNvSpPr/>
          <p:nvPr/>
        </p:nvSpPr>
        <p:spPr>
          <a:xfrm>
            <a:off x="5305764" y="1096645"/>
            <a:ext cx="1548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同侧圆角矩形 4"/>
          <p:cNvSpPr/>
          <p:nvPr/>
        </p:nvSpPr>
        <p:spPr>
          <a:xfrm>
            <a:off x="6949181" y="1096645"/>
            <a:ext cx="1548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同侧圆角矩形 5"/>
          <p:cNvSpPr/>
          <p:nvPr/>
        </p:nvSpPr>
        <p:spPr>
          <a:xfrm>
            <a:off x="8592598" y="1096645"/>
            <a:ext cx="1548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同侧圆角矩形 38"/>
          <p:cNvSpPr/>
          <p:nvPr/>
        </p:nvSpPr>
        <p:spPr>
          <a:xfrm>
            <a:off x="10236013" y="1096645"/>
            <a:ext cx="1548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4" name="矩形 53"/>
          <p:cNvSpPr/>
          <p:nvPr>
            <p:custDataLst>
              <p:tags r:id="rId3"/>
            </p:custDataLst>
          </p:nvPr>
        </p:nvSpPr>
        <p:spPr>
          <a:xfrm>
            <a:off x="354330" y="2639060"/>
            <a:ext cx="2771775" cy="337185"/>
          </a:xfrm>
          <a:prstGeom prst="rect">
            <a:avLst/>
          </a:prstGeom>
          <a:noFill/>
          <a:ln>
            <a:noFill/>
          </a:ln>
        </p:spPr>
        <p:txBody>
          <a:bodyPr wrap="square" lIns="91440" tIns="45720" rIns="91440" bIns="45720" rtlCol="0" anchor="ctr" anchorCtr="0">
            <a:spAutoFit/>
          </a:bodyPr>
          <a:lstStyle/>
          <a:p>
            <a:pPr lvl="0" algn="l" defTabSz="264160" hangingPunct="0">
              <a:buClrTx/>
              <a:buSzTx/>
              <a:buFontTx/>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矩形 54"/>
          <p:cNvSpPr/>
          <p:nvPr>
            <p:custDataLst>
              <p:tags r:id="rId4"/>
            </p:custDataLst>
          </p:nvPr>
        </p:nvSpPr>
        <p:spPr>
          <a:xfrm>
            <a:off x="458470" y="2967355"/>
            <a:ext cx="2755265" cy="238760"/>
          </a:xfrm>
          <a:prstGeom prst="rect">
            <a:avLst/>
          </a:prstGeom>
          <a:noFill/>
        </p:spPr>
        <p:txBody>
          <a:bodyPr wrap="square" lIns="0" tIns="0" rIns="0" bIns="0" rtlCol="0" anchor="t" anchorCtr="0">
            <a:noAutofit/>
          </a:bodyPr>
          <a:lstStyle/>
          <a:p>
            <a:pPr indent="0" algn="just" fontAlgn="auto">
              <a:lnSpc>
                <a:spcPct val="100000"/>
              </a:lnSpc>
              <a:spcBef>
                <a:spcPct val="0"/>
              </a:spcBef>
              <a:spcAft>
                <a:spcPct val="0"/>
              </a:spcAft>
            </a:pPr>
            <a:r>
              <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7" name="圆角矩形 56"/>
          <p:cNvSpPr/>
          <p:nvPr/>
        </p:nvSpPr>
        <p:spPr>
          <a:xfrm>
            <a:off x="415925" y="1097915"/>
            <a:ext cx="2979420" cy="1446530"/>
          </a:xfrm>
          <a:prstGeom prst="roundRect">
            <a:avLst>
              <a:gd name="adj" fmla="val 542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58" name="图形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56715" y="1556385"/>
            <a:ext cx="497205" cy="528320"/>
          </a:xfrm>
          <a:prstGeom prst="rect">
            <a:avLst/>
          </a:prstGeom>
        </p:spPr>
      </p:pic>
      <p:sp>
        <p:nvSpPr>
          <p:cNvPr id="59" name="圆角矩形 58"/>
          <p:cNvSpPr/>
          <p:nvPr/>
        </p:nvSpPr>
        <p:spPr>
          <a:xfrm>
            <a:off x="415925" y="3473450"/>
            <a:ext cx="1442085" cy="412750"/>
          </a:xfrm>
          <a:prstGeom prst="roundRect">
            <a:avLst>
              <a:gd name="adj" fmla="val 1461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圆角矩形 61"/>
          <p:cNvSpPr/>
          <p:nvPr/>
        </p:nvSpPr>
        <p:spPr>
          <a:xfrm>
            <a:off x="1951990" y="3473450"/>
            <a:ext cx="1442085" cy="412750"/>
          </a:xfrm>
          <a:prstGeom prst="roundRect">
            <a:avLst>
              <a:gd name="adj" fmla="val 1461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84" name="图形 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61818" y="4707890"/>
            <a:ext cx="635000" cy="661035"/>
          </a:xfrm>
          <a:prstGeom prst="rect">
            <a:avLst/>
          </a:prstGeom>
        </p:spPr>
      </p:pic>
      <p:sp>
        <p:nvSpPr>
          <p:cNvPr id="85" name="圆角矩形 84"/>
          <p:cNvSpPr/>
          <p:nvPr/>
        </p:nvSpPr>
        <p:spPr>
          <a:xfrm>
            <a:off x="3610610" y="4060190"/>
            <a:ext cx="4004945" cy="1957070"/>
          </a:xfrm>
          <a:prstGeom prst="roundRect">
            <a:avLst>
              <a:gd name="adj" fmla="val 262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86" name="图形 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95900" y="4707890"/>
            <a:ext cx="635000" cy="661035"/>
          </a:xfrm>
          <a:prstGeom prst="rect">
            <a:avLst/>
          </a:prstGeom>
        </p:spPr>
      </p:pic>
      <p:cxnSp>
        <p:nvCxnSpPr>
          <p:cNvPr id="88" name="直接连接符 87"/>
          <p:cNvCxnSpPr/>
          <p:nvPr/>
        </p:nvCxnSpPr>
        <p:spPr>
          <a:xfrm>
            <a:off x="3651885" y="3805555"/>
            <a:ext cx="6376670" cy="0"/>
          </a:xfrm>
          <a:prstGeom prst="line">
            <a:avLst/>
          </a:prstGeom>
          <a:ln w="25400">
            <a:solidFill>
              <a:schemeClr val="accent1">
                <a:lumMod val="60000"/>
                <a:lumOff val="40000"/>
              </a:schemeClr>
            </a:solidFill>
            <a:tailEnd type="oval"/>
          </a:ln>
        </p:spPr>
        <p:style>
          <a:lnRef idx="2">
            <a:schemeClr val="accent1"/>
          </a:lnRef>
          <a:fillRef idx="0">
            <a:srgbClr val="FFFFFF"/>
          </a:fillRef>
          <a:effectRef idx="0">
            <a:srgbClr val="FFFFFF"/>
          </a:effectRef>
          <a:fontRef idx="minor">
            <a:schemeClr val="tx1"/>
          </a:fontRef>
        </p:style>
      </p:cxnSp>
      <p:sp>
        <p:nvSpPr>
          <p:cNvPr id="91" name="矩形 90"/>
          <p:cNvSpPr/>
          <p:nvPr>
            <p:custDataLst>
              <p:tags r:id="rId9"/>
            </p:custDataLst>
          </p:nvPr>
        </p:nvSpPr>
        <p:spPr>
          <a:xfrm>
            <a:off x="9088755" y="3641725"/>
            <a:ext cx="2646045" cy="337185"/>
          </a:xfrm>
          <a:prstGeom prst="rect">
            <a:avLst/>
          </a:prstGeom>
          <a:noFill/>
          <a:ln>
            <a:noFill/>
          </a:ln>
        </p:spPr>
        <p:txBody>
          <a:bodyPr wrap="square" lIns="91440" tIns="45720" rIns="91440" bIns="45720" rtlCol="0" anchor="ctr" anchorCtr="0">
            <a:spAutoFit/>
          </a:bodyPr>
          <a:lstStyle/>
          <a:p>
            <a:pPr lvl="0" algn="r" defTabSz="264160" hangingPunct="0">
              <a:buClrTx/>
              <a:buSzTx/>
              <a:buFontTx/>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五边形 7"/>
          <p:cNvSpPr/>
          <p:nvPr/>
        </p:nvSpPr>
        <p:spPr>
          <a:xfrm rot="5400000">
            <a:off x="1054100" y="3761105"/>
            <a:ext cx="157480" cy="457835"/>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圆角矩形 74"/>
          <p:cNvSpPr/>
          <p:nvPr>
            <p:custDataLst>
              <p:tags r:id="rId10"/>
            </p:custDataLst>
          </p:nvPr>
        </p:nvSpPr>
        <p:spPr>
          <a:xfrm>
            <a:off x="564515" y="4361815"/>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2" name="圆角矩形 74"/>
          <p:cNvSpPr/>
          <p:nvPr>
            <p:custDataLst>
              <p:tags r:id="rId11"/>
            </p:custDataLst>
          </p:nvPr>
        </p:nvSpPr>
        <p:spPr>
          <a:xfrm>
            <a:off x="564515" y="4878705"/>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7" name="圆角矩形 74"/>
          <p:cNvSpPr/>
          <p:nvPr>
            <p:custDataLst>
              <p:tags r:id="rId12"/>
            </p:custDataLst>
          </p:nvPr>
        </p:nvSpPr>
        <p:spPr>
          <a:xfrm>
            <a:off x="564515" y="5396230"/>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8" name="圆角矩形 74"/>
          <p:cNvSpPr/>
          <p:nvPr>
            <p:custDataLst>
              <p:tags r:id="rId13"/>
            </p:custDataLst>
          </p:nvPr>
        </p:nvSpPr>
        <p:spPr>
          <a:xfrm>
            <a:off x="2105660" y="4361815"/>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4" name="圆角矩形 74"/>
          <p:cNvSpPr/>
          <p:nvPr>
            <p:custDataLst>
              <p:tags r:id="rId14"/>
            </p:custDataLst>
          </p:nvPr>
        </p:nvSpPr>
        <p:spPr>
          <a:xfrm>
            <a:off x="2105660" y="4878705"/>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圆角矩形 74"/>
          <p:cNvSpPr/>
          <p:nvPr>
            <p:custDataLst>
              <p:tags r:id="rId15"/>
            </p:custDataLst>
          </p:nvPr>
        </p:nvSpPr>
        <p:spPr>
          <a:xfrm>
            <a:off x="2105660" y="5396230"/>
            <a:ext cx="1135380" cy="412750"/>
          </a:xfrm>
          <a:prstGeom prst="roundRect">
            <a:avLst>
              <a:gd name="adj" fmla="val 8831"/>
            </a:avLst>
          </a:prstGeom>
          <a:solidFill>
            <a:schemeClr val="bg1"/>
          </a:solidFill>
          <a:ln w="635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五边形 45"/>
          <p:cNvSpPr/>
          <p:nvPr/>
        </p:nvSpPr>
        <p:spPr>
          <a:xfrm rot="16200000" flipV="1">
            <a:off x="2613025" y="3761422"/>
            <a:ext cx="157480" cy="4572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圆角矩形 8"/>
          <p:cNvSpPr/>
          <p:nvPr/>
        </p:nvSpPr>
        <p:spPr>
          <a:xfrm>
            <a:off x="3662347" y="2068305"/>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圆角矩形 16"/>
          <p:cNvSpPr/>
          <p:nvPr/>
        </p:nvSpPr>
        <p:spPr>
          <a:xfrm>
            <a:off x="3662347" y="255800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圆角矩形 17"/>
          <p:cNvSpPr/>
          <p:nvPr/>
        </p:nvSpPr>
        <p:spPr>
          <a:xfrm>
            <a:off x="3662347" y="3041613"/>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圆角矩形 29"/>
          <p:cNvSpPr/>
          <p:nvPr/>
        </p:nvSpPr>
        <p:spPr>
          <a:xfrm>
            <a:off x="5305764" y="157861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1" name="圆角矩形 30"/>
          <p:cNvSpPr/>
          <p:nvPr/>
        </p:nvSpPr>
        <p:spPr>
          <a:xfrm>
            <a:off x="5305764" y="2068305"/>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圆角矩形 46"/>
          <p:cNvSpPr/>
          <p:nvPr/>
        </p:nvSpPr>
        <p:spPr>
          <a:xfrm>
            <a:off x="5305764" y="255800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8" name="圆角矩形 47"/>
          <p:cNvSpPr/>
          <p:nvPr/>
        </p:nvSpPr>
        <p:spPr>
          <a:xfrm>
            <a:off x="5305764" y="3041613"/>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9" name="圆角矩形 48"/>
          <p:cNvSpPr/>
          <p:nvPr/>
        </p:nvSpPr>
        <p:spPr>
          <a:xfrm>
            <a:off x="6949181" y="157861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0" name="圆角矩形 49"/>
          <p:cNvSpPr/>
          <p:nvPr/>
        </p:nvSpPr>
        <p:spPr>
          <a:xfrm>
            <a:off x="6949181" y="2068305"/>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圆角矩形 50"/>
          <p:cNvSpPr/>
          <p:nvPr/>
        </p:nvSpPr>
        <p:spPr>
          <a:xfrm>
            <a:off x="6949181" y="255800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圆角矩形 51"/>
          <p:cNvSpPr/>
          <p:nvPr/>
        </p:nvSpPr>
        <p:spPr>
          <a:xfrm>
            <a:off x="6949181" y="3041613"/>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3" name="圆角矩形 52"/>
          <p:cNvSpPr/>
          <p:nvPr/>
        </p:nvSpPr>
        <p:spPr>
          <a:xfrm>
            <a:off x="8592598" y="157861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6" name="圆角矩形 55"/>
          <p:cNvSpPr/>
          <p:nvPr/>
        </p:nvSpPr>
        <p:spPr>
          <a:xfrm>
            <a:off x="8592598" y="2068305"/>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0" name="圆角矩形 59"/>
          <p:cNvSpPr/>
          <p:nvPr/>
        </p:nvSpPr>
        <p:spPr>
          <a:xfrm>
            <a:off x="8592598" y="255800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1" name="圆角矩形 60"/>
          <p:cNvSpPr/>
          <p:nvPr/>
        </p:nvSpPr>
        <p:spPr>
          <a:xfrm>
            <a:off x="8592598" y="3041613"/>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3" name="圆角矩形 62"/>
          <p:cNvSpPr/>
          <p:nvPr/>
        </p:nvSpPr>
        <p:spPr>
          <a:xfrm>
            <a:off x="10236013" y="157861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4" name="圆角矩形 63"/>
          <p:cNvSpPr/>
          <p:nvPr/>
        </p:nvSpPr>
        <p:spPr>
          <a:xfrm>
            <a:off x="10236013" y="2068305"/>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5" name="圆角矩形 64"/>
          <p:cNvSpPr/>
          <p:nvPr/>
        </p:nvSpPr>
        <p:spPr>
          <a:xfrm>
            <a:off x="10236013" y="2558000"/>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6" name="圆角矩形 65"/>
          <p:cNvSpPr/>
          <p:nvPr/>
        </p:nvSpPr>
        <p:spPr>
          <a:xfrm>
            <a:off x="10236013" y="3041613"/>
            <a:ext cx="1548000" cy="432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8" name="圆角矩形 7"/>
          <p:cNvSpPr/>
          <p:nvPr/>
        </p:nvSpPr>
        <p:spPr>
          <a:xfrm>
            <a:off x="523875" y="1442720"/>
            <a:ext cx="5923915" cy="4690745"/>
          </a:xfrm>
          <a:prstGeom prst="roundRect">
            <a:avLst>
              <a:gd name="adj" fmla="val 3383"/>
            </a:avLst>
          </a:prstGeom>
          <a:solidFill>
            <a:schemeClr val="bg2"/>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矩形 9"/>
          <p:cNvSpPr/>
          <p:nvPr/>
        </p:nvSpPr>
        <p:spPr>
          <a:xfrm>
            <a:off x="6910705" y="4728845"/>
            <a:ext cx="4567555" cy="398780"/>
          </a:xfrm>
          <a:prstGeom prst="rect">
            <a:avLst/>
          </a:prstGeom>
          <a:noFill/>
          <a:ln>
            <a:noFill/>
          </a:ln>
        </p:spPr>
        <p:txBody>
          <a:bodyPr wrap="square" lIns="91440" tIns="45720" rIns="91440" bIns="45720" rtlCol="0" anchor="ctr">
            <a:spAutoFit/>
          </a:bodyPr>
          <a:lstStyle/>
          <a:p>
            <a:pPr lvl="0" algn="ctr" defTabSz="264160" hangingPunct="0">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“中国电子云，至信铸云，守正创新”</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矩形 1"/>
          <p:cNvSpPr/>
          <p:nvPr/>
        </p:nvSpPr>
        <p:spPr>
          <a:xfrm>
            <a:off x="1453833" y="1638301"/>
            <a:ext cx="4064000" cy="521970"/>
          </a:xfrm>
          <a:prstGeom prst="rect">
            <a:avLst/>
          </a:prstGeom>
          <a:noFill/>
          <a:ln>
            <a:noFill/>
          </a:ln>
        </p:spPr>
        <p:txBody>
          <a:bodyPr wrap="square" rtlCol="0" anchor="ctr">
            <a:spAutoFit/>
          </a:bodyPr>
          <a:lstStyle/>
          <a:p>
            <a:pPr lvl="0" algn="ctr" defTabSz="264160" hangingPunct="0">
              <a:buClrTx/>
              <a:buSzTx/>
              <a:buFontTx/>
            </a:pPr>
            <a:r>
              <a:rPr lang="zh-CN" altLang="en-US" sz="28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28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文本框 6"/>
          <p:cNvSpPr txBox="1"/>
          <p:nvPr/>
        </p:nvSpPr>
        <p:spPr>
          <a:xfrm>
            <a:off x="955358" y="2372995"/>
            <a:ext cx="5060950" cy="3482975"/>
          </a:xfrm>
          <a:prstGeom prst="rect">
            <a:avLst/>
          </a:prstGeom>
          <a:noFill/>
        </p:spPr>
        <p:txBody>
          <a:bodyPr wrap="square" rtlCol="0">
            <a:no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endPar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4" name="图形 3"/>
          <p:cNvPicPr>
            <a:picLocks noChangeAspect="1"/>
          </p:cNvPicPr>
          <p:nvPr/>
        </p:nvPicPr>
        <p:blipFill>
          <a:blip r:embed="rId1" cstate="screen">
            <a:extLst>
              <a:ext uri="{96DAC541-7B7A-43D3-8B79-37D633B846F1}">
                <asvg:svgBlip xmlns:asvg="http://schemas.microsoft.com/office/drawing/2016/SVG/main" r:embed="rId2"/>
              </a:ext>
            </a:extLst>
          </a:blip>
          <a:stretch>
            <a:fillRect/>
          </a:stretch>
        </p:blipFill>
        <p:spPr>
          <a:xfrm>
            <a:off x="7725148" y="2286953"/>
            <a:ext cx="2938667" cy="2052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0" name="同侧圆角矩形 29"/>
          <p:cNvSpPr/>
          <p:nvPr/>
        </p:nvSpPr>
        <p:spPr>
          <a:xfrm>
            <a:off x="410846" y="1247140"/>
            <a:ext cx="5534660" cy="504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同侧圆角矩形 30"/>
          <p:cNvSpPr/>
          <p:nvPr/>
        </p:nvSpPr>
        <p:spPr>
          <a:xfrm>
            <a:off x="410846" y="1751330"/>
            <a:ext cx="5534660" cy="4229100"/>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同侧圆角矩形 16"/>
          <p:cNvSpPr/>
          <p:nvPr/>
        </p:nvSpPr>
        <p:spPr>
          <a:xfrm>
            <a:off x="6246495" y="1247140"/>
            <a:ext cx="5534660" cy="504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13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76855" y="3672840"/>
            <a:ext cx="776605" cy="802640"/>
          </a:xfrm>
          <a:prstGeom prst="rect">
            <a:avLst/>
          </a:prstGeom>
        </p:spPr>
      </p:pic>
      <p:sp>
        <p:nvSpPr>
          <p:cNvPr id="2" name="同侧圆角矩形 1"/>
          <p:cNvSpPr/>
          <p:nvPr/>
        </p:nvSpPr>
        <p:spPr>
          <a:xfrm>
            <a:off x="6246495" y="1751330"/>
            <a:ext cx="5534660" cy="4229100"/>
          </a:xfrm>
          <a:prstGeom prst="round2SameRect">
            <a:avLst>
              <a:gd name="adj1" fmla="val 0"/>
              <a:gd name="adj2" fmla="val 3407"/>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25205" y="3672840"/>
            <a:ext cx="776605" cy="8026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r>
              <a:rPr>
                <a:sym typeface="+mn-ea"/>
              </a:rPr>
              <a:t>此处添加主标题文案</a:t>
            </a:r>
            <a:endParaRPr lang="zh-CN" altLang="en-US"/>
          </a:p>
        </p:txBody>
      </p:sp>
      <p:sp>
        <p:nvSpPr>
          <p:cNvPr id="4" name="三角形 3"/>
          <p:cNvSpPr/>
          <p:nvPr>
            <p:custDataLst>
              <p:tags r:id="rId1"/>
            </p:custDataLst>
          </p:nvPr>
        </p:nvSpPr>
        <p:spPr>
          <a:xfrm rot="5400000">
            <a:off x="2191385" y="2783840"/>
            <a:ext cx="5187950" cy="1671320"/>
          </a:xfrm>
          <a:prstGeom prst="triangle">
            <a:avLst/>
          </a:prstGeom>
          <a:gradFill flip="none" rotWithShape="1">
            <a:gsLst>
              <a:gs pos="23000">
                <a:schemeClr val="bg1"/>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7" name="组合 6"/>
          <p:cNvGrpSpPr/>
          <p:nvPr>
            <p:custDataLst>
              <p:tags r:id="rId2"/>
            </p:custDataLst>
          </p:nvPr>
        </p:nvGrpSpPr>
        <p:grpSpPr>
          <a:xfrm>
            <a:off x="423667" y="941070"/>
            <a:ext cx="11354930" cy="5022907"/>
            <a:chOff x="903" y="2081"/>
            <a:chExt cx="17364" cy="7680"/>
          </a:xfrm>
        </p:grpSpPr>
        <p:sp>
          <p:nvSpPr>
            <p:cNvPr id="610" name="椭圆 609"/>
            <p:cNvSpPr/>
            <p:nvPr>
              <p:custDataLst>
                <p:tags r:id="rId3"/>
              </p:custDataLst>
            </p:nvPr>
          </p:nvSpPr>
          <p:spPr>
            <a:xfrm>
              <a:off x="6022" y="2081"/>
              <a:ext cx="7065" cy="7066"/>
            </a:xfrm>
            <a:prstGeom prst="ellipse">
              <a:avLst/>
            </a:prstGeom>
            <a:gradFill>
              <a:gsLst>
                <a:gs pos="0">
                  <a:schemeClr val="accent2">
                    <a:lumMod val="20000"/>
                    <a:lumOff val="80000"/>
                    <a:alpha val="59000"/>
                  </a:schemeClr>
                </a:gs>
                <a:gs pos="99000">
                  <a:schemeClr val="bg1"/>
                </a:gs>
              </a:gsLst>
              <a:lin ang="144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585" name="椭圆 584"/>
            <p:cNvSpPr>
              <a:spLocks noChangeAspect="1"/>
            </p:cNvSpPr>
            <p:nvPr>
              <p:custDataLst>
                <p:tags r:id="rId4"/>
              </p:custDataLst>
            </p:nvPr>
          </p:nvSpPr>
          <p:spPr>
            <a:xfrm>
              <a:off x="7128" y="3186"/>
              <a:ext cx="4856" cy="4857"/>
            </a:xfrm>
            <a:prstGeom prst="ellipse">
              <a:avLst/>
            </a:prstGeom>
            <a:solidFill>
              <a:schemeClr val="bg1">
                <a:alpha val="50000"/>
              </a:schemeClr>
            </a:solidFill>
            <a:ln>
              <a:solidFill>
                <a:schemeClr val="accent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400" b="1" dirty="0">
                <a:gradFill>
                  <a:gsLst>
                    <a:gs pos="0">
                      <a:srgbClr val="23B7F3"/>
                    </a:gs>
                    <a:gs pos="100000">
                      <a:srgbClr val="3370FF"/>
                    </a:gs>
                  </a:gsLst>
                  <a:lin ang="0" scaled="0"/>
                </a:gra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2" name="矩形: 圆角 6"/>
            <p:cNvSpPr/>
            <p:nvPr>
              <p:custDataLst>
                <p:tags r:id="rId5"/>
              </p:custDataLst>
            </p:nvPr>
          </p:nvSpPr>
          <p:spPr>
            <a:xfrm rot="5400000">
              <a:off x="504" y="2903"/>
              <a:ext cx="6211" cy="5413"/>
            </a:xfrm>
            <a:prstGeom prst="roundRect">
              <a:avLst>
                <a:gd name="adj" fmla="val 3323"/>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9" name="椭圆 608"/>
            <p:cNvSpPr>
              <a:spLocks noChangeAspect="1"/>
            </p:cNvSpPr>
            <p:nvPr>
              <p:custDataLst>
                <p:tags r:id="rId6"/>
              </p:custDataLst>
            </p:nvPr>
          </p:nvSpPr>
          <p:spPr>
            <a:xfrm>
              <a:off x="7720" y="3778"/>
              <a:ext cx="3670" cy="3671"/>
            </a:xfrm>
            <a:prstGeom prst="ellipse">
              <a:avLst/>
            </a:prstGeom>
            <a:solidFill>
              <a:schemeClr val="accent1">
                <a:lumMod val="20000"/>
                <a:lumOff val="80000"/>
                <a:alpha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pic>
          <p:nvPicPr>
            <p:cNvPr id="114" name="图片 113" descr="采购招标"/>
            <p:cNvPicPr>
              <a:picLocks noChangeAspect="1"/>
            </p:cNvPicPr>
            <p:nvPr/>
          </p:nvPicPr>
          <p:blipFill>
            <a:blip r:embed="rId7" cstate="screen">
              <a:extLst>
                <a:ext uri="{96DAC541-7B7A-43D3-8B79-37D633B846F1}">
                  <asvg:svgBlip xmlns:asvg="http://schemas.microsoft.com/office/drawing/2016/SVG/main" r:embed="rId8"/>
                </a:ext>
              </a:extLst>
            </a:blip>
            <a:stretch>
              <a:fillRect/>
            </a:stretch>
          </p:blipFill>
          <p:spPr>
            <a:xfrm>
              <a:off x="8809" y="4867"/>
              <a:ext cx="1493" cy="1493"/>
            </a:xfrm>
            <a:prstGeom prst="rect">
              <a:avLst/>
            </a:prstGeom>
          </p:spPr>
        </p:pic>
        <p:sp>
          <p:nvSpPr>
            <p:cNvPr id="592" name="弧形 591"/>
            <p:cNvSpPr/>
            <p:nvPr>
              <p:custDataLst>
                <p:tags r:id="rId9"/>
              </p:custDataLst>
            </p:nvPr>
          </p:nvSpPr>
          <p:spPr>
            <a:xfrm rot="14400000">
              <a:off x="7600" y="3659"/>
              <a:ext cx="3911" cy="3911"/>
            </a:xfrm>
            <a:prstGeom prst="arc">
              <a:avLst>
                <a:gd name="adj1" fmla="val 18745312"/>
                <a:gd name="adj2" fmla="val 5566165"/>
              </a:avLst>
            </a:prstGeom>
            <a:ln w="6350">
              <a:gradFill>
                <a:gsLst>
                  <a:gs pos="0">
                    <a:schemeClr val="accent2">
                      <a:alpha val="0"/>
                    </a:schemeClr>
                  </a:gs>
                  <a:gs pos="65000">
                    <a:schemeClr val="accent1"/>
                  </a:gs>
                </a:gsLst>
                <a:lin ang="5400000" scaled="1"/>
              </a:gradFill>
              <a:prstDash val="dash"/>
              <a:tailEnd type="triangle"/>
            </a:ln>
            <a:effectLst/>
          </p:spPr>
          <p:style>
            <a:lnRef idx="1">
              <a:srgbClr val="376FFF"/>
            </a:lnRef>
            <a:fillRef idx="0">
              <a:srgbClr val="376FFF"/>
            </a:fillRef>
            <a:effectRef idx="0">
              <a:srgbClr val="376FFF"/>
            </a:effectRef>
            <a:fontRef idx="minor">
              <a:srgbClr val="000000"/>
            </a:fontRef>
          </p:style>
          <p:txBody>
            <a:bodyPr rtlCol="0" anchor="ctr"/>
            <a:lstStyle>
              <a:defPPr>
                <a:defRPr lang="zh-CN"/>
              </a:defPPr>
              <a:lvl1pPr marL="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1pPr>
              <a:lvl2pPr marL="4572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2pPr>
              <a:lvl3pPr marL="9144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3pPr>
              <a:lvl4pPr marL="13716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4pPr>
              <a:lvl5pPr marL="18288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5pPr>
              <a:lvl6pPr marL="22860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6pPr>
              <a:lvl7pPr marL="27432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7pPr>
              <a:lvl8pPr marL="32004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8pPr>
              <a:lvl9pPr marL="36576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9pPr>
            </a:lstStyle>
            <a:p>
              <a:pPr algn="ctr"/>
              <a:endParaRPr lang="zh-CN" altLang="en-US">
                <a:solidFill>
                  <a:srgbClr val="000000"/>
                </a:solidFill>
                <a:latin typeface="Arial" panose="020B0604020202090204" pitchFamily="34" charset="0"/>
                <a:ea typeface="微软雅黑" panose="020B0502040204020203" pitchFamily="34" charset="-122"/>
                <a:cs typeface="Arial" panose="020B0604020202090204" pitchFamily="34" charset="0"/>
              </a:endParaRPr>
            </a:p>
          </p:txBody>
        </p:sp>
        <p:sp>
          <p:nvSpPr>
            <p:cNvPr id="587" name="椭圆 586"/>
            <p:cNvSpPr/>
            <p:nvPr>
              <p:custDataLst>
                <p:tags r:id="rId10"/>
              </p:custDataLst>
            </p:nvPr>
          </p:nvSpPr>
          <p:spPr>
            <a:xfrm>
              <a:off x="6681" y="5107"/>
              <a:ext cx="1012" cy="1012"/>
            </a:xfrm>
            <a:prstGeom prst="ellipse">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36195" rIns="71755" bIns="36195" numCol="1" spcCol="0" rtlCol="0" fromWordArt="0" anchor="ctr" anchorCtr="0" forceAA="0" compatLnSpc="1">
              <a:noAutofit/>
            </a:bodyPr>
            <a:lstStyle/>
            <a:p>
              <a:pPr lvl="0" algn="ctr">
                <a:buClrTx/>
                <a:buSzTx/>
                <a:buFontTx/>
                <a:defRPr/>
              </a:pPr>
              <a:endParaRPr lang="zh-CN" altLang="en-US" sz="2400"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588" name="椭圆 587"/>
            <p:cNvSpPr/>
            <p:nvPr>
              <p:custDataLst>
                <p:tags r:id="rId11"/>
              </p:custDataLst>
            </p:nvPr>
          </p:nvSpPr>
          <p:spPr>
            <a:xfrm>
              <a:off x="11427" y="5107"/>
              <a:ext cx="1012" cy="1012"/>
            </a:xfrm>
            <a:prstGeom prst="ellipse">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36195" rIns="71755" bIns="36195" numCol="1" spcCol="0" rtlCol="0" fromWordArt="0" anchor="ctr" anchorCtr="0" forceAA="0" compatLnSpc="1">
              <a:noAutofit/>
            </a:bodyPr>
            <a:lstStyle/>
            <a:p>
              <a:pPr lvl="0" algn="ctr">
                <a:buClrTx/>
                <a:buSzTx/>
                <a:buFontTx/>
                <a:defRPr/>
              </a:pPr>
              <a:endParaRPr lang="zh-CN" altLang="en-US" sz="2400"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118" name="弧形 117"/>
            <p:cNvSpPr/>
            <p:nvPr>
              <p:custDataLst>
                <p:tags r:id="rId12"/>
              </p:custDataLst>
            </p:nvPr>
          </p:nvSpPr>
          <p:spPr>
            <a:xfrm rot="4080000">
              <a:off x="7601" y="3660"/>
              <a:ext cx="3911" cy="3911"/>
            </a:xfrm>
            <a:prstGeom prst="arc">
              <a:avLst>
                <a:gd name="adj1" fmla="val 18745312"/>
                <a:gd name="adj2" fmla="val 5566165"/>
              </a:avLst>
            </a:prstGeom>
            <a:ln w="6350">
              <a:gradFill>
                <a:gsLst>
                  <a:gs pos="0">
                    <a:schemeClr val="accent2"/>
                  </a:gs>
                  <a:gs pos="60000">
                    <a:schemeClr val="accent1"/>
                  </a:gs>
                </a:gsLst>
                <a:lin ang="5400000" scaled="1"/>
              </a:gradFill>
              <a:prstDash val="dash"/>
              <a:tailEnd type="triangle"/>
            </a:ln>
            <a:effectLst/>
          </p:spPr>
          <p:style>
            <a:lnRef idx="1">
              <a:srgbClr val="376FFF"/>
            </a:lnRef>
            <a:fillRef idx="0">
              <a:srgbClr val="376FFF"/>
            </a:fillRef>
            <a:effectRef idx="0">
              <a:srgbClr val="376FFF"/>
            </a:effectRef>
            <a:fontRef idx="minor">
              <a:srgbClr val="000000"/>
            </a:fontRef>
          </p:style>
          <p:txBody>
            <a:bodyPr rtlCol="0" anchor="ctr"/>
            <a:lstStyle>
              <a:defPPr>
                <a:defRPr lang="zh-CN"/>
              </a:defPPr>
              <a:lvl1pPr marL="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1pPr>
              <a:lvl2pPr marL="4572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2pPr>
              <a:lvl3pPr marL="9144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3pPr>
              <a:lvl4pPr marL="13716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4pPr>
              <a:lvl5pPr marL="18288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5pPr>
              <a:lvl6pPr marL="22860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6pPr>
              <a:lvl7pPr marL="27432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7pPr>
              <a:lvl8pPr marL="32004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8pPr>
              <a:lvl9pPr marL="3657600" algn="l" defTabSz="914400" rtl="0" eaLnBrk="1" latinLnBrk="0" hangingPunct="1">
                <a:defRPr sz="1800" kern="1200">
                  <a:solidFill>
                    <a:srgbClr val="000000"/>
                  </a:solidFill>
                  <a:latin typeface="Arial" panose="020B0604020202090204" pitchFamily="34" charset="0"/>
                  <a:ea typeface="微软雅黑" panose="020B0502040204020203" pitchFamily="34" charset="-122"/>
                  <a:cs typeface="+mn-ea"/>
                </a:defRPr>
              </a:lvl9pPr>
            </a:lstStyle>
            <a:p>
              <a:pPr algn="ctr"/>
              <a:endParaRPr lang="zh-CN" altLang="en-US">
                <a:solidFill>
                  <a:srgbClr val="000000"/>
                </a:solidFill>
                <a:latin typeface="Arial" panose="020B0604020202090204" pitchFamily="34" charset="0"/>
                <a:ea typeface="微软雅黑" panose="020B0502040204020203" pitchFamily="34" charset="-122"/>
                <a:cs typeface="Arial" panose="020B0604020202090204" pitchFamily="34" charset="0"/>
              </a:endParaRPr>
            </a:p>
          </p:txBody>
        </p:sp>
        <p:pic>
          <p:nvPicPr>
            <p:cNvPr id="143" name="图片 16" descr="343439383331313b343532303033323bd3a6d3c3b9dcc0ed"/>
            <p:cNvPicPr>
              <a:picLocks noChangeAspect="1"/>
            </p:cNvPicPr>
            <p:nvPr>
              <p:custDataLst>
                <p:tags r:id="rId13"/>
              </p:custDataLst>
            </p:nvPr>
          </p:nvPicPr>
          <p:blipFill>
            <a:blip r:embed="rId14" cstate="screen">
              <a:extLst>
                <a:ext uri="{96DAC541-7B7A-43D3-8B79-37D633B846F1}">
                  <asvg:svgBlip xmlns:asvg="http://schemas.microsoft.com/office/drawing/2016/SVG/main" r:embed="rId15"/>
                </a:ext>
              </a:extLst>
            </a:blip>
            <a:stretch>
              <a:fillRect/>
            </a:stretch>
          </p:blipFill>
          <p:spPr>
            <a:xfrm>
              <a:off x="11726" y="5359"/>
              <a:ext cx="471" cy="471"/>
            </a:xfrm>
            <a:prstGeom prst="rect">
              <a:avLst/>
            </a:prstGeom>
            <a:gradFill flip="none" rotWithShape="1">
              <a:gsLst>
                <a:gs pos="0">
                  <a:srgbClr val="446EF6"/>
                </a:gs>
                <a:gs pos="100000">
                  <a:srgbClr val="8E55F6"/>
                </a:gs>
              </a:gsLst>
              <a:lin ang="0" scaled="1"/>
              <a:tileRect/>
            </a:gradFill>
          </p:spPr>
        </p:pic>
        <p:pic>
          <p:nvPicPr>
            <p:cNvPr id="146" name="图片 4" descr="343439383331313b343532303032303bb8f6c8cbd0c5cfa2"/>
            <p:cNvPicPr>
              <a:picLocks noChangeAspect="1"/>
            </p:cNvPicPr>
            <p:nvPr>
              <p:custDataLst>
                <p:tags r:id="rId16"/>
              </p:custDataLst>
            </p:nvPr>
          </p:nvPicPr>
          <p:blipFill>
            <a:blip r:embed="rId17" cstate="screen">
              <a:extLst>
                <a:ext uri="{96DAC541-7B7A-43D3-8B79-37D633B846F1}">
                  <asvg:svgBlip xmlns:asvg="http://schemas.microsoft.com/office/drawing/2016/SVG/main" r:embed="rId18"/>
                </a:ext>
              </a:extLst>
            </a:blip>
            <a:stretch>
              <a:fillRect/>
            </a:stretch>
          </p:blipFill>
          <p:spPr>
            <a:xfrm>
              <a:off x="6935" y="5375"/>
              <a:ext cx="471" cy="471"/>
            </a:xfrm>
            <a:prstGeom prst="rect">
              <a:avLst/>
            </a:prstGeom>
          </p:spPr>
        </p:pic>
        <p:sp>
          <p:nvSpPr>
            <p:cNvPr id="149" name="矩形 148"/>
            <p:cNvSpPr/>
            <p:nvPr/>
          </p:nvSpPr>
          <p:spPr>
            <a:xfrm>
              <a:off x="6935" y="9057"/>
              <a:ext cx="4687" cy="704"/>
            </a:xfrm>
            <a:prstGeom prst="rect">
              <a:avLst/>
            </a:prstGeom>
            <a:noFill/>
            <a:ln>
              <a:noFill/>
            </a:ln>
          </p:spPr>
          <p:txBody>
            <a:bodyPr wrap="square" lIns="91440" tIns="45720" rIns="91440" bIns="45720" rtlCol="0" anchor="ctr" anchorCtr="0">
              <a:spAutoFit/>
            </a:bodyPr>
            <a:lstStyle/>
            <a:p>
              <a:pPr lvl="0" algn="ctr" defTabSz="264160" hangingPunct="0">
                <a:buClrTx/>
                <a:buSzTx/>
                <a:buFontTx/>
              </a:pPr>
              <a:r>
                <a:rPr lang="zh-CN" altLang="en-US" sz="2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2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椭圆 7"/>
            <p:cNvSpPr>
              <a:spLocks noChangeAspect="1"/>
            </p:cNvSpPr>
            <p:nvPr>
              <p:custDataLst>
                <p:tags r:id="rId19"/>
              </p:custDataLst>
            </p:nvPr>
          </p:nvSpPr>
          <p:spPr>
            <a:xfrm>
              <a:off x="7986" y="4007"/>
              <a:ext cx="3174" cy="3174"/>
            </a:xfrm>
            <a:prstGeom prst="ellipse">
              <a:avLst/>
            </a:prstGeom>
            <a:gradFill flip="none" rotWithShape="1">
              <a:gsLst>
                <a:gs pos="100000">
                  <a:schemeClr val="accent2">
                    <a:lumMod val="60000"/>
                    <a:lumOff val="40000"/>
                  </a:schemeClr>
                </a:gs>
                <a:gs pos="0">
                  <a:schemeClr val="accent2">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defRPr/>
              </a:pPr>
              <a:endParaRPr lang="zh-CN" altLang="en-US" sz="1600" noProof="0" dirty="0">
                <a:ln>
                  <a:noFill/>
                </a:ln>
                <a:solidFill>
                  <a:schemeClr val="bg1"/>
                </a:solidFill>
                <a:effectLst/>
                <a:uLnTx/>
                <a:uFillTx/>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10" name="圆角矩形 9"/>
            <p:cNvSpPr/>
            <p:nvPr/>
          </p:nvSpPr>
          <p:spPr>
            <a:xfrm>
              <a:off x="8968" y="5390"/>
              <a:ext cx="1176" cy="446"/>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 name="图片 147" descr="采购招标"/>
            <p:cNvSpPr/>
            <p:nvPr/>
          </p:nvSpPr>
          <p:spPr>
            <a:xfrm>
              <a:off x="8931" y="4794"/>
              <a:ext cx="1423" cy="1348"/>
            </a:xfrm>
            <a:custGeom>
              <a:avLst/>
              <a:gdLst>
                <a:gd name="connsiteX0" fmla="*/ 1005 w 1423"/>
                <a:gd name="connsiteY0" fmla="*/ 519 h 1348"/>
                <a:gd name="connsiteX1" fmla="*/ 1172 w 1423"/>
                <a:gd name="connsiteY1" fmla="*/ 250 h 1348"/>
                <a:gd name="connsiteX2" fmla="*/ 1148 w 1423"/>
                <a:gd name="connsiteY2" fmla="*/ 157 h 1348"/>
                <a:gd name="connsiteX3" fmla="*/ 1245 w 1423"/>
                <a:gd name="connsiteY3" fmla="*/ 0 h 1348"/>
                <a:gd name="connsiteX4" fmla="*/ 1287 w 1423"/>
                <a:gd name="connsiteY4" fmla="*/ 116 h 1348"/>
                <a:gd name="connsiteX5" fmla="*/ 1319 w 1423"/>
                <a:gd name="connsiteY5" fmla="*/ 136 h 1348"/>
                <a:gd name="connsiteX6" fmla="*/ 1423 w 1423"/>
                <a:gd name="connsiteY6" fmla="*/ 136 h 1348"/>
                <a:gd name="connsiteX7" fmla="*/ 1324 w 1423"/>
                <a:gd name="connsiteY7" fmla="*/ 288 h 1348"/>
                <a:gd name="connsiteX8" fmla="*/ 1247 w 1423"/>
                <a:gd name="connsiteY8" fmla="*/ 300 h 1348"/>
                <a:gd name="connsiteX9" fmla="*/ 1057 w 1423"/>
                <a:gd name="connsiteY9" fmla="*/ 569 h 1348"/>
                <a:gd name="connsiteX10" fmla="*/ 1276 w 1423"/>
                <a:gd name="connsiteY10" fmla="*/ 367 h 1348"/>
                <a:gd name="connsiteX11" fmla="*/ 1295 w 1423"/>
                <a:gd name="connsiteY11" fmla="*/ 436 h 1348"/>
                <a:gd name="connsiteX12" fmla="*/ 1295 w 1423"/>
                <a:gd name="connsiteY12" fmla="*/ 1215 h 1348"/>
                <a:gd name="connsiteX13" fmla="*/ 1162 w 1423"/>
                <a:gd name="connsiteY13" fmla="*/ 1348 h 1348"/>
                <a:gd name="connsiteX14" fmla="*/ 133 w 1423"/>
                <a:gd name="connsiteY14" fmla="*/ 1348 h 1348"/>
                <a:gd name="connsiteX15" fmla="*/ 0 w 1423"/>
                <a:gd name="connsiteY15" fmla="*/ 1215 h 1348"/>
                <a:gd name="connsiteX16" fmla="*/ 0 w 1423"/>
                <a:gd name="connsiteY16" fmla="*/ 436 h 1348"/>
                <a:gd name="connsiteX17" fmla="*/ 133 w 1423"/>
                <a:gd name="connsiteY17" fmla="*/ 303 h 1348"/>
                <a:gd name="connsiteX18" fmla="*/ 460 w 1423"/>
                <a:gd name="connsiteY18" fmla="*/ 303 h 1348"/>
                <a:gd name="connsiteX19" fmla="*/ 648 w 1423"/>
                <a:gd name="connsiteY19" fmla="*/ 170 h 1348"/>
                <a:gd name="connsiteX20" fmla="*/ 835 w 1423"/>
                <a:gd name="connsiteY20" fmla="*/ 303 h 1348"/>
                <a:gd name="connsiteX21" fmla="*/ 1077 w 1423"/>
                <a:gd name="connsiteY21" fmla="*/ 303 h 1348"/>
                <a:gd name="connsiteX22" fmla="*/ 1005 w 1423"/>
                <a:gd name="connsiteY22" fmla="*/ 519 h 1348"/>
                <a:gd name="connsiteX23" fmla="*/ 647 w 1423"/>
                <a:gd name="connsiteY23" fmla="*/ 303 h 1348"/>
                <a:gd name="connsiteX24" fmla="*/ 581 w 1423"/>
                <a:gd name="connsiteY24" fmla="*/ 370 h 1348"/>
                <a:gd name="connsiteX25" fmla="*/ 647 w 1423"/>
                <a:gd name="connsiteY25" fmla="*/ 436 h 1348"/>
                <a:gd name="connsiteX26" fmla="*/ 714 w 1423"/>
                <a:gd name="connsiteY26" fmla="*/ 370 h 1348"/>
                <a:gd name="connsiteX27" fmla="*/ 647 w 1423"/>
                <a:gd name="connsiteY27" fmla="*/ 303 h 1348"/>
                <a:gd name="connsiteX28" fmla="*/ 326 w 1423"/>
                <a:gd name="connsiteY28" fmla="*/ 724 h 1348"/>
                <a:gd name="connsiteX29" fmla="*/ 142 w 1423"/>
                <a:gd name="connsiteY29" fmla="*/ 740 h 1348"/>
                <a:gd name="connsiteX30" fmla="*/ 149 w 1423"/>
                <a:gd name="connsiteY30" fmla="*/ 768 h 1348"/>
                <a:gd name="connsiteX31" fmla="*/ 350 w 1423"/>
                <a:gd name="connsiteY31" fmla="*/ 751 h 1348"/>
                <a:gd name="connsiteX32" fmla="*/ 326 w 1423"/>
                <a:gd name="connsiteY32" fmla="*/ 724 h 1348"/>
                <a:gd name="connsiteX33" fmla="*/ 308 w 1423"/>
                <a:gd name="connsiteY33" fmla="*/ 833 h 1348"/>
                <a:gd name="connsiteX34" fmla="*/ 348 w 1423"/>
                <a:gd name="connsiteY34" fmla="*/ 774 h 1348"/>
                <a:gd name="connsiteX35" fmla="*/ 317 w 1423"/>
                <a:gd name="connsiteY35" fmla="*/ 762 h 1348"/>
                <a:gd name="connsiteX36" fmla="*/ 284 w 1423"/>
                <a:gd name="connsiteY36" fmla="*/ 823 h 1348"/>
                <a:gd name="connsiteX37" fmla="*/ 308 w 1423"/>
                <a:gd name="connsiteY37" fmla="*/ 833 h 1348"/>
                <a:gd name="connsiteX38" fmla="*/ 206 w 1423"/>
                <a:gd name="connsiteY38" fmla="*/ 819 h 1348"/>
                <a:gd name="connsiteX39" fmla="*/ 181 w 1423"/>
                <a:gd name="connsiteY39" fmla="*/ 774 h 1348"/>
                <a:gd name="connsiteX40" fmla="*/ 156 w 1423"/>
                <a:gd name="connsiteY40" fmla="*/ 785 h 1348"/>
                <a:gd name="connsiteX41" fmla="*/ 179 w 1423"/>
                <a:gd name="connsiteY41" fmla="*/ 830 h 1348"/>
                <a:gd name="connsiteX42" fmla="*/ 206 w 1423"/>
                <a:gd name="connsiteY42" fmla="*/ 819 h 1348"/>
                <a:gd name="connsiteX43" fmla="*/ 360 w 1423"/>
                <a:gd name="connsiteY43" fmla="*/ 868 h 1348"/>
                <a:gd name="connsiteX44" fmla="*/ 360 w 1423"/>
                <a:gd name="connsiteY44" fmla="*/ 839 h 1348"/>
                <a:gd name="connsiteX45" fmla="*/ 264 w 1423"/>
                <a:gd name="connsiteY45" fmla="*/ 839 h 1348"/>
                <a:gd name="connsiteX46" fmla="*/ 264 w 1423"/>
                <a:gd name="connsiteY46" fmla="*/ 818 h 1348"/>
                <a:gd name="connsiteX47" fmla="*/ 240 w 1423"/>
                <a:gd name="connsiteY47" fmla="*/ 818 h 1348"/>
                <a:gd name="connsiteX48" fmla="*/ 266 w 1423"/>
                <a:gd name="connsiteY48" fmla="*/ 809 h 1348"/>
                <a:gd name="connsiteX49" fmla="*/ 249 w 1423"/>
                <a:gd name="connsiteY49" fmla="*/ 766 h 1348"/>
                <a:gd name="connsiteX50" fmla="*/ 222 w 1423"/>
                <a:gd name="connsiteY50" fmla="*/ 775 h 1348"/>
                <a:gd name="connsiteX51" fmla="*/ 237 w 1423"/>
                <a:gd name="connsiteY51" fmla="*/ 818 h 1348"/>
                <a:gd name="connsiteX52" fmla="*/ 232 w 1423"/>
                <a:gd name="connsiteY52" fmla="*/ 818 h 1348"/>
                <a:gd name="connsiteX53" fmla="*/ 232 w 1423"/>
                <a:gd name="connsiteY53" fmla="*/ 839 h 1348"/>
                <a:gd name="connsiteX54" fmla="*/ 138 w 1423"/>
                <a:gd name="connsiteY54" fmla="*/ 839 h 1348"/>
                <a:gd name="connsiteX55" fmla="*/ 138 w 1423"/>
                <a:gd name="connsiteY55" fmla="*/ 868 h 1348"/>
                <a:gd name="connsiteX56" fmla="*/ 211 w 1423"/>
                <a:gd name="connsiteY56" fmla="*/ 868 h 1348"/>
                <a:gd name="connsiteX57" fmla="*/ 130 w 1423"/>
                <a:gd name="connsiteY57" fmla="*/ 922 h 1348"/>
                <a:gd name="connsiteX58" fmla="*/ 152 w 1423"/>
                <a:gd name="connsiteY58" fmla="*/ 949 h 1348"/>
                <a:gd name="connsiteX59" fmla="*/ 232 w 1423"/>
                <a:gd name="connsiteY59" fmla="*/ 887 h 1348"/>
                <a:gd name="connsiteX60" fmla="*/ 232 w 1423"/>
                <a:gd name="connsiteY60" fmla="*/ 955 h 1348"/>
                <a:gd name="connsiteX61" fmla="*/ 264 w 1423"/>
                <a:gd name="connsiteY61" fmla="*/ 955 h 1348"/>
                <a:gd name="connsiteX62" fmla="*/ 264 w 1423"/>
                <a:gd name="connsiteY62" fmla="*/ 886 h 1348"/>
                <a:gd name="connsiteX63" fmla="*/ 345 w 1423"/>
                <a:gd name="connsiteY63" fmla="*/ 948 h 1348"/>
                <a:gd name="connsiteX64" fmla="*/ 367 w 1423"/>
                <a:gd name="connsiteY64" fmla="*/ 921 h 1348"/>
                <a:gd name="connsiteX65" fmla="*/ 286 w 1423"/>
                <a:gd name="connsiteY65" fmla="*/ 868 h 1348"/>
                <a:gd name="connsiteX66" fmla="*/ 360 w 1423"/>
                <a:gd name="connsiteY66" fmla="*/ 868 h 1348"/>
                <a:gd name="connsiteX67" fmla="*/ 459 w 1423"/>
                <a:gd name="connsiteY67" fmla="*/ 776 h 1348"/>
                <a:gd name="connsiteX68" fmla="*/ 436 w 1423"/>
                <a:gd name="connsiteY68" fmla="*/ 776 h 1348"/>
                <a:gd name="connsiteX69" fmla="*/ 436 w 1423"/>
                <a:gd name="connsiteY69" fmla="*/ 843 h 1348"/>
                <a:gd name="connsiteX70" fmla="*/ 394 w 1423"/>
                <a:gd name="connsiteY70" fmla="*/ 937 h 1348"/>
                <a:gd name="connsiteX71" fmla="*/ 410 w 1423"/>
                <a:gd name="connsiteY71" fmla="*/ 954 h 1348"/>
                <a:gd name="connsiteX72" fmla="*/ 459 w 1423"/>
                <a:gd name="connsiteY72" fmla="*/ 843 h 1348"/>
                <a:gd name="connsiteX73" fmla="*/ 459 w 1423"/>
                <a:gd name="connsiteY73" fmla="*/ 776 h 1348"/>
                <a:gd name="connsiteX74" fmla="*/ 449 w 1423"/>
                <a:gd name="connsiteY74" fmla="*/ 907 h 1348"/>
                <a:gd name="connsiteX75" fmla="*/ 483 w 1423"/>
                <a:gd name="connsiteY75" fmla="*/ 952 h 1348"/>
                <a:gd name="connsiteX76" fmla="*/ 504 w 1423"/>
                <a:gd name="connsiteY76" fmla="*/ 937 h 1348"/>
                <a:gd name="connsiteX77" fmla="*/ 468 w 1423"/>
                <a:gd name="connsiteY77" fmla="*/ 893 h 1348"/>
                <a:gd name="connsiteX78" fmla="*/ 449 w 1423"/>
                <a:gd name="connsiteY78" fmla="*/ 907 h 1348"/>
                <a:gd name="connsiteX79" fmla="*/ 622 w 1423"/>
                <a:gd name="connsiteY79" fmla="*/ 760 h 1348"/>
                <a:gd name="connsiteX80" fmla="*/ 542 w 1423"/>
                <a:gd name="connsiteY80" fmla="*/ 760 h 1348"/>
                <a:gd name="connsiteX81" fmla="*/ 551 w 1423"/>
                <a:gd name="connsiteY81" fmla="*/ 729 h 1348"/>
                <a:gd name="connsiteX82" fmla="*/ 523 w 1423"/>
                <a:gd name="connsiteY82" fmla="*/ 723 h 1348"/>
                <a:gd name="connsiteX83" fmla="*/ 492 w 1423"/>
                <a:gd name="connsiteY83" fmla="*/ 799 h 1348"/>
                <a:gd name="connsiteX84" fmla="*/ 492 w 1423"/>
                <a:gd name="connsiteY84" fmla="*/ 736 h 1348"/>
                <a:gd name="connsiteX85" fmla="*/ 402 w 1423"/>
                <a:gd name="connsiteY85" fmla="*/ 736 h 1348"/>
                <a:gd name="connsiteX86" fmla="*/ 402 w 1423"/>
                <a:gd name="connsiteY86" fmla="*/ 889 h 1348"/>
                <a:gd name="connsiteX87" fmla="*/ 424 w 1423"/>
                <a:gd name="connsiteY87" fmla="*/ 889 h 1348"/>
                <a:gd name="connsiteX88" fmla="*/ 424 w 1423"/>
                <a:gd name="connsiteY88" fmla="*/ 763 h 1348"/>
                <a:gd name="connsiteX89" fmla="*/ 469 w 1423"/>
                <a:gd name="connsiteY89" fmla="*/ 763 h 1348"/>
                <a:gd name="connsiteX90" fmla="*/ 469 w 1423"/>
                <a:gd name="connsiteY90" fmla="*/ 887 h 1348"/>
                <a:gd name="connsiteX91" fmla="*/ 492 w 1423"/>
                <a:gd name="connsiteY91" fmla="*/ 887 h 1348"/>
                <a:gd name="connsiteX92" fmla="*/ 492 w 1423"/>
                <a:gd name="connsiteY92" fmla="*/ 807 h 1348"/>
                <a:gd name="connsiteX93" fmla="*/ 511 w 1423"/>
                <a:gd name="connsiteY93" fmla="*/ 823 h 1348"/>
                <a:gd name="connsiteX94" fmla="*/ 531 w 1423"/>
                <a:gd name="connsiteY94" fmla="*/ 787 h 1348"/>
                <a:gd name="connsiteX95" fmla="*/ 593 w 1423"/>
                <a:gd name="connsiteY95" fmla="*/ 787 h 1348"/>
                <a:gd name="connsiteX96" fmla="*/ 589 w 1423"/>
                <a:gd name="connsiteY96" fmla="*/ 892 h 1348"/>
                <a:gd name="connsiteX97" fmla="*/ 572 w 1423"/>
                <a:gd name="connsiteY97" fmla="*/ 835 h 1348"/>
                <a:gd name="connsiteX98" fmla="*/ 552 w 1423"/>
                <a:gd name="connsiteY98" fmla="*/ 842 h 1348"/>
                <a:gd name="connsiteX99" fmla="*/ 559 w 1423"/>
                <a:gd name="connsiteY99" fmla="*/ 868 h 1348"/>
                <a:gd name="connsiteX100" fmla="*/ 533 w 1423"/>
                <a:gd name="connsiteY100" fmla="*/ 873 h 1348"/>
                <a:gd name="connsiteX101" fmla="*/ 557 w 1423"/>
                <a:gd name="connsiteY101" fmla="*/ 810 h 1348"/>
                <a:gd name="connsiteX102" fmla="*/ 530 w 1423"/>
                <a:gd name="connsiteY102" fmla="*/ 802 h 1348"/>
                <a:gd name="connsiteX103" fmla="*/ 510 w 1423"/>
                <a:gd name="connsiteY103" fmla="*/ 867 h 1348"/>
                <a:gd name="connsiteX104" fmla="*/ 499 w 1423"/>
                <a:gd name="connsiteY104" fmla="*/ 881 h 1348"/>
                <a:gd name="connsiteX105" fmla="*/ 508 w 1423"/>
                <a:gd name="connsiteY105" fmla="*/ 906 h 1348"/>
                <a:gd name="connsiteX106" fmla="*/ 565 w 1423"/>
                <a:gd name="connsiteY106" fmla="*/ 890 h 1348"/>
                <a:gd name="connsiteX107" fmla="*/ 567 w 1423"/>
                <a:gd name="connsiteY107" fmla="*/ 903 h 1348"/>
                <a:gd name="connsiteX108" fmla="*/ 588 w 1423"/>
                <a:gd name="connsiteY108" fmla="*/ 895 h 1348"/>
                <a:gd name="connsiteX109" fmla="*/ 582 w 1423"/>
                <a:gd name="connsiteY109" fmla="*/ 922 h 1348"/>
                <a:gd name="connsiteX110" fmla="*/ 573 w 1423"/>
                <a:gd name="connsiteY110" fmla="*/ 926 h 1348"/>
                <a:gd name="connsiteX111" fmla="*/ 544 w 1423"/>
                <a:gd name="connsiteY111" fmla="*/ 925 h 1348"/>
                <a:gd name="connsiteX112" fmla="*/ 553 w 1423"/>
                <a:gd name="connsiteY112" fmla="*/ 955 h 1348"/>
                <a:gd name="connsiteX113" fmla="*/ 586 w 1423"/>
                <a:gd name="connsiteY113" fmla="*/ 954 h 1348"/>
                <a:gd name="connsiteX114" fmla="*/ 608 w 1423"/>
                <a:gd name="connsiteY114" fmla="*/ 941 h 1348"/>
                <a:gd name="connsiteX115" fmla="*/ 622 w 1423"/>
                <a:gd name="connsiteY115" fmla="*/ 774 h 1348"/>
                <a:gd name="connsiteX116" fmla="*/ 622 w 1423"/>
                <a:gd name="connsiteY116" fmla="*/ 760 h 1348"/>
                <a:gd name="connsiteX117" fmla="*/ 735 w 1423"/>
                <a:gd name="connsiteY117" fmla="*/ 827 h 1348"/>
                <a:gd name="connsiteX118" fmla="*/ 712 w 1423"/>
                <a:gd name="connsiteY118" fmla="*/ 834 h 1348"/>
                <a:gd name="connsiteX119" fmla="*/ 712 w 1423"/>
                <a:gd name="connsiteY119" fmla="*/ 797 h 1348"/>
                <a:gd name="connsiteX120" fmla="*/ 740 w 1423"/>
                <a:gd name="connsiteY120" fmla="*/ 797 h 1348"/>
                <a:gd name="connsiteX121" fmla="*/ 740 w 1423"/>
                <a:gd name="connsiteY121" fmla="*/ 770 h 1348"/>
                <a:gd name="connsiteX122" fmla="*/ 712 w 1423"/>
                <a:gd name="connsiteY122" fmla="*/ 770 h 1348"/>
                <a:gd name="connsiteX123" fmla="*/ 712 w 1423"/>
                <a:gd name="connsiteY123" fmla="*/ 723 h 1348"/>
                <a:gd name="connsiteX124" fmla="*/ 683 w 1423"/>
                <a:gd name="connsiteY124" fmla="*/ 723 h 1348"/>
                <a:gd name="connsiteX125" fmla="*/ 683 w 1423"/>
                <a:gd name="connsiteY125" fmla="*/ 770 h 1348"/>
                <a:gd name="connsiteX126" fmla="*/ 657 w 1423"/>
                <a:gd name="connsiteY126" fmla="*/ 770 h 1348"/>
                <a:gd name="connsiteX127" fmla="*/ 657 w 1423"/>
                <a:gd name="connsiteY127" fmla="*/ 797 h 1348"/>
                <a:gd name="connsiteX128" fmla="*/ 683 w 1423"/>
                <a:gd name="connsiteY128" fmla="*/ 797 h 1348"/>
                <a:gd name="connsiteX129" fmla="*/ 683 w 1423"/>
                <a:gd name="connsiteY129" fmla="*/ 842 h 1348"/>
                <a:gd name="connsiteX130" fmla="*/ 653 w 1423"/>
                <a:gd name="connsiteY130" fmla="*/ 849 h 1348"/>
                <a:gd name="connsiteX131" fmla="*/ 660 w 1423"/>
                <a:gd name="connsiteY131" fmla="*/ 877 h 1348"/>
                <a:gd name="connsiteX132" fmla="*/ 683 w 1423"/>
                <a:gd name="connsiteY132" fmla="*/ 871 h 1348"/>
                <a:gd name="connsiteX133" fmla="*/ 683 w 1423"/>
                <a:gd name="connsiteY133" fmla="*/ 923 h 1348"/>
                <a:gd name="connsiteX134" fmla="*/ 679 w 1423"/>
                <a:gd name="connsiteY134" fmla="*/ 927 h 1348"/>
                <a:gd name="connsiteX135" fmla="*/ 659 w 1423"/>
                <a:gd name="connsiteY135" fmla="*/ 927 h 1348"/>
                <a:gd name="connsiteX136" fmla="*/ 667 w 1423"/>
                <a:gd name="connsiteY136" fmla="*/ 956 h 1348"/>
                <a:gd name="connsiteX137" fmla="*/ 702 w 1423"/>
                <a:gd name="connsiteY137" fmla="*/ 950 h 1348"/>
                <a:gd name="connsiteX138" fmla="*/ 712 w 1423"/>
                <a:gd name="connsiteY138" fmla="*/ 923 h 1348"/>
                <a:gd name="connsiteX139" fmla="*/ 712 w 1423"/>
                <a:gd name="connsiteY139" fmla="*/ 863 h 1348"/>
                <a:gd name="connsiteX140" fmla="*/ 739 w 1423"/>
                <a:gd name="connsiteY140" fmla="*/ 854 h 1348"/>
                <a:gd name="connsiteX141" fmla="*/ 735 w 1423"/>
                <a:gd name="connsiteY141" fmla="*/ 827 h 1348"/>
                <a:gd name="connsiteX142" fmla="*/ 848 w 1423"/>
                <a:gd name="connsiteY142" fmla="*/ 877 h 1348"/>
                <a:gd name="connsiteX143" fmla="*/ 848 w 1423"/>
                <a:gd name="connsiteY143" fmla="*/ 919 h 1348"/>
                <a:gd name="connsiteX144" fmla="*/ 780 w 1423"/>
                <a:gd name="connsiteY144" fmla="*/ 919 h 1348"/>
                <a:gd name="connsiteX145" fmla="*/ 780 w 1423"/>
                <a:gd name="connsiteY145" fmla="*/ 877 h 1348"/>
                <a:gd name="connsiteX146" fmla="*/ 848 w 1423"/>
                <a:gd name="connsiteY146" fmla="*/ 877 h 1348"/>
                <a:gd name="connsiteX147" fmla="*/ 752 w 1423"/>
                <a:gd name="connsiteY147" fmla="*/ 956 h 1348"/>
                <a:gd name="connsiteX148" fmla="*/ 780 w 1423"/>
                <a:gd name="connsiteY148" fmla="*/ 956 h 1348"/>
                <a:gd name="connsiteX149" fmla="*/ 780 w 1423"/>
                <a:gd name="connsiteY149" fmla="*/ 945 h 1348"/>
                <a:gd name="connsiteX150" fmla="*/ 848 w 1423"/>
                <a:gd name="connsiteY150" fmla="*/ 945 h 1348"/>
                <a:gd name="connsiteX151" fmla="*/ 848 w 1423"/>
                <a:gd name="connsiteY151" fmla="*/ 955 h 1348"/>
                <a:gd name="connsiteX152" fmla="*/ 878 w 1423"/>
                <a:gd name="connsiteY152" fmla="*/ 955 h 1348"/>
                <a:gd name="connsiteX153" fmla="*/ 878 w 1423"/>
                <a:gd name="connsiteY153" fmla="*/ 851 h 1348"/>
                <a:gd name="connsiteX154" fmla="*/ 752 w 1423"/>
                <a:gd name="connsiteY154" fmla="*/ 851 h 1348"/>
                <a:gd name="connsiteX155" fmla="*/ 752 w 1423"/>
                <a:gd name="connsiteY155" fmla="*/ 956 h 1348"/>
                <a:gd name="connsiteX156" fmla="*/ 745 w 1423"/>
                <a:gd name="connsiteY156" fmla="*/ 734 h 1348"/>
                <a:gd name="connsiteX157" fmla="*/ 745 w 1423"/>
                <a:gd name="connsiteY157" fmla="*/ 761 h 1348"/>
                <a:gd name="connsiteX158" fmla="*/ 780 w 1423"/>
                <a:gd name="connsiteY158" fmla="*/ 761 h 1348"/>
                <a:gd name="connsiteX159" fmla="*/ 736 w 1423"/>
                <a:gd name="connsiteY159" fmla="*/ 823 h 1348"/>
                <a:gd name="connsiteX160" fmla="*/ 753 w 1423"/>
                <a:gd name="connsiteY160" fmla="*/ 846 h 1348"/>
                <a:gd name="connsiteX161" fmla="*/ 810 w 1423"/>
                <a:gd name="connsiteY161" fmla="*/ 761 h 1348"/>
                <a:gd name="connsiteX162" fmla="*/ 852 w 1423"/>
                <a:gd name="connsiteY162" fmla="*/ 761 h 1348"/>
                <a:gd name="connsiteX163" fmla="*/ 845 w 1423"/>
                <a:gd name="connsiteY163" fmla="*/ 811 h 1348"/>
                <a:gd name="connsiteX164" fmla="*/ 837 w 1423"/>
                <a:gd name="connsiteY164" fmla="*/ 814 h 1348"/>
                <a:gd name="connsiteX165" fmla="*/ 814 w 1423"/>
                <a:gd name="connsiteY165" fmla="*/ 813 h 1348"/>
                <a:gd name="connsiteX166" fmla="*/ 823 w 1423"/>
                <a:gd name="connsiteY166" fmla="*/ 841 h 1348"/>
                <a:gd name="connsiteX167" fmla="*/ 852 w 1423"/>
                <a:gd name="connsiteY167" fmla="*/ 840 h 1348"/>
                <a:gd name="connsiteX168" fmla="*/ 870 w 1423"/>
                <a:gd name="connsiteY168" fmla="*/ 830 h 1348"/>
                <a:gd name="connsiteX169" fmla="*/ 881 w 1423"/>
                <a:gd name="connsiteY169" fmla="*/ 746 h 1348"/>
                <a:gd name="connsiteX170" fmla="*/ 882 w 1423"/>
                <a:gd name="connsiteY170" fmla="*/ 734 h 1348"/>
                <a:gd name="connsiteX171" fmla="*/ 745 w 1423"/>
                <a:gd name="connsiteY171" fmla="*/ 734 h 1348"/>
                <a:gd name="connsiteX172" fmla="*/ 1135 w 1423"/>
                <a:gd name="connsiteY172" fmla="*/ 738 h 1348"/>
                <a:gd name="connsiteX173" fmla="*/ 1026 w 1423"/>
                <a:gd name="connsiteY173" fmla="*/ 738 h 1348"/>
                <a:gd name="connsiteX174" fmla="*/ 1026 w 1423"/>
                <a:gd name="connsiteY174" fmla="*/ 766 h 1348"/>
                <a:gd name="connsiteX175" fmla="*/ 1135 w 1423"/>
                <a:gd name="connsiteY175" fmla="*/ 766 h 1348"/>
                <a:gd name="connsiteX176" fmla="*/ 1135 w 1423"/>
                <a:gd name="connsiteY176" fmla="*/ 738 h 1348"/>
                <a:gd name="connsiteX177" fmla="*/ 1015 w 1423"/>
                <a:gd name="connsiteY177" fmla="*/ 844 h 1348"/>
                <a:gd name="connsiteX178" fmla="*/ 982 w 1423"/>
                <a:gd name="connsiteY178" fmla="*/ 805 h 1348"/>
                <a:gd name="connsiteX179" fmla="*/ 982 w 1423"/>
                <a:gd name="connsiteY179" fmla="*/ 799 h 1348"/>
                <a:gd name="connsiteX180" fmla="*/ 1011 w 1423"/>
                <a:gd name="connsiteY180" fmla="*/ 799 h 1348"/>
                <a:gd name="connsiteX181" fmla="*/ 1011 w 1423"/>
                <a:gd name="connsiteY181" fmla="*/ 772 h 1348"/>
                <a:gd name="connsiteX182" fmla="*/ 982 w 1423"/>
                <a:gd name="connsiteY182" fmla="*/ 772 h 1348"/>
                <a:gd name="connsiteX183" fmla="*/ 982 w 1423"/>
                <a:gd name="connsiteY183" fmla="*/ 723 h 1348"/>
                <a:gd name="connsiteX184" fmla="*/ 953 w 1423"/>
                <a:gd name="connsiteY184" fmla="*/ 723 h 1348"/>
                <a:gd name="connsiteX185" fmla="*/ 953 w 1423"/>
                <a:gd name="connsiteY185" fmla="*/ 772 h 1348"/>
                <a:gd name="connsiteX186" fmla="*/ 918 w 1423"/>
                <a:gd name="connsiteY186" fmla="*/ 772 h 1348"/>
                <a:gd name="connsiteX187" fmla="*/ 918 w 1423"/>
                <a:gd name="connsiteY187" fmla="*/ 799 h 1348"/>
                <a:gd name="connsiteX188" fmla="*/ 947 w 1423"/>
                <a:gd name="connsiteY188" fmla="*/ 799 h 1348"/>
                <a:gd name="connsiteX189" fmla="*/ 914 w 1423"/>
                <a:gd name="connsiteY189" fmla="*/ 877 h 1348"/>
                <a:gd name="connsiteX190" fmla="*/ 929 w 1423"/>
                <a:gd name="connsiteY190" fmla="*/ 906 h 1348"/>
                <a:gd name="connsiteX191" fmla="*/ 953 w 1423"/>
                <a:gd name="connsiteY191" fmla="*/ 854 h 1348"/>
                <a:gd name="connsiteX192" fmla="*/ 953 w 1423"/>
                <a:gd name="connsiteY192" fmla="*/ 956 h 1348"/>
                <a:gd name="connsiteX193" fmla="*/ 982 w 1423"/>
                <a:gd name="connsiteY193" fmla="*/ 956 h 1348"/>
                <a:gd name="connsiteX194" fmla="*/ 982 w 1423"/>
                <a:gd name="connsiteY194" fmla="*/ 838 h 1348"/>
                <a:gd name="connsiteX195" fmla="*/ 999 w 1423"/>
                <a:gd name="connsiteY195" fmla="*/ 867 h 1348"/>
                <a:gd name="connsiteX196" fmla="*/ 1015 w 1423"/>
                <a:gd name="connsiteY196" fmla="*/ 844 h 1348"/>
                <a:gd name="connsiteX197" fmla="*/ 1025 w 1423"/>
                <a:gd name="connsiteY197" fmla="*/ 848 h 1348"/>
                <a:gd name="connsiteX198" fmla="*/ 996 w 1423"/>
                <a:gd name="connsiteY198" fmla="*/ 918 h 1348"/>
                <a:gd name="connsiteX199" fmla="*/ 1020 w 1423"/>
                <a:gd name="connsiteY199" fmla="*/ 933 h 1348"/>
                <a:gd name="connsiteX200" fmla="*/ 1052 w 1423"/>
                <a:gd name="connsiteY200" fmla="*/ 854 h 1348"/>
                <a:gd name="connsiteX201" fmla="*/ 1025 w 1423"/>
                <a:gd name="connsiteY201" fmla="*/ 848 h 1348"/>
                <a:gd name="connsiteX202" fmla="*/ 1149 w 1423"/>
                <a:gd name="connsiteY202" fmla="*/ 825 h 1348"/>
                <a:gd name="connsiteX203" fmla="*/ 1149 w 1423"/>
                <a:gd name="connsiteY203" fmla="*/ 798 h 1348"/>
                <a:gd name="connsiteX204" fmla="*/ 1014 w 1423"/>
                <a:gd name="connsiteY204" fmla="*/ 798 h 1348"/>
                <a:gd name="connsiteX205" fmla="*/ 1014 w 1423"/>
                <a:gd name="connsiteY205" fmla="*/ 825 h 1348"/>
                <a:gd name="connsiteX206" fmla="*/ 1063 w 1423"/>
                <a:gd name="connsiteY206" fmla="*/ 825 h 1348"/>
                <a:gd name="connsiteX207" fmla="*/ 1063 w 1423"/>
                <a:gd name="connsiteY207" fmla="*/ 920 h 1348"/>
                <a:gd name="connsiteX208" fmla="*/ 1059 w 1423"/>
                <a:gd name="connsiteY208" fmla="*/ 924 h 1348"/>
                <a:gd name="connsiteX209" fmla="*/ 1035 w 1423"/>
                <a:gd name="connsiteY209" fmla="*/ 924 h 1348"/>
                <a:gd name="connsiteX210" fmla="*/ 1044 w 1423"/>
                <a:gd name="connsiteY210" fmla="*/ 954 h 1348"/>
                <a:gd name="connsiteX211" fmla="*/ 1082 w 1423"/>
                <a:gd name="connsiteY211" fmla="*/ 949 h 1348"/>
                <a:gd name="connsiteX212" fmla="*/ 1093 w 1423"/>
                <a:gd name="connsiteY212" fmla="*/ 921 h 1348"/>
                <a:gd name="connsiteX213" fmla="*/ 1093 w 1423"/>
                <a:gd name="connsiteY213" fmla="*/ 825 h 1348"/>
                <a:gd name="connsiteX214" fmla="*/ 1149 w 1423"/>
                <a:gd name="connsiteY214" fmla="*/ 825 h 1348"/>
                <a:gd name="connsiteX215" fmla="*/ 1102 w 1423"/>
                <a:gd name="connsiteY215" fmla="*/ 855 h 1348"/>
                <a:gd name="connsiteX216" fmla="*/ 1125 w 1423"/>
                <a:gd name="connsiteY216" fmla="*/ 935 h 1348"/>
                <a:gd name="connsiteX217" fmla="*/ 1152 w 1423"/>
                <a:gd name="connsiteY217" fmla="*/ 925 h 1348"/>
                <a:gd name="connsiteX218" fmla="*/ 1126 w 1423"/>
                <a:gd name="connsiteY218" fmla="*/ 847 h 1348"/>
                <a:gd name="connsiteX219" fmla="*/ 1102 w 1423"/>
                <a:gd name="connsiteY219" fmla="*/ 855 h 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1423" h="1348">
                  <a:moveTo>
                    <a:pt x="1005" y="519"/>
                  </a:moveTo>
                  <a:lnTo>
                    <a:pt x="1172" y="250"/>
                  </a:lnTo>
                  <a:lnTo>
                    <a:pt x="1148" y="157"/>
                  </a:lnTo>
                  <a:lnTo>
                    <a:pt x="1245" y="0"/>
                  </a:lnTo>
                  <a:lnTo>
                    <a:pt x="1287" y="116"/>
                  </a:lnTo>
                  <a:lnTo>
                    <a:pt x="1319" y="136"/>
                  </a:lnTo>
                  <a:lnTo>
                    <a:pt x="1423" y="136"/>
                  </a:lnTo>
                  <a:lnTo>
                    <a:pt x="1324" y="288"/>
                  </a:lnTo>
                  <a:lnTo>
                    <a:pt x="1247" y="300"/>
                  </a:lnTo>
                  <a:lnTo>
                    <a:pt x="1057" y="569"/>
                  </a:lnTo>
                  <a:cubicBezTo>
                    <a:pt x="1198" y="427"/>
                    <a:pt x="1271" y="360"/>
                    <a:pt x="1276" y="367"/>
                  </a:cubicBezTo>
                  <a:cubicBezTo>
                    <a:pt x="1288" y="387"/>
                    <a:pt x="1295" y="411"/>
                    <a:pt x="1295" y="436"/>
                  </a:cubicBezTo>
                  <a:lnTo>
                    <a:pt x="1295" y="1215"/>
                  </a:lnTo>
                  <a:cubicBezTo>
                    <a:pt x="1295" y="1288"/>
                    <a:pt x="1235" y="1348"/>
                    <a:pt x="1162" y="1348"/>
                  </a:cubicBezTo>
                  <a:lnTo>
                    <a:pt x="133" y="1348"/>
                  </a:lnTo>
                  <a:cubicBezTo>
                    <a:pt x="60" y="1348"/>
                    <a:pt x="0" y="1289"/>
                    <a:pt x="0" y="1215"/>
                  </a:cubicBezTo>
                  <a:lnTo>
                    <a:pt x="0" y="436"/>
                  </a:lnTo>
                  <a:cubicBezTo>
                    <a:pt x="0" y="363"/>
                    <a:pt x="60" y="303"/>
                    <a:pt x="133" y="303"/>
                  </a:cubicBezTo>
                  <a:lnTo>
                    <a:pt x="460" y="303"/>
                  </a:lnTo>
                  <a:cubicBezTo>
                    <a:pt x="488" y="226"/>
                    <a:pt x="561" y="170"/>
                    <a:pt x="648" y="170"/>
                  </a:cubicBezTo>
                  <a:cubicBezTo>
                    <a:pt x="734" y="170"/>
                    <a:pt x="807" y="226"/>
                    <a:pt x="835" y="303"/>
                  </a:cubicBezTo>
                  <a:lnTo>
                    <a:pt x="1077" y="303"/>
                  </a:lnTo>
                  <a:lnTo>
                    <a:pt x="1005" y="519"/>
                  </a:lnTo>
                  <a:moveTo>
                    <a:pt x="647" y="303"/>
                  </a:moveTo>
                  <a:cubicBezTo>
                    <a:pt x="611" y="303"/>
                    <a:pt x="581" y="333"/>
                    <a:pt x="581" y="370"/>
                  </a:cubicBezTo>
                  <a:cubicBezTo>
                    <a:pt x="581" y="406"/>
                    <a:pt x="611" y="436"/>
                    <a:pt x="647" y="436"/>
                  </a:cubicBezTo>
                  <a:cubicBezTo>
                    <a:pt x="684" y="436"/>
                    <a:pt x="714" y="406"/>
                    <a:pt x="714" y="370"/>
                  </a:cubicBezTo>
                  <a:cubicBezTo>
                    <a:pt x="714" y="333"/>
                    <a:pt x="684" y="303"/>
                    <a:pt x="647" y="303"/>
                  </a:cubicBezTo>
                  <a:moveTo>
                    <a:pt x="326" y="724"/>
                  </a:moveTo>
                  <a:cubicBezTo>
                    <a:pt x="280" y="732"/>
                    <a:pt x="207" y="738"/>
                    <a:pt x="142" y="740"/>
                  </a:cubicBezTo>
                  <a:cubicBezTo>
                    <a:pt x="145" y="747"/>
                    <a:pt x="149" y="760"/>
                    <a:pt x="149" y="768"/>
                  </a:cubicBezTo>
                  <a:cubicBezTo>
                    <a:pt x="215" y="766"/>
                    <a:pt x="292" y="761"/>
                    <a:pt x="350" y="751"/>
                  </a:cubicBezTo>
                  <a:lnTo>
                    <a:pt x="326" y="724"/>
                  </a:lnTo>
                  <a:moveTo>
                    <a:pt x="308" y="833"/>
                  </a:moveTo>
                  <a:cubicBezTo>
                    <a:pt x="320" y="819"/>
                    <a:pt x="335" y="795"/>
                    <a:pt x="348" y="774"/>
                  </a:cubicBezTo>
                  <a:lnTo>
                    <a:pt x="317" y="762"/>
                  </a:lnTo>
                  <a:cubicBezTo>
                    <a:pt x="309" y="781"/>
                    <a:pt x="295" y="807"/>
                    <a:pt x="284" y="823"/>
                  </a:cubicBezTo>
                  <a:lnTo>
                    <a:pt x="308" y="833"/>
                  </a:lnTo>
                  <a:moveTo>
                    <a:pt x="206" y="819"/>
                  </a:moveTo>
                  <a:cubicBezTo>
                    <a:pt x="202" y="806"/>
                    <a:pt x="192" y="788"/>
                    <a:pt x="181" y="774"/>
                  </a:cubicBezTo>
                  <a:lnTo>
                    <a:pt x="156" y="785"/>
                  </a:lnTo>
                  <a:cubicBezTo>
                    <a:pt x="166" y="799"/>
                    <a:pt x="176" y="818"/>
                    <a:pt x="179" y="830"/>
                  </a:cubicBezTo>
                  <a:lnTo>
                    <a:pt x="206" y="819"/>
                  </a:lnTo>
                  <a:moveTo>
                    <a:pt x="360" y="868"/>
                  </a:moveTo>
                  <a:lnTo>
                    <a:pt x="360" y="839"/>
                  </a:lnTo>
                  <a:lnTo>
                    <a:pt x="264" y="839"/>
                  </a:lnTo>
                  <a:lnTo>
                    <a:pt x="264" y="818"/>
                  </a:lnTo>
                  <a:lnTo>
                    <a:pt x="240" y="818"/>
                  </a:lnTo>
                  <a:lnTo>
                    <a:pt x="266" y="809"/>
                  </a:lnTo>
                  <a:cubicBezTo>
                    <a:pt x="264" y="797"/>
                    <a:pt x="257" y="779"/>
                    <a:pt x="249" y="766"/>
                  </a:cubicBezTo>
                  <a:lnTo>
                    <a:pt x="222" y="775"/>
                  </a:lnTo>
                  <a:cubicBezTo>
                    <a:pt x="229" y="788"/>
                    <a:pt x="235" y="806"/>
                    <a:pt x="237" y="818"/>
                  </a:cubicBezTo>
                  <a:lnTo>
                    <a:pt x="232" y="818"/>
                  </a:lnTo>
                  <a:lnTo>
                    <a:pt x="232" y="839"/>
                  </a:lnTo>
                  <a:lnTo>
                    <a:pt x="138" y="839"/>
                  </a:lnTo>
                  <a:lnTo>
                    <a:pt x="138" y="868"/>
                  </a:lnTo>
                  <a:lnTo>
                    <a:pt x="211" y="868"/>
                  </a:lnTo>
                  <a:cubicBezTo>
                    <a:pt x="189" y="890"/>
                    <a:pt x="159" y="910"/>
                    <a:pt x="130" y="922"/>
                  </a:cubicBezTo>
                  <a:cubicBezTo>
                    <a:pt x="137" y="928"/>
                    <a:pt x="147" y="941"/>
                    <a:pt x="152" y="949"/>
                  </a:cubicBezTo>
                  <a:cubicBezTo>
                    <a:pt x="181" y="935"/>
                    <a:pt x="210" y="913"/>
                    <a:pt x="232" y="887"/>
                  </a:cubicBezTo>
                  <a:lnTo>
                    <a:pt x="232" y="955"/>
                  </a:lnTo>
                  <a:lnTo>
                    <a:pt x="264" y="955"/>
                  </a:lnTo>
                  <a:lnTo>
                    <a:pt x="264" y="886"/>
                  </a:lnTo>
                  <a:cubicBezTo>
                    <a:pt x="287" y="911"/>
                    <a:pt x="316" y="934"/>
                    <a:pt x="345" y="948"/>
                  </a:cubicBezTo>
                  <a:cubicBezTo>
                    <a:pt x="350" y="940"/>
                    <a:pt x="360" y="927"/>
                    <a:pt x="367" y="921"/>
                  </a:cubicBezTo>
                  <a:cubicBezTo>
                    <a:pt x="338" y="909"/>
                    <a:pt x="307" y="890"/>
                    <a:pt x="286" y="868"/>
                  </a:cubicBezTo>
                  <a:lnTo>
                    <a:pt x="360" y="868"/>
                  </a:lnTo>
                  <a:moveTo>
                    <a:pt x="459" y="776"/>
                  </a:moveTo>
                  <a:lnTo>
                    <a:pt x="436" y="776"/>
                  </a:lnTo>
                  <a:lnTo>
                    <a:pt x="436" y="843"/>
                  </a:lnTo>
                  <a:cubicBezTo>
                    <a:pt x="436" y="873"/>
                    <a:pt x="433" y="914"/>
                    <a:pt x="394" y="937"/>
                  </a:cubicBezTo>
                  <a:cubicBezTo>
                    <a:pt x="399" y="942"/>
                    <a:pt x="406" y="949"/>
                    <a:pt x="410" y="954"/>
                  </a:cubicBezTo>
                  <a:cubicBezTo>
                    <a:pt x="451" y="926"/>
                    <a:pt x="459" y="880"/>
                    <a:pt x="459" y="843"/>
                  </a:cubicBezTo>
                  <a:lnTo>
                    <a:pt x="459" y="776"/>
                  </a:lnTo>
                  <a:moveTo>
                    <a:pt x="449" y="907"/>
                  </a:moveTo>
                  <a:cubicBezTo>
                    <a:pt x="461" y="921"/>
                    <a:pt x="476" y="941"/>
                    <a:pt x="483" y="952"/>
                  </a:cubicBezTo>
                  <a:lnTo>
                    <a:pt x="504" y="937"/>
                  </a:lnTo>
                  <a:cubicBezTo>
                    <a:pt x="496" y="925"/>
                    <a:pt x="480" y="906"/>
                    <a:pt x="468" y="893"/>
                  </a:cubicBezTo>
                  <a:lnTo>
                    <a:pt x="449" y="907"/>
                  </a:lnTo>
                  <a:moveTo>
                    <a:pt x="622" y="760"/>
                  </a:moveTo>
                  <a:lnTo>
                    <a:pt x="542" y="760"/>
                  </a:lnTo>
                  <a:cubicBezTo>
                    <a:pt x="546" y="750"/>
                    <a:pt x="549" y="739"/>
                    <a:pt x="551" y="729"/>
                  </a:cubicBezTo>
                  <a:lnTo>
                    <a:pt x="523" y="723"/>
                  </a:lnTo>
                  <a:cubicBezTo>
                    <a:pt x="516" y="751"/>
                    <a:pt x="505" y="780"/>
                    <a:pt x="492" y="799"/>
                  </a:cubicBezTo>
                  <a:lnTo>
                    <a:pt x="492" y="736"/>
                  </a:lnTo>
                  <a:lnTo>
                    <a:pt x="402" y="736"/>
                  </a:lnTo>
                  <a:lnTo>
                    <a:pt x="402" y="889"/>
                  </a:lnTo>
                  <a:lnTo>
                    <a:pt x="424" y="889"/>
                  </a:lnTo>
                  <a:lnTo>
                    <a:pt x="424" y="763"/>
                  </a:lnTo>
                  <a:lnTo>
                    <a:pt x="469" y="763"/>
                  </a:lnTo>
                  <a:lnTo>
                    <a:pt x="469" y="887"/>
                  </a:lnTo>
                  <a:lnTo>
                    <a:pt x="492" y="887"/>
                  </a:lnTo>
                  <a:lnTo>
                    <a:pt x="492" y="807"/>
                  </a:lnTo>
                  <a:cubicBezTo>
                    <a:pt x="499" y="812"/>
                    <a:pt x="507" y="819"/>
                    <a:pt x="511" y="823"/>
                  </a:cubicBezTo>
                  <a:cubicBezTo>
                    <a:pt x="518" y="813"/>
                    <a:pt x="525" y="801"/>
                    <a:pt x="531" y="787"/>
                  </a:cubicBezTo>
                  <a:lnTo>
                    <a:pt x="593" y="787"/>
                  </a:lnTo>
                  <a:cubicBezTo>
                    <a:pt x="592" y="837"/>
                    <a:pt x="591" y="870"/>
                    <a:pt x="589" y="892"/>
                  </a:cubicBezTo>
                  <a:cubicBezTo>
                    <a:pt x="586" y="877"/>
                    <a:pt x="579" y="853"/>
                    <a:pt x="572" y="835"/>
                  </a:cubicBezTo>
                  <a:lnTo>
                    <a:pt x="552" y="842"/>
                  </a:lnTo>
                  <a:cubicBezTo>
                    <a:pt x="555" y="850"/>
                    <a:pt x="557" y="859"/>
                    <a:pt x="559" y="868"/>
                  </a:cubicBezTo>
                  <a:lnTo>
                    <a:pt x="533" y="873"/>
                  </a:lnTo>
                  <a:cubicBezTo>
                    <a:pt x="542" y="854"/>
                    <a:pt x="551" y="831"/>
                    <a:pt x="557" y="810"/>
                  </a:cubicBezTo>
                  <a:lnTo>
                    <a:pt x="530" y="802"/>
                  </a:lnTo>
                  <a:cubicBezTo>
                    <a:pt x="525" y="829"/>
                    <a:pt x="514" y="859"/>
                    <a:pt x="510" y="867"/>
                  </a:cubicBezTo>
                  <a:cubicBezTo>
                    <a:pt x="507" y="875"/>
                    <a:pt x="503" y="880"/>
                    <a:pt x="499" y="881"/>
                  </a:cubicBezTo>
                  <a:cubicBezTo>
                    <a:pt x="502" y="888"/>
                    <a:pt x="506" y="901"/>
                    <a:pt x="508" y="906"/>
                  </a:cubicBezTo>
                  <a:cubicBezTo>
                    <a:pt x="513" y="903"/>
                    <a:pt x="521" y="900"/>
                    <a:pt x="565" y="890"/>
                  </a:cubicBezTo>
                  <a:cubicBezTo>
                    <a:pt x="566" y="895"/>
                    <a:pt x="567" y="899"/>
                    <a:pt x="567" y="903"/>
                  </a:cubicBezTo>
                  <a:lnTo>
                    <a:pt x="588" y="895"/>
                  </a:lnTo>
                  <a:cubicBezTo>
                    <a:pt x="587" y="910"/>
                    <a:pt x="585" y="919"/>
                    <a:pt x="582" y="922"/>
                  </a:cubicBezTo>
                  <a:cubicBezTo>
                    <a:pt x="580" y="926"/>
                    <a:pt x="577" y="926"/>
                    <a:pt x="573" y="926"/>
                  </a:cubicBezTo>
                  <a:cubicBezTo>
                    <a:pt x="567" y="926"/>
                    <a:pt x="556" y="926"/>
                    <a:pt x="544" y="925"/>
                  </a:cubicBezTo>
                  <a:cubicBezTo>
                    <a:pt x="549" y="934"/>
                    <a:pt x="553" y="947"/>
                    <a:pt x="553" y="955"/>
                  </a:cubicBezTo>
                  <a:cubicBezTo>
                    <a:pt x="566" y="955"/>
                    <a:pt x="578" y="956"/>
                    <a:pt x="586" y="954"/>
                  </a:cubicBezTo>
                  <a:cubicBezTo>
                    <a:pt x="596" y="952"/>
                    <a:pt x="602" y="950"/>
                    <a:pt x="608" y="941"/>
                  </a:cubicBezTo>
                  <a:cubicBezTo>
                    <a:pt x="617" y="928"/>
                    <a:pt x="619" y="888"/>
                    <a:pt x="622" y="774"/>
                  </a:cubicBezTo>
                  <a:lnTo>
                    <a:pt x="622" y="760"/>
                  </a:lnTo>
                  <a:moveTo>
                    <a:pt x="735" y="827"/>
                  </a:moveTo>
                  <a:lnTo>
                    <a:pt x="712" y="834"/>
                  </a:lnTo>
                  <a:lnTo>
                    <a:pt x="712" y="797"/>
                  </a:lnTo>
                  <a:lnTo>
                    <a:pt x="740" y="797"/>
                  </a:lnTo>
                  <a:lnTo>
                    <a:pt x="740" y="770"/>
                  </a:lnTo>
                  <a:lnTo>
                    <a:pt x="712" y="770"/>
                  </a:lnTo>
                  <a:lnTo>
                    <a:pt x="712" y="723"/>
                  </a:lnTo>
                  <a:lnTo>
                    <a:pt x="683" y="723"/>
                  </a:lnTo>
                  <a:lnTo>
                    <a:pt x="683" y="770"/>
                  </a:lnTo>
                  <a:lnTo>
                    <a:pt x="657" y="770"/>
                  </a:lnTo>
                  <a:lnTo>
                    <a:pt x="657" y="797"/>
                  </a:lnTo>
                  <a:lnTo>
                    <a:pt x="683" y="797"/>
                  </a:lnTo>
                  <a:lnTo>
                    <a:pt x="683" y="842"/>
                  </a:lnTo>
                  <a:cubicBezTo>
                    <a:pt x="672" y="844"/>
                    <a:pt x="662" y="847"/>
                    <a:pt x="653" y="849"/>
                  </a:cubicBezTo>
                  <a:lnTo>
                    <a:pt x="660" y="877"/>
                  </a:lnTo>
                  <a:lnTo>
                    <a:pt x="683" y="871"/>
                  </a:lnTo>
                  <a:lnTo>
                    <a:pt x="683" y="923"/>
                  </a:lnTo>
                  <a:cubicBezTo>
                    <a:pt x="683" y="926"/>
                    <a:pt x="682" y="927"/>
                    <a:pt x="679" y="927"/>
                  </a:cubicBezTo>
                  <a:cubicBezTo>
                    <a:pt x="676" y="927"/>
                    <a:pt x="668" y="927"/>
                    <a:pt x="659" y="927"/>
                  </a:cubicBezTo>
                  <a:cubicBezTo>
                    <a:pt x="662" y="935"/>
                    <a:pt x="666" y="948"/>
                    <a:pt x="667" y="956"/>
                  </a:cubicBezTo>
                  <a:cubicBezTo>
                    <a:pt x="683" y="956"/>
                    <a:pt x="694" y="955"/>
                    <a:pt x="702" y="950"/>
                  </a:cubicBezTo>
                  <a:cubicBezTo>
                    <a:pt x="710" y="945"/>
                    <a:pt x="712" y="937"/>
                    <a:pt x="712" y="923"/>
                  </a:cubicBezTo>
                  <a:lnTo>
                    <a:pt x="712" y="863"/>
                  </a:lnTo>
                  <a:cubicBezTo>
                    <a:pt x="721" y="860"/>
                    <a:pt x="730" y="857"/>
                    <a:pt x="739" y="854"/>
                  </a:cubicBezTo>
                  <a:lnTo>
                    <a:pt x="735" y="827"/>
                  </a:lnTo>
                  <a:moveTo>
                    <a:pt x="848" y="877"/>
                  </a:moveTo>
                  <a:lnTo>
                    <a:pt x="848" y="919"/>
                  </a:lnTo>
                  <a:lnTo>
                    <a:pt x="780" y="919"/>
                  </a:lnTo>
                  <a:lnTo>
                    <a:pt x="780" y="877"/>
                  </a:lnTo>
                  <a:lnTo>
                    <a:pt x="848" y="877"/>
                  </a:lnTo>
                  <a:moveTo>
                    <a:pt x="752" y="956"/>
                  </a:moveTo>
                  <a:lnTo>
                    <a:pt x="780" y="956"/>
                  </a:lnTo>
                  <a:lnTo>
                    <a:pt x="780" y="945"/>
                  </a:lnTo>
                  <a:lnTo>
                    <a:pt x="848" y="945"/>
                  </a:lnTo>
                  <a:lnTo>
                    <a:pt x="848" y="955"/>
                  </a:lnTo>
                  <a:lnTo>
                    <a:pt x="878" y="955"/>
                  </a:lnTo>
                  <a:lnTo>
                    <a:pt x="878" y="851"/>
                  </a:lnTo>
                  <a:lnTo>
                    <a:pt x="752" y="851"/>
                  </a:lnTo>
                  <a:lnTo>
                    <a:pt x="752" y="956"/>
                  </a:lnTo>
                  <a:moveTo>
                    <a:pt x="745" y="734"/>
                  </a:moveTo>
                  <a:lnTo>
                    <a:pt x="745" y="761"/>
                  </a:lnTo>
                  <a:lnTo>
                    <a:pt x="780" y="761"/>
                  </a:lnTo>
                  <a:cubicBezTo>
                    <a:pt x="777" y="788"/>
                    <a:pt x="768" y="810"/>
                    <a:pt x="736" y="823"/>
                  </a:cubicBezTo>
                  <a:cubicBezTo>
                    <a:pt x="742" y="828"/>
                    <a:pt x="750" y="839"/>
                    <a:pt x="753" y="846"/>
                  </a:cubicBezTo>
                  <a:cubicBezTo>
                    <a:pt x="794" y="828"/>
                    <a:pt x="806" y="799"/>
                    <a:pt x="810" y="761"/>
                  </a:cubicBezTo>
                  <a:lnTo>
                    <a:pt x="852" y="761"/>
                  </a:lnTo>
                  <a:cubicBezTo>
                    <a:pt x="850" y="794"/>
                    <a:pt x="848" y="807"/>
                    <a:pt x="845" y="811"/>
                  </a:cubicBezTo>
                  <a:cubicBezTo>
                    <a:pt x="843" y="813"/>
                    <a:pt x="841" y="814"/>
                    <a:pt x="837" y="814"/>
                  </a:cubicBezTo>
                  <a:cubicBezTo>
                    <a:pt x="833" y="814"/>
                    <a:pt x="824" y="814"/>
                    <a:pt x="814" y="813"/>
                  </a:cubicBezTo>
                  <a:cubicBezTo>
                    <a:pt x="819" y="820"/>
                    <a:pt x="822" y="832"/>
                    <a:pt x="823" y="841"/>
                  </a:cubicBezTo>
                  <a:cubicBezTo>
                    <a:pt x="834" y="841"/>
                    <a:pt x="845" y="841"/>
                    <a:pt x="852" y="840"/>
                  </a:cubicBezTo>
                  <a:cubicBezTo>
                    <a:pt x="860" y="839"/>
                    <a:pt x="865" y="836"/>
                    <a:pt x="870" y="830"/>
                  </a:cubicBezTo>
                  <a:cubicBezTo>
                    <a:pt x="877" y="822"/>
                    <a:pt x="879" y="800"/>
                    <a:pt x="881" y="746"/>
                  </a:cubicBezTo>
                  <a:cubicBezTo>
                    <a:pt x="882" y="742"/>
                    <a:pt x="882" y="734"/>
                    <a:pt x="882" y="734"/>
                  </a:cubicBezTo>
                  <a:lnTo>
                    <a:pt x="745" y="734"/>
                  </a:lnTo>
                  <a:moveTo>
                    <a:pt x="1135" y="738"/>
                  </a:moveTo>
                  <a:lnTo>
                    <a:pt x="1026" y="738"/>
                  </a:lnTo>
                  <a:lnTo>
                    <a:pt x="1026" y="766"/>
                  </a:lnTo>
                  <a:lnTo>
                    <a:pt x="1135" y="766"/>
                  </a:lnTo>
                  <a:lnTo>
                    <a:pt x="1135" y="738"/>
                  </a:lnTo>
                  <a:moveTo>
                    <a:pt x="1015" y="844"/>
                  </a:moveTo>
                  <a:cubicBezTo>
                    <a:pt x="1011" y="838"/>
                    <a:pt x="990" y="813"/>
                    <a:pt x="982" y="805"/>
                  </a:cubicBezTo>
                  <a:lnTo>
                    <a:pt x="982" y="799"/>
                  </a:lnTo>
                  <a:lnTo>
                    <a:pt x="1011" y="799"/>
                  </a:lnTo>
                  <a:lnTo>
                    <a:pt x="1011" y="772"/>
                  </a:lnTo>
                  <a:lnTo>
                    <a:pt x="982" y="772"/>
                  </a:lnTo>
                  <a:lnTo>
                    <a:pt x="982" y="723"/>
                  </a:lnTo>
                  <a:lnTo>
                    <a:pt x="953" y="723"/>
                  </a:lnTo>
                  <a:lnTo>
                    <a:pt x="953" y="772"/>
                  </a:lnTo>
                  <a:lnTo>
                    <a:pt x="918" y="772"/>
                  </a:lnTo>
                  <a:lnTo>
                    <a:pt x="918" y="799"/>
                  </a:lnTo>
                  <a:lnTo>
                    <a:pt x="947" y="799"/>
                  </a:lnTo>
                  <a:cubicBezTo>
                    <a:pt x="941" y="827"/>
                    <a:pt x="928" y="859"/>
                    <a:pt x="914" y="877"/>
                  </a:cubicBezTo>
                  <a:cubicBezTo>
                    <a:pt x="919" y="885"/>
                    <a:pt x="926" y="898"/>
                    <a:pt x="929" y="906"/>
                  </a:cubicBezTo>
                  <a:cubicBezTo>
                    <a:pt x="938" y="893"/>
                    <a:pt x="946" y="875"/>
                    <a:pt x="953" y="854"/>
                  </a:cubicBezTo>
                  <a:lnTo>
                    <a:pt x="953" y="956"/>
                  </a:lnTo>
                  <a:lnTo>
                    <a:pt x="982" y="956"/>
                  </a:lnTo>
                  <a:lnTo>
                    <a:pt x="982" y="838"/>
                  </a:lnTo>
                  <a:cubicBezTo>
                    <a:pt x="989" y="848"/>
                    <a:pt x="996" y="860"/>
                    <a:pt x="999" y="867"/>
                  </a:cubicBezTo>
                  <a:lnTo>
                    <a:pt x="1015" y="844"/>
                  </a:lnTo>
                  <a:moveTo>
                    <a:pt x="1025" y="848"/>
                  </a:moveTo>
                  <a:cubicBezTo>
                    <a:pt x="1019" y="874"/>
                    <a:pt x="1009" y="901"/>
                    <a:pt x="996" y="918"/>
                  </a:cubicBezTo>
                  <a:cubicBezTo>
                    <a:pt x="1003" y="921"/>
                    <a:pt x="1014" y="929"/>
                    <a:pt x="1020" y="933"/>
                  </a:cubicBezTo>
                  <a:cubicBezTo>
                    <a:pt x="1032" y="914"/>
                    <a:pt x="1045" y="883"/>
                    <a:pt x="1052" y="854"/>
                  </a:cubicBezTo>
                  <a:lnTo>
                    <a:pt x="1025" y="848"/>
                  </a:lnTo>
                  <a:moveTo>
                    <a:pt x="1149" y="825"/>
                  </a:moveTo>
                  <a:lnTo>
                    <a:pt x="1149" y="798"/>
                  </a:lnTo>
                  <a:lnTo>
                    <a:pt x="1014" y="798"/>
                  </a:lnTo>
                  <a:lnTo>
                    <a:pt x="1014" y="825"/>
                  </a:lnTo>
                  <a:lnTo>
                    <a:pt x="1063" y="825"/>
                  </a:lnTo>
                  <a:lnTo>
                    <a:pt x="1063" y="920"/>
                  </a:lnTo>
                  <a:cubicBezTo>
                    <a:pt x="1063" y="923"/>
                    <a:pt x="1062" y="924"/>
                    <a:pt x="1059" y="924"/>
                  </a:cubicBezTo>
                  <a:cubicBezTo>
                    <a:pt x="1056" y="924"/>
                    <a:pt x="1045" y="924"/>
                    <a:pt x="1035" y="924"/>
                  </a:cubicBezTo>
                  <a:cubicBezTo>
                    <a:pt x="1039" y="933"/>
                    <a:pt x="1043" y="946"/>
                    <a:pt x="1044" y="954"/>
                  </a:cubicBezTo>
                  <a:cubicBezTo>
                    <a:pt x="1061" y="954"/>
                    <a:pt x="1073" y="954"/>
                    <a:pt x="1082" y="949"/>
                  </a:cubicBezTo>
                  <a:cubicBezTo>
                    <a:pt x="1091" y="944"/>
                    <a:pt x="1093" y="936"/>
                    <a:pt x="1093" y="921"/>
                  </a:cubicBezTo>
                  <a:lnTo>
                    <a:pt x="1093" y="825"/>
                  </a:lnTo>
                  <a:lnTo>
                    <a:pt x="1149" y="825"/>
                  </a:lnTo>
                  <a:moveTo>
                    <a:pt x="1102" y="855"/>
                  </a:moveTo>
                  <a:cubicBezTo>
                    <a:pt x="1112" y="881"/>
                    <a:pt x="1122" y="914"/>
                    <a:pt x="1125" y="935"/>
                  </a:cubicBezTo>
                  <a:lnTo>
                    <a:pt x="1152" y="925"/>
                  </a:lnTo>
                  <a:cubicBezTo>
                    <a:pt x="1149" y="904"/>
                    <a:pt x="1138" y="872"/>
                    <a:pt x="1126" y="847"/>
                  </a:cubicBezTo>
                  <a:lnTo>
                    <a:pt x="1102" y="855"/>
                  </a:lnTo>
                </a:path>
              </a:pathLst>
            </a:custGeom>
            <a:gradFill>
              <a:gsLst>
                <a:gs pos="0">
                  <a:schemeClr val="accent2"/>
                </a:gs>
                <a:gs pos="99999">
                  <a:schemeClr val="accent1"/>
                </a:gs>
              </a:gsLst>
              <a:lin ang="0" scaled="1"/>
            </a:gradFill>
            <a:ln w="3609"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7" name="矩形 16"/>
            <p:cNvSpPr/>
            <p:nvPr>
              <p:custDataLst>
                <p:tags r:id="rId20"/>
              </p:custDataLst>
            </p:nvPr>
          </p:nvSpPr>
          <p:spPr>
            <a:xfrm>
              <a:off x="1059" y="6921"/>
              <a:ext cx="4924" cy="563"/>
            </a:xfrm>
            <a:prstGeom prst="rect">
              <a:avLst/>
            </a:prstGeom>
            <a:noFill/>
            <a:ln>
              <a:noFill/>
            </a:ln>
          </p:spPr>
          <p:txBody>
            <a:bodyPr wrap="square" lIns="91440" tIns="45720" rIns="91440" bIns="45720" rtlCol="0" anchor="ctr" anchorCtr="0">
              <a:spAutoFit/>
            </a:bodyPr>
            <a:lstStyle/>
            <a:p>
              <a:pPr lvl="0" algn="l" defTabSz="264160" hangingPunct="0">
                <a:buClrTx/>
                <a:buSzTx/>
                <a:buFontTx/>
              </a:pP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矩形 17"/>
            <p:cNvSpPr/>
            <p:nvPr>
              <p:custDataLst>
                <p:tags r:id="rId21"/>
              </p:custDataLst>
            </p:nvPr>
          </p:nvSpPr>
          <p:spPr>
            <a:xfrm>
              <a:off x="1220" y="7562"/>
              <a:ext cx="2613" cy="329"/>
            </a:xfrm>
            <a:prstGeom prst="rect">
              <a:avLst/>
            </a:prstGeom>
            <a:noFill/>
          </p:spPr>
          <p:txBody>
            <a:bodyPr wrap="square" lIns="0" tIns="0" rIns="0" bIns="0" rtlCol="0" anchor="t" anchorCtr="0">
              <a:spAutoFit/>
            </a:bodyPr>
            <a:lstStyle/>
            <a:p>
              <a:pPr indent="0" algn="just" fontAlgn="auto">
                <a:lnSpc>
                  <a:spcPct val="100000"/>
                </a:lnSpc>
                <a:spcBef>
                  <a:spcPct val="0"/>
                </a:spcBef>
                <a:spcAft>
                  <a:spcPct val="0"/>
                </a:spcAft>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0" name="矩形: 圆角 6"/>
            <p:cNvSpPr/>
            <p:nvPr>
              <p:custDataLst>
                <p:tags r:id="rId22"/>
              </p:custDataLst>
            </p:nvPr>
          </p:nvSpPr>
          <p:spPr>
            <a:xfrm rot="5400000">
              <a:off x="12455" y="2903"/>
              <a:ext cx="6211" cy="5413"/>
            </a:xfrm>
            <a:prstGeom prst="roundRect">
              <a:avLst>
                <a:gd name="adj" fmla="val 3323"/>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矩形 22"/>
            <p:cNvSpPr/>
            <p:nvPr>
              <p:custDataLst>
                <p:tags r:id="rId23"/>
              </p:custDataLst>
            </p:nvPr>
          </p:nvSpPr>
          <p:spPr>
            <a:xfrm>
              <a:off x="13037" y="6921"/>
              <a:ext cx="4924" cy="563"/>
            </a:xfrm>
            <a:prstGeom prst="rect">
              <a:avLst/>
            </a:prstGeom>
            <a:noFill/>
            <a:ln>
              <a:noFill/>
            </a:ln>
          </p:spPr>
          <p:txBody>
            <a:bodyPr wrap="square" lIns="91440" tIns="45720" rIns="91440" bIns="45720" rtlCol="0" anchor="ctr" anchorCtr="0">
              <a:spAutoFit/>
            </a:bodyPr>
            <a:lstStyle/>
            <a:p>
              <a:pPr lvl="0" algn="l" defTabSz="264160" hangingPunct="0">
                <a:buClrTx/>
                <a:buSzTx/>
                <a:buFontTx/>
              </a:pP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矩形 23"/>
            <p:cNvSpPr/>
            <p:nvPr>
              <p:custDataLst>
                <p:tags r:id="rId24"/>
              </p:custDataLst>
            </p:nvPr>
          </p:nvSpPr>
          <p:spPr>
            <a:xfrm>
              <a:off x="13172" y="7562"/>
              <a:ext cx="2613" cy="329"/>
            </a:xfrm>
            <a:prstGeom prst="rect">
              <a:avLst/>
            </a:prstGeom>
            <a:noFill/>
          </p:spPr>
          <p:txBody>
            <a:bodyPr wrap="square" lIns="0" tIns="0" rIns="0" bIns="0" rtlCol="0" anchor="t" anchorCtr="0">
              <a:spAutoFit/>
            </a:bodyPr>
            <a:lstStyle/>
            <a:p>
              <a:pPr indent="0" algn="just" fontAlgn="auto">
                <a:lnSpc>
                  <a:spcPct val="100000"/>
                </a:lnSpc>
                <a:spcBef>
                  <a:spcPct val="0"/>
                </a:spcBef>
                <a:spcAft>
                  <a:spcPct val="0"/>
                </a:spcAft>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133" name="组合 132"/>
            <p:cNvGrpSpPr/>
            <p:nvPr/>
          </p:nvGrpSpPr>
          <p:grpSpPr>
            <a:xfrm>
              <a:off x="1033" y="2629"/>
              <a:ext cx="5169" cy="4177"/>
              <a:chOff x="1505" y="6803"/>
              <a:chExt cx="1790" cy="1398"/>
            </a:xfrm>
          </p:grpSpPr>
          <p:sp>
            <p:nvSpPr>
              <p:cNvPr id="134" name="圆角矩形 133"/>
              <p:cNvSpPr/>
              <p:nvPr/>
            </p:nvSpPr>
            <p:spPr>
              <a:xfrm>
                <a:off x="1505" y="6803"/>
                <a:ext cx="1790" cy="1398"/>
              </a:xfrm>
              <a:prstGeom prst="roundRect">
                <a:avLst>
                  <a:gd name="adj" fmla="val 36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135" name="图形 4"/>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247" y="7349"/>
                <a:ext cx="306" cy="306"/>
              </a:xfrm>
              <a:prstGeom prst="rect">
                <a:avLst/>
              </a:prstGeom>
            </p:spPr>
          </p:pic>
        </p:grpSp>
        <p:grpSp>
          <p:nvGrpSpPr>
            <p:cNvPr id="2" name="组合 1"/>
            <p:cNvGrpSpPr/>
            <p:nvPr/>
          </p:nvGrpSpPr>
          <p:grpSpPr>
            <a:xfrm>
              <a:off x="12976" y="2630"/>
              <a:ext cx="5169" cy="4177"/>
              <a:chOff x="1467" y="6803"/>
              <a:chExt cx="1790" cy="1398"/>
            </a:xfrm>
          </p:grpSpPr>
          <p:sp>
            <p:nvSpPr>
              <p:cNvPr id="3" name="圆角矩形 2"/>
              <p:cNvSpPr/>
              <p:nvPr/>
            </p:nvSpPr>
            <p:spPr>
              <a:xfrm>
                <a:off x="1467" y="6803"/>
                <a:ext cx="1790" cy="1398"/>
              </a:xfrm>
              <a:prstGeom prst="roundRect">
                <a:avLst>
                  <a:gd name="adj" fmla="val 395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6" name="图形 4"/>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233" y="7349"/>
                <a:ext cx="306" cy="306"/>
              </a:xfrm>
              <a:prstGeom prst="rect">
                <a:avLst/>
              </a:prstGeom>
            </p:spPr>
          </p:pic>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同侧圆角矩形 6"/>
          <p:cNvSpPr/>
          <p:nvPr/>
        </p:nvSpPr>
        <p:spPr>
          <a:xfrm>
            <a:off x="6259197" y="1691005"/>
            <a:ext cx="5534660" cy="443547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同侧圆角矩形 4"/>
          <p:cNvSpPr/>
          <p:nvPr/>
        </p:nvSpPr>
        <p:spPr>
          <a:xfrm>
            <a:off x="398145" y="1691005"/>
            <a:ext cx="5534660" cy="443547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标题 5"/>
          <p:cNvSpPr>
            <a:spLocks noGrp="1"/>
          </p:cNvSpPr>
          <p:nvPr>
            <p:ph type="title"/>
          </p:nvPr>
        </p:nvSpPr>
        <p:spPr/>
        <p:txBody>
          <a:bodyPr/>
          <a:lstStyle/>
          <a:p>
            <a:r>
              <a:rPr>
                <a:sym typeface="+mn-ea"/>
              </a:rPr>
              <a:t>此处添加主标题文案</a:t>
            </a:r>
            <a:endParaRPr lang="zh-CN" altLang="en-US"/>
          </a:p>
        </p:txBody>
      </p:sp>
      <p:sp>
        <p:nvSpPr>
          <p:cNvPr id="10" name="圆角矩形 5"/>
          <p:cNvSpPr/>
          <p:nvPr>
            <p:custDataLst>
              <p:tags r:id="rId1"/>
            </p:custDataLst>
          </p:nvPr>
        </p:nvSpPr>
        <p:spPr>
          <a:xfrm>
            <a:off x="401320" y="1186815"/>
            <a:ext cx="5531485"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文本框 13"/>
          <p:cNvSpPr txBox="1"/>
          <p:nvPr>
            <p:custDataLst>
              <p:tags r:id="rId2"/>
            </p:custDataLst>
          </p:nvPr>
        </p:nvSpPr>
        <p:spPr>
          <a:xfrm>
            <a:off x="547370" y="4208280"/>
            <a:ext cx="226250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圆角矩形 5"/>
          <p:cNvSpPr/>
          <p:nvPr>
            <p:custDataLst>
              <p:tags r:id="rId3"/>
            </p:custDataLst>
          </p:nvPr>
        </p:nvSpPr>
        <p:spPr>
          <a:xfrm>
            <a:off x="6261737" y="1186815"/>
            <a:ext cx="5532120"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文本框 17"/>
          <p:cNvSpPr txBox="1"/>
          <p:nvPr>
            <p:custDataLst>
              <p:tags r:id="rId4"/>
            </p:custDataLst>
          </p:nvPr>
        </p:nvSpPr>
        <p:spPr>
          <a:xfrm>
            <a:off x="6405880" y="4208280"/>
            <a:ext cx="226250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133" name="组合 132"/>
          <p:cNvGrpSpPr/>
          <p:nvPr/>
        </p:nvGrpSpPr>
        <p:grpSpPr>
          <a:xfrm>
            <a:off x="547370" y="1838325"/>
            <a:ext cx="5207000" cy="2202180"/>
            <a:chOff x="1500" y="6803"/>
            <a:chExt cx="2770" cy="1132"/>
          </a:xfrm>
        </p:grpSpPr>
        <p:sp>
          <p:nvSpPr>
            <p:cNvPr id="134" name="圆角矩形 133"/>
            <p:cNvSpPr/>
            <p:nvPr/>
          </p:nvSpPr>
          <p:spPr>
            <a:xfrm>
              <a:off x="1500" y="6803"/>
              <a:ext cx="2770" cy="1132"/>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135" name="图形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78" y="7132"/>
              <a:ext cx="414" cy="414"/>
            </a:xfrm>
            <a:prstGeom prst="rect">
              <a:avLst/>
            </a:prstGeom>
          </p:spPr>
        </p:pic>
      </p:grpSp>
      <p:grpSp>
        <p:nvGrpSpPr>
          <p:cNvPr id="2" name="组合 1"/>
          <p:cNvGrpSpPr/>
          <p:nvPr/>
        </p:nvGrpSpPr>
        <p:grpSpPr>
          <a:xfrm>
            <a:off x="6405880" y="1838325"/>
            <a:ext cx="5207000" cy="2202180"/>
            <a:chOff x="1500" y="6803"/>
            <a:chExt cx="2770" cy="1132"/>
          </a:xfrm>
        </p:grpSpPr>
        <p:sp>
          <p:nvSpPr>
            <p:cNvPr id="3" name="圆角矩形 2"/>
            <p:cNvSpPr/>
            <p:nvPr/>
          </p:nvSpPr>
          <p:spPr>
            <a:xfrm>
              <a:off x="1500" y="6803"/>
              <a:ext cx="2770" cy="1132"/>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4" name="图形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78" y="7132"/>
              <a:ext cx="414" cy="414"/>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同侧圆角矩形 3"/>
          <p:cNvSpPr/>
          <p:nvPr/>
        </p:nvSpPr>
        <p:spPr>
          <a:xfrm>
            <a:off x="3282345" y="2009140"/>
            <a:ext cx="2757600" cy="4215765"/>
          </a:xfrm>
          <a:prstGeom prst="round2SameRect">
            <a:avLst>
              <a:gd name="adj1" fmla="val 1008"/>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 name="同侧圆角矩形 4"/>
          <p:cNvSpPr/>
          <p:nvPr/>
        </p:nvSpPr>
        <p:spPr>
          <a:xfrm>
            <a:off x="6154855" y="2009140"/>
            <a:ext cx="2757600" cy="4215765"/>
          </a:xfrm>
          <a:prstGeom prst="round2SameRect">
            <a:avLst>
              <a:gd name="adj1" fmla="val 1008"/>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同侧圆角矩形 5"/>
          <p:cNvSpPr/>
          <p:nvPr/>
        </p:nvSpPr>
        <p:spPr>
          <a:xfrm>
            <a:off x="9027365" y="2009140"/>
            <a:ext cx="2757600" cy="4215765"/>
          </a:xfrm>
          <a:prstGeom prst="round2SameRect">
            <a:avLst>
              <a:gd name="adj1" fmla="val 1008"/>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同侧圆角矩形 1"/>
          <p:cNvSpPr/>
          <p:nvPr/>
        </p:nvSpPr>
        <p:spPr>
          <a:xfrm>
            <a:off x="409835" y="2009140"/>
            <a:ext cx="2757600" cy="4215765"/>
          </a:xfrm>
          <a:prstGeom prst="round2SameRect">
            <a:avLst>
              <a:gd name="adj1" fmla="val 1008"/>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buClrTx/>
              <a:buSzTx/>
              <a:buFontTx/>
            </a:pP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标题 69"/>
          <p:cNvSpPr>
            <a:spLocks noGrp="1"/>
          </p:cNvSpPr>
          <p:nvPr>
            <p:ph type="title"/>
          </p:nvPr>
        </p:nvSpPr>
        <p:spPr>
          <a:xfrm>
            <a:off x="407988" y="298758"/>
            <a:ext cx="2954655" cy="461665"/>
          </a:xfrm>
        </p:spPr>
        <p:txBody>
          <a:bodyPr wrap="none">
            <a:spAutoFit/>
          </a:bodyPr>
          <a:lstStyle/>
          <a:p>
            <a:pPr algn="l"/>
            <a:r>
              <a:rPr>
                <a:sym typeface="+mn-ea"/>
              </a:rPr>
              <a:t>此处添加主标题文案</a:t>
            </a:r>
            <a:endParaRPr>
              <a:sym typeface="+mn-ea"/>
            </a:endParaRPr>
          </a:p>
        </p:txBody>
      </p:sp>
      <p:sp>
        <p:nvSpPr>
          <p:cNvPr id="32" name="圆角矩形 5"/>
          <p:cNvSpPr/>
          <p:nvPr>
            <p:custDataLst>
              <p:tags r:id="rId1"/>
            </p:custDataLst>
          </p:nvPr>
        </p:nvSpPr>
        <p:spPr>
          <a:xfrm>
            <a:off x="3282277" y="1513840"/>
            <a:ext cx="2757805"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3" name="文本框 32"/>
          <p:cNvSpPr txBox="1"/>
          <p:nvPr>
            <p:custDataLst>
              <p:tags r:id="rId2"/>
            </p:custDataLst>
          </p:nvPr>
        </p:nvSpPr>
        <p:spPr>
          <a:xfrm>
            <a:off x="3378128" y="4704080"/>
            <a:ext cx="256603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圆角矩形 45"/>
          <p:cNvSpPr/>
          <p:nvPr>
            <p:custDataLst>
              <p:tags r:id="rId3"/>
            </p:custDataLst>
          </p:nvPr>
        </p:nvSpPr>
        <p:spPr>
          <a:xfrm>
            <a:off x="3381303" y="2140585"/>
            <a:ext cx="2559685" cy="245745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47" name="图形 4"/>
          <p:cNvPicPr preferRelativeResize="0"/>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4474773" y="3172460"/>
            <a:ext cx="372745" cy="394970"/>
          </a:xfrm>
          <a:prstGeom prst="rect">
            <a:avLst/>
          </a:prstGeom>
        </p:spPr>
      </p:pic>
      <p:sp>
        <p:nvSpPr>
          <p:cNvPr id="50" name="圆角矩形 5"/>
          <p:cNvSpPr/>
          <p:nvPr>
            <p:custDataLst>
              <p:tags r:id="rId7"/>
            </p:custDataLst>
          </p:nvPr>
        </p:nvSpPr>
        <p:spPr>
          <a:xfrm>
            <a:off x="6154719" y="1513840"/>
            <a:ext cx="2757805"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1" name="文本框 50"/>
          <p:cNvSpPr txBox="1"/>
          <p:nvPr>
            <p:custDataLst>
              <p:tags r:id="rId8"/>
            </p:custDataLst>
          </p:nvPr>
        </p:nvSpPr>
        <p:spPr>
          <a:xfrm>
            <a:off x="6250638" y="4704080"/>
            <a:ext cx="256603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3" name="圆角矩形 52"/>
          <p:cNvSpPr/>
          <p:nvPr>
            <p:custDataLst>
              <p:tags r:id="rId9"/>
            </p:custDataLst>
          </p:nvPr>
        </p:nvSpPr>
        <p:spPr>
          <a:xfrm>
            <a:off x="6253813" y="2140585"/>
            <a:ext cx="2559685" cy="245745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54" name="图形 4"/>
          <p:cNvPicPr preferRelativeResize="0"/>
          <p:nvPr>
            <p:custDataLst>
              <p:tags r:id="rId10"/>
            </p:custDataLst>
          </p:nvPr>
        </p:nvPicPr>
        <p:blipFill>
          <a:blip r:embed="rId5">
            <a:extLst>
              <a:ext uri="{96DAC541-7B7A-43D3-8B79-37D633B846F1}">
                <asvg:svgBlip xmlns:asvg="http://schemas.microsoft.com/office/drawing/2016/SVG/main" r:embed="rId6"/>
              </a:ext>
            </a:extLst>
          </a:blip>
          <a:stretch>
            <a:fillRect/>
          </a:stretch>
        </p:blipFill>
        <p:spPr>
          <a:xfrm>
            <a:off x="7347283" y="3172460"/>
            <a:ext cx="372745" cy="394970"/>
          </a:xfrm>
          <a:prstGeom prst="rect">
            <a:avLst/>
          </a:prstGeom>
        </p:spPr>
      </p:pic>
      <p:sp>
        <p:nvSpPr>
          <p:cNvPr id="57" name="圆角矩形 5"/>
          <p:cNvSpPr/>
          <p:nvPr>
            <p:custDataLst>
              <p:tags r:id="rId11"/>
            </p:custDataLst>
          </p:nvPr>
        </p:nvSpPr>
        <p:spPr>
          <a:xfrm>
            <a:off x="409835" y="1513840"/>
            <a:ext cx="2757805"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文本框 57"/>
          <p:cNvSpPr txBox="1"/>
          <p:nvPr>
            <p:custDataLst>
              <p:tags r:id="rId12"/>
            </p:custDataLst>
          </p:nvPr>
        </p:nvSpPr>
        <p:spPr>
          <a:xfrm>
            <a:off x="515778" y="4704080"/>
            <a:ext cx="254571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圆角矩形 59"/>
          <p:cNvSpPr/>
          <p:nvPr>
            <p:custDataLst>
              <p:tags r:id="rId13"/>
            </p:custDataLst>
          </p:nvPr>
        </p:nvSpPr>
        <p:spPr>
          <a:xfrm>
            <a:off x="508793" y="2140585"/>
            <a:ext cx="2559685" cy="245745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61" name="图形 4"/>
          <p:cNvPicPr preferRelativeResize="0"/>
          <p:nvPr>
            <p:custDataLst>
              <p:tags r:id="rId14"/>
            </p:custDataLst>
          </p:nvPr>
        </p:nvPicPr>
        <p:blipFill>
          <a:blip r:embed="rId5">
            <a:extLst>
              <a:ext uri="{96DAC541-7B7A-43D3-8B79-37D633B846F1}">
                <asvg:svgBlip xmlns:asvg="http://schemas.microsoft.com/office/drawing/2016/SVG/main" r:embed="rId6"/>
              </a:ext>
            </a:extLst>
          </a:blip>
          <a:stretch>
            <a:fillRect/>
          </a:stretch>
        </p:blipFill>
        <p:spPr>
          <a:xfrm>
            <a:off x="1598930" y="3172460"/>
            <a:ext cx="372745" cy="394970"/>
          </a:xfrm>
          <a:prstGeom prst="rect">
            <a:avLst/>
          </a:prstGeom>
        </p:spPr>
      </p:pic>
      <p:sp>
        <p:nvSpPr>
          <p:cNvPr id="18" name="圆角矩形 5"/>
          <p:cNvSpPr/>
          <p:nvPr>
            <p:custDataLst>
              <p:tags r:id="rId15"/>
            </p:custDataLst>
          </p:nvPr>
        </p:nvSpPr>
        <p:spPr>
          <a:xfrm>
            <a:off x="9027160" y="1513840"/>
            <a:ext cx="2757805" cy="504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文本框 18"/>
          <p:cNvSpPr txBox="1"/>
          <p:nvPr>
            <p:custDataLst>
              <p:tags r:id="rId16"/>
            </p:custDataLst>
          </p:nvPr>
        </p:nvSpPr>
        <p:spPr>
          <a:xfrm>
            <a:off x="9123148" y="4704080"/>
            <a:ext cx="2566035"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圆角矩形 20"/>
          <p:cNvSpPr/>
          <p:nvPr>
            <p:custDataLst>
              <p:tags r:id="rId17"/>
            </p:custDataLst>
          </p:nvPr>
        </p:nvSpPr>
        <p:spPr>
          <a:xfrm>
            <a:off x="9126323" y="2140585"/>
            <a:ext cx="2559685" cy="245745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2" name="图形 4"/>
          <p:cNvPicPr preferRelativeResize="0"/>
          <p:nvPr>
            <p:custDataLst>
              <p:tags r:id="rId18"/>
            </p:custDataLst>
          </p:nvPr>
        </p:nvPicPr>
        <p:blipFill>
          <a:blip r:embed="rId5">
            <a:extLst>
              <a:ext uri="{96DAC541-7B7A-43D3-8B79-37D633B846F1}">
                <asvg:svgBlip xmlns:asvg="http://schemas.microsoft.com/office/drawing/2016/SVG/main" r:embed="rId6"/>
              </a:ext>
            </a:extLst>
          </a:blip>
          <a:stretch>
            <a:fillRect/>
          </a:stretch>
        </p:blipFill>
        <p:spPr>
          <a:xfrm>
            <a:off x="10219793" y="3172460"/>
            <a:ext cx="372745" cy="39497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圆角 6"/>
          <p:cNvSpPr/>
          <p:nvPr>
            <p:custDataLst>
              <p:tags r:id="rId1"/>
            </p:custDataLst>
          </p:nvPr>
        </p:nvSpPr>
        <p:spPr>
          <a:xfrm rot="5400000">
            <a:off x="2074545" y="-584200"/>
            <a:ext cx="2249805" cy="5586095"/>
          </a:xfrm>
          <a:prstGeom prst="roundRect">
            <a:avLst>
              <a:gd name="adj" fmla="val 250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文本框 57"/>
          <p:cNvSpPr txBox="1"/>
          <p:nvPr>
            <p:custDataLst>
              <p:tags r:id="rId2"/>
            </p:custDataLst>
          </p:nvPr>
        </p:nvSpPr>
        <p:spPr>
          <a:xfrm>
            <a:off x="828040" y="1800225"/>
            <a:ext cx="2393950"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圆角矩形 59"/>
          <p:cNvSpPr/>
          <p:nvPr>
            <p:custDataLst>
              <p:tags r:id="rId3"/>
            </p:custDataLst>
          </p:nvPr>
        </p:nvSpPr>
        <p:spPr>
          <a:xfrm>
            <a:off x="3296920" y="1203325"/>
            <a:ext cx="2553335" cy="2012315"/>
          </a:xfrm>
          <a:prstGeom prst="roundRect">
            <a:avLst>
              <a:gd name="adj" fmla="val 329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61" name="图形 4"/>
          <p:cNvPicPr preferRelativeResize="0"/>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4398645" y="2030095"/>
            <a:ext cx="349885" cy="358140"/>
          </a:xfrm>
          <a:prstGeom prst="rect">
            <a:avLst/>
          </a:prstGeom>
        </p:spPr>
      </p:pic>
      <p:sp>
        <p:nvSpPr>
          <p:cNvPr id="66" name="标题 1"/>
          <p:cNvSpPr/>
          <p:nvPr>
            <p:custDataLst>
              <p:tags r:id="rId7"/>
            </p:custDataLst>
          </p:nvPr>
        </p:nvSpPr>
        <p:spPr>
          <a:xfrm>
            <a:off x="619125" y="1303092"/>
            <a:ext cx="2477770" cy="394335"/>
          </a:xfrm>
          <a:prstGeom prst="rect">
            <a:avLst/>
          </a:prstGeom>
          <a:noFill/>
          <a:ln>
            <a:noFill/>
          </a:ln>
        </p:spPr>
        <p:txBody>
          <a:bodyPr rot="0" spcFirstLastPara="0" vert="horz" wrap="square" lIns="91440" tIns="36000" rIns="91440" bIns="36000" numCol="1" spcCol="0" rtlCol="0" fromWordArt="0" anchor="ctr" anchorCtr="0" forceAA="0" compatLnSpc="0">
            <a:noAutofit/>
          </a:bodyPr>
          <a:lstStyle>
            <a:lvl1pPr algn="l" defTabSz="914400" rtl="0" eaLnBrk="1" latinLnBrk="0" hangingPunct="1">
              <a:lnSpc>
                <a:spcPct val="90000"/>
              </a:lnSpc>
              <a:spcBef>
                <a:spcPct val="0"/>
              </a:spcBef>
              <a:buNone/>
              <a:defRPr kumimoji="1" lang="zh-CN" altLang="en-US" sz="2800" b="0" i="0" kern="5500" spc="100" baseline="0" dirty="0">
                <a:solidFill>
                  <a:schemeClr val="tx1"/>
                </a:solidFill>
                <a:latin typeface="FZLanTingHeiPro_GB18030 Bold" panose="02000000000000000000" pitchFamily="2" charset="-122"/>
                <a:ea typeface="FZLanTingHeiPro_GB18030 Bold" panose="02000000000000000000" pitchFamily="2" charset="-122"/>
                <a:cs typeface="FZLanTingHeiPro_GB18030 DemiBol" panose="02000500000000000000" pitchFamily="2" charset="-122"/>
              </a:defRPr>
            </a:lvl1pPr>
          </a:lstStyle>
          <a:p>
            <a:pPr lvl="0" algn="l" defTabSz="264160" hangingPunct="0">
              <a:lnSpc>
                <a:spcPct val="100000"/>
              </a:lnSpc>
              <a:buClrTx/>
              <a:buSzTx/>
              <a:buFontTx/>
            </a:pPr>
            <a:r>
              <a:rPr kumimoji="0" lang="en-US" altLang="zh-CN" sz="1800" b="1" kern="1200" spc="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01 </a:t>
            </a:r>
            <a:r>
              <a:rPr kumimoji="0" sz="1800" b="1" kern="1200" spc="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0" sz="1800" b="1" kern="1200" spc="0"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矩形: 圆角 6"/>
          <p:cNvSpPr/>
          <p:nvPr>
            <p:custDataLst>
              <p:tags r:id="rId8"/>
            </p:custDataLst>
          </p:nvPr>
        </p:nvSpPr>
        <p:spPr>
          <a:xfrm rot="5400000">
            <a:off x="2074545" y="1870710"/>
            <a:ext cx="2249805" cy="5586095"/>
          </a:xfrm>
          <a:prstGeom prst="roundRect">
            <a:avLst>
              <a:gd name="adj" fmla="val 250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 name="文本框 2"/>
          <p:cNvSpPr txBox="1"/>
          <p:nvPr>
            <p:custDataLst>
              <p:tags r:id="rId9"/>
            </p:custDataLst>
          </p:nvPr>
        </p:nvSpPr>
        <p:spPr>
          <a:xfrm>
            <a:off x="828040" y="4255135"/>
            <a:ext cx="2393950"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圆角矩形 3"/>
          <p:cNvSpPr/>
          <p:nvPr>
            <p:custDataLst>
              <p:tags r:id="rId10"/>
            </p:custDataLst>
          </p:nvPr>
        </p:nvSpPr>
        <p:spPr>
          <a:xfrm>
            <a:off x="3296920" y="3657600"/>
            <a:ext cx="2553335" cy="2012315"/>
          </a:xfrm>
          <a:prstGeom prst="roundRect">
            <a:avLst>
              <a:gd name="adj" fmla="val 329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5" name="图形 4"/>
          <p:cNvPicPr preferRelativeResize="0"/>
          <p:nvPr>
            <p:custDataLst>
              <p:tags r:id="rId11"/>
            </p:custDataLst>
          </p:nvPr>
        </p:nvPicPr>
        <p:blipFill>
          <a:blip r:embed="rId5">
            <a:extLst>
              <a:ext uri="{96DAC541-7B7A-43D3-8B79-37D633B846F1}">
                <asvg:svgBlip xmlns:asvg="http://schemas.microsoft.com/office/drawing/2016/SVG/main" r:embed="rId6"/>
              </a:ext>
            </a:extLst>
          </a:blip>
          <a:stretch>
            <a:fillRect/>
          </a:stretch>
        </p:blipFill>
        <p:spPr>
          <a:xfrm>
            <a:off x="4398645" y="4485005"/>
            <a:ext cx="349885" cy="358140"/>
          </a:xfrm>
          <a:prstGeom prst="rect">
            <a:avLst/>
          </a:prstGeom>
        </p:spPr>
      </p:pic>
      <p:sp>
        <p:nvSpPr>
          <p:cNvPr id="6" name="标题 1"/>
          <p:cNvSpPr/>
          <p:nvPr>
            <p:custDataLst>
              <p:tags r:id="rId12"/>
            </p:custDataLst>
          </p:nvPr>
        </p:nvSpPr>
        <p:spPr>
          <a:xfrm>
            <a:off x="619125" y="3757367"/>
            <a:ext cx="2477770" cy="394335"/>
          </a:xfrm>
          <a:prstGeom prst="rect">
            <a:avLst/>
          </a:prstGeom>
          <a:noFill/>
          <a:ln>
            <a:noFill/>
          </a:ln>
        </p:spPr>
        <p:txBody>
          <a:bodyPr rot="0" spcFirstLastPara="0" vert="horz" wrap="square" lIns="91440" tIns="36000" rIns="91440" bIns="36000" numCol="1" spcCol="0" rtlCol="0" fromWordArt="0" anchor="ctr" anchorCtr="0" forceAA="0" compatLnSpc="0">
            <a:noAutofit/>
          </a:bodyPr>
          <a:lstStyle>
            <a:lvl1pPr algn="l" defTabSz="914400" rtl="0" eaLnBrk="1" latinLnBrk="0" hangingPunct="1">
              <a:lnSpc>
                <a:spcPct val="90000"/>
              </a:lnSpc>
              <a:spcBef>
                <a:spcPct val="0"/>
              </a:spcBef>
              <a:buNone/>
              <a:defRPr kumimoji="1" lang="zh-CN" altLang="en-US" sz="2800" b="0" i="0" kern="5500" spc="100" baseline="0" dirty="0">
                <a:solidFill>
                  <a:schemeClr val="tx1"/>
                </a:solidFill>
                <a:latin typeface="FZLanTingHeiPro_GB18030 Bold" panose="02000000000000000000" pitchFamily="2" charset="-122"/>
                <a:ea typeface="FZLanTingHeiPro_GB18030 Bold" panose="02000000000000000000" pitchFamily="2" charset="-122"/>
                <a:cs typeface="FZLanTingHeiPro_GB18030 DemiBol" panose="02000500000000000000" pitchFamily="2" charset="-122"/>
              </a:defRPr>
            </a:lvl1pPr>
          </a:lstStyle>
          <a:p>
            <a:pPr lvl="0" algn="l" defTabSz="264160" hangingPunct="0">
              <a:lnSpc>
                <a:spcPct val="100000"/>
              </a:lnSpc>
              <a:buClrTx/>
              <a:buSzTx/>
              <a:buFontTx/>
            </a:pPr>
            <a:r>
              <a:rPr kumimoji="0" lang="en-US" altLang="zh-CN"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03 </a:t>
            </a:r>
            <a:r>
              <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矩形: 圆角 6"/>
          <p:cNvSpPr/>
          <p:nvPr>
            <p:custDataLst>
              <p:tags r:id="rId13"/>
            </p:custDataLst>
          </p:nvPr>
        </p:nvSpPr>
        <p:spPr>
          <a:xfrm rot="5400000">
            <a:off x="7860030" y="-584200"/>
            <a:ext cx="2249805" cy="5586095"/>
          </a:xfrm>
          <a:prstGeom prst="roundRect">
            <a:avLst>
              <a:gd name="adj" fmla="val 250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文本框 7"/>
          <p:cNvSpPr txBox="1"/>
          <p:nvPr>
            <p:custDataLst>
              <p:tags r:id="rId14"/>
            </p:custDataLst>
          </p:nvPr>
        </p:nvSpPr>
        <p:spPr>
          <a:xfrm>
            <a:off x="9241790" y="1800225"/>
            <a:ext cx="2393950"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圆角矩形 8"/>
          <p:cNvSpPr/>
          <p:nvPr>
            <p:custDataLst>
              <p:tags r:id="rId15"/>
            </p:custDataLst>
          </p:nvPr>
        </p:nvSpPr>
        <p:spPr>
          <a:xfrm>
            <a:off x="6340475" y="1203325"/>
            <a:ext cx="2553335" cy="2012315"/>
          </a:xfrm>
          <a:prstGeom prst="roundRect">
            <a:avLst>
              <a:gd name="adj" fmla="val 329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10" name="图形 4"/>
          <p:cNvPicPr preferRelativeResize="0"/>
          <p:nvPr>
            <p:custDataLst>
              <p:tags r:id="rId16"/>
            </p:custDataLst>
          </p:nvPr>
        </p:nvPicPr>
        <p:blipFill>
          <a:blip r:embed="rId5">
            <a:extLst>
              <a:ext uri="{96DAC541-7B7A-43D3-8B79-37D633B846F1}">
                <asvg:svgBlip xmlns:asvg="http://schemas.microsoft.com/office/drawing/2016/SVG/main" r:embed="rId6"/>
              </a:ext>
            </a:extLst>
          </a:blip>
          <a:stretch>
            <a:fillRect/>
          </a:stretch>
        </p:blipFill>
        <p:spPr>
          <a:xfrm>
            <a:off x="7441565" y="2030095"/>
            <a:ext cx="349885" cy="358140"/>
          </a:xfrm>
          <a:prstGeom prst="rect">
            <a:avLst/>
          </a:prstGeom>
        </p:spPr>
      </p:pic>
      <p:sp>
        <p:nvSpPr>
          <p:cNvPr id="11" name="标题 1"/>
          <p:cNvSpPr/>
          <p:nvPr>
            <p:custDataLst>
              <p:tags r:id="rId17"/>
            </p:custDataLst>
          </p:nvPr>
        </p:nvSpPr>
        <p:spPr>
          <a:xfrm>
            <a:off x="9032875" y="1303092"/>
            <a:ext cx="2477770" cy="394335"/>
          </a:xfrm>
          <a:prstGeom prst="rect">
            <a:avLst/>
          </a:prstGeom>
          <a:noFill/>
          <a:ln>
            <a:noFill/>
          </a:ln>
        </p:spPr>
        <p:txBody>
          <a:bodyPr rot="0" spcFirstLastPara="0" vert="horz" wrap="square" lIns="91440" tIns="36000" rIns="91440" bIns="36000" numCol="1" spcCol="0" rtlCol="0" fromWordArt="0" anchor="ctr" anchorCtr="0" forceAA="0" compatLnSpc="0">
            <a:noAutofit/>
          </a:bodyPr>
          <a:lstStyle>
            <a:lvl1pPr algn="l" defTabSz="914400" rtl="0" eaLnBrk="1" latinLnBrk="0" hangingPunct="1">
              <a:lnSpc>
                <a:spcPct val="90000"/>
              </a:lnSpc>
              <a:spcBef>
                <a:spcPct val="0"/>
              </a:spcBef>
              <a:buNone/>
              <a:defRPr kumimoji="1" lang="zh-CN" altLang="en-US" sz="2800" b="0" i="0" kern="5500" spc="100" baseline="0" dirty="0">
                <a:solidFill>
                  <a:schemeClr val="tx1"/>
                </a:solidFill>
                <a:latin typeface="FZLanTingHeiPro_GB18030 Bold" panose="02000000000000000000" pitchFamily="2" charset="-122"/>
                <a:ea typeface="FZLanTingHeiPro_GB18030 Bold" panose="02000000000000000000" pitchFamily="2" charset="-122"/>
                <a:cs typeface="FZLanTingHeiPro_GB18030 DemiBol" panose="02000500000000000000" pitchFamily="2" charset="-122"/>
              </a:defRPr>
            </a:lvl1pPr>
          </a:lstStyle>
          <a:p>
            <a:pPr lvl="0" algn="l" defTabSz="264160" hangingPunct="0">
              <a:lnSpc>
                <a:spcPct val="100000"/>
              </a:lnSpc>
              <a:buClrTx/>
              <a:buSzTx/>
              <a:buFontTx/>
            </a:pPr>
            <a:r>
              <a:rPr kumimoji="0" lang="en-US" altLang="zh-CN"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02 </a:t>
            </a:r>
            <a:r>
              <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矩形: 圆角 6"/>
          <p:cNvSpPr/>
          <p:nvPr>
            <p:custDataLst>
              <p:tags r:id="rId18"/>
            </p:custDataLst>
          </p:nvPr>
        </p:nvSpPr>
        <p:spPr>
          <a:xfrm rot="5400000">
            <a:off x="7860030" y="1870710"/>
            <a:ext cx="2249805" cy="5586095"/>
          </a:xfrm>
          <a:prstGeom prst="roundRect">
            <a:avLst>
              <a:gd name="adj" fmla="val 250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 name="文本框 12"/>
          <p:cNvSpPr txBox="1"/>
          <p:nvPr>
            <p:custDataLst>
              <p:tags r:id="rId19"/>
            </p:custDataLst>
          </p:nvPr>
        </p:nvSpPr>
        <p:spPr>
          <a:xfrm>
            <a:off x="9241790" y="4255135"/>
            <a:ext cx="2393950" cy="1261499"/>
          </a:xfrm>
          <a:prstGeom prst="rect">
            <a:avLst/>
          </a:prstGeom>
          <a:noFill/>
        </p:spPr>
        <p:txBody>
          <a:bodyPr wrap="square" rtlCol="0">
            <a:spAutoFit/>
          </a:bodyPr>
          <a:lstStyle/>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20000"/>
              </a:lnSpc>
              <a:spcBef>
                <a:spcPts val="600"/>
              </a:spcBef>
              <a:spcAft>
                <a:spcPts val="600"/>
              </a:spcAft>
              <a:buClrTx/>
              <a:buSzTx/>
              <a:buFont typeface="Arial" panose="020B0604020202090204" pitchFamily="34" charset="0"/>
              <a:buChar char="•"/>
            </a:pPr>
            <a:r>
              <a:rPr lang="en-US" altLang="zh-CN"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请填写相关内容……</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圆角矩形 13"/>
          <p:cNvSpPr/>
          <p:nvPr>
            <p:custDataLst>
              <p:tags r:id="rId20"/>
            </p:custDataLst>
          </p:nvPr>
        </p:nvSpPr>
        <p:spPr>
          <a:xfrm>
            <a:off x="6340475" y="3657600"/>
            <a:ext cx="2553335" cy="2012315"/>
          </a:xfrm>
          <a:prstGeom prst="roundRect">
            <a:avLst>
              <a:gd name="adj" fmla="val 329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15" name="图形 4"/>
          <p:cNvPicPr preferRelativeResize="0"/>
          <p:nvPr>
            <p:custDataLst>
              <p:tags r:id="rId21"/>
            </p:custDataLst>
          </p:nvPr>
        </p:nvPicPr>
        <p:blipFill>
          <a:blip r:embed="rId5">
            <a:extLst>
              <a:ext uri="{96DAC541-7B7A-43D3-8B79-37D633B846F1}">
                <asvg:svgBlip xmlns:asvg="http://schemas.microsoft.com/office/drawing/2016/SVG/main" r:embed="rId6"/>
              </a:ext>
            </a:extLst>
          </a:blip>
          <a:stretch>
            <a:fillRect/>
          </a:stretch>
        </p:blipFill>
        <p:spPr>
          <a:xfrm>
            <a:off x="7440930" y="4485005"/>
            <a:ext cx="349885" cy="358140"/>
          </a:xfrm>
          <a:prstGeom prst="rect">
            <a:avLst/>
          </a:prstGeom>
        </p:spPr>
      </p:pic>
      <p:sp>
        <p:nvSpPr>
          <p:cNvPr id="17" name="标题 1"/>
          <p:cNvSpPr/>
          <p:nvPr>
            <p:custDataLst>
              <p:tags r:id="rId22"/>
            </p:custDataLst>
          </p:nvPr>
        </p:nvSpPr>
        <p:spPr>
          <a:xfrm>
            <a:off x="9032875" y="3757367"/>
            <a:ext cx="2477770" cy="394335"/>
          </a:xfrm>
          <a:prstGeom prst="rect">
            <a:avLst/>
          </a:prstGeom>
          <a:noFill/>
          <a:ln>
            <a:noFill/>
          </a:ln>
        </p:spPr>
        <p:txBody>
          <a:bodyPr rot="0" spcFirstLastPara="0" vert="horz" wrap="square" lIns="91440" tIns="36000" rIns="91440" bIns="36000" numCol="1" spcCol="0" rtlCol="0" fromWordArt="0" anchor="ctr" anchorCtr="0" forceAA="0" compatLnSpc="0">
            <a:noAutofit/>
          </a:bodyPr>
          <a:lstStyle>
            <a:lvl1pPr algn="l" defTabSz="914400" rtl="0" eaLnBrk="1" latinLnBrk="0" hangingPunct="1">
              <a:lnSpc>
                <a:spcPct val="90000"/>
              </a:lnSpc>
              <a:spcBef>
                <a:spcPct val="0"/>
              </a:spcBef>
              <a:buNone/>
              <a:defRPr kumimoji="1" lang="zh-CN" altLang="en-US" sz="2800" b="0" i="0" kern="5500" spc="100" baseline="0" dirty="0">
                <a:solidFill>
                  <a:schemeClr val="tx1"/>
                </a:solidFill>
                <a:latin typeface="FZLanTingHeiPro_GB18030 Bold" panose="02000000000000000000" pitchFamily="2" charset="-122"/>
                <a:ea typeface="FZLanTingHeiPro_GB18030 Bold" panose="02000000000000000000" pitchFamily="2" charset="-122"/>
                <a:cs typeface="FZLanTingHeiPro_GB18030 DemiBol" panose="02000500000000000000" pitchFamily="2" charset="-122"/>
              </a:defRPr>
            </a:lvl1pPr>
          </a:lstStyle>
          <a:p>
            <a:pPr lvl="0" algn="l" defTabSz="264160" hangingPunct="0">
              <a:lnSpc>
                <a:spcPct val="100000"/>
              </a:lnSpc>
              <a:buClrTx/>
              <a:buSzTx/>
              <a:buFontTx/>
            </a:pPr>
            <a:r>
              <a:rPr kumimoji="0" lang="en-US" altLang="zh-CN"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04 </a:t>
            </a:r>
            <a:r>
              <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0" sz="1800" b="1" kern="1200" spc="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0" name="标题 19"/>
          <p:cNvSpPr>
            <a:spLocks noGrp="1"/>
          </p:cNvSpPr>
          <p:nvPr>
            <p:ph type="title"/>
          </p:nvPr>
        </p:nvSpPr>
        <p:spPr/>
        <p:txBody>
          <a:bodyPr/>
          <a:lstStyle/>
          <a:p>
            <a:r>
              <a:rPr lang="zh-CN" altLang="en-US" dirty="0"/>
              <a:t>此处添加主标题文案</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同侧圆角矩形 42"/>
          <p:cNvSpPr/>
          <p:nvPr/>
        </p:nvSpPr>
        <p:spPr>
          <a:xfrm>
            <a:off x="3561079" y="1625164"/>
            <a:ext cx="1872000" cy="269166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标题 69"/>
          <p:cNvSpPr>
            <a:spLocks noGrp="1"/>
          </p:cNvSpPr>
          <p:nvPr>
            <p:ph type="title"/>
          </p:nvPr>
        </p:nvSpPr>
        <p:spPr>
          <a:xfrm>
            <a:off x="406400" y="296545"/>
            <a:ext cx="2931795" cy="460375"/>
          </a:xfrm>
        </p:spPr>
        <p:txBody>
          <a:bodyPr wrap="none">
            <a:spAutoFit/>
          </a:bodyPr>
          <a:lstStyle/>
          <a:p>
            <a:pPr algn="l"/>
            <a:r>
              <a:rPr>
                <a:sym typeface="+mn-ea"/>
              </a:rPr>
              <a:t>此处添加主标题文案</a:t>
            </a:r>
            <a:endParaRPr>
              <a:sym typeface="+mn-ea"/>
            </a:endParaRPr>
          </a:p>
        </p:txBody>
      </p:sp>
      <p:sp>
        <p:nvSpPr>
          <p:cNvPr id="57" name="圆角矩形 5"/>
          <p:cNvSpPr/>
          <p:nvPr>
            <p:custDataLst>
              <p:tags r:id="rId1"/>
            </p:custDataLst>
          </p:nvPr>
        </p:nvSpPr>
        <p:spPr>
          <a:xfrm>
            <a:off x="3561079" y="1193165"/>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文本框 57"/>
          <p:cNvSpPr txBox="1"/>
          <p:nvPr>
            <p:custDataLst>
              <p:tags r:id="rId2"/>
            </p:custDataLst>
          </p:nvPr>
        </p:nvSpPr>
        <p:spPr>
          <a:xfrm>
            <a:off x="3623637" y="3428365"/>
            <a:ext cx="1710690" cy="626710"/>
          </a:xfrm>
          <a:prstGeom prst="rect">
            <a:avLst/>
          </a:prstGeom>
          <a:noFill/>
        </p:spPr>
        <p:txBody>
          <a:bodyPr wrap="square" rtlCol="0">
            <a:spAutoFit/>
          </a:bodyPr>
          <a:lstStyle/>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圆角矩形 59"/>
          <p:cNvSpPr/>
          <p:nvPr>
            <p:custDataLst>
              <p:tags r:id="rId3"/>
            </p:custDataLst>
          </p:nvPr>
        </p:nvSpPr>
        <p:spPr>
          <a:xfrm>
            <a:off x="3619192" y="1704975"/>
            <a:ext cx="1720850" cy="165227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61" name="图形 4"/>
          <p:cNvPicPr preferRelativeResize="0"/>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4353252" y="2398395"/>
            <a:ext cx="250825" cy="265430"/>
          </a:xfrm>
          <a:prstGeom prst="rect">
            <a:avLst/>
          </a:prstGeom>
        </p:spPr>
      </p:pic>
      <p:sp>
        <p:nvSpPr>
          <p:cNvPr id="11" name="五边形 10"/>
          <p:cNvSpPr/>
          <p:nvPr>
            <p:custDataLst>
              <p:tags r:id="rId7"/>
            </p:custDataLst>
          </p:nvPr>
        </p:nvSpPr>
        <p:spPr>
          <a:xfrm flipV="1">
            <a:off x="5408622" y="2438400"/>
            <a:ext cx="243205" cy="70485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同侧圆角矩形 1"/>
          <p:cNvSpPr/>
          <p:nvPr/>
        </p:nvSpPr>
        <p:spPr>
          <a:xfrm>
            <a:off x="3561079" y="5137250"/>
            <a:ext cx="1872000" cy="982028"/>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圆角矩形 5"/>
          <p:cNvSpPr/>
          <p:nvPr>
            <p:custDataLst>
              <p:tags r:id="rId8"/>
            </p:custDataLst>
          </p:nvPr>
        </p:nvSpPr>
        <p:spPr>
          <a:xfrm>
            <a:off x="3561079" y="4702710"/>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五边形 44"/>
          <p:cNvSpPr/>
          <p:nvPr>
            <p:custDataLst>
              <p:tags r:id="rId9"/>
            </p:custDataLst>
          </p:nvPr>
        </p:nvSpPr>
        <p:spPr>
          <a:xfrm rot="5400000" flipV="1">
            <a:off x="4375477" y="4157345"/>
            <a:ext cx="243205" cy="70485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五边形 54"/>
          <p:cNvSpPr/>
          <p:nvPr>
            <p:custDataLst>
              <p:tags r:id="rId10"/>
            </p:custDataLst>
          </p:nvPr>
        </p:nvSpPr>
        <p:spPr>
          <a:xfrm rot="5400000" flipV="1">
            <a:off x="6481554" y="4138295"/>
            <a:ext cx="265430" cy="76708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9" name="五边形 58"/>
          <p:cNvSpPr/>
          <p:nvPr>
            <p:custDataLst>
              <p:tags r:id="rId11"/>
            </p:custDataLst>
          </p:nvPr>
        </p:nvSpPr>
        <p:spPr>
          <a:xfrm rot="5400000">
            <a:off x="10716251" y="4121785"/>
            <a:ext cx="264795" cy="767715"/>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五边形 61"/>
          <p:cNvSpPr/>
          <p:nvPr>
            <p:custDataLst>
              <p:tags r:id="rId12"/>
            </p:custDataLst>
          </p:nvPr>
        </p:nvSpPr>
        <p:spPr>
          <a:xfrm rot="5400000">
            <a:off x="8599379" y="4138930"/>
            <a:ext cx="264160" cy="766445"/>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3" name="圆角矩形 62"/>
          <p:cNvSpPr/>
          <p:nvPr/>
        </p:nvSpPr>
        <p:spPr>
          <a:xfrm>
            <a:off x="390525" y="1193165"/>
            <a:ext cx="2936240" cy="4934585"/>
          </a:xfrm>
          <a:prstGeom prst="roundRect">
            <a:avLst>
              <a:gd name="adj" fmla="val 251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64" name="图形 4"/>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07820" y="3394075"/>
            <a:ext cx="501015" cy="533400"/>
          </a:xfrm>
          <a:prstGeom prst="rect">
            <a:avLst/>
          </a:prstGeom>
        </p:spPr>
      </p:pic>
      <p:sp>
        <p:nvSpPr>
          <p:cNvPr id="3" name="文本框 2"/>
          <p:cNvSpPr txBox="1"/>
          <p:nvPr/>
        </p:nvSpPr>
        <p:spPr>
          <a:xfrm>
            <a:off x="5088890" y="8314690"/>
            <a:ext cx="4064000" cy="337185"/>
          </a:xfrm>
          <a:prstGeom prst="rect">
            <a:avLst/>
          </a:prstGeom>
        </p:spPr>
        <p:txBody>
          <a:bodyPr wrap="square" rtlCol="0">
            <a:spAutoFit/>
          </a:bodyPr>
          <a:lstStyle/>
          <a:p>
            <a:pPr algn="l"/>
            <a:endParaRPr kumimoji="1" lang="zh-CN" altLang="en-US" sz="1600" dirty="0">
              <a:latin typeface="Arial" panose="020B0604020202090204" pitchFamily="34" charset="0"/>
              <a:ea typeface="微软雅黑" panose="020B0502040204020203" pitchFamily="34" charset="-122"/>
              <a:cs typeface="Arial" panose="020B0604020202090204" pitchFamily="34" charset="0"/>
            </a:endParaRPr>
          </a:p>
        </p:txBody>
      </p:sp>
      <p:sp>
        <p:nvSpPr>
          <p:cNvPr id="48" name="同侧圆角矩形 47"/>
          <p:cNvSpPr/>
          <p:nvPr/>
        </p:nvSpPr>
        <p:spPr>
          <a:xfrm>
            <a:off x="5681870" y="5137250"/>
            <a:ext cx="1872000" cy="982028"/>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2" name="圆角矩形 5"/>
          <p:cNvSpPr/>
          <p:nvPr>
            <p:custDataLst>
              <p:tags r:id="rId15"/>
            </p:custDataLst>
          </p:nvPr>
        </p:nvSpPr>
        <p:spPr>
          <a:xfrm>
            <a:off x="5681870" y="4702710"/>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6" name="同侧圆角矩形 65"/>
          <p:cNvSpPr/>
          <p:nvPr/>
        </p:nvSpPr>
        <p:spPr>
          <a:xfrm>
            <a:off x="7802661" y="5137250"/>
            <a:ext cx="1872000" cy="982028"/>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圆角矩形 5"/>
          <p:cNvSpPr/>
          <p:nvPr>
            <p:custDataLst>
              <p:tags r:id="rId16"/>
            </p:custDataLst>
          </p:nvPr>
        </p:nvSpPr>
        <p:spPr>
          <a:xfrm>
            <a:off x="7802661" y="4702710"/>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9" name="同侧圆角矩形 68"/>
          <p:cNvSpPr/>
          <p:nvPr/>
        </p:nvSpPr>
        <p:spPr>
          <a:xfrm>
            <a:off x="9923452" y="5137250"/>
            <a:ext cx="1872000" cy="982028"/>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圆角矩形 5"/>
          <p:cNvSpPr/>
          <p:nvPr>
            <p:custDataLst>
              <p:tags r:id="rId17"/>
            </p:custDataLst>
          </p:nvPr>
        </p:nvSpPr>
        <p:spPr>
          <a:xfrm>
            <a:off x="9923452" y="4702710"/>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2" name="同侧圆角矩形 71"/>
          <p:cNvSpPr/>
          <p:nvPr/>
        </p:nvSpPr>
        <p:spPr>
          <a:xfrm>
            <a:off x="5681870" y="1625164"/>
            <a:ext cx="1872000" cy="269166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圆角矩形 5"/>
          <p:cNvSpPr/>
          <p:nvPr>
            <p:custDataLst>
              <p:tags r:id="rId18"/>
            </p:custDataLst>
          </p:nvPr>
        </p:nvSpPr>
        <p:spPr>
          <a:xfrm>
            <a:off x="5681870" y="1193165"/>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4" name="文本框 73"/>
          <p:cNvSpPr txBox="1"/>
          <p:nvPr>
            <p:custDataLst>
              <p:tags r:id="rId19"/>
            </p:custDataLst>
          </p:nvPr>
        </p:nvSpPr>
        <p:spPr>
          <a:xfrm>
            <a:off x="5744428" y="3428365"/>
            <a:ext cx="1710690" cy="626710"/>
          </a:xfrm>
          <a:prstGeom prst="rect">
            <a:avLst/>
          </a:prstGeom>
          <a:noFill/>
        </p:spPr>
        <p:txBody>
          <a:bodyPr wrap="square" rtlCol="0">
            <a:spAutoFit/>
          </a:bodyPr>
          <a:lstStyle/>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5" name="圆角矩形 74"/>
          <p:cNvSpPr/>
          <p:nvPr>
            <p:custDataLst>
              <p:tags r:id="rId20"/>
            </p:custDataLst>
          </p:nvPr>
        </p:nvSpPr>
        <p:spPr>
          <a:xfrm>
            <a:off x="5739983" y="1704975"/>
            <a:ext cx="1720850" cy="165227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76" name="图形 4"/>
          <p:cNvPicPr preferRelativeResize="0"/>
          <p:nvPr>
            <p:custDataLst>
              <p:tags r:id="rId21"/>
            </p:custDataLst>
          </p:nvPr>
        </p:nvPicPr>
        <p:blipFill>
          <a:blip r:embed="rId5">
            <a:extLst>
              <a:ext uri="{96DAC541-7B7A-43D3-8B79-37D633B846F1}">
                <asvg:svgBlip xmlns:asvg="http://schemas.microsoft.com/office/drawing/2016/SVG/main" r:embed="rId6"/>
              </a:ext>
            </a:extLst>
          </a:blip>
          <a:stretch>
            <a:fillRect/>
          </a:stretch>
        </p:blipFill>
        <p:spPr>
          <a:xfrm>
            <a:off x="6474043" y="2398395"/>
            <a:ext cx="250825" cy="265430"/>
          </a:xfrm>
          <a:prstGeom prst="rect">
            <a:avLst/>
          </a:prstGeom>
        </p:spPr>
      </p:pic>
      <p:sp>
        <p:nvSpPr>
          <p:cNvPr id="77" name="五边形 76"/>
          <p:cNvSpPr/>
          <p:nvPr>
            <p:custDataLst>
              <p:tags r:id="rId22"/>
            </p:custDataLst>
          </p:nvPr>
        </p:nvSpPr>
        <p:spPr>
          <a:xfrm flipV="1">
            <a:off x="7529413" y="2438400"/>
            <a:ext cx="243205" cy="70485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endParaRPr>
          </a:p>
        </p:txBody>
      </p:sp>
      <p:sp>
        <p:nvSpPr>
          <p:cNvPr id="78" name="同侧圆角矩形 77"/>
          <p:cNvSpPr/>
          <p:nvPr/>
        </p:nvSpPr>
        <p:spPr>
          <a:xfrm>
            <a:off x="7802661" y="1625164"/>
            <a:ext cx="1872000" cy="269166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9" name="圆角矩形 5"/>
          <p:cNvSpPr/>
          <p:nvPr>
            <p:custDataLst>
              <p:tags r:id="rId23"/>
            </p:custDataLst>
          </p:nvPr>
        </p:nvSpPr>
        <p:spPr>
          <a:xfrm>
            <a:off x="7802661" y="1193165"/>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0" name="文本框 79"/>
          <p:cNvSpPr txBox="1"/>
          <p:nvPr>
            <p:custDataLst>
              <p:tags r:id="rId24"/>
            </p:custDataLst>
          </p:nvPr>
        </p:nvSpPr>
        <p:spPr>
          <a:xfrm>
            <a:off x="7865219" y="3428365"/>
            <a:ext cx="1710690" cy="626710"/>
          </a:xfrm>
          <a:prstGeom prst="rect">
            <a:avLst/>
          </a:prstGeom>
          <a:noFill/>
        </p:spPr>
        <p:txBody>
          <a:bodyPr wrap="square" rtlCol="0">
            <a:spAutoFit/>
          </a:bodyPr>
          <a:lstStyle/>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1" name="圆角矩形 80"/>
          <p:cNvSpPr/>
          <p:nvPr>
            <p:custDataLst>
              <p:tags r:id="rId25"/>
            </p:custDataLst>
          </p:nvPr>
        </p:nvSpPr>
        <p:spPr>
          <a:xfrm>
            <a:off x="7860774" y="1704975"/>
            <a:ext cx="1720850" cy="165227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82" name="图形 4"/>
          <p:cNvPicPr preferRelativeResize="0"/>
          <p:nvPr>
            <p:custDataLst>
              <p:tags r:id="rId26"/>
            </p:custDataLst>
          </p:nvPr>
        </p:nvPicPr>
        <p:blipFill>
          <a:blip r:embed="rId5">
            <a:extLst>
              <a:ext uri="{96DAC541-7B7A-43D3-8B79-37D633B846F1}">
                <asvg:svgBlip xmlns:asvg="http://schemas.microsoft.com/office/drawing/2016/SVG/main" r:embed="rId6"/>
              </a:ext>
            </a:extLst>
          </a:blip>
          <a:stretch>
            <a:fillRect/>
          </a:stretch>
        </p:blipFill>
        <p:spPr>
          <a:xfrm>
            <a:off x="8594834" y="2398395"/>
            <a:ext cx="250825" cy="265430"/>
          </a:xfrm>
          <a:prstGeom prst="rect">
            <a:avLst/>
          </a:prstGeom>
        </p:spPr>
      </p:pic>
      <p:sp>
        <p:nvSpPr>
          <p:cNvPr id="83" name="五边形 82"/>
          <p:cNvSpPr/>
          <p:nvPr>
            <p:custDataLst>
              <p:tags r:id="rId27"/>
            </p:custDataLst>
          </p:nvPr>
        </p:nvSpPr>
        <p:spPr>
          <a:xfrm flipV="1">
            <a:off x="9650204" y="2438400"/>
            <a:ext cx="243205" cy="70485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endParaRPr>
          </a:p>
        </p:txBody>
      </p:sp>
      <p:sp>
        <p:nvSpPr>
          <p:cNvPr id="84" name="同侧圆角矩形 83"/>
          <p:cNvSpPr/>
          <p:nvPr/>
        </p:nvSpPr>
        <p:spPr>
          <a:xfrm>
            <a:off x="9911180" y="1625164"/>
            <a:ext cx="1872000" cy="2691665"/>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l" fontAlgn="auto">
              <a:lnSpc>
                <a:spcPct val="110000"/>
              </a:lnSpc>
              <a:spcBef>
                <a:spcPts val="300"/>
              </a:spcBef>
              <a:spcAft>
                <a:spcPts val="300"/>
              </a:spcAft>
              <a:buClrTx/>
              <a:buSzTx/>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5" name="圆角矩形 5"/>
          <p:cNvSpPr/>
          <p:nvPr>
            <p:custDataLst>
              <p:tags r:id="rId28"/>
            </p:custDataLst>
          </p:nvPr>
        </p:nvSpPr>
        <p:spPr>
          <a:xfrm>
            <a:off x="9911180" y="1193165"/>
            <a:ext cx="1872000" cy="432000"/>
          </a:xfrm>
          <a:prstGeom prst="round2SameRect">
            <a:avLst>
              <a:gd name="adj1" fmla="val 13303"/>
              <a:gd name="adj2" fmla="val 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6" name="文本框 85"/>
          <p:cNvSpPr txBox="1"/>
          <p:nvPr>
            <p:custDataLst>
              <p:tags r:id="rId29"/>
            </p:custDataLst>
          </p:nvPr>
        </p:nvSpPr>
        <p:spPr>
          <a:xfrm>
            <a:off x="9973738" y="3428365"/>
            <a:ext cx="1710690" cy="626710"/>
          </a:xfrm>
          <a:prstGeom prst="rect">
            <a:avLst/>
          </a:prstGeom>
          <a:noFill/>
        </p:spPr>
        <p:txBody>
          <a:bodyPr wrap="square" rtlCol="0">
            <a:spAutoFit/>
          </a:bodyPr>
          <a:lstStyle/>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nSpc>
                <a:spcPct val="110000"/>
              </a:lnSpc>
              <a:spcBef>
                <a:spcPts val="300"/>
              </a:spcBef>
              <a:spcAft>
                <a:spcPts val="300"/>
              </a:spcAft>
              <a:buFont typeface="Arial" panose="020B0604020202090204" pitchFamily="34" charset="0"/>
              <a:buChar char="•"/>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请填写相关内</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7" name="圆角矩形 86"/>
          <p:cNvSpPr/>
          <p:nvPr>
            <p:custDataLst>
              <p:tags r:id="rId30"/>
            </p:custDataLst>
          </p:nvPr>
        </p:nvSpPr>
        <p:spPr>
          <a:xfrm>
            <a:off x="9969293" y="1704975"/>
            <a:ext cx="1720850" cy="1652270"/>
          </a:xfrm>
          <a:prstGeom prst="roundRect">
            <a:avLst>
              <a:gd name="adj" fmla="val 26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88" name="图形 4"/>
          <p:cNvPicPr preferRelativeResize="0"/>
          <p:nvPr>
            <p:custDataLst>
              <p:tags r:id="rId31"/>
            </p:custDataLst>
          </p:nvPr>
        </p:nvPicPr>
        <p:blipFill>
          <a:blip r:embed="rId5">
            <a:extLst>
              <a:ext uri="{96DAC541-7B7A-43D3-8B79-37D633B846F1}">
                <asvg:svgBlip xmlns:asvg="http://schemas.microsoft.com/office/drawing/2016/SVG/main" r:embed="rId6"/>
              </a:ext>
            </a:extLst>
          </a:blip>
          <a:stretch>
            <a:fillRect/>
          </a:stretch>
        </p:blipFill>
        <p:spPr>
          <a:xfrm>
            <a:off x="10703353" y="2398395"/>
            <a:ext cx="250825" cy="26543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endParaRPr lang="zh-CN" altLang="en-US" dirty="0"/>
          </a:p>
        </p:txBody>
      </p:sp>
      <p:sp>
        <p:nvSpPr>
          <p:cNvPr id="6" name="矩形 1"/>
          <p:cNvSpPr/>
          <p:nvPr>
            <p:custDataLst>
              <p:tags r:id="rId1"/>
            </p:custDataLst>
          </p:nvPr>
        </p:nvSpPr>
        <p:spPr>
          <a:xfrm>
            <a:off x="423545" y="4483742"/>
            <a:ext cx="2451735" cy="1657978"/>
          </a:xfrm>
          <a:prstGeom prst="rect">
            <a:avLst/>
          </a:prstGeom>
          <a:noFill/>
        </p:spPr>
        <p:txBody>
          <a:bodyPr wrap="square" lIns="0" tIns="0" rIns="0" bIns="0" rtlCol="0" anchor="t" anchorCtr="0">
            <a:noAutofit/>
          </a:bodyPr>
          <a:lstStyle/>
          <a:p>
            <a:pPr indent="0" algn="ctr" fontAlgn="auto">
              <a:lnSpc>
                <a:spcPct val="120000"/>
              </a:lnSpc>
              <a:spcBef>
                <a:spcPts val="400"/>
              </a:spcBef>
              <a:spcAft>
                <a:spcPts val="400"/>
              </a:spcAft>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ctr" fontAlgn="auto">
              <a:lnSpc>
                <a:spcPct val="120000"/>
              </a:lnSpc>
              <a:spcBef>
                <a:spcPts val="400"/>
              </a:spcBef>
              <a:spcAft>
                <a:spcPts val="400"/>
              </a:spcAft>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indent="0" algn="ctr" fontAlgn="auto">
              <a:lnSpc>
                <a:spcPct val="120000"/>
              </a:lnSpc>
              <a:spcBef>
                <a:spcPts val="400"/>
              </a:spcBef>
              <a:spcAft>
                <a:spcPts val="400"/>
              </a:spcAft>
            </a:pP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 name="矩形 2"/>
          <p:cNvSpPr/>
          <p:nvPr>
            <p:custDataLst>
              <p:tags r:id="rId2"/>
            </p:custDataLst>
          </p:nvPr>
        </p:nvSpPr>
        <p:spPr>
          <a:xfrm>
            <a:off x="423545" y="3810642"/>
            <a:ext cx="2451735" cy="577320"/>
          </a:xfrm>
          <a:prstGeom prst="rect">
            <a:avLst/>
          </a:prstGeom>
          <a:noFill/>
        </p:spPr>
        <p:txBody>
          <a:bodyPr wrap="square" lIns="36000" tIns="0" rIns="36000" bIns="0" rtlCol="0" anchor="ctr">
            <a:noAutofit/>
          </a:bodyPr>
          <a:lstStyle/>
          <a:p>
            <a:pPr algn="ctr">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01 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1" name="组合 10"/>
          <p:cNvGrpSpPr/>
          <p:nvPr/>
        </p:nvGrpSpPr>
        <p:grpSpPr>
          <a:xfrm>
            <a:off x="677173" y="1413510"/>
            <a:ext cx="1945140" cy="2251812"/>
            <a:chOff x="677173" y="1413510"/>
            <a:chExt cx="1945140" cy="2251812"/>
          </a:xfrm>
        </p:grpSpPr>
        <p:sp>
          <p:nvSpPr>
            <p:cNvPr id="10" name="大线"/>
            <p:cNvSpPr/>
            <p:nvPr>
              <p:custDataLst>
                <p:tags r:id="rId3"/>
              </p:custDataLst>
            </p:nvPr>
          </p:nvSpPr>
          <p:spPr bwMode="auto">
            <a:xfrm>
              <a:off x="1134231" y="2675819"/>
              <a:ext cx="1031684" cy="69159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75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小线"/>
            <p:cNvSpPr/>
            <p:nvPr>
              <p:custDataLst>
                <p:tags r:id="rId4"/>
              </p:custDataLst>
            </p:nvPr>
          </p:nvSpPr>
          <p:spPr bwMode="auto">
            <a:xfrm>
              <a:off x="677173" y="2360077"/>
              <a:ext cx="1945140" cy="130524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40000"/>
                  <a:lumOff val="6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下"/>
            <p:cNvSpPr/>
            <p:nvPr>
              <p:custDataLst>
                <p:tags r:id="rId5"/>
              </p:custDataLst>
            </p:nvPr>
          </p:nvSpPr>
          <p:spPr bwMode="auto">
            <a:xfrm>
              <a:off x="933442" y="2207490"/>
              <a:ext cx="1431280" cy="959117"/>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1">
                <a:lumMod val="75000"/>
              </a:schemeClr>
            </a:solidFill>
            <a:ln w="9525">
              <a:noFill/>
              <a:round/>
            </a:ln>
            <a:effectLst>
              <a:outerShdw blurRad="317500" dist="127000" dir="5400000" algn="t" rotWithShape="0">
                <a:schemeClr val="accent1">
                  <a:alpha val="38000"/>
                </a:schemeClr>
              </a:outerShdw>
            </a:effectLst>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下"/>
            <p:cNvSpPr/>
            <p:nvPr>
              <p:custDataLst>
                <p:tags r:id="rId6"/>
              </p:custDataLst>
            </p:nvPr>
          </p:nvSpPr>
          <p:spPr bwMode="auto">
            <a:xfrm>
              <a:off x="933442" y="2180407"/>
              <a:ext cx="1429959" cy="959117"/>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2"/>
                </a:gs>
                <a:gs pos="70000">
                  <a:schemeClr val="accent1">
                    <a:alpha val="100000"/>
                  </a:schemeClr>
                </a:gs>
              </a:gsLst>
              <a:lin ang="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8" name="右"/>
            <p:cNvSpPr/>
            <p:nvPr>
              <p:custDataLst>
                <p:tags r:id="rId7"/>
              </p:custDataLst>
            </p:nvPr>
          </p:nvSpPr>
          <p:spPr bwMode="auto">
            <a:xfrm>
              <a:off x="1648092" y="1430024"/>
              <a:ext cx="717291" cy="1229282"/>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1">
                    <a:lumMod val="60000"/>
                    <a:lumOff val="40000"/>
                  </a:schemeClr>
                </a:gs>
                <a:gs pos="70000">
                  <a:schemeClr val="accent2"/>
                </a:gs>
              </a:gsLst>
              <a:lin ang="13500000" scaled="0"/>
            </a:gradFill>
            <a:ln w="12700" cmpd="sng">
              <a:no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左"/>
            <p:cNvSpPr/>
            <p:nvPr>
              <p:custDataLst>
                <p:tags r:id="rId8"/>
              </p:custDataLst>
            </p:nvPr>
          </p:nvSpPr>
          <p:spPr bwMode="auto">
            <a:xfrm>
              <a:off x="936084" y="1432005"/>
              <a:ext cx="712007" cy="1229282"/>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1">
                    <a:lumMod val="60000"/>
                    <a:lumOff val="40000"/>
                    <a:alpha val="100000"/>
                  </a:schemeClr>
                </a:gs>
                <a:gs pos="70000">
                  <a:schemeClr val="accent2"/>
                </a:gs>
              </a:gsLst>
              <a:lin ang="1890000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前左"/>
            <p:cNvSpPr/>
            <p:nvPr>
              <p:custDataLst>
                <p:tags r:id="rId9"/>
              </p:custDataLst>
            </p:nvPr>
          </p:nvSpPr>
          <p:spPr bwMode="auto">
            <a:xfrm>
              <a:off x="933442" y="1895050"/>
              <a:ext cx="717291" cy="1235887"/>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前右"/>
            <p:cNvSpPr/>
            <p:nvPr>
              <p:custDataLst>
                <p:tags r:id="rId10"/>
              </p:custDataLst>
            </p:nvPr>
          </p:nvSpPr>
          <p:spPr bwMode="auto">
            <a:xfrm>
              <a:off x="1650073" y="1895050"/>
              <a:ext cx="720593" cy="1235887"/>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1" name="上"/>
            <p:cNvSpPr/>
            <p:nvPr>
              <p:custDataLst>
                <p:tags r:id="rId11"/>
              </p:custDataLst>
            </p:nvPr>
          </p:nvSpPr>
          <p:spPr bwMode="auto">
            <a:xfrm>
              <a:off x="933442" y="1413510"/>
              <a:ext cx="1437884" cy="965062"/>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lstStyle/>
            <a:p>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pic>
          <p:nvPicPr>
            <p:cNvPr id="117" name="图片 18" descr="343435383036303b343532343136323bcfeec4bfc9fac3fcd6dcc6da"/>
            <p:cNvPicPr>
              <a:picLocks noChangeAspect="1"/>
            </p:cNvPicPr>
            <p:nvPr>
              <p:custDataLst>
                <p:tags r:id="rId12"/>
              </p:custDataLst>
            </p:nvPr>
          </p:nvPicPr>
          <p:blipFill>
            <a:blip r:embed="rId13" cstate="screen">
              <a:extLst>
                <a:ext uri="{96DAC541-7B7A-43D3-8B79-37D633B846F1}">
                  <asvg:svgBlip xmlns:asvg="http://schemas.microsoft.com/office/drawing/2016/SVG/main" r:embed="rId14"/>
                </a:ext>
              </a:extLst>
            </a:blip>
            <a:stretch>
              <a:fillRect/>
            </a:stretch>
          </p:blipFill>
          <p:spPr>
            <a:xfrm>
              <a:off x="1325773" y="1939307"/>
              <a:ext cx="640014" cy="640072"/>
            </a:xfrm>
            <a:prstGeom prst="rect">
              <a:avLst/>
            </a:prstGeom>
          </p:spPr>
        </p:pic>
      </p:grpSp>
      <p:sp>
        <p:nvSpPr>
          <p:cNvPr id="78" name="矩形 1"/>
          <p:cNvSpPr/>
          <p:nvPr>
            <p:custDataLst>
              <p:tags r:id="rId15"/>
            </p:custDataLst>
          </p:nvPr>
        </p:nvSpPr>
        <p:spPr>
          <a:xfrm>
            <a:off x="3369310" y="4483742"/>
            <a:ext cx="2451735" cy="1657978"/>
          </a:xfrm>
          <a:prstGeom prst="rect">
            <a:avLst/>
          </a:prstGeom>
          <a:noFill/>
        </p:spPr>
        <p:txBody>
          <a:bodyPr wrap="square" lIns="0" tIns="0" rIns="0" bIns="0" rtlCol="0" anchor="t" anchorCtr="0">
            <a:noAutofit/>
          </a:bodyPr>
          <a:lstStyle/>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9" name="矩形 2"/>
          <p:cNvSpPr/>
          <p:nvPr>
            <p:custDataLst>
              <p:tags r:id="rId16"/>
            </p:custDataLst>
          </p:nvPr>
        </p:nvSpPr>
        <p:spPr>
          <a:xfrm>
            <a:off x="3369310" y="3810642"/>
            <a:ext cx="2451735" cy="577320"/>
          </a:xfrm>
          <a:prstGeom prst="rect">
            <a:avLst/>
          </a:prstGeom>
          <a:noFill/>
        </p:spPr>
        <p:txBody>
          <a:bodyPr wrap="square" lIns="36000" tIns="0" rIns="36000" bIns="0" rtlCol="0" anchor="ctr">
            <a:noAutofit/>
          </a:bodyPr>
          <a:lstStyle/>
          <a:p>
            <a:pPr algn="ctr">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0</a:t>
            </a:r>
            <a:r>
              <a:rPr lang="en-US" altLang="zh-CN"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2</a:t>
            </a: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 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9" name="组合 8"/>
          <p:cNvGrpSpPr/>
          <p:nvPr/>
        </p:nvGrpSpPr>
        <p:grpSpPr>
          <a:xfrm>
            <a:off x="3622938" y="1413510"/>
            <a:ext cx="1945140" cy="2251812"/>
            <a:chOff x="3622938" y="1413510"/>
            <a:chExt cx="1945140" cy="2251812"/>
          </a:xfrm>
        </p:grpSpPr>
        <p:sp>
          <p:nvSpPr>
            <p:cNvPr id="80" name="大线"/>
            <p:cNvSpPr/>
            <p:nvPr>
              <p:custDataLst>
                <p:tags r:id="rId17"/>
              </p:custDataLst>
            </p:nvPr>
          </p:nvSpPr>
          <p:spPr bwMode="auto">
            <a:xfrm>
              <a:off x="4079996" y="2675819"/>
              <a:ext cx="1031684" cy="69159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75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1" name="小线"/>
            <p:cNvSpPr/>
            <p:nvPr>
              <p:custDataLst>
                <p:tags r:id="rId18"/>
              </p:custDataLst>
            </p:nvPr>
          </p:nvSpPr>
          <p:spPr bwMode="auto">
            <a:xfrm>
              <a:off x="3622938" y="2360077"/>
              <a:ext cx="1945140" cy="130524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40000"/>
                  <a:lumOff val="6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2" name="下"/>
            <p:cNvSpPr/>
            <p:nvPr>
              <p:custDataLst>
                <p:tags r:id="rId19"/>
              </p:custDataLst>
            </p:nvPr>
          </p:nvSpPr>
          <p:spPr bwMode="auto">
            <a:xfrm>
              <a:off x="3879207" y="2207490"/>
              <a:ext cx="1431280" cy="959117"/>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1">
                <a:lumMod val="75000"/>
              </a:schemeClr>
            </a:solidFill>
            <a:ln w="9525">
              <a:noFill/>
              <a:round/>
            </a:ln>
            <a:effectLst>
              <a:outerShdw blurRad="317500" dist="127000" dir="5400000" algn="t" rotWithShape="0">
                <a:schemeClr val="accent1">
                  <a:alpha val="38000"/>
                </a:schemeClr>
              </a:outerShdw>
            </a:effectLst>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3" name="下"/>
            <p:cNvSpPr/>
            <p:nvPr>
              <p:custDataLst>
                <p:tags r:id="rId20"/>
              </p:custDataLst>
            </p:nvPr>
          </p:nvSpPr>
          <p:spPr bwMode="auto">
            <a:xfrm>
              <a:off x="3879207" y="2180407"/>
              <a:ext cx="1429959" cy="959117"/>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2"/>
                </a:gs>
                <a:gs pos="70000">
                  <a:schemeClr val="accent1"/>
                </a:gs>
              </a:gsLst>
              <a:lin ang="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4" name="右"/>
            <p:cNvSpPr/>
            <p:nvPr>
              <p:custDataLst>
                <p:tags r:id="rId21"/>
              </p:custDataLst>
            </p:nvPr>
          </p:nvSpPr>
          <p:spPr bwMode="auto">
            <a:xfrm>
              <a:off x="4593857" y="1430024"/>
              <a:ext cx="717291" cy="1229282"/>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1">
                    <a:lumMod val="60000"/>
                    <a:lumOff val="40000"/>
                    <a:alpha val="100000"/>
                  </a:schemeClr>
                </a:gs>
                <a:gs pos="70000">
                  <a:schemeClr val="accent2"/>
                </a:gs>
              </a:gsLst>
              <a:lin ang="13500000" scaled="0"/>
            </a:gradFill>
            <a:ln w="12700" cmpd="sng">
              <a:no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5" name="左"/>
            <p:cNvSpPr/>
            <p:nvPr>
              <p:custDataLst>
                <p:tags r:id="rId22"/>
              </p:custDataLst>
            </p:nvPr>
          </p:nvSpPr>
          <p:spPr bwMode="auto">
            <a:xfrm>
              <a:off x="3881849" y="1432005"/>
              <a:ext cx="712007" cy="1229282"/>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1">
                    <a:lumMod val="60000"/>
                    <a:lumOff val="40000"/>
                    <a:alpha val="100000"/>
                  </a:schemeClr>
                </a:gs>
                <a:gs pos="70000">
                  <a:schemeClr val="accent2"/>
                </a:gs>
              </a:gsLst>
              <a:lin ang="1890000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8" name="前左"/>
            <p:cNvSpPr/>
            <p:nvPr>
              <p:custDataLst>
                <p:tags r:id="rId23"/>
              </p:custDataLst>
            </p:nvPr>
          </p:nvSpPr>
          <p:spPr bwMode="auto">
            <a:xfrm>
              <a:off x="3879207" y="1895050"/>
              <a:ext cx="717291" cy="1235887"/>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9" name="前右"/>
            <p:cNvSpPr/>
            <p:nvPr>
              <p:custDataLst>
                <p:tags r:id="rId24"/>
              </p:custDataLst>
            </p:nvPr>
          </p:nvSpPr>
          <p:spPr bwMode="auto">
            <a:xfrm>
              <a:off x="4595838" y="1895050"/>
              <a:ext cx="720593" cy="1235887"/>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0" name="上"/>
            <p:cNvSpPr/>
            <p:nvPr>
              <p:custDataLst>
                <p:tags r:id="rId25"/>
              </p:custDataLst>
            </p:nvPr>
          </p:nvSpPr>
          <p:spPr bwMode="auto">
            <a:xfrm>
              <a:off x="3879207" y="1413510"/>
              <a:ext cx="1437884" cy="965062"/>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lstStyle/>
            <a:p>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pic>
          <p:nvPicPr>
            <p:cNvPr id="101" name="图片 18" descr="343435383036303b343532343136323bcfeec4bfc9fac3fcd6dcc6da"/>
            <p:cNvPicPr>
              <a:picLocks noChangeAspect="1"/>
            </p:cNvPicPr>
            <p:nvPr>
              <p:custDataLst>
                <p:tags r:id="rId26"/>
              </p:custDataLst>
            </p:nvPr>
          </p:nvPicPr>
          <p:blipFill>
            <a:blip r:embed="rId13" cstate="screen">
              <a:extLst>
                <a:ext uri="{96DAC541-7B7A-43D3-8B79-37D633B846F1}">
                  <asvg:svgBlip xmlns:asvg="http://schemas.microsoft.com/office/drawing/2016/SVG/main" r:embed="rId14"/>
                </a:ext>
              </a:extLst>
            </a:blip>
            <a:stretch>
              <a:fillRect/>
            </a:stretch>
          </p:blipFill>
          <p:spPr>
            <a:xfrm>
              <a:off x="4271538" y="1939307"/>
              <a:ext cx="640014" cy="640072"/>
            </a:xfrm>
            <a:prstGeom prst="rect">
              <a:avLst/>
            </a:prstGeom>
          </p:spPr>
        </p:pic>
      </p:grpSp>
      <p:sp>
        <p:nvSpPr>
          <p:cNvPr id="103" name="矩形 1"/>
          <p:cNvSpPr/>
          <p:nvPr>
            <p:custDataLst>
              <p:tags r:id="rId27"/>
            </p:custDataLst>
          </p:nvPr>
        </p:nvSpPr>
        <p:spPr>
          <a:xfrm>
            <a:off x="6315710" y="4483742"/>
            <a:ext cx="2451735" cy="1657978"/>
          </a:xfrm>
          <a:prstGeom prst="rect">
            <a:avLst/>
          </a:prstGeom>
          <a:noFill/>
        </p:spPr>
        <p:txBody>
          <a:bodyPr wrap="square" lIns="0" tIns="0" rIns="0" bIns="0" rtlCol="0" anchor="t" anchorCtr="0">
            <a:noAutofit/>
          </a:bodyPr>
          <a:lstStyle/>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4" name="矩形 2"/>
          <p:cNvSpPr/>
          <p:nvPr>
            <p:custDataLst>
              <p:tags r:id="rId28"/>
            </p:custDataLst>
          </p:nvPr>
        </p:nvSpPr>
        <p:spPr>
          <a:xfrm>
            <a:off x="6315710" y="3810642"/>
            <a:ext cx="2451735" cy="577320"/>
          </a:xfrm>
          <a:prstGeom prst="rect">
            <a:avLst/>
          </a:prstGeom>
          <a:noFill/>
        </p:spPr>
        <p:txBody>
          <a:bodyPr wrap="square" lIns="36000" tIns="0" rIns="36000" bIns="0" rtlCol="0" anchor="ctr">
            <a:noAutofit/>
          </a:bodyPr>
          <a:lstStyle/>
          <a:p>
            <a:pPr algn="ctr">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0</a:t>
            </a:r>
            <a:r>
              <a:rPr lang="en-US" altLang="zh-CN"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3</a:t>
            </a: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 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7" name="组合 6"/>
          <p:cNvGrpSpPr/>
          <p:nvPr/>
        </p:nvGrpSpPr>
        <p:grpSpPr>
          <a:xfrm>
            <a:off x="6569338" y="1413510"/>
            <a:ext cx="1945140" cy="2251812"/>
            <a:chOff x="6569338" y="1413510"/>
            <a:chExt cx="1945140" cy="2251812"/>
          </a:xfrm>
        </p:grpSpPr>
        <p:sp>
          <p:nvSpPr>
            <p:cNvPr id="105" name="大线"/>
            <p:cNvSpPr/>
            <p:nvPr>
              <p:custDataLst>
                <p:tags r:id="rId29"/>
              </p:custDataLst>
            </p:nvPr>
          </p:nvSpPr>
          <p:spPr bwMode="auto">
            <a:xfrm>
              <a:off x="7026396" y="2675819"/>
              <a:ext cx="1031684" cy="69159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75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6" name="小线"/>
            <p:cNvSpPr/>
            <p:nvPr>
              <p:custDataLst>
                <p:tags r:id="rId30"/>
              </p:custDataLst>
            </p:nvPr>
          </p:nvSpPr>
          <p:spPr bwMode="auto">
            <a:xfrm>
              <a:off x="6569338" y="2360077"/>
              <a:ext cx="1945140" cy="130524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40000"/>
                  <a:lumOff val="6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1" name="下"/>
            <p:cNvSpPr/>
            <p:nvPr>
              <p:custDataLst>
                <p:tags r:id="rId31"/>
              </p:custDataLst>
            </p:nvPr>
          </p:nvSpPr>
          <p:spPr bwMode="auto">
            <a:xfrm>
              <a:off x="6825607" y="2207490"/>
              <a:ext cx="1431280" cy="959117"/>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1">
                <a:lumMod val="75000"/>
              </a:schemeClr>
            </a:solidFill>
            <a:ln w="9525">
              <a:noFill/>
              <a:round/>
            </a:ln>
            <a:effectLst>
              <a:outerShdw blurRad="317500" dist="127000" dir="5400000" algn="t" rotWithShape="0">
                <a:schemeClr val="accent1">
                  <a:alpha val="38000"/>
                </a:schemeClr>
              </a:outerShdw>
            </a:effectLst>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2" name="下"/>
            <p:cNvSpPr/>
            <p:nvPr>
              <p:custDataLst>
                <p:tags r:id="rId32"/>
              </p:custDataLst>
            </p:nvPr>
          </p:nvSpPr>
          <p:spPr bwMode="auto">
            <a:xfrm>
              <a:off x="6825607" y="2180407"/>
              <a:ext cx="1429959" cy="959117"/>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2"/>
                </a:gs>
                <a:gs pos="70000">
                  <a:schemeClr val="accent1"/>
                </a:gs>
              </a:gsLst>
              <a:lin ang="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3" name="右"/>
            <p:cNvSpPr/>
            <p:nvPr>
              <p:custDataLst>
                <p:tags r:id="rId33"/>
              </p:custDataLst>
            </p:nvPr>
          </p:nvSpPr>
          <p:spPr bwMode="auto">
            <a:xfrm>
              <a:off x="7540257" y="1430024"/>
              <a:ext cx="717291" cy="1229282"/>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1">
                    <a:lumMod val="60000"/>
                    <a:lumOff val="40000"/>
                  </a:schemeClr>
                </a:gs>
                <a:gs pos="70000">
                  <a:schemeClr val="accent2"/>
                </a:gs>
              </a:gsLst>
              <a:lin ang="13500000" scaled="0"/>
            </a:gradFill>
            <a:ln w="12700" cmpd="sng">
              <a:no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4" name="左"/>
            <p:cNvSpPr/>
            <p:nvPr>
              <p:custDataLst>
                <p:tags r:id="rId34"/>
              </p:custDataLst>
            </p:nvPr>
          </p:nvSpPr>
          <p:spPr bwMode="auto">
            <a:xfrm>
              <a:off x="6828249" y="1432005"/>
              <a:ext cx="712007" cy="1229282"/>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1">
                    <a:lumMod val="60000"/>
                    <a:lumOff val="40000"/>
                  </a:schemeClr>
                </a:gs>
                <a:gs pos="70000">
                  <a:schemeClr val="accent2"/>
                </a:gs>
              </a:gsLst>
              <a:lin ang="1890000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5" name="前左"/>
            <p:cNvSpPr/>
            <p:nvPr>
              <p:custDataLst>
                <p:tags r:id="rId35"/>
              </p:custDataLst>
            </p:nvPr>
          </p:nvSpPr>
          <p:spPr bwMode="auto">
            <a:xfrm>
              <a:off x="6825607" y="1895050"/>
              <a:ext cx="717291" cy="1235887"/>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6" name="前右"/>
            <p:cNvSpPr/>
            <p:nvPr>
              <p:custDataLst>
                <p:tags r:id="rId36"/>
              </p:custDataLst>
            </p:nvPr>
          </p:nvSpPr>
          <p:spPr bwMode="auto">
            <a:xfrm>
              <a:off x="7542238" y="1895050"/>
              <a:ext cx="720593" cy="1235887"/>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7" name="上"/>
            <p:cNvSpPr/>
            <p:nvPr>
              <p:custDataLst>
                <p:tags r:id="rId37"/>
              </p:custDataLst>
            </p:nvPr>
          </p:nvSpPr>
          <p:spPr bwMode="auto">
            <a:xfrm>
              <a:off x="6825607" y="1413510"/>
              <a:ext cx="1437884" cy="965062"/>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lstStyle/>
            <a:p>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pic>
          <p:nvPicPr>
            <p:cNvPr id="128" name="图片 18" descr="343435383036303b343532343136323bcfeec4bfc9fac3fcd6dcc6da"/>
            <p:cNvPicPr>
              <a:picLocks noChangeAspect="1"/>
            </p:cNvPicPr>
            <p:nvPr>
              <p:custDataLst>
                <p:tags r:id="rId38"/>
              </p:custDataLst>
            </p:nvPr>
          </p:nvPicPr>
          <p:blipFill>
            <a:blip r:embed="rId13" cstate="screen">
              <a:extLst>
                <a:ext uri="{96DAC541-7B7A-43D3-8B79-37D633B846F1}">
                  <asvg:svgBlip xmlns:asvg="http://schemas.microsoft.com/office/drawing/2016/SVG/main" r:embed="rId14"/>
                </a:ext>
              </a:extLst>
            </a:blip>
            <a:stretch>
              <a:fillRect/>
            </a:stretch>
          </p:blipFill>
          <p:spPr>
            <a:xfrm>
              <a:off x="7217938" y="1939307"/>
              <a:ext cx="640014" cy="640072"/>
            </a:xfrm>
            <a:prstGeom prst="rect">
              <a:avLst/>
            </a:prstGeom>
          </p:spPr>
        </p:pic>
      </p:grpSp>
      <p:sp>
        <p:nvSpPr>
          <p:cNvPr id="130" name="矩形 1"/>
          <p:cNvSpPr/>
          <p:nvPr>
            <p:custDataLst>
              <p:tags r:id="rId39"/>
            </p:custDataLst>
          </p:nvPr>
        </p:nvSpPr>
        <p:spPr>
          <a:xfrm>
            <a:off x="9261475" y="4483742"/>
            <a:ext cx="2451735" cy="1657978"/>
          </a:xfrm>
          <a:prstGeom prst="rect">
            <a:avLst/>
          </a:prstGeom>
          <a:noFill/>
        </p:spPr>
        <p:txBody>
          <a:bodyPr wrap="square" lIns="0" tIns="0" rIns="0" bIns="0" rtlCol="0" anchor="t" anchorCtr="0">
            <a:noAutofit/>
          </a:bodyPr>
          <a:lstStyle/>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请</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spcBef>
                <a:spcPts val="400"/>
              </a:spcBef>
              <a:spcAft>
                <a:spcPts val="400"/>
              </a:spcAft>
              <a:buClrTx/>
              <a:buSzTx/>
              <a:buNone/>
            </a:pP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  </a:t>
            </a:r>
            <a:r>
              <a:rPr lang="en-US" altLang="en-US" sz="1400" dirty="0" err="1">
                <a:solidFill>
                  <a:schemeClr val="tx2"/>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endParaRPr lang="en-US"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1" name="矩形 2"/>
          <p:cNvSpPr/>
          <p:nvPr>
            <p:custDataLst>
              <p:tags r:id="rId40"/>
            </p:custDataLst>
          </p:nvPr>
        </p:nvSpPr>
        <p:spPr>
          <a:xfrm>
            <a:off x="9261475" y="3810642"/>
            <a:ext cx="2451735" cy="577320"/>
          </a:xfrm>
          <a:prstGeom prst="rect">
            <a:avLst/>
          </a:prstGeom>
          <a:noFill/>
        </p:spPr>
        <p:txBody>
          <a:bodyPr wrap="square" lIns="36000" tIns="0" rIns="36000" bIns="0" rtlCol="0" anchor="ctr">
            <a:noAutofit/>
          </a:bodyPr>
          <a:lstStyle/>
          <a:p>
            <a:pPr algn="ctr">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0</a:t>
            </a:r>
            <a:r>
              <a:rPr lang="en-US" altLang="zh-CN"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4</a:t>
            </a: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 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5" name="组合 4"/>
          <p:cNvGrpSpPr/>
          <p:nvPr/>
        </p:nvGrpSpPr>
        <p:grpSpPr>
          <a:xfrm>
            <a:off x="9515103" y="1413510"/>
            <a:ext cx="1945140" cy="2251812"/>
            <a:chOff x="9515103" y="1413510"/>
            <a:chExt cx="1945140" cy="2251812"/>
          </a:xfrm>
        </p:grpSpPr>
        <p:sp>
          <p:nvSpPr>
            <p:cNvPr id="132" name="大线"/>
            <p:cNvSpPr/>
            <p:nvPr>
              <p:custDataLst>
                <p:tags r:id="rId41"/>
              </p:custDataLst>
            </p:nvPr>
          </p:nvSpPr>
          <p:spPr bwMode="auto">
            <a:xfrm>
              <a:off x="9972161" y="2675819"/>
              <a:ext cx="1031684" cy="69159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75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3" name="小线"/>
            <p:cNvSpPr/>
            <p:nvPr>
              <p:custDataLst>
                <p:tags r:id="rId42"/>
              </p:custDataLst>
            </p:nvPr>
          </p:nvSpPr>
          <p:spPr bwMode="auto">
            <a:xfrm>
              <a:off x="9515103" y="2360077"/>
              <a:ext cx="1945140" cy="1305245"/>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9525">
              <a:solidFill>
                <a:schemeClr val="accent1">
                  <a:lumMod val="40000"/>
                  <a:lumOff val="6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4" name="下"/>
            <p:cNvSpPr/>
            <p:nvPr>
              <p:custDataLst>
                <p:tags r:id="rId43"/>
              </p:custDataLst>
            </p:nvPr>
          </p:nvSpPr>
          <p:spPr bwMode="auto">
            <a:xfrm>
              <a:off x="9771372" y="2207490"/>
              <a:ext cx="1431280" cy="959117"/>
            </a:xfrm>
            <a:custGeom>
              <a:avLst/>
              <a:gdLst/>
              <a:ahLst/>
              <a:cxnLst>
                <a:cxn ang="0">
                  <a:pos x="645" y="997"/>
                </a:cxn>
                <a:cxn ang="0">
                  <a:pos x="1293" y="498"/>
                </a:cxn>
                <a:cxn ang="0">
                  <a:pos x="645" y="0"/>
                </a:cxn>
                <a:cxn ang="0">
                  <a:pos x="0" y="498"/>
                </a:cxn>
                <a:cxn ang="0">
                  <a:pos x="645" y="997"/>
                </a:cxn>
                <a:cxn ang="0">
                  <a:pos x="645" y="997"/>
                </a:cxn>
              </a:cxnLst>
              <a:rect l="0" t="0" r="r" b="b"/>
              <a:pathLst>
                <a:path w="3235" h="2166">
                  <a:moveTo>
                    <a:pt x="1613" y="0"/>
                  </a:moveTo>
                  <a:lnTo>
                    <a:pt x="3141" y="1021"/>
                  </a:lnTo>
                  <a:lnTo>
                    <a:pt x="3235" y="1021"/>
                  </a:lnTo>
                  <a:lnTo>
                    <a:pt x="3235" y="1080"/>
                  </a:lnTo>
                  <a:lnTo>
                    <a:pt x="3229" y="1080"/>
                  </a:lnTo>
                  <a:lnTo>
                    <a:pt x="3233" y="1082"/>
                  </a:lnTo>
                  <a:lnTo>
                    <a:pt x="1613" y="2166"/>
                  </a:lnTo>
                  <a:lnTo>
                    <a:pt x="0" y="1082"/>
                  </a:lnTo>
                  <a:lnTo>
                    <a:pt x="6" y="1078"/>
                  </a:lnTo>
                  <a:lnTo>
                    <a:pt x="6" y="1021"/>
                  </a:lnTo>
                  <a:lnTo>
                    <a:pt x="92" y="1021"/>
                  </a:lnTo>
                  <a:lnTo>
                    <a:pt x="1613" y="0"/>
                  </a:lnTo>
                  <a:close/>
                </a:path>
              </a:pathLst>
            </a:custGeom>
            <a:solidFill>
              <a:schemeClr val="accent1">
                <a:lumMod val="75000"/>
              </a:schemeClr>
            </a:solidFill>
            <a:ln w="9525">
              <a:noFill/>
              <a:round/>
            </a:ln>
            <a:effectLst>
              <a:outerShdw blurRad="317500" dist="127000" dir="5400000" algn="t" rotWithShape="0">
                <a:schemeClr val="accent1">
                  <a:alpha val="38000"/>
                </a:schemeClr>
              </a:outerShdw>
            </a:effectLst>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5" name="下"/>
            <p:cNvSpPr/>
            <p:nvPr>
              <p:custDataLst>
                <p:tags r:id="rId44"/>
              </p:custDataLst>
            </p:nvPr>
          </p:nvSpPr>
          <p:spPr bwMode="auto">
            <a:xfrm>
              <a:off x="9771372" y="2180407"/>
              <a:ext cx="1429959" cy="959117"/>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gradFill>
              <a:gsLst>
                <a:gs pos="0">
                  <a:schemeClr val="accent2"/>
                </a:gs>
                <a:gs pos="69000">
                  <a:schemeClr val="accent1"/>
                </a:gs>
              </a:gsLst>
              <a:lin ang="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6" name="右"/>
            <p:cNvSpPr/>
            <p:nvPr>
              <p:custDataLst>
                <p:tags r:id="rId45"/>
              </p:custDataLst>
            </p:nvPr>
          </p:nvSpPr>
          <p:spPr bwMode="auto">
            <a:xfrm>
              <a:off x="10486022" y="1430024"/>
              <a:ext cx="717291" cy="1229282"/>
            </a:xfrm>
            <a:custGeom>
              <a:avLst/>
              <a:gdLst/>
              <a:ahLst/>
              <a:cxnLst>
                <a:cxn ang="0">
                  <a:pos x="648" y="498"/>
                </a:cxn>
                <a:cxn ang="0">
                  <a:pos x="648" y="1278"/>
                </a:cxn>
                <a:cxn ang="0">
                  <a:pos x="3" y="784"/>
                </a:cxn>
                <a:cxn ang="0">
                  <a:pos x="0" y="0"/>
                </a:cxn>
                <a:cxn ang="0">
                  <a:pos x="648" y="498"/>
                </a:cxn>
                <a:cxn ang="0">
                  <a:pos x="648" y="498"/>
                </a:cxn>
              </a:cxnLst>
              <a:rect l="0" t="0" r="r" b="b"/>
              <a:pathLst>
                <a:path w="648" h="1278">
                  <a:moveTo>
                    <a:pt x="648" y="498"/>
                  </a:moveTo>
                  <a:lnTo>
                    <a:pt x="648" y="1278"/>
                  </a:lnTo>
                  <a:lnTo>
                    <a:pt x="3" y="784"/>
                  </a:lnTo>
                  <a:lnTo>
                    <a:pt x="0" y="0"/>
                  </a:lnTo>
                  <a:lnTo>
                    <a:pt x="648" y="498"/>
                  </a:lnTo>
                  <a:lnTo>
                    <a:pt x="648" y="498"/>
                  </a:lnTo>
                  <a:close/>
                </a:path>
              </a:pathLst>
            </a:custGeom>
            <a:gradFill>
              <a:gsLst>
                <a:gs pos="0">
                  <a:schemeClr val="accent1">
                    <a:lumMod val="60000"/>
                    <a:lumOff val="40000"/>
                    <a:alpha val="100000"/>
                  </a:schemeClr>
                </a:gs>
                <a:gs pos="70000">
                  <a:schemeClr val="accent2"/>
                </a:gs>
              </a:gsLst>
              <a:lin ang="13500000" scaled="0"/>
            </a:gradFill>
            <a:ln w="12700" cmpd="sng">
              <a:no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7" name="左"/>
            <p:cNvSpPr/>
            <p:nvPr>
              <p:custDataLst>
                <p:tags r:id="rId46"/>
              </p:custDataLst>
            </p:nvPr>
          </p:nvSpPr>
          <p:spPr bwMode="auto">
            <a:xfrm>
              <a:off x="9774014" y="1432005"/>
              <a:ext cx="712007" cy="1229282"/>
            </a:xfrm>
            <a:custGeom>
              <a:avLst/>
              <a:gdLst/>
              <a:ahLst/>
              <a:cxnLst>
                <a:cxn ang="0">
                  <a:pos x="0" y="496"/>
                </a:cxn>
                <a:cxn ang="0">
                  <a:pos x="0" y="1278"/>
                </a:cxn>
                <a:cxn ang="0">
                  <a:pos x="642" y="784"/>
                </a:cxn>
                <a:cxn ang="0">
                  <a:pos x="644" y="0"/>
                </a:cxn>
                <a:cxn ang="0">
                  <a:pos x="0" y="496"/>
                </a:cxn>
                <a:cxn ang="0">
                  <a:pos x="0" y="496"/>
                </a:cxn>
              </a:cxnLst>
              <a:rect l="0" t="0" r="r" b="b"/>
              <a:pathLst>
                <a:path w="644" h="1278">
                  <a:moveTo>
                    <a:pt x="0" y="496"/>
                  </a:moveTo>
                  <a:lnTo>
                    <a:pt x="0" y="1278"/>
                  </a:lnTo>
                  <a:lnTo>
                    <a:pt x="642" y="784"/>
                  </a:lnTo>
                  <a:lnTo>
                    <a:pt x="644" y="0"/>
                  </a:lnTo>
                  <a:lnTo>
                    <a:pt x="0" y="496"/>
                  </a:lnTo>
                  <a:lnTo>
                    <a:pt x="0" y="496"/>
                  </a:lnTo>
                  <a:close/>
                </a:path>
              </a:pathLst>
            </a:custGeom>
            <a:gradFill>
              <a:gsLst>
                <a:gs pos="0">
                  <a:schemeClr val="accent1">
                    <a:lumMod val="60000"/>
                    <a:lumOff val="40000"/>
                    <a:alpha val="100000"/>
                  </a:schemeClr>
                </a:gs>
                <a:gs pos="70000">
                  <a:schemeClr val="accent2"/>
                </a:gs>
              </a:gsLst>
              <a:lin ang="18900000" scaled="0"/>
            </a:gradFill>
            <a:ln w="9525">
              <a:no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8" name="前左"/>
            <p:cNvSpPr/>
            <p:nvPr>
              <p:custDataLst>
                <p:tags r:id="rId47"/>
              </p:custDataLst>
            </p:nvPr>
          </p:nvSpPr>
          <p:spPr bwMode="auto">
            <a:xfrm>
              <a:off x="9771372" y="1895050"/>
              <a:ext cx="717291" cy="1235887"/>
            </a:xfrm>
            <a:custGeom>
              <a:avLst/>
              <a:gdLst/>
              <a:ahLst/>
              <a:cxnLst>
                <a:cxn ang="0">
                  <a:pos x="645" y="1278"/>
                </a:cxn>
                <a:cxn ang="0">
                  <a:pos x="645" y="499"/>
                </a:cxn>
                <a:cxn ang="0">
                  <a:pos x="0" y="0"/>
                </a:cxn>
                <a:cxn ang="0">
                  <a:pos x="3" y="780"/>
                </a:cxn>
                <a:cxn ang="0">
                  <a:pos x="645" y="1278"/>
                </a:cxn>
                <a:cxn ang="0">
                  <a:pos x="645" y="1278"/>
                </a:cxn>
              </a:cxnLst>
              <a:rect l="0" t="0" r="r" b="b"/>
              <a:pathLst>
                <a:path w="645" h="1278">
                  <a:moveTo>
                    <a:pt x="645" y="1278"/>
                  </a:moveTo>
                  <a:lnTo>
                    <a:pt x="645" y="499"/>
                  </a:lnTo>
                  <a:lnTo>
                    <a:pt x="0" y="0"/>
                  </a:lnTo>
                  <a:lnTo>
                    <a:pt x="3" y="780"/>
                  </a:lnTo>
                  <a:lnTo>
                    <a:pt x="645" y="1278"/>
                  </a:lnTo>
                  <a:lnTo>
                    <a:pt x="645" y="1278"/>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9" name="前右"/>
            <p:cNvSpPr/>
            <p:nvPr>
              <p:custDataLst>
                <p:tags r:id="rId48"/>
              </p:custDataLst>
            </p:nvPr>
          </p:nvSpPr>
          <p:spPr bwMode="auto">
            <a:xfrm>
              <a:off x="10488003" y="1895050"/>
              <a:ext cx="720593" cy="1235887"/>
            </a:xfrm>
            <a:custGeom>
              <a:avLst/>
              <a:gdLst/>
              <a:ahLst/>
              <a:cxnLst>
                <a:cxn ang="0">
                  <a:pos x="648" y="0"/>
                </a:cxn>
                <a:cxn ang="0">
                  <a:pos x="648" y="780"/>
                </a:cxn>
                <a:cxn ang="0">
                  <a:pos x="0" y="1278"/>
                </a:cxn>
                <a:cxn ang="0">
                  <a:pos x="0" y="499"/>
                </a:cxn>
                <a:cxn ang="0">
                  <a:pos x="648" y="0"/>
                </a:cxn>
                <a:cxn ang="0">
                  <a:pos x="648" y="0"/>
                </a:cxn>
              </a:cxnLst>
              <a:rect l="0" t="0" r="r" b="b"/>
              <a:pathLst>
                <a:path w="648" h="1278">
                  <a:moveTo>
                    <a:pt x="648" y="0"/>
                  </a:moveTo>
                  <a:lnTo>
                    <a:pt x="648" y="780"/>
                  </a:lnTo>
                  <a:lnTo>
                    <a:pt x="0" y="1278"/>
                  </a:lnTo>
                  <a:lnTo>
                    <a:pt x="0" y="499"/>
                  </a:lnTo>
                  <a:lnTo>
                    <a:pt x="648" y="0"/>
                  </a:lnTo>
                  <a:lnTo>
                    <a:pt x="648" y="0"/>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noAutofit/>
            </a:bodyPr>
            <a:lstStyle/>
            <a:p>
              <a:pPr lvl="0" algn="l">
                <a:buClrTx/>
                <a:buSzTx/>
                <a:buFontTx/>
              </a:pPr>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0" name="上"/>
            <p:cNvSpPr/>
            <p:nvPr>
              <p:custDataLst>
                <p:tags r:id="rId49"/>
              </p:custDataLst>
            </p:nvPr>
          </p:nvSpPr>
          <p:spPr bwMode="auto">
            <a:xfrm>
              <a:off x="9771372" y="1413510"/>
              <a:ext cx="1437884" cy="965062"/>
            </a:xfrm>
            <a:custGeom>
              <a:avLst/>
              <a:gdLst/>
              <a:ahLst/>
              <a:cxnLst>
                <a:cxn ang="0">
                  <a:pos x="645" y="997"/>
                </a:cxn>
                <a:cxn ang="0">
                  <a:pos x="1293" y="498"/>
                </a:cxn>
                <a:cxn ang="0">
                  <a:pos x="645" y="0"/>
                </a:cxn>
                <a:cxn ang="0">
                  <a:pos x="0" y="498"/>
                </a:cxn>
                <a:cxn ang="0">
                  <a:pos x="645" y="997"/>
                </a:cxn>
                <a:cxn ang="0">
                  <a:pos x="645" y="997"/>
                </a:cxn>
              </a:cxnLst>
              <a:rect l="0" t="0" r="r" b="b"/>
              <a:pathLst>
                <a:path w="1293" h="997">
                  <a:moveTo>
                    <a:pt x="645" y="997"/>
                  </a:moveTo>
                  <a:lnTo>
                    <a:pt x="1293" y="498"/>
                  </a:lnTo>
                  <a:lnTo>
                    <a:pt x="645" y="0"/>
                  </a:lnTo>
                  <a:lnTo>
                    <a:pt x="0" y="498"/>
                  </a:lnTo>
                  <a:lnTo>
                    <a:pt x="645" y="997"/>
                  </a:lnTo>
                  <a:lnTo>
                    <a:pt x="645" y="997"/>
                  </a:lnTo>
                  <a:close/>
                </a:path>
              </a:pathLst>
            </a:custGeom>
            <a:noFill/>
            <a:ln w="1270">
              <a:solidFill>
                <a:schemeClr val="accent1">
                  <a:lumMod val="20000"/>
                  <a:lumOff val="80000"/>
                  <a:alpha val="20000"/>
                </a:schemeClr>
              </a:solidFill>
              <a:round/>
            </a:ln>
          </p:spPr>
          <p:txBody>
            <a:bodyPr vert="horz" wrap="square" lIns="91440" tIns="45720" rIns="91440" bIns="45720" numCol="1" anchor="t" anchorCtr="0" compatLnSpc="1"/>
            <a:lstStyle/>
            <a:p>
              <a:endParaRPr lang="zh-CN" altLang="en-US">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pic>
          <p:nvPicPr>
            <p:cNvPr id="141" name="图片 18" descr="343435383036303b343532343136323bcfeec4bfc9fac3fcd6dcc6da"/>
            <p:cNvPicPr>
              <a:picLocks noChangeAspect="1"/>
            </p:cNvPicPr>
            <p:nvPr>
              <p:custDataLst>
                <p:tags r:id="rId50"/>
              </p:custDataLst>
            </p:nvPr>
          </p:nvPicPr>
          <p:blipFill>
            <a:blip r:embed="rId13" cstate="screen">
              <a:extLst>
                <a:ext uri="{96DAC541-7B7A-43D3-8B79-37D633B846F1}">
                  <asvg:svgBlip xmlns:asvg="http://schemas.microsoft.com/office/drawing/2016/SVG/main" r:embed="rId14"/>
                </a:ext>
              </a:extLst>
            </a:blip>
            <a:stretch>
              <a:fillRect/>
            </a:stretch>
          </p:blipFill>
          <p:spPr>
            <a:xfrm>
              <a:off x="10163703" y="1939307"/>
              <a:ext cx="640014" cy="640072"/>
            </a:xfrm>
            <a:prstGeom prst="rect">
              <a:avLst/>
            </a:prstGeom>
          </p:spPr>
        </p:pic>
      </p:grpSp>
      <p:sp>
        <p:nvSpPr>
          <p:cNvPr id="4" name="标题 3"/>
          <p:cNvSpPr>
            <a:spLocks noGrp="1"/>
          </p:cNvSpPr>
          <p:nvPr>
            <p:ph type="title"/>
          </p:nvPr>
        </p:nvSpPr>
        <p:spPr/>
        <p:txBody>
          <a:bodyPr/>
          <a:lstStyle/>
          <a:p>
            <a:r>
              <a:rPr lang="zh-CN" altLang="en-US" dirty="0"/>
              <a:t>此处添加主标题文案</a:t>
            </a:r>
            <a:endParaRPr lang="zh-CN" altLang="en-US" dirty="0"/>
          </a:p>
        </p:txBody>
      </p:sp>
    </p:spTree>
    <p:custDataLst>
      <p:tags r:id="rId5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a:sym typeface="+mn-ea"/>
              </a:rPr>
              <a:t>此处添加主标题文案</a:t>
            </a:r>
            <a:endParaRPr lang="zh-CN" altLang="en-US"/>
          </a:p>
        </p:txBody>
      </p:sp>
      <p:grpSp>
        <p:nvGrpSpPr>
          <p:cNvPr id="13" name="组合 12"/>
          <p:cNvGrpSpPr/>
          <p:nvPr>
            <p:custDataLst>
              <p:tags r:id="rId1"/>
            </p:custDataLst>
          </p:nvPr>
        </p:nvGrpSpPr>
        <p:grpSpPr>
          <a:xfrm>
            <a:off x="401955" y="928370"/>
            <a:ext cx="11588507" cy="5055413"/>
            <a:chOff x="801" y="1533"/>
            <a:chExt cx="17871" cy="7795"/>
          </a:xfrm>
        </p:grpSpPr>
        <p:grpSp>
          <p:nvGrpSpPr>
            <p:cNvPr id="3" name="组合 2"/>
            <p:cNvGrpSpPr/>
            <p:nvPr>
              <p:custDataLst>
                <p:tags r:id="rId2"/>
              </p:custDataLst>
            </p:nvPr>
          </p:nvGrpSpPr>
          <p:grpSpPr>
            <a:xfrm>
              <a:off x="6850" y="1533"/>
              <a:ext cx="5424" cy="4387"/>
              <a:chOff x="6532" y="1533"/>
              <a:chExt cx="5424" cy="4387"/>
            </a:xfrm>
          </p:grpSpPr>
          <p:sp>
            <p:nvSpPr>
              <p:cNvPr id="4" name="任意多边形: 形状 4"/>
              <p:cNvSpPr/>
              <p:nvPr>
                <p:custDataLst>
                  <p:tags r:id="rId3"/>
                </p:custDataLst>
              </p:nvPr>
            </p:nvSpPr>
            <p:spPr>
              <a:xfrm rot="10800000">
                <a:off x="7293" y="2276"/>
                <a:ext cx="3904" cy="1601"/>
              </a:xfrm>
              <a:custGeom>
                <a:avLst/>
                <a:gdLst>
                  <a:gd name="connsiteX0" fmla="*/ 2666748 w 2666748"/>
                  <a:gd name="connsiteY0" fmla="*/ 4159580 h 4159580"/>
                  <a:gd name="connsiteX1" fmla="*/ 1 w 2666748"/>
                  <a:gd name="connsiteY1" fmla="*/ 4159580 h 4159580"/>
                  <a:gd name="connsiteX2" fmla="*/ 1 w 2666748"/>
                  <a:gd name="connsiteY2" fmla="*/ 253727 h 4159580"/>
                  <a:gd name="connsiteX3" fmla="*/ 0 w 2666748"/>
                  <a:gd name="connsiteY3" fmla="*/ 253723 h 4159580"/>
                  <a:gd name="connsiteX4" fmla="*/ 1 w 2666748"/>
                  <a:gd name="connsiteY4" fmla="*/ 253720 h 4159580"/>
                  <a:gd name="connsiteX5" fmla="*/ 1 w 2666748"/>
                  <a:gd name="connsiteY5" fmla="*/ 224005 h 4159580"/>
                  <a:gd name="connsiteX6" fmla="*/ 9913 w 2666748"/>
                  <a:gd name="connsiteY6" fmla="*/ 224005 h 4159580"/>
                  <a:gd name="connsiteX7" fmla="*/ 27089 w 2666748"/>
                  <a:gd name="connsiteY7" fmla="*/ 202589 h 4159580"/>
                  <a:gd name="connsiteX8" fmla="*/ 1333374 w 2666748"/>
                  <a:gd name="connsiteY8" fmla="*/ 0 h 4159580"/>
                  <a:gd name="connsiteX9" fmla="*/ 2639659 w 2666748"/>
                  <a:gd name="connsiteY9" fmla="*/ 202589 h 4159580"/>
                  <a:gd name="connsiteX10" fmla="*/ 2656835 w 2666748"/>
                  <a:gd name="connsiteY10" fmla="*/ 224005 h 4159580"/>
                  <a:gd name="connsiteX11" fmla="*/ 2666748 w 2666748"/>
                  <a:gd name="connsiteY11" fmla="*/ 224005 h 4159580"/>
                  <a:gd name="connsiteX12" fmla="*/ 2666748 w 2666748"/>
                  <a:gd name="connsiteY12" fmla="*/ 253723 h 415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66748" h="4159580">
                    <a:moveTo>
                      <a:pt x="2666748" y="4159580"/>
                    </a:moveTo>
                    <a:lnTo>
                      <a:pt x="1" y="4159580"/>
                    </a:lnTo>
                    <a:lnTo>
                      <a:pt x="1" y="253727"/>
                    </a:lnTo>
                    <a:lnTo>
                      <a:pt x="0" y="253723"/>
                    </a:lnTo>
                    <a:lnTo>
                      <a:pt x="1" y="253720"/>
                    </a:lnTo>
                    <a:lnTo>
                      <a:pt x="1" y="224005"/>
                    </a:lnTo>
                    <a:lnTo>
                      <a:pt x="9913" y="224005"/>
                    </a:lnTo>
                    <a:lnTo>
                      <a:pt x="27089" y="202589"/>
                    </a:lnTo>
                    <a:cubicBezTo>
                      <a:pt x="151422" y="86972"/>
                      <a:pt x="689022" y="0"/>
                      <a:pt x="1333374" y="0"/>
                    </a:cubicBezTo>
                    <a:cubicBezTo>
                      <a:pt x="1977726" y="0"/>
                      <a:pt x="2515326" y="86972"/>
                      <a:pt x="2639659" y="202589"/>
                    </a:cubicBezTo>
                    <a:lnTo>
                      <a:pt x="2656835" y="224005"/>
                    </a:lnTo>
                    <a:lnTo>
                      <a:pt x="2666748" y="224005"/>
                    </a:lnTo>
                    <a:lnTo>
                      <a:pt x="2666748" y="253723"/>
                    </a:lnTo>
                    <a:close/>
                  </a:path>
                </a:pathLst>
              </a:custGeom>
              <a:gradFill flip="none" rotWithShape="1">
                <a:gsLst>
                  <a:gs pos="54000">
                    <a:schemeClr val="accent2">
                      <a:alpha val="10000"/>
                    </a:schemeClr>
                  </a:gs>
                  <a:gs pos="0">
                    <a:schemeClr val="accent2">
                      <a:alpha val="0"/>
                    </a:schemeClr>
                  </a:gs>
                  <a:gs pos="100000">
                    <a:schemeClr val="accent2">
                      <a:alpha val="0"/>
                    </a:schemeClr>
                  </a:gs>
                </a:gsLst>
                <a:lin ang="5400000" scaled="1"/>
                <a:tileRect/>
              </a:gradFill>
              <a:ln w="19050" cap="flat" cmpd="sng" algn="ctr">
                <a:noFill/>
                <a:prstDash val="solid"/>
                <a:miter lim="800000"/>
              </a:ln>
              <a:effectLst/>
            </p:spPr>
            <p:txBody>
              <a:bodyPr wrap="square" rtlCol="0" anchor="ctr">
                <a:noAutofit/>
              </a:bodyPr>
              <a:lstStyle/>
              <a:p>
                <a:pPr lvl="0" algn="ctr">
                  <a:buClrTx/>
                  <a:buSzTx/>
                  <a:buFontTx/>
                </a:pPr>
                <a:endParaRPr lang="zh-CN" altLang="en-US" b="1">
                  <a:solidFill>
                    <a:prstClr val="white"/>
                  </a:solidFill>
                  <a:effectLst>
                    <a:outerShdw blurRad="38100" dist="38100" dir="2700000" algn="tl">
                      <a:srgbClr val="000000">
                        <a:alpha val="43137"/>
                      </a:srgbClr>
                    </a:outerShdw>
                  </a:effectLst>
                  <a:latin typeface="Arial" panose="020B0604020202090204" pitchFamily="34" charset="0"/>
                  <a:ea typeface="微软雅黑" panose="020B0502040204020203" pitchFamily="34" charset="-122"/>
                  <a:cs typeface="Arial" panose="020B0604020202090204" pitchFamily="34" charset="0"/>
                  <a:sym typeface="Arial" panose="020B0604020202090204" pitchFamily="34" charset="0"/>
                </a:endParaRPr>
              </a:p>
            </p:txBody>
          </p:sp>
          <p:sp>
            <p:nvSpPr>
              <p:cNvPr id="5" name="椭圆 4"/>
              <p:cNvSpPr/>
              <p:nvPr>
                <p:custDataLst>
                  <p:tags r:id="rId4"/>
                </p:custDataLst>
              </p:nvPr>
            </p:nvSpPr>
            <p:spPr>
              <a:xfrm>
                <a:off x="6532" y="3616"/>
                <a:ext cx="5425" cy="1032"/>
              </a:xfrm>
              <a:prstGeom prst="ellipse">
                <a:avLst/>
              </a:prstGeom>
              <a:gradFill>
                <a:gsLst>
                  <a:gs pos="100000">
                    <a:schemeClr val="accent2">
                      <a:alpha val="20000"/>
                    </a:schemeClr>
                  </a:gs>
                  <a:gs pos="0">
                    <a:schemeClr val="accent2">
                      <a:alpha val="10000"/>
                    </a:schemeClr>
                  </a:gs>
                </a:gsLst>
                <a:lin ang="54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wrap="none" rtlCol="0" anchor="ctr"/>
              <a:lstStyle/>
              <a:p>
                <a:pPr algn="ctr"/>
                <a:endParaRPr lang="zh-CN" altLang="en-US">
                  <a:solidFill>
                    <a:srgbClr val="FFFFFF"/>
                  </a:solidFill>
                  <a:latin typeface="Arial" panose="020B0604020202090204" pitchFamily="34" charset="0"/>
                  <a:ea typeface="微软雅黑" panose="020B0502040204020203" pitchFamily="34" charset="-122"/>
                  <a:cs typeface="Arial" panose="020B0604020202090204" pitchFamily="34" charset="0"/>
                  <a:sym typeface="Arial" panose="020B0604020202090204" pitchFamily="34" charset="0"/>
                </a:endParaRPr>
              </a:p>
            </p:txBody>
          </p:sp>
          <p:sp>
            <p:nvSpPr>
              <p:cNvPr id="14" name="椭圆 13"/>
              <p:cNvSpPr/>
              <p:nvPr>
                <p:custDataLst>
                  <p:tags r:id="rId5"/>
                </p:custDataLst>
              </p:nvPr>
            </p:nvSpPr>
            <p:spPr>
              <a:xfrm>
                <a:off x="6731" y="3344"/>
                <a:ext cx="5028" cy="934"/>
              </a:xfrm>
              <a:prstGeom prst="ellipse">
                <a:avLst/>
              </a:prstGeom>
              <a:noFill/>
              <a:ln>
                <a:gradFill>
                  <a:gsLst>
                    <a:gs pos="26000">
                      <a:schemeClr val="accent2">
                        <a:lumMod val="20000"/>
                        <a:lumOff val="80000"/>
                        <a:alpha val="0"/>
                      </a:schemeClr>
                    </a:gs>
                    <a:gs pos="100000">
                      <a:schemeClr val="accent2">
                        <a:alpha val="57000"/>
                      </a:schemeClr>
                    </a:gs>
                  </a:gsLst>
                  <a:lin ang="5400000" scaled="1"/>
                </a:gradFill>
              </a:ln>
              <a:effectLst/>
            </p:spPr>
            <p:style>
              <a:lnRef idx="2">
                <a:srgbClr val="376FFF">
                  <a:shade val="50000"/>
                </a:srgbClr>
              </a:lnRef>
              <a:fillRef idx="1">
                <a:srgbClr val="376FFF"/>
              </a:fillRef>
              <a:effectRef idx="0">
                <a:srgbClr val="376FFF"/>
              </a:effectRef>
              <a:fontRef idx="minor">
                <a:srgbClr val="FFFFFF"/>
              </a:fontRef>
            </p:style>
            <p:txBody>
              <a:bodyPr wrap="none" rtlCol="0" anchor="ctr"/>
              <a:lstStyle/>
              <a:p>
                <a:pPr algn="ctr"/>
                <a:endParaRPr lang="zh-CN" altLang="en-US" dirty="0">
                  <a:solidFill>
                    <a:srgbClr val="FFFFFF"/>
                  </a:solidFill>
                  <a:latin typeface="Arial" panose="020B0604020202090204" pitchFamily="34" charset="0"/>
                  <a:ea typeface="微软雅黑" panose="020B0502040204020203" pitchFamily="34" charset="-122"/>
                  <a:cs typeface="Arial" panose="020B0604020202090204" pitchFamily="34" charset="0"/>
                  <a:sym typeface="Arial" panose="020B0604020202090204" pitchFamily="34" charset="0"/>
                </a:endParaRPr>
              </a:p>
            </p:txBody>
          </p:sp>
          <p:sp>
            <p:nvSpPr>
              <p:cNvPr id="15" name="椭圆 14"/>
              <p:cNvSpPr/>
              <p:nvPr>
                <p:custDataLst>
                  <p:tags r:id="rId6"/>
                </p:custDataLst>
              </p:nvPr>
            </p:nvSpPr>
            <p:spPr>
              <a:xfrm>
                <a:off x="7293" y="3186"/>
                <a:ext cx="3904" cy="743"/>
              </a:xfrm>
              <a:prstGeom prst="ellipse">
                <a:avLst/>
              </a:prstGeom>
              <a:gradFill>
                <a:gsLst>
                  <a:gs pos="100000">
                    <a:schemeClr val="accent2">
                      <a:alpha val="20000"/>
                    </a:schemeClr>
                  </a:gs>
                  <a:gs pos="0">
                    <a:schemeClr val="accent2">
                      <a:lumMod val="20000"/>
                      <a:lumOff val="80000"/>
                      <a:alpha val="30000"/>
                    </a:schemeClr>
                  </a:gs>
                </a:gsLst>
                <a:lin ang="5400000" scaled="0"/>
              </a:gradFill>
              <a:ln w="3175">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p>
                <a:pPr algn="ctr"/>
                <a:endParaRPr lang="zh-CN" altLang="en-US">
                  <a:solidFill>
                    <a:srgbClr val="FFFFFF"/>
                  </a:solidFill>
                  <a:latin typeface="Arial" panose="020B0604020202090204" pitchFamily="34" charset="0"/>
                  <a:ea typeface="微软雅黑" panose="020B0502040204020203" pitchFamily="34" charset="-122"/>
                  <a:cs typeface="Arial" panose="020B0604020202090204" pitchFamily="34" charset="0"/>
                  <a:sym typeface="Arial" panose="020B0604020202090204" pitchFamily="34" charset="0"/>
                </a:endParaRPr>
              </a:p>
            </p:txBody>
          </p:sp>
          <p:sp>
            <p:nvSpPr>
              <p:cNvPr id="16" name="任意多边形: 形状 10"/>
              <p:cNvSpPr/>
              <p:nvPr>
                <p:custDataLst>
                  <p:tags r:id="rId7"/>
                </p:custDataLst>
              </p:nvPr>
            </p:nvSpPr>
            <p:spPr>
              <a:xfrm>
                <a:off x="6532" y="4072"/>
                <a:ext cx="5425" cy="1848"/>
              </a:xfrm>
              <a:custGeom>
                <a:avLst/>
                <a:gdLst>
                  <a:gd name="connsiteX0" fmla="*/ 0 w 4023360"/>
                  <a:gd name="connsiteY0" fmla="*/ 7761 h 1357052"/>
                  <a:gd name="connsiteX1" fmla="*/ 2011680 w 4023360"/>
                  <a:gd name="connsiteY1" fmla="*/ 410984 h 1357052"/>
                  <a:gd name="connsiteX2" fmla="*/ 4023360 w 4023360"/>
                  <a:gd name="connsiteY2" fmla="*/ 7761 h 1357052"/>
                  <a:gd name="connsiteX3" fmla="*/ 4023360 w 4023360"/>
                  <a:gd name="connsiteY3" fmla="*/ 953829 h 1357052"/>
                  <a:gd name="connsiteX4" fmla="*/ 2011680 w 4023360"/>
                  <a:gd name="connsiteY4" fmla="*/ 1357052 h 1357052"/>
                  <a:gd name="connsiteX5" fmla="*/ 0 w 4023360"/>
                  <a:gd name="connsiteY5" fmla="*/ 953829 h 1357052"/>
                  <a:gd name="connsiteX6" fmla="*/ 4021405 w 4023360"/>
                  <a:gd name="connsiteY6" fmla="*/ 0 h 1357052"/>
                  <a:gd name="connsiteX7" fmla="*/ 4023360 w 4023360"/>
                  <a:gd name="connsiteY7" fmla="*/ 0 h 1357052"/>
                  <a:gd name="connsiteX8" fmla="*/ 4023360 w 4023360"/>
                  <a:gd name="connsiteY8" fmla="*/ 7761 h 1357052"/>
                  <a:gd name="connsiteX9" fmla="*/ 0 w 4023360"/>
                  <a:gd name="connsiteY9" fmla="*/ 0 h 1357052"/>
                  <a:gd name="connsiteX10" fmla="*/ 1955 w 4023360"/>
                  <a:gd name="connsiteY10" fmla="*/ 0 h 1357052"/>
                  <a:gd name="connsiteX11" fmla="*/ 0 w 4023360"/>
                  <a:gd name="connsiteY11" fmla="*/ 7761 h 1357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23360" h="1357052">
                    <a:moveTo>
                      <a:pt x="0" y="7761"/>
                    </a:moveTo>
                    <a:cubicBezTo>
                      <a:pt x="0" y="230455"/>
                      <a:pt x="900660" y="410984"/>
                      <a:pt x="2011680" y="410984"/>
                    </a:cubicBezTo>
                    <a:cubicBezTo>
                      <a:pt x="3122700" y="410984"/>
                      <a:pt x="4023360" y="230455"/>
                      <a:pt x="4023360" y="7761"/>
                    </a:cubicBezTo>
                    <a:lnTo>
                      <a:pt x="4023360" y="953829"/>
                    </a:lnTo>
                    <a:cubicBezTo>
                      <a:pt x="4023360" y="1176523"/>
                      <a:pt x="3122700" y="1357052"/>
                      <a:pt x="2011680" y="1357052"/>
                    </a:cubicBezTo>
                    <a:cubicBezTo>
                      <a:pt x="900660" y="1357052"/>
                      <a:pt x="0" y="1176523"/>
                      <a:pt x="0" y="953829"/>
                    </a:cubicBezTo>
                    <a:close/>
                    <a:moveTo>
                      <a:pt x="4021405" y="0"/>
                    </a:moveTo>
                    <a:lnTo>
                      <a:pt x="4023360" y="0"/>
                    </a:lnTo>
                    <a:lnTo>
                      <a:pt x="4023360" y="7761"/>
                    </a:lnTo>
                    <a:close/>
                    <a:moveTo>
                      <a:pt x="0" y="0"/>
                    </a:moveTo>
                    <a:lnTo>
                      <a:pt x="1955" y="0"/>
                    </a:lnTo>
                    <a:lnTo>
                      <a:pt x="0" y="7761"/>
                    </a:lnTo>
                    <a:close/>
                  </a:path>
                </a:pathLst>
              </a:custGeom>
              <a:gradFill flip="none" rotWithShape="1">
                <a:gsLst>
                  <a:gs pos="0">
                    <a:schemeClr val="accent2">
                      <a:alpha val="45000"/>
                    </a:schemeClr>
                  </a:gs>
                  <a:gs pos="41000">
                    <a:schemeClr val="accent2">
                      <a:alpha val="20000"/>
                    </a:schemeClr>
                  </a:gs>
                  <a:gs pos="100000">
                    <a:schemeClr val="accent2">
                      <a:lumMod val="20000"/>
                      <a:lumOff val="80000"/>
                      <a:alpha val="0"/>
                    </a:schemeClr>
                  </a:gs>
                </a:gsLst>
                <a:lin ang="5400000" scaled="1"/>
                <a:tileRect/>
              </a:gradFill>
              <a:ln w="19050">
                <a:noFill/>
              </a:ln>
            </p:spPr>
            <p:style>
              <a:lnRef idx="2">
                <a:srgbClr val="376FFF">
                  <a:shade val="15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115" name="椭圆 114"/>
              <p:cNvSpPr/>
              <p:nvPr>
                <p:custDataLst>
                  <p:tags r:id="rId8"/>
                </p:custDataLst>
              </p:nvPr>
            </p:nvSpPr>
            <p:spPr>
              <a:xfrm>
                <a:off x="8204" y="1533"/>
                <a:ext cx="1957" cy="1957"/>
              </a:xfrm>
              <a:prstGeom prst="ellipse">
                <a:avLst/>
              </a:prstGeom>
              <a:gradFill flip="none" rotWithShape="1">
                <a:gsLst>
                  <a:gs pos="0">
                    <a:schemeClr val="accent2"/>
                  </a:gs>
                  <a:gs pos="100000">
                    <a:schemeClr val="accent1"/>
                  </a:gs>
                </a:gsLst>
                <a:lin ang="0" scaled="1"/>
                <a:tileRect/>
              </a:gradFill>
              <a:ln>
                <a:no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defRPr/>
                </a:pPr>
                <a:r>
                  <a:rPr lang="en-US" altLang="zh-CN" sz="4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rPr>
                  <a:t>AI</a:t>
                </a:r>
                <a:endParaRPr lang="en-US" altLang="zh-CN" sz="4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grpSp>
        <p:grpSp>
          <p:nvGrpSpPr>
            <p:cNvPr id="10" name="组合 9"/>
            <p:cNvGrpSpPr/>
            <p:nvPr>
              <p:custDataLst>
                <p:tags r:id="rId9"/>
              </p:custDataLst>
            </p:nvPr>
          </p:nvGrpSpPr>
          <p:grpSpPr>
            <a:xfrm>
              <a:off x="1639" y="1913"/>
              <a:ext cx="15562" cy="4623"/>
              <a:chOff x="1237" y="1913"/>
              <a:chExt cx="16533" cy="4911"/>
            </a:xfrm>
          </p:grpSpPr>
          <p:sp>
            <p:nvSpPr>
              <p:cNvPr id="27" name="弧形 26"/>
              <p:cNvSpPr/>
              <p:nvPr>
                <p:custDataLst>
                  <p:tags r:id="rId10"/>
                </p:custDataLst>
              </p:nvPr>
            </p:nvSpPr>
            <p:spPr>
              <a:xfrm rot="21075889">
                <a:off x="1687" y="1913"/>
                <a:ext cx="15478" cy="3944"/>
              </a:xfrm>
              <a:prstGeom prst="arc">
                <a:avLst>
                  <a:gd name="adj1" fmla="val 19423901"/>
                  <a:gd name="adj2" fmla="val 12943440"/>
                </a:avLst>
              </a:prstGeom>
              <a:ln w="15875">
                <a:gradFill>
                  <a:gsLst>
                    <a:gs pos="0">
                      <a:schemeClr val="accent1">
                        <a:alpha val="0"/>
                      </a:schemeClr>
                    </a:gs>
                    <a:gs pos="100000">
                      <a:schemeClr val="accent1"/>
                    </a:gs>
                  </a:gsLst>
                  <a:lin ang="5400000" scaled="1"/>
                </a:gradFill>
              </a:ln>
            </p:spPr>
            <p:style>
              <a:lnRef idx="1">
                <a:srgbClr val="376FFF"/>
              </a:lnRef>
              <a:fillRef idx="0">
                <a:srgbClr val="376FFF"/>
              </a:fillRef>
              <a:effectRef idx="0">
                <a:srgbClr val="376FFF"/>
              </a:effectRef>
              <a:fontRef idx="minor">
                <a:srgbClr val="000000"/>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61" name="序号"/>
              <p:cNvSpPr/>
              <p:nvPr>
                <p:custDataLst>
                  <p:tags r:id="rId11"/>
                </p:custDataLst>
              </p:nvPr>
            </p:nvSpPr>
            <p:spPr>
              <a:xfrm>
                <a:off x="1237" y="4458"/>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rPr>
                  <a:t>01</a:t>
                </a:r>
                <a:endParaRPr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77" name="序号"/>
              <p:cNvSpPr/>
              <p:nvPr>
                <p:custDataLst>
                  <p:tags r:id="rId12"/>
                </p:custDataLst>
              </p:nvPr>
            </p:nvSpPr>
            <p:spPr>
              <a:xfrm>
                <a:off x="7466" y="5397"/>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03</a:t>
                </a: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序号"/>
              <p:cNvSpPr/>
              <p:nvPr>
                <p:custDataLst>
                  <p:tags r:id="rId13"/>
                </p:custDataLst>
              </p:nvPr>
            </p:nvSpPr>
            <p:spPr>
              <a:xfrm>
                <a:off x="4230" y="5514"/>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rPr>
                  <a:t>02</a:t>
                </a: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43" name="序号"/>
              <p:cNvSpPr/>
              <p:nvPr>
                <p:custDataLst>
                  <p:tags r:id="rId14"/>
                </p:custDataLst>
              </p:nvPr>
            </p:nvSpPr>
            <p:spPr>
              <a:xfrm>
                <a:off x="10768" y="4944"/>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04</a:t>
                </a: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序号"/>
              <p:cNvSpPr/>
              <p:nvPr>
                <p:custDataLst>
                  <p:tags r:id="rId15"/>
                </p:custDataLst>
              </p:nvPr>
            </p:nvSpPr>
            <p:spPr>
              <a:xfrm>
                <a:off x="13916" y="3930"/>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05</a:t>
                </a: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序号"/>
              <p:cNvSpPr/>
              <p:nvPr>
                <p:custDataLst>
                  <p:tags r:id="rId16"/>
                </p:custDataLst>
              </p:nvPr>
            </p:nvSpPr>
            <p:spPr>
              <a:xfrm>
                <a:off x="16460" y="2313"/>
                <a:ext cx="1310" cy="1310"/>
              </a:xfrm>
              <a:prstGeom prst="ellipse">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06</a:t>
                </a: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sp>
          <p:nvSpPr>
            <p:cNvPr id="130" name="圆角矩形 74"/>
            <p:cNvSpPr/>
            <p:nvPr>
              <p:custDataLst>
                <p:tags r:id="rId17"/>
              </p:custDataLst>
            </p:nvPr>
          </p:nvSpPr>
          <p:spPr>
            <a:xfrm>
              <a:off x="801" y="8551"/>
              <a:ext cx="17751" cy="777"/>
            </a:xfrm>
            <a:prstGeom prst="roundRect">
              <a:avLst>
                <a:gd name="adj" fmla="val 10623"/>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输入相关内容</a:t>
              </a:r>
              <a:endParaRPr lang="zh-CN" altLang="en-US" sz="24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五边形 8"/>
            <p:cNvSpPr/>
            <p:nvPr>
              <p:custDataLst>
                <p:tags r:id="rId18"/>
              </p:custDataLst>
            </p:nvPr>
          </p:nvSpPr>
          <p:spPr>
            <a:xfrm rot="5400000" flipV="1">
              <a:off x="9301" y="7443"/>
              <a:ext cx="523" cy="1511"/>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algn="ctr"/>
              <a:endParaRPr lang="zh-CN" altLang="en-US" sz="2400" kern="0">
                <a:solidFill>
                  <a:srgbClr val="000000"/>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矩形 1"/>
            <p:cNvSpPr/>
            <p:nvPr>
              <p:custDataLst>
                <p:tags r:id="rId19"/>
              </p:custDataLst>
            </p:nvPr>
          </p:nvSpPr>
          <p:spPr>
            <a:xfrm>
              <a:off x="976" y="6434"/>
              <a:ext cx="3221" cy="1033"/>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2" name="矩形 2"/>
            <p:cNvSpPr/>
            <p:nvPr>
              <p:custDataLst>
                <p:tags r:id="rId20"/>
              </p:custDataLst>
            </p:nvPr>
          </p:nvSpPr>
          <p:spPr>
            <a:xfrm>
              <a:off x="976" y="5611"/>
              <a:ext cx="3101" cy="833"/>
            </a:xfrm>
            <a:prstGeom prst="rect">
              <a:avLst/>
            </a:prstGeom>
            <a:noFill/>
          </p:spPr>
          <p:txBody>
            <a:bodyPr wrap="square" lIns="72000" tIns="0" rIns="72000" bIns="0" rtlCol="0" anchor="ctr">
              <a:noAutofit/>
            </a:bodyPr>
            <a:lstStyle/>
            <a:p>
              <a:pPr algn="l" defTabSz="264160" hangingPunct="0">
                <a:buClrTx/>
                <a:buSzTx/>
                <a:buFontTx/>
              </a:pPr>
              <a:r>
                <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矩形 1"/>
            <p:cNvSpPr/>
            <p:nvPr>
              <p:custDataLst>
                <p:tags r:id="rId21"/>
              </p:custDataLst>
            </p:nvPr>
          </p:nvSpPr>
          <p:spPr>
            <a:xfrm>
              <a:off x="3925" y="7328"/>
              <a:ext cx="3221" cy="1033"/>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algn="l">
                <a:lnSpc>
                  <a:spcPct val="120000"/>
                </a:lnSpc>
                <a:spcBef>
                  <a:spcPts val="300"/>
                </a:spcBef>
                <a:spcAft>
                  <a:spcPts val="300"/>
                </a:spcAft>
              </a:pP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矩形 2"/>
            <p:cNvSpPr/>
            <p:nvPr>
              <p:custDataLst>
                <p:tags r:id="rId22"/>
              </p:custDataLst>
            </p:nvPr>
          </p:nvSpPr>
          <p:spPr>
            <a:xfrm>
              <a:off x="3925" y="6505"/>
              <a:ext cx="3101" cy="833"/>
            </a:xfrm>
            <a:prstGeom prst="rect">
              <a:avLst/>
            </a:prstGeom>
            <a:noFill/>
          </p:spPr>
          <p:txBody>
            <a:bodyPr wrap="square" lIns="72000" tIns="0" rIns="72000" bIns="0" rtlCol="0" anchor="ctr">
              <a:noAutofit/>
            </a:bodyPr>
            <a:lstStyle/>
            <a:p>
              <a:pPr algn="l" defTabSz="264160" hangingPunct="0">
                <a:buClrTx/>
                <a:buSzTx/>
                <a:buFontTx/>
              </a:pPr>
              <a:r>
                <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1" name="矩形 1"/>
            <p:cNvSpPr/>
            <p:nvPr>
              <p:custDataLst>
                <p:tags r:id="rId23"/>
              </p:custDataLst>
            </p:nvPr>
          </p:nvSpPr>
          <p:spPr>
            <a:xfrm>
              <a:off x="7085" y="7192"/>
              <a:ext cx="3221" cy="821"/>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algn="l">
                <a:lnSpc>
                  <a:spcPct val="120000"/>
                </a:lnSpc>
                <a:spcBef>
                  <a:spcPts val="300"/>
                </a:spcBef>
                <a:spcAft>
                  <a:spcPts val="300"/>
                </a:spcAft>
              </a:pP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矩形 2"/>
            <p:cNvSpPr/>
            <p:nvPr>
              <p:custDataLst>
                <p:tags r:id="rId24"/>
              </p:custDataLst>
            </p:nvPr>
          </p:nvSpPr>
          <p:spPr>
            <a:xfrm>
              <a:off x="7085" y="6369"/>
              <a:ext cx="3101" cy="833"/>
            </a:xfrm>
            <a:prstGeom prst="rect">
              <a:avLst/>
            </a:prstGeom>
            <a:noFill/>
          </p:spPr>
          <p:txBody>
            <a:bodyPr wrap="square" lIns="72000" tIns="0" rIns="72000" bIns="0" rtlCol="0" anchor="ctr">
              <a:noAutofit/>
            </a:bodyPr>
            <a:lstStyle/>
            <a:p>
              <a:pPr algn="l" defTabSz="264160" hangingPunct="0">
                <a:buClrTx/>
                <a:buSzTx/>
                <a:buFontTx/>
              </a:pPr>
              <a:r>
                <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18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矩形 1"/>
            <p:cNvSpPr/>
            <p:nvPr>
              <p:custDataLst>
                <p:tags r:id="rId25"/>
              </p:custDataLst>
            </p:nvPr>
          </p:nvSpPr>
          <p:spPr>
            <a:xfrm>
              <a:off x="10145" y="6712"/>
              <a:ext cx="3221" cy="1033"/>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algn="l">
                <a:lnSpc>
                  <a:spcPct val="120000"/>
                </a:lnSpc>
                <a:spcBef>
                  <a:spcPts val="300"/>
                </a:spcBef>
                <a:spcAft>
                  <a:spcPts val="300"/>
                </a:spcAft>
              </a:pP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矩形 2"/>
            <p:cNvSpPr/>
            <p:nvPr>
              <p:custDataLst>
                <p:tags r:id="rId26"/>
              </p:custDataLst>
            </p:nvPr>
          </p:nvSpPr>
          <p:spPr>
            <a:xfrm>
              <a:off x="10145" y="5889"/>
              <a:ext cx="3101" cy="833"/>
            </a:xfrm>
            <a:prstGeom prst="rect">
              <a:avLst/>
            </a:prstGeom>
            <a:noFill/>
          </p:spPr>
          <p:txBody>
            <a:bodyPr wrap="square" lIns="72000" tIns="0" rIns="72000" bIns="0" rtlCol="0" anchor="ctr">
              <a:noAutofit/>
            </a:bodyPr>
            <a:lstStyle/>
            <a:p>
              <a:pPr algn="l" defTabSz="264160" hangingPunct="0">
                <a:buClrTx/>
                <a:buSzTx/>
                <a:buFontTx/>
              </a:pPr>
              <a:r>
                <a:rPr lang="zh-CN" altLang="en-US" sz="1800" b="1">
                  <a:solidFill>
                    <a:schemeClr val="tx2"/>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1800" b="1">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 name="矩形 1"/>
            <p:cNvSpPr/>
            <p:nvPr>
              <p:custDataLst>
                <p:tags r:id="rId27"/>
              </p:custDataLst>
            </p:nvPr>
          </p:nvSpPr>
          <p:spPr>
            <a:xfrm>
              <a:off x="13171" y="6064"/>
              <a:ext cx="3221" cy="1033"/>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algn="l">
                <a:lnSpc>
                  <a:spcPct val="120000"/>
                </a:lnSpc>
                <a:spcBef>
                  <a:spcPts val="300"/>
                </a:spcBef>
                <a:spcAft>
                  <a:spcPts val="300"/>
                </a:spcAft>
              </a:pP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8" name="矩形 2"/>
            <p:cNvSpPr/>
            <p:nvPr>
              <p:custDataLst>
                <p:tags r:id="rId28"/>
              </p:custDataLst>
            </p:nvPr>
          </p:nvSpPr>
          <p:spPr>
            <a:xfrm>
              <a:off x="13171" y="5241"/>
              <a:ext cx="3101" cy="833"/>
            </a:xfrm>
            <a:prstGeom prst="rect">
              <a:avLst/>
            </a:prstGeom>
            <a:noFill/>
          </p:spPr>
          <p:txBody>
            <a:bodyPr wrap="square" lIns="72000" tIns="0" rIns="72000" bIns="0" rtlCol="0" anchor="ctr">
              <a:noAutofit/>
            </a:bodyPr>
            <a:lstStyle/>
            <a:p>
              <a:pPr lvl="0" algn="l" defTabSz="264160" hangingPunct="0">
                <a:buClrTx/>
                <a:buSzTx/>
                <a:buFontTx/>
              </a:pPr>
              <a:r>
                <a:rPr lang="zh-CN" altLang="en-US" b="1">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b="1">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矩形 1"/>
            <p:cNvSpPr/>
            <p:nvPr>
              <p:custDataLst>
                <p:tags r:id="rId29"/>
              </p:custDataLst>
            </p:nvPr>
          </p:nvSpPr>
          <p:spPr>
            <a:xfrm>
              <a:off x="15451" y="4552"/>
              <a:ext cx="3221" cy="1033"/>
            </a:xfrm>
            <a:prstGeom prst="rect">
              <a:avLst/>
            </a:prstGeom>
            <a:noFill/>
          </p:spPr>
          <p:txBody>
            <a:bodyPr wrap="square" lIns="72000" tIns="0" rIns="72000" bIns="0" rtlCol="0" anchor="t" anchorCtr="0">
              <a:noAutofit/>
            </a:bodyPr>
            <a:lstStyle/>
            <a:p>
              <a:pPr algn="l">
                <a:lnSpc>
                  <a:spcPct val="120000"/>
                </a:lnSpc>
                <a:spcBef>
                  <a:spcPts val="300"/>
                </a:spcBef>
                <a:spcAft>
                  <a:spcPts val="300"/>
                </a:spcAft>
              </a:pPr>
              <a:r>
                <a:rPr lang="zh-CN" altLang="en-US"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请填写相关内容</a:t>
              </a: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algn="l">
                <a:lnSpc>
                  <a:spcPct val="120000"/>
                </a:lnSpc>
                <a:spcBef>
                  <a:spcPts val="300"/>
                </a:spcBef>
                <a:spcAft>
                  <a:spcPts val="300"/>
                </a:spcAft>
              </a:pPr>
              <a:r>
                <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endParaRPr lang="en-US" altLang="zh-CN" sz="14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矩形 2"/>
            <p:cNvSpPr/>
            <p:nvPr>
              <p:custDataLst>
                <p:tags r:id="rId30"/>
              </p:custDataLst>
            </p:nvPr>
          </p:nvSpPr>
          <p:spPr>
            <a:xfrm>
              <a:off x="15451" y="3729"/>
              <a:ext cx="3101" cy="833"/>
            </a:xfrm>
            <a:prstGeom prst="rect">
              <a:avLst/>
            </a:prstGeom>
            <a:noFill/>
          </p:spPr>
          <p:txBody>
            <a:bodyPr wrap="square" lIns="72000" tIns="0" rIns="72000" bIns="0" rtlCol="0" anchor="ctr">
              <a:noAutofit/>
            </a:bodyPr>
            <a:lstStyle/>
            <a:p>
              <a:pPr lvl="0" algn="l" defTabSz="264160" hangingPunct="0">
                <a:buClrTx/>
                <a:buSzTx/>
                <a:buFontTx/>
              </a:pPr>
              <a:r>
                <a:rPr lang="zh-CN" altLang="en-US" b="1">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b="1">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同侧圆角矩形 3"/>
          <p:cNvSpPr/>
          <p:nvPr/>
        </p:nvSpPr>
        <p:spPr>
          <a:xfrm>
            <a:off x="407988" y="1541780"/>
            <a:ext cx="4852035" cy="4458970"/>
          </a:xfrm>
          <a:prstGeom prst="round2SameRect">
            <a:avLst>
              <a:gd name="adj1" fmla="val 0"/>
              <a:gd name="adj2" fmla="val 3024"/>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8000" tIns="144000" rIns="91440" bIns="45720" numCol="1" spcCol="0" rtlCol="0" fromWordArt="0" anchor="t" anchorCtr="0" forceAA="0" compatLnSpc="1">
            <a:noAutofit/>
          </a:bodyPr>
          <a:lstStyle/>
          <a:p>
            <a:pPr indent="0" algn="l" fontAlgn="auto">
              <a:lnSpc>
                <a:spcPct val="110000"/>
              </a:lnSpc>
              <a:spcBef>
                <a:spcPts val="300"/>
              </a:spcBef>
              <a:spcAft>
                <a:spcPts val="300"/>
              </a:spcAft>
              <a:buClrTx/>
              <a:buSzTx/>
              <a:buFont typeface="Arial" panose="020B0604020202090204" pitchFamily="34" charset="0"/>
              <a:buChar char="•"/>
            </a:pP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同侧圆角矩形 29"/>
          <p:cNvSpPr/>
          <p:nvPr/>
        </p:nvSpPr>
        <p:spPr>
          <a:xfrm>
            <a:off x="5484013" y="1107440"/>
            <a:ext cx="6300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同侧圆角矩形 9"/>
          <p:cNvSpPr/>
          <p:nvPr>
            <p:custDataLst>
              <p:tags r:id="rId1"/>
            </p:custDataLst>
          </p:nvPr>
        </p:nvSpPr>
        <p:spPr>
          <a:xfrm>
            <a:off x="5484013" y="1541780"/>
            <a:ext cx="6300000" cy="1849755"/>
          </a:xfrm>
          <a:prstGeom prst="round2SameRect">
            <a:avLst>
              <a:gd name="adj1" fmla="val 0"/>
              <a:gd name="adj2" fmla="val 358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5" name="圆角矩形 74"/>
          <p:cNvSpPr/>
          <p:nvPr>
            <p:custDataLst>
              <p:tags r:id="rId2"/>
            </p:custDataLst>
          </p:nvPr>
        </p:nvSpPr>
        <p:spPr>
          <a:xfrm>
            <a:off x="5757781" y="1729105"/>
            <a:ext cx="5752465" cy="41021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圆角矩形 74"/>
          <p:cNvSpPr/>
          <p:nvPr>
            <p:custDataLst>
              <p:tags r:id="rId3"/>
            </p:custDataLst>
          </p:nvPr>
        </p:nvSpPr>
        <p:spPr>
          <a:xfrm>
            <a:off x="5757781" y="2714625"/>
            <a:ext cx="5752465" cy="41021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2" name="圆角矩形 74"/>
          <p:cNvSpPr/>
          <p:nvPr>
            <p:custDataLst>
              <p:tags r:id="rId4"/>
            </p:custDataLst>
          </p:nvPr>
        </p:nvSpPr>
        <p:spPr>
          <a:xfrm>
            <a:off x="5757781" y="2221865"/>
            <a:ext cx="5752465" cy="410210"/>
          </a:xfrm>
          <a:prstGeom prst="roundRect">
            <a:avLst>
              <a:gd name="adj" fmla="val 8831"/>
            </a:avLst>
          </a:prstGeom>
          <a:solidFill>
            <a:schemeClr val="bg1"/>
          </a:soli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3" name="同侧圆角矩形 42"/>
          <p:cNvSpPr/>
          <p:nvPr/>
        </p:nvSpPr>
        <p:spPr>
          <a:xfrm>
            <a:off x="5484013" y="3683000"/>
            <a:ext cx="6300000" cy="432000"/>
          </a:xfrm>
          <a:prstGeom prst="round2SameRect">
            <a:avLst/>
          </a:prstGeom>
          <a:gradFill flip="none" rotWithShape="1">
            <a:gsLst>
              <a:gs pos="2000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200" b="1" noProof="0" dirty="0">
                <a:ln>
                  <a:noFill/>
                </a:ln>
                <a:solidFill>
                  <a:schemeClr val="bg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200" b="1" noProof="0" dirty="0">
              <a:ln>
                <a:noFill/>
              </a:ln>
              <a:solidFill>
                <a:schemeClr val="bg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4" name="同侧圆角矩形 43"/>
          <p:cNvSpPr/>
          <p:nvPr/>
        </p:nvSpPr>
        <p:spPr>
          <a:xfrm>
            <a:off x="5484013" y="4114800"/>
            <a:ext cx="6300000" cy="1849755"/>
          </a:xfrm>
          <a:prstGeom prst="round2SameRect">
            <a:avLst>
              <a:gd name="adj1" fmla="val 0"/>
              <a:gd name="adj2" fmla="val 409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圆角矩形 74"/>
          <p:cNvSpPr/>
          <p:nvPr>
            <p:custDataLst>
              <p:tags r:id="rId5"/>
            </p:custDataLst>
          </p:nvPr>
        </p:nvSpPr>
        <p:spPr>
          <a:xfrm>
            <a:off x="5757781" y="4301490"/>
            <a:ext cx="5752465" cy="410210"/>
          </a:xfrm>
          <a:prstGeom prst="roundRect">
            <a:avLst>
              <a:gd name="adj" fmla="val 883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圆角矩形 74"/>
          <p:cNvSpPr/>
          <p:nvPr>
            <p:custDataLst>
              <p:tags r:id="rId6"/>
            </p:custDataLst>
          </p:nvPr>
        </p:nvSpPr>
        <p:spPr>
          <a:xfrm>
            <a:off x="5757781" y="5287010"/>
            <a:ext cx="5752465" cy="410210"/>
          </a:xfrm>
          <a:prstGeom prst="roundRect">
            <a:avLst>
              <a:gd name="adj" fmla="val 883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7" name="圆角矩形 74"/>
          <p:cNvSpPr/>
          <p:nvPr>
            <p:custDataLst>
              <p:tags r:id="rId7"/>
            </p:custDataLst>
          </p:nvPr>
        </p:nvSpPr>
        <p:spPr>
          <a:xfrm>
            <a:off x="5757781" y="4794885"/>
            <a:ext cx="5752465" cy="410210"/>
          </a:xfrm>
          <a:prstGeom prst="roundRect">
            <a:avLst>
              <a:gd name="adj" fmla="val 883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文案内容占位</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3" name="圆角矩形 92"/>
          <p:cNvSpPr/>
          <p:nvPr/>
        </p:nvSpPr>
        <p:spPr>
          <a:xfrm>
            <a:off x="597853" y="3755390"/>
            <a:ext cx="4441190" cy="2065020"/>
          </a:xfrm>
          <a:prstGeom prst="roundRect">
            <a:avLst>
              <a:gd name="adj" fmla="val 267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94"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67940" y="4554220"/>
            <a:ext cx="501015" cy="469265"/>
          </a:xfrm>
          <a:prstGeom prst="rect">
            <a:avLst/>
          </a:prstGeom>
        </p:spPr>
      </p:pic>
      <p:sp>
        <p:nvSpPr>
          <p:cNvPr id="16" name="圆角矩形 15"/>
          <p:cNvSpPr/>
          <p:nvPr/>
        </p:nvSpPr>
        <p:spPr>
          <a:xfrm>
            <a:off x="597853" y="1681480"/>
            <a:ext cx="4441190" cy="1978660"/>
          </a:xfrm>
          <a:prstGeom prst="roundRect">
            <a:avLst>
              <a:gd name="adj" fmla="val 267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19" name="图形 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67940" y="2436495"/>
            <a:ext cx="501015" cy="469265"/>
          </a:xfrm>
          <a:prstGeom prst="rect">
            <a:avLst/>
          </a:prstGeom>
        </p:spPr>
      </p:pic>
      <p:sp>
        <p:nvSpPr>
          <p:cNvPr id="15" name="同侧圆角矩形 14"/>
          <p:cNvSpPr/>
          <p:nvPr/>
        </p:nvSpPr>
        <p:spPr>
          <a:xfrm>
            <a:off x="407988" y="1107440"/>
            <a:ext cx="4852035"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 name="标题 2"/>
          <p:cNvSpPr>
            <a:spLocks noGrp="1"/>
          </p:cNvSpPr>
          <p:nvPr>
            <p:ph type="title"/>
          </p:nvPr>
        </p:nvSpPr>
        <p:spPr/>
        <p:txBody>
          <a:bodyPr/>
          <a:lstStyle/>
          <a:p>
            <a:r>
              <a:rPr lang="zh-CN" altLang="en-US" dirty="0"/>
              <a:t>此处添加主标题文案</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74"/>
          <p:cNvSpPr>
            <a:spLocks noChangeAspect="1"/>
          </p:cNvSpPr>
          <p:nvPr>
            <p:custDataLst>
              <p:tags r:id="rId1"/>
            </p:custDataLst>
          </p:nvPr>
        </p:nvSpPr>
        <p:spPr>
          <a:xfrm>
            <a:off x="3042920" y="5546725"/>
            <a:ext cx="6069965" cy="504190"/>
          </a:xfrm>
          <a:prstGeom prst="roundRect">
            <a:avLst>
              <a:gd name="adj" fmla="val 8831"/>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圆角矩形 26"/>
          <p:cNvSpPr/>
          <p:nvPr/>
        </p:nvSpPr>
        <p:spPr>
          <a:xfrm>
            <a:off x="6935470" y="1292860"/>
            <a:ext cx="4980305" cy="2802255"/>
          </a:xfrm>
          <a:prstGeom prst="roundRect">
            <a:avLst>
              <a:gd name="adj" fmla="val 3661"/>
            </a:avLst>
          </a:prstGeom>
          <a:solidFill>
            <a:schemeClr val="bg2">
              <a:lumMod val="90000"/>
            </a:schemeClr>
          </a:solidFill>
          <a:ln>
            <a:solidFill>
              <a:schemeClr val="bg1"/>
            </a:solidFill>
          </a:ln>
          <a:scene3d>
            <a:camera prst="perspectiveLeft">
              <a:rot lat="0" lon="180000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2"/>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任意多边形 14"/>
          <p:cNvSpPr/>
          <p:nvPr>
            <p:custDataLst>
              <p:tags r:id="rId2"/>
            </p:custDataLst>
          </p:nvPr>
        </p:nvSpPr>
        <p:spPr>
          <a:xfrm>
            <a:off x="7566660" y="1332230"/>
            <a:ext cx="4050665" cy="2762885"/>
          </a:xfrm>
          <a:custGeom>
            <a:avLst/>
            <a:gdLst>
              <a:gd name="connsiteX0" fmla="*/ 0 w 5851"/>
              <a:gd name="connsiteY0" fmla="*/ 357 h 3990"/>
              <a:gd name="connsiteX1" fmla="*/ 125 w 5851"/>
              <a:gd name="connsiteY1" fmla="*/ 270 h 3990"/>
              <a:gd name="connsiteX2" fmla="*/ 5773 w 5851"/>
              <a:gd name="connsiteY2" fmla="*/ 0 h 3990"/>
              <a:gd name="connsiteX3" fmla="*/ 5851 w 5851"/>
              <a:gd name="connsiteY3" fmla="*/ 78 h 3990"/>
              <a:gd name="connsiteX4" fmla="*/ 5851 w 5851"/>
              <a:gd name="connsiteY4" fmla="*/ 3912 h 3990"/>
              <a:gd name="connsiteX5" fmla="*/ 5773 w 5851"/>
              <a:gd name="connsiteY5" fmla="*/ 3990 h 3990"/>
              <a:gd name="connsiteX6" fmla="*/ 96 w 5851"/>
              <a:gd name="connsiteY6" fmla="*/ 3678 h 3990"/>
              <a:gd name="connsiteX7" fmla="*/ 9 w 5851"/>
              <a:gd name="connsiteY7" fmla="*/ 3525 h 3990"/>
              <a:gd name="connsiteX8" fmla="*/ 0 w 5851"/>
              <a:gd name="connsiteY8" fmla="*/ 357 h 3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1" h="3990">
                <a:moveTo>
                  <a:pt x="0" y="357"/>
                </a:moveTo>
                <a:cubicBezTo>
                  <a:pt x="0" y="314"/>
                  <a:pt x="82" y="270"/>
                  <a:pt x="125" y="270"/>
                </a:cubicBezTo>
                <a:lnTo>
                  <a:pt x="5773" y="0"/>
                </a:lnTo>
                <a:cubicBezTo>
                  <a:pt x="5816" y="0"/>
                  <a:pt x="5851" y="35"/>
                  <a:pt x="5851" y="78"/>
                </a:cubicBezTo>
                <a:lnTo>
                  <a:pt x="5851" y="3912"/>
                </a:lnTo>
                <a:cubicBezTo>
                  <a:pt x="5851" y="3955"/>
                  <a:pt x="5816" y="3990"/>
                  <a:pt x="5773" y="3990"/>
                </a:cubicBezTo>
                <a:lnTo>
                  <a:pt x="96" y="3678"/>
                </a:lnTo>
                <a:cubicBezTo>
                  <a:pt x="53" y="3678"/>
                  <a:pt x="9" y="3568"/>
                  <a:pt x="9" y="3525"/>
                </a:cubicBezTo>
                <a:lnTo>
                  <a:pt x="0" y="3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圆角矩形 25"/>
          <p:cNvSpPr/>
          <p:nvPr/>
        </p:nvSpPr>
        <p:spPr>
          <a:xfrm rot="10800000">
            <a:off x="272415" y="1254125"/>
            <a:ext cx="4980305" cy="2802255"/>
          </a:xfrm>
          <a:prstGeom prst="roundRect">
            <a:avLst>
              <a:gd name="adj" fmla="val 3661"/>
            </a:avLst>
          </a:prstGeom>
          <a:solidFill>
            <a:schemeClr val="bg2">
              <a:lumMod val="90000"/>
            </a:schemeClr>
          </a:solidFill>
          <a:ln>
            <a:solidFill>
              <a:schemeClr val="bg1"/>
            </a:solidFill>
          </a:ln>
          <a:scene3d>
            <a:camera prst="perspectiveLeft">
              <a:rot lat="0" lon="180000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 name="任意多边形 28"/>
          <p:cNvSpPr/>
          <p:nvPr>
            <p:custDataLst>
              <p:tags r:id="rId3"/>
            </p:custDataLst>
          </p:nvPr>
        </p:nvSpPr>
        <p:spPr>
          <a:xfrm rot="10800000">
            <a:off x="571500" y="1277620"/>
            <a:ext cx="4082415" cy="2762885"/>
          </a:xfrm>
          <a:custGeom>
            <a:avLst/>
            <a:gdLst>
              <a:gd name="connsiteX0" fmla="*/ 0 w 5993"/>
              <a:gd name="connsiteY0" fmla="*/ 363 h 4055"/>
              <a:gd name="connsiteX1" fmla="*/ 128 w 5993"/>
              <a:gd name="connsiteY1" fmla="*/ 274 h 4055"/>
              <a:gd name="connsiteX2" fmla="*/ 5913 w 5993"/>
              <a:gd name="connsiteY2" fmla="*/ 0 h 4055"/>
              <a:gd name="connsiteX3" fmla="*/ 5993 w 5993"/>
              <a:gd name="connsiteY3" fmla="*/ 79 h 4055"/>
              <a:gd name="connsiteX4" fmla="*/ 5993 w 5993"/>
              <a:gd name="connsiteY4" fmla="*/ 3976 h 4055"/>
              <a:gd name="connsiteX5" fmla="*/ 5913 w 5993"/>
              <a:gd name="connsiteY5" fmla="*/ 4055 h 4055"/>
              <a:gd name="connsiteX6" fmla="*/ 98 w 5993"/>
              <a:gd name="connsiteY6" fmla="*/ 3738 h 4055"/>
              <a:gd name="connsiteX7" fmla="*/ 9 w 5993"/>
              <a:gd name="connsiteY7" fmla="*/ 3582 h 4055"/>
              <a:gd name="connsiteX8" fmla="*/ 0 w 5993"/>
              <a:gd name="connsiteY8" fmla="*/ 363 h 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93" h="4055">
                <a:moveTo>
                  <a:pt x="0" y="363"/>
                </a:moveTo>
                <a:cubicBezTo>
                  <a:pt x="0" y="319"/>
                  <a:pt x="84" y="274"/>
                  <a:pt x="128" y="274"/>
                </a:cubicBezTo>
                <a:lnTo>
                  <a:pt x="5913" y="0"/>
                </a:lnTo>
                <a:cubicBezTo>
                  <a:pt x="5957" y="0"/>
                  <a:pt x="5993" y="36"/>
                  <a:pt x="5993" y="79"/>
                </a:cubicBezTo>
                <a:lnTo>
                  <a:pt x="5993" y="3976"/>
                </a:lnTo>
                <a:cubicBezTo>
                  <a:pt x="5993" y="4019"/>
                  <a:pt x="5957" y="4055"/>
                  <a:pt x="5913" y="4055"/>
                </a:cubicBezTo>
                <a:lnTo>
                  <a:pt x="98" y="3738"/>
                </a:lnTo>
                <a:cubicBezTo>
                  <a:pt x="-24" y="3714"/>
                  <a:pt x="9" y="3626"/>
                  <a:pt x="9" y="3582"/>
                </a:cubicBezTo>
                <a:lnTo>
                  <a:pt x="0" y="36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圆角矩形 32"/>
          <p:cNvSpPr/>
          <p:nvPr/>
        </p:nvSpPr>
        <p:spPr>
          <a:xfrm>
            <a:off x="3042920" y="1849120"/>
            <a:ext cx="6047740" cy="3595370"/>
          </a:xfrm>
          <a:prstGeom prst="roundRect">
            <a:avLst>
              <a:gd name="adj" fmla="val 3661"/>
            </a:avLst>
          </a:prstGeom>
          <a:solidFill>
            <a:schemeClr val="bg2">
              <a:lumMod val="9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4" name="圆角矩形 133"/>
          <p:cNvSpPr/>
          <p:nvPr>
            <p:custDataLst>
              <p:tags r:id="rId4"/>
            </p:custDataLst>
          </p:nvPr>
        </p:nvSpPr>
        <p:spPr>
          <a:xfrm>
            <a:off x="3223895" y="1993900"/>
            <a:ext cx="5685790" cy="3298190"/>
          </a:xfrm>
          <a:prstGeom prst="roundRect">
            <a:avLst>
              <a:gd name="adj" fmla="val 19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135" name="图形 4"/>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704205" y="3232150"/>
            <a:ext cx="725805" cy="741045"/>
          </a:xfrm>
          <a:prstGeom prst="rect">
            <a:avLst/>
          </a:prstGeom>
        </p:spPr>
      </p:pic>
      <p:pic>
        <p:nvPicPr>
          <p:cNvPr id="12" name="图形 4"/>
          <p:cNvPicPr>
            <a:picLocks noChangeAspect="1"/>
          </p:cNvPicPr>
          <p:nvPr>
            <p:custDataLst>
              <p:tags r:id="rId8"/>
            </p:custDataLst>
          </p:nvPr>
        </p:nvPicPr>
        <p:blipFill>
          <a:blip r:embed="rId6">
            <a:extLst>
              <a:ext uri="{96DAC541-7B7A-43D3-8B79-37D633B846F1}">
                <asvg:svgBlip xmlns:asvg="http://schemas.microsoft.com/office/drawing/2016/SVG/main" r:embed="rId9"/>
              </a:ext>
            </a:extLst>
          </a:blip>
          <a:stretch>
            <a:fillRect/>
          </a:stretch>
        </p:blipFill>
        <p:spPr>
          <a:xfrm>
            <a:off x="2314575" y="2355215"/>
            <a:ext cx="593725" cy="607060"/>
          </a:xfrm>
          <a:prstGeom prst="rect">
            <a:avLst/>
          </a:prstGeom>
        </p:spPr>
      </p:pic>
      <p:pic>
        <p:nvPicPr>
          <p:cNvPr id="35" name="图形 4"/>
          <p:cNvPicPr>
            <a:picLocks noChangeAspect="1"/>
          </p:cNvPicPr>
          <p:nvPr>
            <p:custDataLst>
              <p:tags r:id="rId10"/>
            </p:custDataLst>
          </p:nvPr>
        </p:nvPicPr>
        <p:blipFill>
          <a:blip r:embed="rId6">
            <a:extLst>
              <a:ext uri="{96DAC541-7B7A-43D3-8B79-37D633B846F1}">
                <asvg:svgBlip xmlns:asvg="http://schemas.microsoft.com/office/drawing/2016/SVG/main" r:embed="rId9"/>
              </a:ext>
            </a:extLst>
          </a:blip>
          <a:stretch>
            <a:fillRect/>
          </a:stretch>
        </p:blipFill>
        <p:spPr>
          <a:xfrm>
            <a:off x="9229725" y="2355215"/>
            <a:ext cx="593725" cy="607060"/>
          </a:xfrm>
          <a:prstGeom prst="rect">
            <a:avLst/>
          </a:prstGeom>
        </p:spPr>
      </p:pic>
      <p:sp>
        <p:nvSpPr>
          <p:cNvPr id="3" name="标题 2"/>
          <p:cNvSpPr>
            <a:spLocks noGrp="1"/>
          </p:cNvSpPr>
          <p:nvPr>
            <p:ph type="title"/>
          </p:nvPr>
        </p:nvSpPr>
        <p:spPr/>
        <p:txBody>
          <a:bodyPr/>
          <a:lstStyle/>
          <a:p>
            <a:r>
              <a:rPr lang="zh-CN" altLang="en-US" dirty="0"/>
              <a:t>此处添加主标题文案</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同侧圆角矩形 81"/>
          <p:cNvSpPr/>
          <p:nvPr>
            <p:custDataLst>
              <p:tags r:id="rId1"/>
            </p:custDataLst>
          </p:nvPr>
        </p:nvSpPr>
        <p:spPr>
          <a:xfrm>
            <a:off x="3604260" y="4162820"/>
            <a:ext cx="2253615" cy="168870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8" name="同侧圆角矩形 87"/>
          <p:cNvSpPr/>
          <p:nvPr>
            <p:custDataLst>
              <p:tags r:id="rId2"/>
            </p:custDataLst>
          </p:nvPr>
        </p:nvSpPr>
        <p:spPr>
          <a:xfrm>
            <a:off x="6355715" y="4140200"/>
            <a:ext cx="2256790" cy="171132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2" name="同侧圆角矩形 91"/>
          <p:cNvSpPr/>
          <p:nvPr>
            <p:custDataLst>
              <p:tags r:id="rId3"/>
            </p:custDataLst>
          </p:nvPr>
        </p:nvSpPr>
        <p:spPr>
          <a:xfrm>
            <a:off x="9113520" y="4562235"/>
            <a:ext cx="2253615" cy="128929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8" name="同侧圆角矩形 77"/>
          <p:cNvSpPr/>
          <p:nvPr>
            <p:custDataLst>
              <p:tags r:id="rId4"/>
            </p:custDataLst>
          </p:nvPr>
        </p:nvSpPr>
        <p:spPr>
          <a:xfrm>
            <a:off x="845185" y="4604385"/>
            <a:ext cx="2256790" cy="12471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标题 69"/>
          <p:cNvSpPr>
            <a:spLocks noGrp="1"/>
          </p:cNvSpPr>
          <p:nvPr>
            <p:ph type="title"/>
          </p:nvPr>
        </p:nvSpPr>
        <p:spPr>
          <a:xfrm>
            <a:off x="406400" y="296545"/>
            <a:ext cx="2931795" cy="460375"/>
          </a:xfrm>
        </p:spPr>
        <p:txBody>
          <a:bodyPr wrap="none">
            <a:spAutoFit/>
          </a:bodyPr>
          <a:lstStyle/>
          <a:p>
            <a:pPr algn="l"/>
            <a:r>
              <a:rPr>
                <a:sym typeface="+mn-ea"/>
              </a:rPr>
              <a:t>此处添加主标题文案</a:t>
            </a:r>
            <a:endParaRPr>
              <a:sym typeface="+mn-ea"/>
            </a:endParaRPr>
          </a:p>
        </p:txBody>
      </p:sp>
      <p:sp>
        <p:nvSpPr>
          <p:cNvPr id="41" name="任意多边形 40"/>
          <p:cNvSpPr/>
          <p:nvPr>
            <p:custDataLst>
              <p:tags r:id="rId5"/>
            </p:custDataLst>
          </p:nvPr>
        </p:nvSpPr>
        <p:spPr>
          <a:xfrm>
            <a:off x="3293110" y="1565275"/>
            <a:ext cx="2675890" cy="1844675"/>
          </a:xfrm>
          <a:custGeom>
            <a:avLst/>
            <a:gdLst/>
            <a:ahLst/>
            <a:cxnLst>
              <a:cxn ang="3">
                <a:pos x="hc" y="t"/>
              </a:cxn>
              <a:cxn ang="cd2">
                <a:pos x="l" y="vc"/>
              </a:cxn>
              <a:cxn ang="cd4">
                <a:pos x="hc" y="b"/>
              </a:cxn>
              <a:cxn ang="0">
                <a:pos x="r" y="vc"/>
              </a:cxn>
            </a:cxnLst>
            <a:rect l="l" t="t" r="r" b="b"/>
            <a:pathLst>
              <a:path w="4227" h="3123">
                <a:moveTo>
                  <a:pt x="4227" y="201"/>
                </a:moveTo>
                <a:lnTo>
                  <a:pt x="4227" y="2921"/>
                </a:lnTo>
                <a:lnTo>
                  <a:pt x="4148" y="2922"/>
                </a:lnTo>
                <a:lnTo>
                  <a:pt x="3871" y="2924"/>
                </a:lnTo>
                <a:lnTo>
                  <a:pt x="3597" y="2928"/>
                </a:lnTo>
                <a:lnTo>
                  <a:pt x="3324" y="2933"/>
                </a:lnTo>
                <a:lnTo>
                  <a:pt x="3054" y="2939"/>
                </a:lnTo>
                <a:lnTo>
                  <a:pt x="2786" y="2947"/>
                </a:lnTo>
                <a:lnTo>
                  <a:pt x="2520" y="2957"/>
                </a:lnTo>
                <a:lnTo>
                  <a:pt x="2256" y="2967"/>
                </a:lnTo>
                <a:lnTo>
                  <a:pt x="1994" y="2980"/>
                </a:lnTo>
                <a:lnTo>
                  <a:pt x="1735" y="2993"/>
                </a:lnTo>
                <a:lnTo>
                  <a:pt x="1479" y="3008"/>
                </a:lnTo>
                <a:lnTo>
                  <a:pt x="1225" y="3024"/>
                </a:lnTo>
                <a:lnTo>
                  <a:pt x="974" y="3041"/>
                </a:lnTo>
                <a:lnTo>
                  <a:pt x="726" y="3060"/>
                </a:lnTo>
                <a:lnTo>
                  <a:pt x="481" y="3080"/>
                </a:lnTo>
                <a:lnTo>
                  <a:pt x="238" y="3101"/>
                </a:lnTo>
                <a:lnTo>
                  <a:pt x="0" y="3123"/>
                </a:lnTo>
                <a:lnTo>
                  <a:pt x="0" y="0"/>
                </a:lnTo>
                <a:lnTo>
                  <a:pt x="238" y="22"/>
                </a:lnTo>
                <a:lnTo>
                  <a:pt x="481" y="43"/>
                </a:lnTo>
                <a:lnTo>
                  <a:pt x="726" y="63"/>
                </a:lnTo>
                <a:lnTo>
                  <a:pt x="974" y="82"/>
                </a:lnTo>
                <a:lnTo>
                  <a:pt x="1225" y="99"/>
                </a:lnTo>
                <a:lnTo>
                  <a:pt x="1479" y="115"/>
                </a:lnTo>
                <a:lnTo>
                  <a:pt x="1735" y="130"/>
                </a:lnTo>
                <a:lnTo>
                  <a:pt x="1994" y="143"/>
                </a:lnTo>
                <a:lnTo>
                  <a:pt x="2256" y="155"/>
                </a:lnTo>
                <a:lnTo>
                  <a:pt x="2520" y="166"/>
                </a:lnTo>
                <a:lnTo>
                  <a:pt x="2786" y="176"/>
                </a:lnTo>
                <a:lnTo>
                  <a:pt x="3054" y="184"/>
                </a:lnTo>
                <a:lnTo>
                  <a:pt x="3324" y="190"/>
                </a:lnTo>
                <a:lnTo>
                  <a:pt x="3597" y="195"/>
                </a:lnTo>
                <a:lnTo>
                  <a:pt x="3871" y="199"/>
                </a:lnTo>
                <a:lnTo>
                  <a:pt x="4148" y="201"/>
                </a:lnTo>
                <a:lnTo>
                  <a:pt x="4227" y="201"/>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2" name="任意多边形 41"/>
          <p:cNvSpPr/>
          <p:nvPr>
            <p:custDataLst>
              <p:tags r:id="rId6"/>
            </p:custDataLst>
          </p:nvPr>
        </p:nvSpPr>
        <p:spPr>
          <a:xfrm>
            <a:off x="395605" y="1066800"/>
            <a:ext cx="2675890" cy="2842895"/>
          </a:xfrm>
          <a:custGeom>
            <a:avLst/>
            <a:gdLst/>
            <a:ahLst/>
            <a:cxnLst>
              <a:cxn ang="3">
                <a:pos x="hc" y="t"/>
              </a:cxn>
              <a:cxn ang="cd2">
                <a:pos x="l" y="vc"/>
              </a:cxn>
              <a:cxn ang="cd4">
                <a:pos x="hc" y="b"/>
              </a:cxn>
              <a:cxn ang="0">
                <a:pos x="r" y="vc"/>
              </a:cxn>
            </a:cxnLst>
            <a:rect l="l" t="t" r="r" b="b"/>
            <a:pathLst>
              <a:path w="4227" h="4812">
                <a:moveTo>
                  <a:pt x="4227" y="809"/>
                </a:moveTo>
                <a:lnTo>
                  <a:pt x="4227" y="4003"/>
                </a:lnTo>
                <a:lnTo>
                  <a:pt x="4108" y="4016"/>
                </a:lnTo>
                <a:lnTo>
                  <a:pt x="3878" y="4042"/>
                </a:lnTo>
                <a:lnTo>
                  <a:pt x="3652" y="4069"/>
                </a:lnTo>
                <a:lnTo>
                  <a:pt x="3430" y="4097"/>
                </a:lnTo>
                <a:lnTo>
                  <a:pt x="3211" y="4126"/>
                </a:lnTo>
                <a:lnTo>
                  <a:pt x="2995" y="4156"/>
                </a:lnTo>
                <a:lnTo>
                  <a:pt x="2784" y="4187"/>
                </a:lnTo>
                <a:cubicBezTo>
                  <a:pt x="1677" y="4340"/>
                  <a:pt x="418" y="4659"/>
                  <a:pt x="0" y="4812"/>
                </a:cubicBezTo>
                <a:lnTo>
                  <a:pt x="0" y="0"/>
                </a:lnTo>
                <a:cubicBezTo>
                  <a:pt x="621" y="232"/>
                  <a:pt x="2042" y="522"/>
                  <a:pt x="2784" y="625"/>
                </a:cubicBezTo>
                <a:lnTo>
                  <a:pt x="2995" y="656"/>
                </a:lnTo>
                <a:lnTo>
                  <a:pt x="3211" y="687"/>
                </a:lnTo>
                <a:lnTo>
                  <a:pt x="3430" y="716"/>
                </a:lnTo>
                <a:lnTo>
                  <a:pt x="3652" y="744"/>
                </a:lnTo>
                <a:lnTo>
                  <a:pt x="3878" y="771"/>
                </a:lnTo>
                <a:lnTo>
                  <a:pt x="4108" y="797"/>
                </a:lnTo>
                <a:lnTo>
                  <a:pt x="4227" y="809"/>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3" name="任意多边形 42"/>
          <p:cNvSpPr/>
          <p:nvPr>
            <p:custDataLst>
              <p:tags r:id="rId7"/>
            </p:custDataLst>
          </p:nvPr>
        </p:nvSpPr>
        <p:spPr>
          <a:xfrm>
            <a:off x="9090025" y="1075055"/>
            <a:ext cx="2675890" cy="2825115"/>
          </a:xfrm>
          <a:custGeom>
            <a:avLst/>
            <a:gdLst/>
            <a:ahLst/>
            <a:cxnLst>
              <a:cxn ang="3">
                <a:pos x="hc" y="t"/>
              </a:cxn>
              <a:cxn ang="cd2">
                <a:pos x="l" y="vc"/>
              </a:cxn>
              <a:cxn ang="cd4">
                <a:pos x="hc" y="b"/>
              </a:cxn>
              <a:cxn ang="0">
                <a:pos x="r" y="vc"/>
              </a:cxn>
            </a:cxnLst>
            <a:rect l="l" t="t" r="r" b="b"/>
            <a:pathLst>
              <a:path w="4227" h="4782">
                <a:moveTo>
                  <a:pt x="4227" y="0"/>
                </a:moveTo>
                <a:lnTo>
                  <a:pt x="4227" y="4782"/>
                </a:lnTo>
                <a:cubicBezTo>
                  <a:pt x="3713" y="4586"/>
                  <a:pt x="2200" y="4265"/>
                  <a:pt x="1489" y="4172"/>
                </a:cubicBezTo>
                <a:lnTo>
                  <a:pt x="1278" y="4141"/>
                </a:lnTo>
                <a:lnTo>
                  <a:pt x="1062" y="4111"/>
                </a:lnTo>
                <a:lnTo>
                  <a:pt x="843" y="4082"/>
                </a:lnTo>
                <a:lnTo>
                  <a:pt x="621" y="4054"/>
                </a:lnTo>
                <a:lnTo>
                  <a:pt x="395" y="4027"/>
                </a:lnTo>
                <a:lnTo>
                  <a:pt x="165" y="4001"/>
                </a:lnTo>
                <a:lnTo>
                  <a:pt x="0" y="3983"/>
                </a:lnTo>
                <a:lnTo>
                  <a:pt x="0" y="799"/>
                </a:lnTo>
                <a:lnTo>
                  <a:pt x="165" y="781"/>
                </a:lnTo>
                <a:lnTo>
                  <a:pt x="395" y="756"/>
                </a:lnTo>
                <a:lnTo>
                  <a:pt x="621" y="729"/>
                </a:lnTo>
                <a:lnTo>
                  <a:pt x="843" y="701"/>
                </a:lnTo>
                <a:lnTo>
                  <a:pt x="1062" y="671"/>
                </a:lnTo>
                <a:lnTo>
                  <a:pt x="1278" y="641"/>
                </a:lnTo>
                <a:lnTo>
                  <a:pt x="1489" y="610"/>
                </a:lnTo>
                <a:cubicBezTo>
                  <a:pt x="2571" y="466"/>
                  <a:pt x="3908" y="121"/>
                  <a:pt x="4227" y="0"/>
                </a:cubicBez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 name="任意多边形 43"/>
          <p:cNvSpPr/>
          <p:nvPr>
            <p:custDataLst>
              <p:tags r:id="rId8"/>
            </p:custDataLst>
          </p:nvPr>
        </p:nvSpPr>
        <p:spPr>
          <a:xfrm>
            <a:off x="6191250" y="1567180"/>
            <a:ext cx="2675890" cy="1839595"/>
          </a:xfrm>
          <a:custGeom>
            <a:avLst/>
            <a:gdLst/>
            <a:ahLst/>
            <a:cxnLst>
              <a:cxn ang="3">
                <a:pos x="hc" y="t"/>
              </a:cxn>
              <a:cxn ang="cd2">
                <a:pos x="l" y="vc"/>
              </a:cxn>
              <a:cxn ang="cd4">
                <a:pos x="hc" y="b"/>
              </a:cxn>
              <a:cxn ang="0">
                <a:pos x="r" y="vc"/>
              </a:cxn>
            </a:cxnLst>
            <a:rect l="l" t="t" r="r" b="b"/>
            <a:pathLst>
              <a:path w="4227" h="3114">
                <a:moveTo>
                  <a:pt x="4227" y="0"/>
                </a:moveTo>
                <a:lnTo>
                  <a:pt x="4227" y="3114"/>
                </a:lnTo>
                <a:lnTo>
                  <a:pt x="4035" y="3096"/>
                </a:lnTo>
                <a:lnTo>
                  <a:pt x="3792" y="3075"/>
                </a:lnTo>
                <a:lnTo>
                  <a:pt x="3547" y="3055"/>
                </a:lnTo>
                <a:lnTo>
                  <a:pt x="3299" y="3037"/>
                </a:lnTo>
                <a:lnTo>
                  <a:pt x="3048" y="3020"/>
                </a:lnTo>
                <a:lnTo>
                  <a:pt x="2794" y="3003"/>
                </a:lnTo>
                <a:lnTo>
                  <a:pt x="2538" y="2989"/>
                </a:lnTo>
                <a:lnTo>
                  <a:pt x="2279" y="2975"/>
                </a:lnTo>
                <a:lnTo>
                  <a:pt x="2017" y="2963"/>
                </a:lnTo>
                <a:lnTo>
                  <a:pt x="1753" y="2952"/>
                </a:lnTo>
                <a:lnTo>
                  <a:pt x="1487" y="2943"/>
                </a:lnTo>
                <a:lnTo>
                  <a:pt x="1219" y="2935"/>
                </a:lnTo>
                <a:lnTo>
                  <a:pt x="949" y="2928"/>
                </a:lnTo>
                <a:lnTo>
                  <a:pt x="676" y="2923"/>
                </a:lnTo>
                <a:lnTo>
                  <a:pt x="402" y="2920"/>
                </a:lnTo>
                <a:lnTo>
                  <a:pt x="125" y="2917"/>
                </a:lnTo>
                <a:lnTo>
                  <a:pt x="0" y="2917"/>
                </a:lnTo>
                <a:lnTo>
                  <a:pt x="0" y="197"/>
                </a:lnTo>
                <a:lnTo>
                  <a:pt x="125" y="197"/>
                </a:lnTo>
                <a:lnTo>
                  <a:pt x="402" y="195"/>
                </a:lnTo>
                <a:lnTo>
                  <a:pt x="676" y="191"/>
                </a:lnTo>
                <a:lnTo>
                  <a:pt x="949" y="186"/>
                </a:lnTo>
                <a:lnTo>
                  <a:pt x="1219" y="179"/>
                </a:lnTo>
                <a:lnTo>
                  <a:pt x="1487" y="171"/>
                </a:lnTo>
                <a:lnTo>
                  <a:pt x="1753" y="162"/>
                </a:lnTo>
                <a:lnTo>
                  <a:pt x="2017" y="151"/>
                </a:lnTo>
                <a:lnTo>
                  <a:pt x="2279" y="139"/>
                </a:lnTo>
                <a:lnTo>
                  <a:pt x="2538" y="126"/>
                </a:lnTo>
                <a:lnTo>
                  <a:pt x="2794" y="111"/>
                </a:lnTo>
                <a:lnTo>
                  <a:pt x="3048" y="95"/>
                </a:lnTo>
                <a:lnTo>
                  <a:pt x="3299" y="77"/>
                </a:lnTo>
                <a:lnTo>
                  <a:pt x="3547" y="59"/>
                </a:lnTo>
                <a:lnTo>
                  <a:pt x="3792" y="39"/>
                </a:lnTo>
                <a:lnTo>
                  <a:pt x="4035" y="18"/>
                </a:lnTo>
                <a:lnTo>
                  <a:pt x="4227" y="0"/>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0" name="任意多边形 49"/>
          <p:cNvSpPr/>
          <p:nvPr>
            <p:custDataLst>
              <p:tags r:id="rId9"/>
            </p:custDataLst>
          </p:nvPr>
        </p:nvSpPr>
        <p:spPr>
          <a:xfrm>
            <a:off x="411480" y="3469640"/>
            <a:ext cx="11341735" cy="670560"/>
          </a:xfrm>
          <a:custGeom>
            <a:avLst/>
            <a:gdLst>
              <a:gd name="connsiteX0" fmla="*/ 0 w 16773"/>
              <a:gd name="connsiteY0" fmla="*/ 936 h 992"/>
              <a:gd name="connsiteX1" fmla="*/ 8380 w 16773"/>
              <a:gd name="connsiteY1" fmla="*/ 0 h 992"/>
              <a:gd name="connsiteX2" fmla="*/ 16773 w 16773"/>
              <a:gd name="connsiteY2" fmla="*/ 992 h 992"/>
            </a:gdLst>
            <a:ahLst/>
            <a:cxnLst>
              <a:cxn ang="0">
                <a:pos x="connsiteX0" y="connsiteY0"/>
              </a:cxn>
              <a:cxn ang="0">
                <a:pos x="connsiteX1" y="connsiteY1"/>
              </a:cxn>
              <a:cxn ang="0">
                <a:pos x="connsiteX2" y="connsiteY2"/>
              </a:cxn>
            </a:cxnLst>
            <a:rect l="l" t="t" r="r" b="b"/>
            <a:pathLst>
              <a:path w="16773" h="992">
                <a:moveTo>
                  <a:pt x="0" y="936"/>
                </a:moveTo>
                <a:cubicBezTo>
                  <a:pt x="3152" y="169"/>
                  <a:pt x="4896" y="9"/>
                  <a:pt x="8380" y="0"/>
                </a:cubicBezTo>
                <a:cubicBezTo>
                  <a:pt x="11864" y="-9"/>
                  <a:pt x="15232" y="330"/>
                  <a:pt x="16773" y="992"/>
                </a:cubicBezTo>
              </a:path>
            </a:pathLst>
          </a:custGeom>
          <a:ln w="38100">
            <a:gradFill flip="none" rotWithShape="1">
              <a:gsLst>
                <a:gs pos="0">
                  <a:schemeClr val="accent2"/>
                </a:gs>
                <a:gs pos="100000">
                  <a:schemeClr val="accent1"/>
                </a:gs>
              </a:gsLst>
              <a:lin ang="10740000" scaled="0"/>
              <a:tileRect/>
            </a:gra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0" name="椭圆 79"/>
          <p:cNvSpPr/>
          <p:nvPr>
            <p:custDataLst>
              <p:tags r:id="rId10"/>
            </p:custDataLst>
          </p:nvPr>
        </p:nvSpPr>
        <p:spPr>
          <a:xfrm>
            <a:off x="1875155" y="3636645"/>
            <a:ext cx="220345" cy="22606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椭圆 72"/>
          <p:cNvSpPr/>
          <p:nvPr>
            <p:custDataLst>
              <p:tags r:id="rId11"/>
            </p:custDataLst>
          </p:nvPr>
        </p:nvSpPr>
        <p:spPr>
          <a:xfrm>
            <a:off x="7375525" y="3375660"/>
            <a:ext cx="220345" cy="22606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4" name="椭圆 73"/>
          <p:cNvSpPr/>
          <p:nvPr>
            <p:custDataLst>
              <p:tags r:id="rId12"/>
            </p:custDataLst>
          </p:nvPr>
        </p:nvSpPr>
        <p:spPr>
          <a:xfrm>
            <a:off x="4544060" y="3401060"/>
            <a:ext cx="220345" cy="22606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5" name="椭圆 74"/>
          <p:cNvSpPr/>
          <p:nvPr>
            <p:custDataLst>
              <p:tags r:id="rId13"/>
            </p:custDataLst>
          </p:nvPr>
        </p:nvSpPr>
        <p:spPr>
          <a:xfrm>
            <a:off x="10165080" y="3648075"/>
            <a:ext cx="220345" cy="22606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7" name="同侧圆角矩形 76"/>
          <p:cNvSpPr/>
          <p:nvPr>
            <p:custDataLst>
              <p:tags r:id="rId14"/>
            </p:custDataLst>
          </p:nvPr>
        </p:nvSpPr>
        <p:spPr>
          <a:xfrm>
            <a:off x="849630" y="4210050"/>
            <a:ext cx="2252345" cy="396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1" name="同侧圆角矩形 80"/>
          <p:cNvSpPr/>
          <p:nvPr>
            <p:custDataLst>
              <p:tags r:id="rId15"/>
            </p:custDataLst>
          </p:nvPr>
        </p:nvSpPr>
        <p:spPr>
          <a:xfrm>
            <a:off x="3604260" y="3766820"/>
            <a:ext cx="2253615" cy="396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7" name="同侧圆角矩形 86"/>
          <p:cNvSpPr/>
          <p:nvPr>
            <p:custDataLst>
              <p:tags r:id="rId16"/>
            </p:custDataLst>
          </p:nvPr>
        </p:nvSpPr>
        <p:spPr>
          <a:xfrm>
            <a:off x="6358890" y="3757295"/>
            <a:ext cx="2253615" cy="396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1" name="同侧圆角矩形 90"/>
          <p:cNvSpPr/>
          <p:nvPr>
            <p:custDataLst>
              <p:tags r:id="rId17"/>
            </p:custDataLst>
          </p:nvPr>
        </p:nvSpPr>
        <p:spPr>
          <a:xfrm>
            <a:off x="9113520" y="4166235"/>
            <a:ext cx="2253615" cy="396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98" name="图形 4"/>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593215" y="2224405"/>
            <a:ext cx="500380" cy="525780"/>
          </a:xfrm>
          <a:prstGeom prst="rect">
            <a:avLst/>
          </a:prstGeom>
        </p:spPr>
      </p:pic>
      <p:pic>
        <p:nvPicPr>
          <p:cNvPr id="99" name="图形 4"/>
          <p:cNvPicPr>
            <a:picLocks noChangeAspect="1"/>
          </p:cNvPicPr>
          <p:nvPr>
            <p:custDataLst>
              <p:tags r:id="rId21"/>
            </p:custDataLst>
          </p:nvPr>
        </p:nvPicPr>
        <p:blipFill>
          <a:blip r:embed="rId19">
            <a:extLst>
              <a:ext uri="{96DAC541-7B7A-43D3-8B79-37D633B846F1}">
                <asvg:svgBlip xmlns:asvg="http://schemas.microsoft.com/office/drawing/2016/SVG/main" r:embed="rId20"/>
              </a:ext>
            </a:extLst>
          </a:blip>
          <a:stretch>
            <a:fillRect/>
          </a:stretch>
        </p:blipFill>
        <p:spPr>
          <a:xfrm>
            <a:off x="4453890" y="2224405"/>
            <a:ext cx="500380" cy="525780"/>
          </a:xfrm>
          <a:prstGeom prst="rect">
            <a:avLst/>
          </a:prstGeom>
        </p:spPr>
      </p:pic>
      <p:pic>
        <p:nvPicPr>
          <p:cNvPr id="100" name="图形 4"/>
          <p:cNvPicPr>
            <a:picLocks noChangeAspect="1"/>
          </p:cNvPicPr>
          <p:nvPr>
            <p:custDataLst>
              <p:tags r:id="rId22"/>
            </p:custDataLst>
          </p:nvPr>
        </p:nvPicPr>
        <p:blipFill>
          <a:blip r:embed="rId19">
            <a:extLst>
              <a:ext uri="{96DAC541-7B7A-43D3-8B79-37D633B846F1}">
                <asvg:svgBlip xmlns:asvg="http://schemas.microsoft.com/office/drawing/2016/SVG/main" r:embed="rId20"/>
              </a:ext>
            </a:extLst>
          </a:blip>
          <a:stretch>
            <a:fillRect/>
          </a:stretch>
        </p:blipFill>
        <p:spPr>
          <a:xfrm>
            <a:off x="7270115" y="2224405"/>
            <a:ext cx="500380" cy="525780"/>
          </a:xfrm>
          <a:prstGeom prst="rect">
            <a:avLst/>
          </a:prstGeom>
        </p:spPr>
      </p:pic>
      <p:pic>
        <p:nvPicPr>
          <p:cNvPr id="101" name="图形 4"/>
          <p:cNvPicPr>
            <a:picLocks noChangeAspect="1"/>
          </p:cNvPicPr>
          <p:nvPr>
            <p:custDataLst>
              <p:tags r:id="rId23"/>
            </p:custDataLst>
          </p:nvPr>
        </p:nvPicPr>
        <p:blipFill>
          <a:blip r:embed="rId19">
            <a:extLst>
              <a:ext uri="{96DAC541-7B7A-43D3-8B79-37D633B846F1}">
                <asvg:svgBlip xmlns:asvg="http://schemas.microsoft.com/office/drawing/2016/SVG/main" r:embed="rId20"/>
              </a:ext>
            </a:extLst>
          </a:blip>
          <a:stretch>
            <a:fillRect/>
          </a:stretch>
        </p:blipFill>
        <p:spPr>
          <a:xfrm>
            <a:off x="10078720" y="2224405"/>
            <a:ext cx="500380" cy="5257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 69"/>
          <p:cNvSpPr>
            <a:spLocks noGrp="1"/>
          </p:cNvSpPr>
          <p:nvPr>
            <p:ph type="title"/>
          </p:nvPr>
        </p:nvSpPr>
        <p:spPr>
          <a:xfrm>
            <a:off x="406400" y="296545"/>
            <a:ext cx="2931795" cy="460375"/>
          </a:xfrm>
        </p:spPr>
        <p:txBody>
          <a:bodyPr wrap="none">
            <a:spAutoFit/>
          </a:bodyPr>
          <a:lstStyle/>
          <a:p>
            <a:pPr algn="l"/>
            <a:r>
              <a:rPr>
                <a:sym typeface="+mn-ea"/>
              </a:rPr>
              <a:t>此处添加主标题文案</a:t>
            </a:r>
            <a:endParaRPr>
              <a:sym typeface="+mn-ea"/>
            </a:endParaRPr>
          </a:p>
        </p:txBody>
      </p:sp>
      <p:cxnSp>
        <p:nvCxnSpPr>
          <p:cNvPr id="13" name="直线连接符 12"/>
          <p:cNvCxnSpPr/>
          <p:nvPr>
            <p:custDataLst>
              <p:tags r:id="rId1"/>
            </p:custDataLst>
          </p:nvPr>
        </p:nvCxnSpPr>
        <p:spPr>
          <a:xfrm>
            <a:off x="394335" y="3685540"/>
            <a:ext cx="11392535" cy="0"/>
          </a:xfrm>
          <a:prstGeom prst="line">
            <a:avLst/>
          </a:prstGeom>
          <a:ln w="38100">
            <a:gradFill flip="none" rotWithShape="1">
              <a:gsLst>
                <a:gs pos="100000">
                  <a:schemeClr val="accent2"/>
                </a:gs>
                <a:gs pos="0">
                  <a:schemeClr val="accent1"/>
                </a:gs>
              </a:gsLst>
              <a:lin ang="108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 name="椭圆 1"/>
          <p:cNvSpPr/>
          <p:nvPr>
            <p:custDataLst>
              <p:tags r:id="rId2"/>
            </p:custDataLst>
          </p:nvPr>
        </p:nvSpPr>
        <p:spPr>
          <a:xfrm>
            <a:off x="1650365" y="3572510"/>
            <a:ext cx="220980" cy="22733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 name="椭圆 2"/>
          <p:cNvSpPr/>
          <p:nvPr>
            <p:custDataLst>
              <p:tags r:id="rId3"/>
            </p:custDataLst>
          </p:nvPr>
        </p:nvSpPr>
        <p:spPr>
          <a:xfrm>
            <a:off x="7465695" y="3573145"/>
            <a:ext cx="220980" cy="22733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椭圆 9"/>
          <p:cNvSpPr/>
          <p:nvPr>
            <p:custDataLst>
              <p:tags r:id="rId4"/>
            </p:custDataLst>
          </p:nvPr>
        </p:nvSpPr>
        <p:spPr>
          <a:xfrm>
            <a:off x="4557395" y="3573145"/>
            <a:ext cx="220980" cy="22733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椭圆 13"/>
          <p:cNvSpPr/>
          <p:nvPr>
            <p:custDataLst>
              <p:tags r:id="rId5"/>
            </p:custDataLst>
          </p:nvPr>
        </p:nvSpPr>
        <p:spPr>
          <a:xfrm>
            <a:off x="10373995" y="3573145"/>
            <a:ext cx="220980" cy="227330"/>
          </a:xfrm>
          <a:prstGeom prst="ellipse">
            <a:avLst/>
          </a:prstGeom>
          <a:gradFill flip="none" rotWithShape="1">
            <a:gsLst>
              <a:gs pos="0">
                <a:schemeClr val="accent2"/>
              </a:gs>
              <a:gs pos="100000">
                <a:schemeClr val="accent1"/>
              </a:gs>
            </a:gsLst>
            <a:lin ang="0" scaled="1"/>
            <a:tileRect/>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71755" rIns="71755" bIns="45720" numCol="1" spcCol="0" rtlCol="0" fromWordArt="0" anchor="ctr" anchorCtr="0" forceAA="0" compatLnSpc="1">
            <a:noAutofit/>
          </a:bodyPr>
          <a:lstStyle/>
          <a:p>
            <a:pPr lvl="0" algn="ctr">
              <a:buClrTx/>
              <a:buSzTx/>
              <a:buFontTx/>
              <a:defRPr/>
            </a:pPr>
            <a:endParaRPr lang="zh-CN" altLang="en-US" b="1"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圆角矩形 16"/>
          <p:cNvSpPr/>
          <p:nvPr>
            <p:custDataLst>
              <p:tags r:id="rId6"/>
            </p:custDataLst>
          </p:nvPr>
        </p:nvSpPr>
        <p:spPr>
          <a:xfrm>
            <a:off x="393700" y="1059180"/>
            <a:ext cx="2750185" cy="2332355"/>
          </a:xfrm>
          <a:prstGeom prst="roundRect">
            <a:avLst>
              <a:gd name="adj" fmla="val 2381"/>
            </a:avLst>
          </a:prstGeom>
          <a:solidFill>
            <a:schemeClr val="bg1">
              <a:alpha val="42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圆角矩形 18"/>
          <p:cNvSpPr/>
          <p:nvPr>
            <p:custDataLst>
              <p:tags r:id="rId7"/>
            </p:custDataLst>
          </p:nvPr>
        </p:nvSpPr>
        <p:spPr>
          <a:xfrm>
            <a:off x="481330" y="1143000"/>
            <a:ext cx="2574290" cy="2164080"/>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0" name="图形 4"/>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498600" y="1939290"/>
            <a:ext cx="539115" cy="572135"/>
          </a:xfrm>
          <a:prstGeom prst="rect">
            <a:avLst/>
          </a:prstGeom>
        </p:spPr>
      </p:pic>
      <p:sp>
        <p:nvSpPr>
          <p:cNvPr id="25" name="圆角矩形 24"/>
          <p:cNvSpPr/>
          <p:nvPr>
            <p:custDataLst>
              <p:tags r:id="rId11"/>
            </p:custDataLst>
          </p:nvPr>
        </p:nvSpPr>
        <p:spPr>
          <a:xfrm>
            <a:off x="3272790" y="1059180"/>
            <a:ext cx="2750185" cy="2332355"/>
          </a:xfrm>
          <a:prstGeom prst="roundRect">
            <a:avLst>
              <a:gd name="adj" fmla="val 2381"/>
            </a:avLst>
          </a:prstGeom>
          <a:solidFill>
            <a:schemeClr val="bg1">
              <a:alpha val="42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圆角矩形 26"/>
          <p:cNvSpPr/>
          <p:nvPr>
            <p:custDataLst>
              <p:tags r:id="rId12"/>
            </p:custDataLst>
          </p:nvPr>
        </p:nvSpPr>
        <p:spPr>
          <a:xfrm>
            <a:off x="3360420" y="1143000"/>
            <a:ext cx="2574290" cy="2164080"/>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8" name="图形 4"/>
          <p:cNvPicPr>
            <a:picLocks noChangeAspect="1"/>
          </p:cNvPicPr>
          <p:nvPr>
            <p:custDataLst>
              <p:tags r:id="rId13"/>
            </p:custDataLst>
          </p:nvPr>
        </p:nvPicPr>
        <p:blipFill>
          <a:blip r:embed="rId9">
            <a:extLst>
              <a:ext uri="{96DAC541-7B7A-43D3-8B79-37D633B846F1}">
                <asvg:svgBlip xmlns:asvg="http://schemas.microsoft.com/office/drawing/2016/SVG/main" r:embed="rId10"/>
              </a:ext>
            </a:extLst>
          </a:blip>
          <a:stretch>
            <a:fillRect/>
          </a:stretch>
        </p:blipFill>
        <p:spPr>
          <a:xfrm>
            <a:off x="4378325" y="1939290"/>
            <a:ext cx="539115" cy="572135"/>
          </a:xfrm>
          <a:prstGeom prst="rect">
            <a:avLst/>
          </a:prstGeom>
        </p:spPr>
      </p:pic>
      <p:sp>
        <p:nvSpPr>
          <p:cNvPr id="31" name="圆角矩形 30"/>
          <p:cNvSpPr/>
          <p:nvPr>
            <p:custDataLst>
              <p:tags r:id="rId14"/>
            </p:custDataLst>
          </p:nvPr>
        </p:nvSpPr>
        <p:spPr>
          <a:xfrm>
            <a:off x="6151245" y="1059180"/>
            <a:ext cx="2750185" cy="2332355"/>
          </a:xfrm>
          <a:prstGeom prst="roundRect">
            <a:avLst>
              <a:gd name="adj" fmla="val 2381"/>
            </a:avLst>
          </a:prstGeom>
          <a:solidFill>
            <a:schemeClr val="bg1">
              <a:alpha val="42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4" name="圆角矩形 33"/>
          <p:cNvSpPr/>
          <p:nvPr>
            <p:custDataLst>
              <p:tags r:id="rId15"/>
            </p:custDataLst>
          </p:nvPr>
        </p:nvSpPr>
        <p:spPr>
          <a:xfrm>
            <a:off x="6238875" y="1143000"/>
            <a:ext cx="2574290" cy="2164080"/>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35" name="图形 4"/>
          <p:cNvPicPr>
            <a:picLocks noChangeAspect="1"/>
          </p:cNvPicPr>
          <p:nvPr>
            <p:custDataLst>
              <p:tags r:id="rId16"/>
            </p:custDataLst>
          </p:nvPr>
        </p:nvPicPr>
        <p:blipFill>
          <a:blip r:embed="rId9">
            <a:extLst>
              <a:ext uri="{96DAC541-7B7A-43D3-8B79-37D633B846F1}">
                <asvg:svgBlip xmlns:asvg="http://schemas.microsoft.com/office/drawing/2016/SVG/main" r:embed="rId10"/>
              </a:ext>
            </a:extLst>
          </a:blip>
          <a:stretch>
            <a:fillRect/>
          </a:stretch>
        </p:blipFill>
        <p:spPr>
          <a:xfrm>
            <a:off x="7256780" y="1939290"/>
            <a:ext cx="539115" cy="572135"/>
          </a:xfrm>
          <a:prstGeom prst="rect">
            <a:avLst/>
          </a:prstGeom>
        </p:spPr>
      </p:pic>
      <p:sp>
        <p:nvSpPr>
          <p:cNvPr id="37" name="圆角矩形 36"/>
          <p:cNvSpPr/>
          <p:nvPr>
            <p:custDataLst>
              <p:tags r:id="rId17"/>
            </p:custDataLst>
          </p:nvPr>
        </p:nvSpPr>
        <p:spPr>
          <a:xfrm>
            <a:off x="9030335" y="1059180"/>
            <a:ext cx="2750185" cy="2332355"/>
          </a:xfrm>
          <a:prstGeom prst="roundRect">
            <a:avLst>
              <a:gd name="adj" fmla="val 2381"/>
            </a:avLst>
          </a:prstGeom>
          <a:solidFill>
            <a:schemeClr val="bg1">
              <a:alpha val="42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圆角矩形 39"/>
          <p:cNvSpPr/>
          <p:nvPr>
            <p:custDataLst>
              <p:tags r:id="rId18"/>
            </p:custDataLst>
          </p:nvPr>
        </p:nvSpPr>
        <p:spPr>
          <a:xfrm>
            <a:off x="9117330" y="1143000"/>
            <a:ext cx="2574290" cy="2164080"/>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4" name="图形 4"/>
          <p:cNvPicPr>
            <a:picLocks noChangeAspect="1"/>
          </p:cNvPicPr>
          <p:nvPr>
            <p:custDataLst>
              <p:tags r:id="rId19"/>
            </p:custDataLst>
          </p:nvPr>
        </p:nvPicPr>
        <p:blipFill>
          <a:blip r:embed="rId9">
            <a:extLst>
              <a:ext uri="{96DAC541-7B7A-43D3-8B79-37D633B846F1}">
                <asvg:svgBlip xmlns:asvg="http://schemas.microsoft.com/office/drawing/2016/SVG/main" r:embed="rId10"/>
              </a:ext>
            </a:extLst>
          </a:blip>
          <a:stretch>
            <a:fillRect/>
          </a:stretch>
        </p:blipFill>
        <p:spPr>
          <a:xfrm>
            <a:off x="10135870" y="1939290"/>
            <a:ext cx="539115" cy="572135"/>
          </a:xfrm>
          <a:prstGeom prst="rect">
            <a:avLst/>
          </a:prstGeom>
        </p:spPr>
      </p:pic>
      <p:sp>
        <p:nvSpPr>
          <p:cNvPr id="5" name="同侧圆角矩形 4"/>
          <p:cNvSpPr/>
          <p:nvPr>
            <p:custDataLst>
              <p:tags r:id="rId20"/>
            </p:custDataLst>
          </p:nvPr>
        </p:nvSpPr>
        <p:spPr>
          <a:xfrm>
            <a:off x="401955" y="3990975"/>
            <a:ext cx="2736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5" name="同侧圆角矩形 44"/>
          <p:cNvSpPr/>
          <p:nvPr>
            <p:custDataLst>
              <p:tags r:id="rId21"/>
            </p:custDataLst>
          </p:nvPr>
        </p:nvSpPr>
        <p:spPr>
          <a:xfrm>
            <a:off x="401955" y="4422775"/>
            <a:ext cx="2736000" cy="137858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8" name="同侧圆角矩形 47"/>
          <p:cNvSpPr/>
          <p:nvPr>
            <p:custDataLst>
              <p:tags r:id="rId22"/>
            </p:custDataLst>
          </p:nvPr>
        </p:nvSpPr>
        <p:spPr>
          <a:xfrm>
            <a:off x="9040710" y="3990975"/>
            <a:ext cx="2736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9" name="同侧圆角矩形 48"/>
          <p:cNvSpPr/>
          <p:nvPr>
            <p:custDataLst>
              <p:tags r:id="rId23"/>
            </p:custDataLst>
          </p:nvPr>
        </p:nvSpPr>
        <p:spPr>
          <a:xfrm>
            <a:off x="9040710" y="4422775"/>
            <a:ext cx="2736000" cy="137858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1" name="同侧圆角矩形 50"/>
          <p:cNvSpPr/>
          <p:nvPr>
            <p:custDataLst>
              <p:tags r:id="rId24"/>
            </p:custDataLst>
          </p:nvPr>
        </p:nvSpPr>
        <p:spPr>
          <a:xfrm>
            <a:off x="3281540" y="3990975"/>
            <a:ext cx="2736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2" name="同侧圆角矩形 51"/>
          <p:cNvSpPr/>
          <p:nvPr>
            <p:custDataLst>
              <p:tags r:id="rId25"/>
            </p:custDataLst>
          </p:nvPr>
        </p:nvSpPr>
        <p:spPr>
          <a:xfrm>
            <a:off x="3281540" y="4422775"/>
            <a:ext cx="2736000" cy="137858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6" name="同侧圆角矩形 55"/>
          <p:cNvSpPr/>
          <p:nvPr>
            <p:custDataLst>
              <p:tags r:id="rId26"/>
            </p:custDataLst>
          </p:nvPr>
        </p:nvSpPr>
        <p:spPr>
          <a:xfrm>
            <a:off x="6161125" y="3990975"/>
            <a:ext cx="2736000" cy="432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主标题文案</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0" name="同侧圆角矩形 59"/>
          <p:cNvSpPr/>
          <p:nvPr>
            <p:custDataLst>
              <p:tags r:id="rId27"/>
            </p:custDataLst>
          </p:nvPr>
        </p:nvSpPr>
        <p:spPr>
          <a:xfrm>
            <a:off x="6161125" y="4422775"/>
            <a:ext cx="2736000" cy="137858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04190" y="963295"/>
            <a:ext cx="11279578" cy="5233670"/>
            <a:chOff x="1233" y="2059"/>
            <a:chExt cx="16849" cy="7819"/>
          </a:xfrm>
        </p:grpSpPr>
        <p:sp>
          <p:nvSpPr>
            <p:cNvPr id="24" name="任意多边形 23"/>
            <p:cNvSpPr/>
            <p:nvPr/>
          </p:nvSpPr>
          <p:spPr>
            <a:xfrm>
              <a:off x="1233" y="2877"/>
              <a:ext cx="16792" cy="7001"/>
            </a:xfrm>
            <a:custGeom>
              <a:avLst/>
              <a:gdLst/>
              <a:ahLst/>
              <a:cxnLst>
                <a:cxn ang="3">
                  <a:pos x="hc" y="t"/>
                </a:cxn>
                <a:cxn ang="cd2">
                  <a:pos x="l" y="vc"/>
                </a:cxn>
                <a:cxn ang="cd4">
                  <a:pos x="hc" y="b"/>
                </a:cxn>
                <a:cxn ang="0">
                  <a:pos x="r" y="vc"/>
                </a:cxn>
              </a:cxnLst>
              <a:rect l="l" t="t" r="r" b="b"/>
              <a:pathLst>
                <a:path w="19108" h="8531">
                  <a:moveTo>
                    <a:pt x="0" y="8531"/>
                  </a:moveTo>
                  <a:cubicBezTo>
                    <a:pt x="229" y="8095"/>
                    <a:pt x="514" y="7684"/>
                    <a:pt x="811" y="7347"/>
                  </a:cubicBezTo>
                  <a:lnTo>
                    <a:pt x="952" y="7183"/>
                  </a:lnTo>
                  <a:lnTo>
                    <a:pt x="1099" y="7018"/>
                  </a:lnTo>
                  <a:lnTo>
                    <a:pt x="1253" y="6854"/>
                  </a:lnTo>
                  <a:lnTo>
                    <a:pt x="1413" y="6689"/>
                  </a:lnTo>
                  <a:lnTo>
                    <a:pt x="1579" y="6525"/>
                  </a:lnTo>
                  <a:lnTo>
                    <a:pt x="1751" y="6361"/>
                  </a:lnTo>
                  <a:lnTo>
                    <a:pt x="1930" y="6197"/>
                  </a:lnTo>
                  <a:lnTo>
                    <a:pt x="2114" y="6033"/>
                  </a:lnTo>
                  <a:lnTo>
                    <a:pt x="2305" y="5870"/>
                  </a:lnTo>
                  <a:lnTo>
                    <a:pt x="2501" y="5707"/>
                  </a:lnTo>
                  <a:lnTo>
                    <a:pt x="2703" y="5545"/>
                  </a:lnTo>
                  <a:lnTo>
                    <a:pt x="2911" y="5383"/>
                  </a:lnTo>
                  <a:lnTo>
                    <a:pt x="3124" y="5222"/>
                  </a:lnTo>
                  <a:lnTo>
                    <a:pt x="3343" y="5062"/>
                  </a:lnTo>
                  <a:lnTo>
                    <a:pt x="3567" y="4903"/>
                  </a:lnTo>
                  <a:lnTo>
                    <a:pt x="3797" y="4745"/>
                  </a:lnTo>
                  <a:lnTo>
                    <a:pt x="4031" y="4587"/>
                  </a:lnTo>
                  <a:lnTo>
                    <a:pt x="4271" y="4431"/>
                  </a:lnTo>
                  <a:lnTo>
                    <a:pt x="4516" y="4277"/>
                  </a:lnTo>
                  <a:lnTo>
                    <a:pt x="4766" y="4123"/>
                  </a:lnTo>
                  <a:lnTo>
                    <a:pt x="5020" y="3971"/>
                  </a:lnTo>
                  <a:lnTo>
                    <a:pt x="5280" y="3820"/>
                  </a:lnTo>
                  <a:lnTo>
                    <a:pt x="5544" y="3671"/>
                  </a:lnTo>
                  <a:lnTo>
                    <a:pt x="5812" y="3523"/>
                  </a:lnTo>
                  <a:lnTo>
                    <a:pt x="6086" y="3377"/>
                  </a:lnTo>
                  <a:lnTo>
                    <a:pt x="6363" y="3232"/>
                  </a:lnTo>
                  <a:lnTo>
                    <a:pt x="6645" y="3090"/>
                  </a:lnTo>
                  <a:lnTo>
                    <a:pt x="6931" y="2949"/>
                  </a:lnTo>
                  <a:lnTo>
                    <a:pt x="7222" y="2811"/>
                  </a:lnTo>
                  <a:lnTo>
                    <a:pt x="7516" y="2674"/>
                  </a:lnTo>
                  <a:lnTo>
                    <a:pt x="7815" y="2540"/>
                  </a:lnTo>
                  <a:lnTo>
                    <a:pt x="8117" y="2407"/>
                  </a:lnTo>
                  <a:lnTo>
                    <a:pt x="8423" y="2278"/>
                  </a:lnTo>
                  <a:lnTo>
                    <a:pt x="8733" y="2150"/>
                  </a:lnTo>
                  <a:lnTo>
                    <a:pt x="9046" y="2025"/>
                  </a:lnTo>
                  <a:lnTo>
                    <a:pt x="9363" y="1902"/>
                  </a:lnTo>
                  <a:lnTo>
                    <a:pt x="9684" y="1782"/>
                  </a:lnTo>
                  <a:lnTo>
                    <a:pt x="10007" y="1665"/>
                  </a:lnTo>
                  <a:lnTo>
                    <a:pt x="10335" y="1550"/>
                  </a:lnTo>
                  <a:lnTo>
                    <a:pt x="10663" y="1439"/>
                  </a:lnTo>
                  <a:lnTo>
                    <a:pt x="10990" y="1332"/>
                  </a:lnTo>
                  <a:lnTo>
                    <a:pt x="11317" y="1230"/>
                  </a:lnTo>
                  <a:lnTo>
                    <a:pt x="11642" y="1131"/>
                  </a:lnTo>
                  <a:lnTo>
                    <a:pt x="11966" y="1037"/>
                  </a:lnTo>
                  <a:lnTo>
                    <a:pt x="12289" y="947"/>
                  </a:lnTo>
                  <a:lnTo>
                    <a:pt x="12610" y="861"/>
                  </a:lnTo>
                  <a:lnTo>
                    <a:pt x="12929" y="779"/>
                  </a:lnTo>
                  <a:lnTo>
                    <a:pt x="13247" y="701"/>
                  </a:lnTo>
                  <a:lnTo>
                    <a:pt x="13563" y="627"/>
                  </a:lnTo>
                  <a:lnTo>
                    <a:pt x="13878" y="558"/>
                  </a:lnTo>
                  <a:lnTo>
                    <a:pt x="14190" y="492"/>
                  </a:lnTo>
                  <a:lnTo>
                    <a:pt x="14500" y="431"/>
                  </a:lnTo>
                  <a:lnTo>
                    <a:pt x="14807" y="374"/>
                  </a:lnTo>
                  <a:lnTo>
                    <a:pt x="15112" y="321"/>
                  </a:lnTo>
                  <a:lnTo>
                    <a:pt x="15415" y="272"/>
                  </a:lnTo>
                  <a:lnTo>
                    <a:pt x="15715" y="227"/>
                  </a:lnTo>
                  <a:lnTo>
                    <a:pt x="16013" y="186"/>
                  </a:lnTo>
                  <a:lnTo>
                    <a:pt x="16307" y="149"/>
                  </a:lnTo>
                  <a:lnTo>
                    <a:pt x="16598" y="117"/>
                  </a:lnTo>
                  <a:lnTo>
                    <a:pt x="16887" y="88"/>
                  </a:lnTo>
                  <a:lnTo>
                    <a:pt x="17172" y="63"/>
                  </a:lnTo>
                  <a:lnTo>
                    <a:pt x="17453" y="43"/>
                  </a:lnTo>
                  <a:lnTo>
                    <a:pt x="17732" y="26"/>
                  </a:lnTo>
                  <a:lnTo>
                    <a:pt x="18006" y="14"/>
                  </a:lnTo>
                  <a:lnTo>
                    <a:pt x="18277" y="5"/>
                  </a:lnTo>
                  <a:lnTo>
                    <a:pt x="18544" y="1"/>
                  </a:lnTo>
                  <a:lnTo>
                    <a:pt x="18807" y="0"/>
                  </a:lnTo>
                  <a:lnTo>
                    <a:pt x="19066" y="3"/>
                  </a:lnTo>
                  <a:lnTo>
                    <a:pt x="19108" y="5"/>
                  </a:lnTo>
                  <a:lnTo>
                    <a:pt x="19108" y="1857"/>
                  </a:lnTo>
                  <a:lnTo>
                    <a:pt x="18988" y="1882"/>
                  </a:lnTo>
                  <a:lnTo>
                    <a:pt x="18757" y="1934"/>
                  </a:lnTo>
                  <a:lnTo>
                    <a:pt x="18524" y="1990"/>
                  </a:lnTo>
                  <a:lnTo>
                    <a:pt x="18289" y="2050"/>
                  </a:lnTo>
                  <a:lnTo>
                    <a:pt x="18053" y="2114"/>
                  </a:lnTo>
                  <a:lnTo>
                    <a:pt x="17816" y="2183"/>
                  </a:lnTo>
                  <a:lnTo>
                    <a:pt x="17577" y="2256"/>
                  </a:lnTo>
                  <a:lnTo>
                    <a:pt x="17337" y="2332"/>
                  </a:lnTo>
                  <a:lnTo>
                    <a:pt x="17096" y="2413"/>
                  </a:lnTo>
                  <a:lnTo>
                    <a:pt x="16854" y="2498"/>
                  </a:lnTo>
                  <a:lnTo>
                    <a:pt x="16612" y="2587"/>
                  </a:lnTo>
                  <a:lnTo>
                    <a:pt x="16368" y="2680"/>
                  </a:lnTo>
                  <a:lnTo>
                    <a:pt x="16124" y="2778"/>
                  </a:lnTo>
                  <a:lnTo>
                    <a:pt x="15879" y="2879"/>
                  </a:lnTo>
                  <a:lnTo>
                    <a:pt x="15634" y="2984"/>
                  </a:lnTo>
                  <a:lnTo>
                    <a:pt x="15388" y="3094"/>
                  </a:lnTo>
                  <a:lnTo>
                    <a:pt x="15143" y="3208"/>
                  </a:lnTo>
                  <a:lnTo>
                    <a:pt x="14897" y="3325"/>
                  </a:lnTo>
                  <a:lnTo>
                    <a:pt x="14651" y="3447"/>
                  </a:lnTo>
                  <a:lnTo>
                    <a:pt x="14405" y="3573"/>
                  </a:lnTo>
                  <a:lnTo>
                    <a:pt x="14159" y="3703"/>
                  </a:lnTo>
                  <a:lnTo>
                    <a:pt x="13913" y="3837"/>
                  </a:lnTo>
                  <a:lnTo>
                    <a:pt x="13669" y="3974"/>
                  </a:lnTo>
                  <a:lnTo>
                    <a:pt x="13429" y="4114"/>
                  </a:lnTo>
                  <a:lnTo>
                    <a:pt x="13192" y="4256"/>
                  </a:lnTo>
                  <a:lnTo>
                    <a:pt x="12958" y="4400"/>
                  </a:lnTo>
                  <a:lnTo>
                    <a:pt x="12728" y="4546"/>
                  </a:lnTo>
                  <a:lnTo>
                    <a:pt x="12501" y="4694"/>
                  </a:lnTo>
                  <a:lnTo>
                    <a:pt x="12278" y="4845"/>
                  </a:lnTo>
                  <a:lnTo>
                    <a:pt x="12059" y="4997"/>
                  </a:lnTo>
                  <a:lnTo>
                    <a:pt x="11843" y="5150"/>
                  </a:lnTo>
                  <a:lnTo>
                    <a:pt x="11631" y="5306"/>
                  </a:lnTo>
                  <a:lnTo>
                    <a:pt x="11423" y="5463"/>
                  </a:lnTo>
                  <a:lnTo>
                    <a:pt x="11219" y="5622"/>
                  </a:lnTo>
                  <a:lnTo>
                    <a:pt x="11019" y="5782"/>
                  </a:lnTo>
                  <a:lnTo>
                    <a:pt x="10823" y="5943"/>
                  </a:lnTo>
                  <a:lnTo>
                    <a:pt x="10630" y="6106"/>
                  </a:lnTo>
                  <a:lnTo>
                    <a:pt x="10442" y="6270"/>
                  </a:lnTo>
                  <a:lnTo>
                    <a:pt x="10258" y="6435"/>
                  </a:lnTo>
                  <a:lnTo>
                    <a:pt x="10079" y="6601"/>
                  </a:lnTo>
                  <a:lnTo>
                    <a:pt x="9903" y="6768"/>
                  </a:lnTo>
                  <a:lnTo>
                    <a:pt x="9732" y="6936"/>
                  </a:lnTo>
                  <a:lnTo>
                    <a:pt x="9565" y="7105"/>
                  </a:lnTo>
                  <a:lnTo>
                    <a:pt x="9403" y="7274"/>
                  </a:lnTo>
                  <a:lnTo>
                    <a:pt x="9245" y="7444"/>
                  </a:lnTo>
                  <a:lnTo>
                    <a:pt x="9092" y="7615"/>
                  </a:lnTo>
                  <a:lnTo>
                    <a:pt x="8943" y="7786"/>
                  </a:lnTo>
                  <a:lnTo>
                    <a:pt x="8799" y="7958"/>
                  </a:lnTo>
                  <a:lnTo>
                    <a:pt x="8660" y="8129"/>
                  </a:lnTo>
                  <a:lnTo>
                    <a:pt x="8525" y="8301"/>
                  </a:lnTo>
                  <a:lnTo>
                    <a:pt x="8396" y="8473"/>
                  </a:lnTo>
                  <a:lnTo>
                    <a:pt x="8354" y="8531"/>
                  </a:lnTo>
                  <a:lnTo>
                    <a:pt x="0" y="8531"/>
                  </a:lnTo>
                  <a:close/>
                </a:path>
              </a:pathLst>
            </a:custGeom>
            <a:gradFill flip="none" rotWithShape="1">
              <a:gsLst>
                <a:gs pos="15000">
                  <a:schemeClr val="accent2">
                    <a:alpha val="30000"/>
                  </a:schemeClr>
                </a:gs>
                <a:gs pos="100000">
                  <a:schemeClr val="accent2">
                    <a:alpha val="0"/>
                  </a:schemeClr>
                </a:gs>
              </a:gsLst>
              <a:lin ang="15840000" scaled="1"/>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2405380">
                <a:buClrTx/>
                <a:buSzTx/>
                <a:buFontTx/>
              </a:pPr>
              <a:endParaRPr lang="zh-CN" altLang="en-US" sz="700">
                <a:solidFill>
                  <a:srgbClr val="66769A"/>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圆角矩形 29"/>
            <p:cNvSpPr/>
            <p:nvPr>
              <p:custDataLst>
                <p:tags r:id="rId1"/>
              </p:custDataLst>
            </p:nvPr>
          </p:nvSpPr>
          <p:spPr>
            <a:xfrm>
              <a:off x="13065" y="2059"/>
              <a:ext cx="4790" cy="2333"/>
            </a:xfrm>
            <a:prstGeom prst="roundRect">
              <a:avLst>
                <a:gd name="adj" fmla="val 238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6" name="圆角矩形 35"/>
            <p:cNvSpPr/>
            <p:nvPr>
              <p:custDataLst>
                <p:tags r:id="rId2"/>
              </p:custDataLst>
            </p:nvPr>
          </p:nvSpPr>
          <p:spPr>
            <a:xfrm>
              <a:off x="13154" y="2121"/>
              <a:ext cx="4621" cy="2207"/>
            </a:xfrm>
            <a:prstGeom prst="roundRect">
              <a:avLst>
                <a:gd name="adj" fmla="val 19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9" name="图形 4"/>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5193" y="2920"/>
              <a:ext cx="545" cy="561"/>
            </a:xfrm>
            <a:prstGeom prst="rect">
              <a:avLst/>
            </a:prstGeom>
          </p:spPr>
        </p:pic>
        <p:sp>
          <p:nvSpPr>
            <p:cNvPr id="42" name="圆角矩形 41"/>
            <p:cNvSpPr/>
            <p:nvPr>
              <p:custDataLst>
                <p:tags r:id="rId6"/>
              </p:custDataLst>
            </p:nvPr>
          </p:nvSpPr>
          <p:spPr>
            <a:xfrm>
              <a:off x="9037" y="2772"/>
              <a:ext cx="5418" cy="2690"/>
            </a:xfrm>
            <a:prstGeom prst="roundRect">
              <a:avLst>
                <a:gd name="adj" fmla="val 238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圆角矩形 54"/>
            <p:cNvSpPr/>
            <p:nvPr>
              <p:custDataLst>
                <p:tags r:id="rId7"/>
              </p:custDataLst>
            </p:nvPr>
          </p:nvSpPr>
          <p:spPr>
            <a:xfrm>
              <a:off x="9137" y="2844"/>
              <a:ext cx="5227" cy="2545"/>
            </a:xfrm>
            <a:prstGeom prst="roundRect">
              <a:avLst>
                <a:gd name="adj" fmla="val 19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58" name="图形 4"/>
            <p:cNvPicPr>
              <a:picLocks noChangeAspect="1"/>
            </p:cNvPicPr>
            <p:nvPr>
              <p:custDataLst>
                <p:tags r:id="rId8"/>
              </p:custDataLst>
            </p:nvPr>
          </p:nvPicPr>
          <p:blipFill>
            <a:blip r:embed="rId4">
              <a:extLst>
                <a:ext uri="{96DAC541-7B7A-43D3-8B79-37D633B846F1}">
                  <asvg:svgBlip xmlns:asvg="http://schemas.microsoft.com/office/drawing/2016/SVG/main" r:embed="rId9"/>
                </a:ext>
              </a:extLst>
            </a:blip>
            <a:stretch>
              <a:fillRect/>
            </a:stretch>
          </p:blipFill>
          <p:spPr>
            <a:xfrm>
              <a:off x="11442" y="3824"/>
              <a:ext cx="616" cy="691"/>
            </a:xfrm>
            <a:prstGeom prst="rect">
              <a:avLst/>
            </a:prstGeom>
          </p:spPr>
        </p:pic>
        <p:sp>
          <p:nvSpPr>
            <p:cNvPr id="61" name="圆角矩形 60"/>
            <p:cNvSpPr/>
            <p:nvPr>
              <p:custDataLst>
                <p:tags r:id="rId10"/>
              </p:custDataLst>
            </p:nvPr>
          </p:nvSpPr>
          <p:spPr>
            <a:xfrm>
              <a:off x="5374" y="3667"/>
              <a:ext cx="6271" cy="3385"/>
            </a:xfrm>
            <a:prstGeom prst="roundRect">
              <a:avLst>
                <a:gd name="adj" fmla="val 238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4" name="圆角矩形 63"/>
            <p:cNvSpPr/>
            <p:nvPr>
              <p:custDataLst>
                <p:tags r:id="rId11"/>
              </p:custDataLst>
            </p:nvPr>
          </p:nvSpPr>
          <p:spPr>
            <a:xfrm>
              <a:off x="5490" y="3757"/>
              <a:ext cx="6050" cy="3203"/>
            </a:xfrm>
            <a:prstGeom prst="roundRect">
              <a:avLst>
                <a:gd name="adj" fmla="val 19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65" name="图形 4"/>
            <p:cNvPicPr>
              <a:picLocks noChangeAspect="1"/>
            </p:cNvPicPr>
            <p:nvPr>
              <p:custDataLst>
                <p:tags r:id="rId12"/>
              </p:custDataLst>
            </p:nvPr>
          </p:nvPicPr>
          <p:blipFill>
            <a:blip r:embed="rId4">
              <a:extLst>
                <a:ext uri="{96DAC541-7B7A-43D3-8B79-37D633B846F1}">
                  <asvg:svgBlip xmlns:asvg="http://schemas.microsoft.com/office/drawing/2016/SVG/main" r:embed="rId13"/>
                </a:ext>
              </a:extLst>
            </a:blip>
            <a:stretch>
              <a:fillRect/>
            </a:stretch>
          </p:blipFill>
          <p:spPr>
            <a:xfrm>
              <a:off x="8158" y="4990"/>
              <a:ext cx="713" cy="739"/>
            </a:xfrm>
            <a:prstGeom prst="rect">
              <a:avLst/>
            </a:prstGeom>
          </p:spPr>
        </p:pic>
        <p:sp>
          <p:nvSpPr>
            <p:cNvPr id="67" name="圆角矩形 66"/>
            <p:cNvSpPr/>
            <p:nvPr>
              <p:custDataLst>
                <p:tags r:id="rId14"/>
              </p:custDataLst>
            </p:nvPr>
          </p:nvSpPr>
          <p:spPr>
            <a:xfrm>
              <a:off x="1306" y="5270"/>
              <a:ext cx="7410" cy="4316"/>
            </a:xfrm>
            <a:prstGeom prst="roundRect">
              <a:avLst>
                <a:gd name="adj" fmla="val 238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圆角矩形 70"/>
            <p:cNvSpPr/>
            <p:nvPr>
              <p:custDataLst>
                <p:tags r:id="rId15"/>
              </p:custDataLst>
            </p:nvPr>
          </p:nvSpPr>
          <p:spPr>
            <a:xfrm>
              <a:off x="1448" y="5387"/>
              <a:ext cx="7126" cy="4083"/>
            </a:xfrm>
            <a:prstGeom prst="roundRect">
              <a:avLst>
                <a:gd name="adj" fmla="val 195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73" name="图形 4"/>
            <p:cNvPicPr>
              <a:picLocks noChangeAspect="1"/>
            </p:cNvPicPr>
            <p:nvPr>
              <p:custDataLst>
                <p:tags r:id="rId16"/>
              </p:custDataLst>
            </p:nvPr>
          </p:nvPicPr>
          <p:blipFill>
            <a:blip r:embed="rId4">
              <a:extLst>
                <a:ext uri="{96DAC541-7B7A-43D3-8B79-37D633B846F1}">
                  <asvg:svgBlip xmlns:asvg="http://schemas.microsoft.com/office/drawing/2016/SVG/main" r:embed="rId17"/>
                </a:ext>
              </a:extLst>
            </a:blip>
            <a:stretch>
              <a:fillRect/>
            </a:stretch>
          </p:blipFill>
          <p:spPr>
            <a:xfrm>
              <a:off x="4586" y="7100"/>
              <a:ext cx="840" cy="799"/>
            </a:xfrm>
            <a:prstGeom prst="rect">
              <a:avLst/>
            </a:prstGeom>
          </p:spPr>
        </p:pic>
        <p:cxnSp>
          <p:nvCxnSpPr>
            <p:cNvPr id="74" name="Straight Arrow Connector 18"/>
            <p:cNvCxnSpPr/>
            <p:nvPr/>
          </p:nvCxnSpPr>
          <p:spPr>
            <a:xfrm flipH="1">
              <a:off x="9431" y="8898"/>
              <a:ext cx="4346" cy="0"/>
            </a:xfrm>
            <a:prstGeom prst="straightConnector1">
              <a:avLst/>
            </a:prstGeom>
            <a:ln w="19050">
              <a:solidFill>
                <a:schemeClr val="accent1"/>
              </a:solidFill>
              <a:prstDash val="sysDot"/>
              <a:headEnd type="none"/>
              <a:tailEnd type="oval"/>
            </a:ln>
          </p:spPr>
          <p:style>
            <a:lnRef idx="1">
              <a:schemeClr val="accent1"/>
            </a:lnRef>
            <a:fillRef idx="0">
              <a:schemeClr val="accent1"/>
            </a:fillRef>
            <a:effectRef idx="0">
              <a:schemeClr val="accent1"/>
            </a:effectRef>
            <a:fontRef idx="minor">
              <a:schemeClr val="tx1"/>
            </a:fontRef>
          </p:style>
        </p:cxnSp>
        <p:cxnSp>
          <p:nvCxnSpPr>
            <p:cNvPr id="75" name="Straight Arrow Connector 18"/>
            <p:cNvCxnSpPr/>
            <p:nvPr/>
          </p:nvCxnSpPr>
          <p:spPr>
            <a:xfrm flipH="1">
              <a:off x="11966" y="6886"/>
              <a:ext cx="1852" cy="0"/>
            </a:xfrm>
            <a:prstGeom prst="straightConnector1">
              <a:avLst/>
            </a:prstGeom>
            <a:ln w="19050">
              <a:solidFill>
                <a:schemeClr val="accent1"/>
              </a:solidFill>
              <a:prstDash val="sysDot"/>
              <a:headEnd type="none"/>
              <a:tailEnd type="oval"/>
            </a:ln>
          </p:spPr>
          <p:style>
            <a:lnRef idx="1">
              <a:schemeClr val="accent1"/>
            </a:lnRef>
            <a:fillRef idx="0">
              <a:schemeClr val="accent1"/>
            </a:fillRef>
            <a:effectRef idx="0">
              <a:schemeClr val="accent1"/>
            </a:effectRef>
            <a:fontRef idx="minor">
              <a:schemeClr val="tx1"/>
            </a:fontRef>
          </p:style>
        </p:cxnSp>
        <p:grpSp>
          <p:nvGrpSpPr>
            <p:cNvPr id="76" name="组合 75"/>
            <p:cNvGrpSpPr/>
            <p:nvPr>
              <p:custDataLst>
                <p:tags r:id="rId18"/>
              </p:custDataLst>
            </p:nvPr>
          </p:nvGrpSpPr>
          <p:grpSpPr>
            <a:xfrm>
              <a:off x="13818" y="6538"/>
              <a:ext cx="4264" cy="1119"/>
              <a:chOff x="13818" y="6538"/>
              <a:chExt cx="4264" cy="1119"/>
            </a:xfrm>
          </p:grpSpPr>
          <p:sp>
            <p:nvSpPr>
              <p:cNvPr id="77" name="文本框 76"/>
              <p:cNvSpPr txBox="1"/>
              <p:nvPr>
                <p:custDataLst>
                  <p:tags r:id="rId19"/>
                </p:custDataLst>
              </p:nvPr>
            </p:nvSpPr>
            <p:spPr>
              <a:xfrm>
                <a:off x="13818" y="6538"/>
                <a:ext cx="4264" cy="596"/>
              </a:xfrm>
              <a:prstGeom prst="rect">
                <a:avLst/>
              </a:prstGeom>
              <a:noFill/>
            </p:spPr>
            <p:txBody>
              <a:bodyPr wrap="square" rtlCol="0">
                <a:spAutoFit/>
              </a:bodyPr>
              <a:lstStyle/>
              <a:p>
                <a:pPr algn="l" defTabSz="264160" hangingPunct="0">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8" name="文本框 77"/>
              <p:cNvSpPr txBox="1"/>
              <p:nvPr>
                <p:custDataLst>
                  <p:tags r:id="rId20"/>
                </p:custDataLst>
              </p:nvPr>
            </p:nvSpPr>
            <p:spPr>
              <a:xfrm>
                <a:off x="13835" y="7166"/>
                <a:ext cx="4247" cy="491"/>
              </a:xfrm>
              <a:prstGeom prst="rect">
                <a:avLst/>
              </a:prstGeom>
              <a:noFill/>
            </p:spPr>
            <p:txBody>
              <a:bodyPr wrap="square" rtlCol="0">
                <a:spAutoFit/>
              </a:bodyPr>
              <a:lstStyle/>
              <a:p>
                <a:pPr>
                  <a:lnSpc>
                    <a:spcPct val="120000"/>
                  </a:lnSpc>
                  <a:spcBef>
                    <a:spcPts val="300"/>
                  </a:spcBef>
                  <a:spcAft>
                    <a:spcPts val="300"/>
                  </a:spcAft>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grpSp>
          <p:nvGrpSpPr>
            <p:cNvPr id="79" name="组合 78"/>
            <p:cNvGrpSpPr/>
            <p:nvPr>
              <p:custDataLst>
                <p:tags r:id="rId21"/>
              </p:custDataLst>
            </p:nvPr>
          </p:nvGrpSpPr>
          <p:grpSpPr>
            <a:xfrm>
              <a:off x="13818" y="8584"/>
              <a:ext cx="4264" cy="1119"/>
              <a:chOff x="13818" y="6538"/>
              <a:chExt cx="4264" cy="1119"/>
            </a:xfrm>
          </p:grpSpPr>
          <p:sp>
            <p:nvSpPr>
              <p:cNvPr id="80" name="文本框 79"/>
              <p:cNvSpPr txBox="1"/>
              <p:nvPr>
                <p:custDataLst>
                  <p:tags r:id="rId22"/>
                </p:custDataLst>
              </p:nvPr>
            </p:nvSpPr>
            <p:spPr>
              <a:xfrm>
                <a:off x="13818" y="6538"/>
                <a:ext cx="4264" cy="596"/>
              </a:xfrm>
              <a:prstGeom prst="rect">
                <a:avLst/>
              </a:prstGeom>
              <a:noFill/>
            </p:spPr>
            <p:txBody>
              <a:bodyPr wrap="square" rtlCol="0">
                <a:spAutoFit/>
              </a:bodyPr>
              <a:lstStyle/>
              <a:p>
                <a:pPr algn="l" defTabSz="264160" hangingPunct="0">
                  <a:buClrTx/>
                  <a:buSzTx/>
                  <a:buFontTx/>
                </a:pP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1" name="文本框 80"/>
              <p:cNvSpPr txBox="1"/>
              <p:nvPr>
                <p:custDataLst>
                  <p:tags r:id="rId23"/>
                </p:custDataLst>
              </p:nvPr>
            </p:nvSpPr>
            <p:spPr>
              <a:xfrm>
                <a:off x="13835" y="7166"/>
                <a:ext cx="4247" cy="491"/>
              </a:xfrm>
              <a:prstGeom prst="rect">
                <a:avLst/>
              </a:prstGeom>
              <a:noFill/>
            </p:spPr>
            <p:txBody>
              <a:bodyPr wrap="square" rtlCol="0">
                <a:spAutoFit/>
              </a:bodyPr>
              <a:lstStyle/>
              <a:p>
                <a:pPr>
                  <a:lnSpc>
                    <a:spcPct val="120000"/>
                  </a:lnSpc>
                  <a:spcBef>
                    <a:spcPts val="300"/>
                  </a:spcBef>
                  <a:spcAft>
                    <a:spcPts val="300"/>
                  </a:spcAft>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grpSp>
      <p:sp>
        <p:nvSpPr>
          <p:cNvPr id="3" name="标题 2"/>
          <p:cNvSpPr>
            <a:spLocks noGrp="1"/>
          </p:cNvSpPr>
          <p:nvPr>
            <p:ph type="title"/>
          </p:nvPr>
        </p:nvSpPr>
        <p:spPr/>
        <p:txBody>
          <a:bodyPr/>
          <a:lstStyle/>
          <a:p>
            <a:r>
              <a:rPr lang="zh-CN" altLang="en-US" dirty="0"/>
              <a:t>此处添加主标题文案</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436880" y="3133725"/>
            <a:ext cx="2134235" cy="2256155"/>
            <a:chOff x="5856" y="2586"/>
            <a:chExt cx="6642" cy="6047"/>
          </a:xfrm>
        </p:grpSpPr>
        <p:sp>
          <p:nvSpPr>
            <p:cNvPr id="37" name="圆角矩形 36"/>
            <p:cNvSpPr/>
            <p:nvPr>
              <p:custDataLst>
                <p:tags r:id="rId2"/>
              </p:custDataLst>
            </p:nvPr>
          </p:nvSpPr>
          <p:spPr>
            <a:xfrm>
              <a:off x="5856" y="2586"/>
              <a:ext cx="6642" cy="6047"/>
            </a:xfrm>
            <a:prstGeom prst="roundRect">
              <a:avLst>
                <a:gd name="adj" fmla="val 2381"/>
              </a:avLst>
            </a:prstGeom>
            <a:solidFill>
              <a:schemeClr val="bg1">
                <a:alpha val="9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38" name="组合 37"/>
            <p:cNvGrpSpPr/>
            <p:nvPr>
              <p:custDataLst>
                <p:tags r:id="rId3"/>
              </p:custDataLst>
            </p:nvPr>
          </p:nvGrpSpPr>
          <p:grpSpPr>
            <a:xfrm>
              <a:off x="6068" y="2747"/>
              <a:ext cx="6216" cy="5721"/>
              <a:chOff x="1446" y="6691"/>
              <a:chExt cx="2877" cy="1314"/>
            </a:xfrm>
          </p:grpSpPr>
          <p:sp>
            <p:nvSpPr>
              <p:cNvPr id="3" name="圆角矩形 2"/>
              <p:cNvSpPr/>
              <p:nvPr>
                <p:custDataLst>
                  <p:tags r:id="rId4"/>
                </p:custDataLst>
              </p:nvPr>
            </p:nvSpPr>
            <p:spPr>
              <a:xfrm>
                <a:off x="1446" y="6691"/>
                <a:ext cx="2877" cy="1314"/>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40" name="图形 4"/>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520" y="7202"/>
                <a:ext cx="602" cy="293"/>
              </a:xfrm>
              <a:prstGeom prst="rect">
                <a:avLst/>
              </a:prstGeom>
            </p:spPr>
          </p:pic>
        </p:grpSp>
      </p:grpSp>
      <p:grpSp>
        <p:nvGrpSpPr>
          <p:cNvPr id="29" name="组合 28"/>
          <p:cNvGrpSpPr/>
          <p:nvPr>
            <p:custDataLst>
              <p:tags r:id="rId8"/>
            </p:custDataLst>
          </p:nvPr>
        </p:nvGrpSpPr>
        <p:grpSpPr>
          <a:xfrm>
            <a:off x="2325370" y="2896235"/>
            <a:ext cx="2540635" cy="2493645"/>
            <a:chOff x="5856" y="2586"/>
            <a:chExt cx="6642" cy="6047"/>
          </a:xfrm>
        </p:grpSpPr>
        <p:sp>
          <p:nvSpPr>
            <p:cNvPr id="32" name="圆角矩形 31"/>
            <p:cNvSpPr/>
            <p:nvPr>
              <p:custDataLst>
                <p:tags r:id="rId9"/>
              </p:custDataLst>
            </p:nvPr>
          </p:nvSpPr>
          <p:spPr>
            <a:xfrm>
              <a:off x="5856" y="2586"/>
              <a:ext cx="6642" cy="6047"/>
            </a:xfrm>
            <a:prstGeom prst="roundRect">
              <a:avLst>
                <a:gd name="adj" fmla="val 2381"/>
              </a:avLst>
            </a:prstGeom>
            <a:solidFill>
              <a:schemeClr val="bg1">
                <a:alpha val="9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33" name="组合 32"/>
            <p:cNvGrpSpPr/>
            <p:nvPr>
              <p:custDataLst>
                <p:tags r:id="rId10"/>
              </p:custDataLst>
            </p:nvPr>
          </p:nvGrpSpPr>
          <p:grpSpPr>
            <a:xfrm>
              <a:off x="6068" y="2747"/>
              <a:ext cx="6216" cy="5721"/>
              <a:chOff x="1446" y="6691"/>
              <a:chExt cx="2877" cy="1314"/>
            </a:xfrm>
          </p:grpSpPr>
          <p:sp>
            <p:nvSpPr>
              <p:cNvPr id="34" name="圆角矩形 33"/>
              <p:cNvSpPr/>
              <p:nvPr>
                <p:custDataLst>
                  <p:tags r:id="rId11"/>
                </p:custDataLst>
              </p:nvPr>
            </p:nvSpPr>
            <p:spPr>
              <a:xfrm>
                <a:off x="1446" y="6691"/>
                <a:ext cx="2877" cy="1314"/>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35" name="图形 4"/>
              <p:cNvPicPr>
                <a:picLocks noChangeAspect="1"/>
              </p:cNvPicPr>
              <p:nvPr>
                <p:custDataLst>
                  <p:tags r:id="rId12"/>
                </p:custDataLst>
              </p:nvPr>
            </p:nvPicPr>
            <p:blipFill>
              <a:blip r:embed="rId6">
                <a:extLst>
                  <a:ext uri="{96DAC541-7B7A-43D3-8B79-37D633B846F1}">
                    <asvg:svgBlip xmlns:asvg="http://schemas.microsoft.com/office/drawing/2016/SVG/main" r:embed="rId13"/>
                  </a:ext>
                </a:extLst>
              </a:blip>
              <a:stretch>
                <a:fillRect/>
              </a:stretch>
            </p:blipFill>
            <p:spPr>
              <a:xfrm>
                <a:off x="2584" y="7200"/>
                <a:ext cx="602" cy="297"/>
              </a:xfrm>
              <a:prstGeom prst="rect">
                <a:avLst/>
              </a:prstGeom>
            </p:spPr>
          </p:pic>
        </p:grpSp>
      </p:grpSp>
      <p:sp>
        <p:nvSpPr>
          <p:cNvPr id="4" name="椭圆 3"/>
          <p:cNvSpPr/>
          <p:nvPr>
            <p:custDataLst>
              <p:tags r:id="rId14"/>
            </p:custDataLst>
          </p:nvPr>
        </p:nvSpPr>
        <p:spPr>
          <a:xfrm>
            <a:off x="2658110" y="1104265"/>
            <a:ext cx="828000" cy="828000"/>
          </a:xfrm>
          <a:prstGeom prst="ellipse">
            <a:avLst/>
          </a:prstGeom>
          <a:gradFill flip="none" rotWithShape="1">
            <a:gsLst>
              <a:gs pos="0">
                <a:schemeClr val="accent2"/>
              </a:gs>
              <a:gs pos="100000">
                <a:schemeClr val="accent1"/>
              </a:gs>
            </a:gsLst>
            <a:lin ang="0" scaled="1"/>
            <a:tileRect/>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195" rIns="71755" bIns="36195" numCol="1" spcCol="0" rtlCol="0" fromWordArt="0" anchor="ctr" anchorCtr="0" forceAA="0" compatLnSpc="1">
            <a:noAutofit/>
          </a:bodyPr>
          <a:lstStyle/>
          <a:p>
            <a:pPr lvl="0" algn="ctr">
              <a:buClrTx/>
              <a:buSzTx/>
              <a:buFontTx/>
              <a:defRPr/>
            </a:pPr>
            <a:r>
              <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01</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3" name="圆角矩形 14"/>
          <p:cNvSpPr/>
          <p:nvPr>
            <p:custDataLst>
              <p:tags r:id="rId15"/>
            </p:custDataLst>
          </p:nvPr>
        </p:nvSpPr>
        <p:spPr>
          <a:xfrm>
            <a:off x="2000250" y="1999615"/>
            <a:ext cx="2146300" cy="365760"/>
          </a:xfrm>
          <a:prstGeom prst="roundRect">
            <a:avLst>
              <a:gd name="adj" fmla="val 13376"/>
            </a:avLst>
          </a:prstGeom>
          <a:noFill/>
          <a:ln>
            <a:noFill/>
          </a:ln>
        </p:spPr>
        <p:txBody>
          <a:bodyPr wrap="square" rtlCol="0" anchor="ctr">
            <a:spAutoFit/>
          </a:bodyPr>
          <a:lstStyle/>
          <a:p>
            <a:pPr lvl="0" algn="ctr" defTabSz="264160" hangingPunct="0">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点击此处添加文案</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圆角矩形 14"/>
          <p:cNvSpPr/>
          <p:nvPr>
            <p:custDataLst>
              <p:tags r:id="rId16"/>
            </p:custDataLst>
          </p:nvPr>
        </p:nvSpPr>
        <p:spPr>
          <a:xfrm>
            <a:off x="4994910" y="1999615"/>
            <a:ext cx="2146300" cy="365760"/>
          </a:xfrm>
          <a:prstGeom prst="roundRect">
            <a:avLst>
              <a:gd name="adj" fmla="val 13376"/>
            </a:avLst>
          </a:prstGeom>
          <a:noFill/>
          <a:ln>
            <a:noFill/>
          </a:ln>
        </p:spPr>
        <p:txBody>
          <a:bodyPr wrap="square" rtlCol="0" anchor="ctr">
            <a:spAutoFit/>
          </a:bodyPr>
          <a:lstStyle/>
          <a:p>
            <a:pPr lvl="0" algn="ctr" defTabSz="264160" hangingPunct="0">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点击此处添加文案</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圆角矩形 14"/>
          <p:cNvSpPr/>
          <p:nvPr>
            <p:custDataLst>
              <p:tags r:id="rId17"/>
            </p:custDataLst>
          </p:nvPr>
        </p:nvSpPr>
        <p:spPr>
          <a:xfrm>
            <a:off x="7990205" y="1999615"/>
            <a:ext cx="2146300" cy="365760"/>
          </a:xfrm>
          <a:prstGeom prst="roundRect">
            <a:avLst>
              <a:gd name="adj" fmla="val 13376"/>
            </a:avLst>
          </a:prstGeom>
          <a:noFill/>
          <a:ln>
            <a:noFill/>
          </a:ln>
        </p:spPr>
        <p:txBody>
          <a:bodyPr wrap="square" rtlCol="0" anchor="ctr">
            <a:spAutoFit/>
          </a:bodyPr>
          <a:lstStyle/>
          <a:p>
            <a:pPr lvl="0" algn="ctr" defTabSz="264160" hangingPunct="0">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点击此处添加文案</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cxnSp>
        <p:nvCxnSpPr>
          <p:cNvPr id="13" name="直线连接符 12"/>
          <p:cNvCxnSpPr/>
          <p:nvPr>
            <p:custDataLst>
              <p:tags r:id="rId18"/>
            </p:custDataLst>
          </p:nvPr>
        </p:nvCxnSpPr>
        <p:spPr>
          <a:xfrm>
            <a:off x="426085" y="5636895"/>
            <a:ext cx="11325225" cy="10795"/>
          </a:xfrm>
          <a:prstGeom prst="line">
            <a:avLst/>
          </a:prstGeom>
          <a:ln w="38100">
            <a:gradFill flip="none" rotWithShape="1">
              <a:gsLst>
                <a:gs pos="0">
                  <a:schemeClr val="accent2">
                    <a:alpha val="100000"/>
                  </a:schemeClr>
                </a:gs>
                <a:gs pos="100000">
                  <a:schemeClr val="accent1">
                    <a:alpha val="100000"/>
                  </a:schemeClr>
                </a:gs>
              </a:gsLst>
              <a:lin ang="108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8" name="椭圆 7"/>
          <p:cNvSpPr/>
          <p:nvPr>
            <p:custDataLst>
              <p:tags r:id="rId19"/>
            </p:custDataLst>
          </p:nvPr>
        </p:nvSpPr>
        <p:spPr>
          <a:xfrm>
            <a:off x="1350645" y="5525135"/>
            <a:ext cx="218440" cy="224155"/>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椭圆 10"/>
          <p:cNvSpPr/>
          <p:nvPr>
            <p:custDataLst>
              <p:tags r:id="rId20"/>
            </p:custDataLst>
          </p:nvPr>
        </p:nvSpPr>
        <p:spPr>
          <a:xfrm>
            <a:off x="8475980" y="5525770"/>
            <a:ext cx="218440" cy="224155"/>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椭圆 11"/>
          <p:cNvSpPr/>
          <p:nvPr>
            <p:custDataLst>
              <p:tags r:id="rId21"/>
            </p:custDataLst>
          </p:nvPr>
        </p:nvSpPr>
        <p:spPr>
          <a:xfrm>
            <a:off x="3484880" y="5525770"/>
            <a:ext cx="218440" cy="224155"/>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椭圆 13"/>
          <p:cNvSpPr/>
          <p:nvPr>
            <p:custDataLst>
              <p:tags r:id="rId22"/>
            </p:custDataLst>
          </p:nvPr>
        </p:nvSpPr>
        <p:spPr>
          <a:xfrm>
            <a:off x="10564495" y="5525770"/>
            <a:ext cx="218440" cy="224155"/>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椭圆 15"/>
          <p:cNvSpPr/>
          <p:nvPr>
            <p:custDataLst>
              <p:tags r:id="rId23"/>
            </p:custDataLst>
          </p:nvPr>
        </p:nvSpPr>
        <p:spPr>
          <a:xfrm>
            <a:off x="5948045" y="5525770"/>
            <a:ext cx="224155" cy="224155"/>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41" name="组合 40"/>
          <p:cNvGrpSpPr/>
          <p:nvPr>
            <p:custDataLst>
              <p:tags r:id="rId24"/>
            </p:custDataLst>
          </p:nvPr>
        </p:nvGrpSpPr>
        <p:grpSpPr>
          <a:xfrm>
            <a:off x="9545955" y="3126740"/>
            <a:ext cx="2132965" cy="2256155"/>
            <a:chOff x="5856" y="2586"/>
            <a:chExt cx="6642" cy="6047"/>
          </a:xfrm>
        </p:grpSpPr>
        <p:sp>
          <p:nvSpPr>
            <p:cNvPr id="43" name="圆角矩形 42"/>
            <p:cNvSpPr/>
            <p:nvPr>
              <p:custDataLst>
                <p:tags r:id="rId25"/>
              </p:custDataLst>
            </p:nvPr>
          </p:nvSpPr>
          <p:spPr>
            <a:xfrm>
              <a:off x="5856" y="2586"/>
              <a:ext cx="6642" cy="6047"/>
            </a:xfrm>
            <a:prstGeom prst="roundRect">
              <a:avLst>
                <a:gd name="adj" fmla="val 2381"/>
              </a:avLst>
            </a:prstGeom>
            <a:solidFill>
              <a:schemeClr val="bg1">
                <a:alpha val="9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44" name="组合 43"/>
            <p:cNvGrpSpPr/>
            <p:nvPr>
              <p:custDataLst>
                <p:tags r:id="rId26"/>
              </p:custDataLst>
            </p:nvPr>
          </p:nvGrpSpPr>
          <p:grpSpPr>
            <a:xfrm>
              <a:off x="6068" y="2747"/>
              <a:ext cx="6216" cy="5721"/>
              <a:chOff x="1446" y="6691"/>
              <a:chExt cx="2877" cy="1314"/>
            </a:xfrm>
          </p:grpSpPr>
          <p:sp>
            <p:nvSpPr>
              <p:cNvPr id="45" name="圆角矩形 44"/>
              <p:cNvSpPr/>
              <p:nvPr>
                <p:custDataLst>
                  <p:tags r:id="rId27"/>
                </p:custDataLst>
              </p:nvPr>
            </p:nvSpPr>
            <p:spPr>
              <a:xfrm>
                <a:off x="1446" y="6691"/>
                <a:ext cx="2877" cy="1314"/>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48" name="图形 4"/>
              <p:cNvPicPr>
                <a:picLocks noChangeAspect="1"/>
              </p:cNvPicPr>
              <p:nvPr>
                <p:custDataLst>
                  <p:tags r:id="rId28"/>
                </p:custDataLst>
              </p:nvPr>
            </p:nvPicPr>
            <p:blipFill>
              <a:blip r:embed="rId6">
                <a:extLst>
                  <a:ext uri="{96DAC541-7B7A-43D3-8B79-37D633B846F1}">
                    <asvg:svgBlip xmlns:asvg="http://schemas.microsoft.com/office/drawing/2016/SVG/main" r:embed="rId7"/>
                  </a:ext>
                </a:extLst>
              </a:blip>
              <a:stretch>
                <a:fillRect/>
              </a:stretch>
            </p:blipFill>
            <p:spPr>
              <a:xfrm>
                <a:off x="2648" y="7202"/>
                <a:ext cx="602" cy="293"/>
              </a:xfrm>
              <a:prstGeom prst="rect">
                <a:avLst/>
              </a:prstGeom>
            </p:spPr>
          </p:pic>
        </p:grpSp>
      </p:grpSp>
      <p:grpSp>
        <p:nvGrpSpPr>
          <p:cNvPr id="51" name="组合 50"/>
          <p:cNvGrpSpPr/>
          <p:nvPr>
            <p:custDataLst>
              <p:tags r:id="rId29"/>
            </p:custDataLst>
          </p:nvPr>
        </p:nvGrpSpPr>
        <p:grpSpPr>
          <a:xfrm>
            <a:off x="7301865" y="2889250"/>
            <a:ext cx="2540635" cy="2493645"/>
            <a:chOff x="5856" y="2586"/>
            <a:chExt cx="6642" cy="6047"/>
          </a:xfrm>
        </p:grpSpPr>
        <p:sp>
          <p:nvSpPr>
            <p:cNvPr id="54" name="圆角矩形 53"/>
            <p:cNvSpPr/>
            <p:nvPr>
              <p:custDataLst>
                <p:tags r:id="rId30"/>
              </p:custDataLst>
            </p:nvPr>
          </p:nvSpPr>
          <p:spPr>
            <a:xfrm>
              <a:off x="5856" y="2586"/>
              <a:ext cx="6642" cy="6047"/>
            </a:xfrm>
            <a:prstGeom prst="roundRect">
              <a:avLst>
                <a:gd name="adj" fmla="val 2381"/>
              </a:avLst>
            </a:prstGeom>
            <a:solidFill>
              <a:schemeClr val="bg1">
                <a:alpha val="9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0" name="组合 59"/>
            <p:cNvGrpSpPr/>
            <p:nvPr>
              <p:custDataLst>
                <p:tags r:id="rId31"/>
              </p:custDataLst>
            </p:nvPr>
          </p:nvGrpSpPr>
          <p:grpSpPr>
            <a:xfrm>
              <a:off x="6068" y="2747"/>
              <a:ext cx="6216" cy="5721"/>
              <a:chOff x="1446" y="6691"/>
              <a:chExt cx="2877" cy="1314"/>
            </a:xfrm>
          </p:grpSpPr>
          <p:sp>
            <p:nvSpPr>
              <p:cNvPr id="15" name="圆角矩形 14"/>
              <p:cNvSpPr/>
              <p:nvPr>
                <p:custDataLst>
                  <p:tags r:id="rId32"/>
                </p:custDataLst>
              </p:nvPr>
            </p:nvSpPr>
            <p:spPr>
              <a:xfrm>
                <a:off x="1446" y="6691"/>
                <a:ext cx="2877" cy="1314"/>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17" name="图形 4"/>
              <p:cNvPicPr>
                <a:picLocks noChangeAspect="1"/>
              </p:cNvPicPr>
              <p:nvPr>
                <p:custDataLst>
                  <p:tags r:id="rId33"/>
                </p:custDataLst>
              </p:nvPr>
            </p:nvPicPr>
            <p:blipFill>
              <a:blip r:embed="rId6">
                <a:extLst>
                  <a:ext uri="{96DAC541-7B7A-43D3-8B79-37D633B846F1}">
                    <asvg:svgBlip xmlns:asvg="http://schemas.microsoft.com/office/drawing/2016/SVG/main" r:embed="rId13"/>
                  </a:ext>
                </a:extLst>
              </a:blip>
              <a:stretch>
                <a:fillRect/>
              </a:stretch>
            </p:blipFill>
            <p:spPr>
              <a:xfrm>
                <a:off x="2584" y="7200"/>
                <a:ext cx="602" cy="297"/>
              </a:xfrm>
              <a:prstGeom prst="rect">
                <a:avLst/>
              </a:prstGeom>
            </p:spPr>
          </p:pic>
        </p:grpSp>
      </p:grpSp>
      <p:grpSp>
        <p:nvGrpSpPr>
          <p:cNvPr id="18" name="组合 17"/>
          <p:cNvGrpSpPr/>
          <p:nvPr>
            <p:custDataLst>
              <p:tags r:id="rId34"/>
            </p:custDataLst>
          </p:nvPr>
        </p:nvGrpSpPr>
        <p:grpSpPr>
          <a:xfrm>
            <a:off x="4665345" y="2638425"/>
            <a:ext cx="2779395" cy="2751455"/>
            <a:chOff x="5856" y="2586"/>
            <a:chExt cx="6642" cy="6047"/>
          </a:xfrm>
        </p:grpSpPr>
        <p:sp>
          <p:nvSpPr>
            <p:cNvPr id="19" name="圆角矩形 18"/>
            <p:cNvSpPr/>
            <p:nvPr>
              <p:custDataLst>
                <p:tags r:id="rId35"/>
              </p:custDataLst>
            </p:nvPr>
          </p:nvSpPr>
          <p:spPr>
            <a:xfrm>
              <a:off x="5856" y="2586"/>
              <a:ext cx="6642" cy="6047"/>
            </a:xfrm>
            <a:prstGeom prst="roundRect">
              <a:avLst>
                <a:gd name="adj" fmla="val 2381"/>
              </a:avLst>
            </a:prstGeom>
            <a:solidFill>
              <a:schemeClr val="bg1">
                <a:alpha val="90000"/>
              </a:schemeClr>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20" name="组合 19"/>
            <p:cNvGrpSpPr/>
            <p:nvPr>
              <p:custDataLst>
                <p:tags r:id="rId36"/>
              </p:custDataLst>
            </p:nvPr>
          </p:nvGrpSpPr>
          <p:grpSpPr>
            <a:xfrm>
              <a:off x="6068" y="2747"/>
              <a:ext cx="6216" cy="5721"/>
              <a:chOff x="1446" y="6691"/>
              <a:chExt cx="2877" cy="1314"/>
            </a:xfrm>
          </p:grpSpPr>
          <p:sp>
            <p:nvSpPr>
              <p:cNvPr id="21" name="圆角矩形 20"/>
              <p:cNvSpPr/>
              <p:nvPr>
                <p:custDataLst>
                  <p:tags r:id="rId37"/>
                </p:custDataLst>
              </p:nvPr>
            </p:nvSpPr>
            <p:spPr>
              <a:xfrm>
                <a:off x="1446" y="6691"/>
                <a:ext cx="2877" cy="1314"/>
              </a:xfrm>
              <a:prstGeom prst="roundRect">
                <a:avLst>
                  <a:gd name="adj" fmla="val 195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2" name="图形 4"/>
              <p:cNvPicPr>
                <a:picLocks noChangeAspect="1"/>
              </p:cNvPicPr>
              <p:nvPr>
                <p:custDataLst>
                  <p:tags r:id="rId38"/>
                </p:custDataLst>
              </p:nvPr>
            </p:nvPicPr>
            <p:blipFill>
              <a:blip r:embed="rId39">
                <a:extLst>
                  <a:ext uri="{96DAC541-7B7A-43D3-8B79-37D633B846F1}">
                    <asvg:svgBlip xmlns:asvg="http://schemas.microsoft.com/office/drawing/2016/SVG/main" r:embed="rId40"/>
                  </a:ext>
                </a:extLst>
              </a:blip>
              <a:stretch>
                <a:fillRect/>
              </a:stretch>
            </p:blipFill>
            <p:spPr>
              <a:xfrm>
                <a:off x="2583" y="7197"/>
                <a:ext cx="602" cy="303"/>
              </a:xfrm>
              <a:prstGeom prst="rect">
                <a:avLst/>
              </a:prstGeom>
            </p:spPr>
          </p:pic>
        </p:grpSp>
      </p:grpSp>
      <p:sp>
        <p:nvSpPr>
          <p:cNvPr id="23" name="同侧圆角矩形 143"/>
          <p:cNvSpPr/>
          <p:nvPr>
            <p:custDataLst>
              <p:tags r:id="rId41"/>
            </p:custDataLst>
          </p:nvPr>
        </p:nvSpPr>
        <p:spPr>
          <a:xfrm>
            <a:off x="572770" y="5821964"/>
            <a:ext cx="1773555" cy="304867"/>
          </a:xfrm>
          <a:prstGeom prst="round2SameRect">
            <a:avLst>
              <a:gd name="adj1" fmla="val 20989"/>
              <a:gd name="adj2" fmla="val 0"/>
            </a:avLst>
          </a:prstGeom>
          <a:noFill/>
          <a:ln>
            <a:noFill/>
          </a:ln>
        </p:spPr>
        <p:txBody>
          <a:bodyPr wrap="square" tIns="36000" bIns="36000" rtlCol="0" anchor="ctr">
            <a:noAutofit/>
          </a:bodyPr>
          <a:lstStyle/>
          <a:p>
            <a:pPr algn="ctr" defTabSz="264160" hangingPunct="0"/>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 name="同侧圆角矩形 143"/>
          <p:cNvSpPr/>
          <p:nvPr>
            <p:custDataLst>
              <p:tags r:id="rId42"/>
            </p:custDataLst>
          </p:nvPr>
        </p:nvSpPr>
        <p:spPr>
          <a:xfrm>
            <a:off x="2707005" y="5821964"/>
            <a:ext cx="1773555" cy="304867"/>
          </a:xfrm>
          <a:prstGeom prst="round2SameRect">
            <a:avLst>
              <a:gd name="adj1" fmla="val 20989"/>
              <a:gd name="adj2" fmla="val 0"/>
            </a:avLst>
          </a:prstGeom>
          <a:noFill/>
          <a:ln>
            <a:noFill/>
          </a:ln>
        </p:spPr>
        <p:txBody>
          <a:bodyPr wrap="square" tIns="36000" bIns="36000" rtlCol="0" anchor="ctr">
            <a:noAutofit/>
          </a:bodyPr>
          <a:lstStyle/>
          <a:p>
            <a:pPr algn="ctr" defTabSz="264160" hangingPunct="0">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同侧圆角矩形 143"/>
          <p:cNvSpPr/>
          <p:nvPr>
            <p:custDataLst>
              <p:tags r:id="rId43"/>
            </p:custDataLst>
          </p:nvPr>
        </p:nvSpPr>
        <p:spPr>
          <a:xfrm>
            <a:off x="5140325" y="5822599"/>
            <a:ext cx="1773555" cy="304867"/>
          </a:xfrm>
          <a:prstGeom prst="round2SameRect">
            <a:avLst>
              <a:gd name="adj1" fmla="val 20989"/>
              <a:gd name="adj2" fmla="val 0"/>
            </a:avLst>
          </a:prstGeom>
          <a:noFill/>
          <a:ln>
            <a:noFill/>
          </a:ln>
        </p:spPr>
        <p:txBody>
          <a:bodyPr wrap="square" tIns="36000" bIns="36000" rtlCol="0" anchor="ctr">
            <a:noAutofit/>
          </a:bodyPr>
          <a:lstStyle/>
          <a:p>
            <a:pPr algn="ctr" defTabSz="264160" hangingPunct="0">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 name="同侧圆角矩形 143"/>
          <p:cNvSpPr/>
          <p:nvPr>
            <p:custDataLst>
              <p:tags r:id="rId44"/>
            </p:custDataLst>
          </p:nvPr>
        </p:nvSpPr>
        <p:spPr>
          <a:xfrm>
            <a:off x="7698740" y="5822599"/>
            <a:ext cx="1773555" cy="304867"/>
          </a:xfrm>
          <a:prstGeom prst="round2SameRect">
            <a:avLst>
              <a:gd name="adj1" fmla="val 20989"/>
              <a:gd name="adj2" fmla="val 0"/>
            </a:avLst>
          </a:prstGeom>
          <a:noFill/>
          <a:ln>
            <a:noFill/>
          </a:ln>
        </p:spPr>
        <p:txBody>
          <a:bodyPr wrap="square" tIns="36000" bIns="36000" rtlCol="0" anchor="ctr">
            <a:noAutofit/>
          </a:bodyPr>
          <a:lstStyle/>
          <a:p>
            <a:pPr algn="ctr" defTabSz="264160" hangingPunct="0">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8" name="同侧圆角矩形 143"/>
          <p:cNvSpPr/>
          <p:nvPr>
            <p:custDataLst>
              <p:tags r:id="rId45"/>
            </p:custDataLst>
          </p:nvPr>
        </p:nvSpPr>
        <p:spPr>
          <a:xfrm>
            <a:off x="9787255" y="5822599"/>
            <a:ext cx="1773555" cy="304867"/>
          </a:xfrm>
          <a:prstGeom prst="round2SameRect">
            <a:avLst>
              <a:gd name="adj1" fmla="val 20989"/>
              <a:gd name="adj2" fmla="val 0"/>
            </a:avLst>
          </a:prstGeom>
          <a:noFill/>
          <a:ln>
            <a:noFill/>
          </a:ln>
        </p:spPr>
        <p:txBody>
          <a:bodyPr wrap="square" tIns="36000" bIns="36000" rtlCol="0" anchor="ctr">
            <a:noAutofit/>
          </a:bodyPr>
          <a:lstStyle/>
          <a:p>
            <a:pPr algn="ctr" defTabSz="264160" hangingPunct="0">
              <a:buClrTx/>
              <a:buSzTx/>
              <a:buFontTx/>
            </a:pP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a:t>
            </a: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标题 23"/>
          <p:cNvSpPr>
            <a:spLocks noGrp="1"/>
          </p:cNvSpPr>
          <p:nvPr>
            <p:ph type="title"/>
          </p:nvPr>
        </p:nvSpPr>
        <p:spPr/>
        <p:txBody>
          <a:bodyPr/>
          <a:lstStyle/>
          <a:p>
            <a:r>
              <a:rPr lang="zh-CN" altLang="en-US" dirty="0"/>
              <a:t>此处添加主标题文案</a:t>
            </a:r>
            <a:endParaRPr lang="zh-CN" altLang="en-US" dirty="0"/>
          </a:p>
        </p:txBody>
      </p:sp>
      <p:sp>
        <p:nvSpPr>
          <p:cNvPr id="30" name="椭圆 29"/>
          <p:cNvSpPr/>
          <p:nvPr>
            <p:custDataLst>
              <p:tags r:id="rId46"/>
            </p:custDataLst>
          </p:nvPr>
        </p:nvSpPr>
        <p:spPr>
          <a:xfrm>
            <a:off x="5682000" y="1104265"/>
            <a:ext cx="828000" cy="828000"/>
          </a:xfrm>
          <a:prstGeom prst="ellipse">
            <a:avLst/>
          </a:prstGeom>
          <a:gradFill flip="none" rotWithShape="1">
            <a:gsLst>
              <a:gs pos="0">
                <a:schemeClr val="accent2"/>
              </a:gs>
              <a:gs pos="100000">
                <a:schemeClr val="accent1"/>
              </a:gs>
            </a:gsLst>
            <a:lin ang="0" scaled="1"/>
            <a:tileRect/>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195" rIns="71755" bIns="36195" numCol="1" spcCol="0" rtlCol="0" fromWordArt="0" anchor="ctr" anchorCtr="0" forceAA="0" compatLnSpc="1">
            <a:noAutofit/>
          </a:bodyPr>
          <a:lstStyle/>
          <a:p>
            <a:pPr lvl="0" algn="ctr">
              <a:buClrTx/>
              <a:buSzTx/>
              <a:buFontTx/>
              <a:defRPr/>
            </a:pPr>
            <a:r>
              <a:rPr lang="en-US" altLang="zh-CN"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02</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椭圆 30"/>
          <p:cNvSpPr/>
          <p:nvPr>
            <p:custDataLst>
              <p:tags r:id="rId47"/>
            </p:custDataLst>
          </p:nvPr>
        </p:nvSpPr>
        <p:spPr>
          <a:xfrm>
            <a:off x="8705890" y="1104265"/>
            <a:ext cx="828000" cy="828000"/>
          </a:xfrm>
          <a:prstGeom prst="ellipse">
            <a:avLst/>
          </a:prstGeom>
          <a:gradFill flip="none" rotWithShape="1">
            <a:gsLst>
              <a:gs pos="0">
                <a:schemeClr val="accent2"/>
              </a:gs>
              <a:gs pos="100000">
                <a:schemeClr val="accent1"/>
              </a:gs>
            </a:gsLst>
            <a:lin ang="0" scaled="1"/>
            <a:tileRect/>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195" rIns="71755" bIns="36195" numCol="1" spcCol="0" rtlCol="0" fromWordArt="0" anchor="ctr" anchorCtr="0" forceAA="0" compatLnSpc="1">
            <a:noAutofit/>
          </a:bodyPr>
          <a:lstStyle/>
          <a:p>
            <a:pPr lvl="0" algn="ctr">
              <a:buClrTx/>
              <a:buSzTx/>
              <a:buFontTx/>
              <a:defRPr/>
            </a:pPr>
            <a:r>
              <a:rPr lang="en-US" altLang="zh-CN"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03</a:t>
            </a:r>
            <a:endParaRPr lang="zh-CN" altLang="en-US" sz="22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887095" y="4312920"/>
            <a:ext cx="10403840" cy="1354455"/>
          </a:xfrm>
          <a:prstGeom prst="ellipse">
            <a:avLst/>
          </a:prstGeom>
          <a:noFill/>
          <a:ln>
            <a:gradFill>
              <a:gsLst>
                <a:gs pos="0">
                  <a:schemeClr val="accent2">
                    <a:alpha val="0"/>
                  </a:schemeClr>
                </a:gs>
                <a:gs pos="100000">
                  <a:schemeClr val="accent1"/>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31" name="椭圆 30"/>
          <p:cNvSpPr/>
          <p:nvPr/>
        </p:nvSpPr>
        <p:spPr>
          <a:xfrm>
            <a:off x="1504315" y="4473575"/>
            <a:ext cx="9192895" cy="965200"/>
          </a:xfrm>
          <a:prstGeom prst="ellipse">
            <a:avLst/>
          </a:prstGeom>
          <a:gradFill flip="none" rotWithShape="1">
            <a:gsLst>
              <a:gs pos="2000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ClrTx/>
              <a:buSzTx/>
              <a:buFontTx/>
              <a:defRPr/>
            </a:pPr>
            <a:r>
              <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rPr>
              <a:t>请输入相关内容</a:t>
            </a:r>
            <a:endParaRPr lang="zh-CN" altLang="en-US" sz="20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9" name="椭圆 38"/>
          <p:cNvSpPr>
            <a:spLocks noChangeAspect="1"/>
          </p:cNvSpPr>
          <p:nvPr/>
        </p:nvSpPr>
        <p:spPr>
          <a:xfrm>
            <a:off x="2565400" y="5433059"/>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2" name="文本框 41"/>
          <p:cNvSpPr txBox="1"/>
          <p:nvPr/>
        </p:nvSpPr>
        <p:spPr>
          <a:xfrm>
            <a:off x="2075815" y="5618480"/>
            <a:ext cx="1162685"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6" name="椭圆 45"/>
          <p:cNvSpPr>
            <a:spLocks noChangeAspect="1"/>
          </p:cNvSpPr>
          <p:nvPr/>
        </p:nvSpPr>
        <p:spPr>
          <a:xfrm>
            <a:off x="4353560" y="5565774"/>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7" name="文本框 46"/>
          <p:cNvSpPr txBox="1"/>
          <p:nvPr/>
        </p:nvSpPr>
        <p:spPr>
          <a:xfrm>
            <a:off x="3886200" y="5739130"/>
            <a:ext cx="1162685"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9" name="文本框 48"/>
          <p:cNvSpPr txBox="1"/>
          <p:nvPr/>
        </p:nvSpPr>
        <p:spPr>
          <a:xfrm>
            <a:off x="7094855" y="5717540"/>
            <a:ext cx="1360170"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0" name="椭圆 49"/>
          <p:cNvSpPr>
            <a:spLocks noChangeAspect="1"/>
          </p:cNvSpPr>
          <p:nvPr/>
        </p:nvSpPr>
        <p:spPr>
          <a:xfrm>
            <a:off x="7686675" y="5567044"/>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2" name="椭圆 51"/>
          <p:cNvSpPr>
            <a:spLocks noChangeAspect="1"/>
          </p:cNvSpPr>
          <p:nvPr/>
        </p:nvSpPr>
        <p:spPr>
          <a:xfrm>
            <a:off x="9493250" y="5418454"/>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3" name="文本框 52"/>
          <p:cNvSpPr txBox="1"/>
          <p:nvPr/>
        </p:nvSpPr>
        <p:spPr>
          <a:xfrm>
            <a:off x="9005570" y="5565140"/>
            <a:ext cx="1162685"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椭圆 54"/>
          <p:cNvSpPr>
            <a:spLocks noChangeAspect="1"/>
          </p:cNvSpPr>
          <p:nvPr/>
        </p:nvSpPr>
        <p:spPr>
          <a:xfrm>
            <a:off x="6019800" y="5619114"/>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6" name="文本框 55"/>
          <p:cNvSpPr txBox="1"/>
          <p:nvPr/>
        </p:nvSpPr>
        <p:spPr>
          <a:xfrm>
            <a:off x="5455920" y="5759450"/>
            <a:ext cx="1280795"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7" name="椭圆 56"/>
          <p:cNvSpPr>
            <a:spLocks noChangeAspect="1"/>
          </p:cNvSpPr>
          <p:nvPr/>
        </p:nvSpPr>
        <p:spPr>
          <a:xfrm>
            <a:off x="1057275" y="5121909"/>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文本框 57"/>
          <p:cNvSpPr txBox="1"/>
          <p:nvPr/>
        </p:nvSpPr>
        <p:spPr>
          <a:xfrm>
            <a:off x="546100" y="5312410"/>
            <a:ext cx="1162685" cy="347980"/>
          </a:xfrm>
          <a:prstGeom prst="rect">
            <a:avLst/>
          </a:prstGeom>
          <a:noFill/>
        </p:spPr>
        <p:txBody>
          <a:bodyPr wrap="square" tIns="36000" bIns="36000" rtlCol="0" anchor="ctr">
            <a:noAutofit/>
          </a:bodyP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相关内容</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9" name="椭圆 58"/>
          <p:cNvSpPr>
            <a:spLocks noChangeAspect="1"/>
          </p:cNvSpPr>
          <p:nvPr/>
        </p:nvSpPr>
        <p:spPr>
          <a:xfrm>
            <a:off x="10881995" y="5163819"/>
            <a:ext cx="144000" cy="144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文本框 60"/>
          <p:cNvSpPr txBox="1"/>
          <p:nvPr/>
        </p:nvSpPr>
        <p:spPr>
          <a:xfrm>
            <a:off x="10396855" y="5348605"/>
            <a:ext cx="1162685" cy="347980"/>
          </a:xfrm>
          <a:prstGeom prst="rect">
            <a:avLst/>
          </a:prstGeom>
          <a:noFill/>
        </p:spPr>
        <p:txBody>
          <a:bodyPr wrap="square" tIns="36000" bIns="36000" rtlCol="0" anchor="ctr">
            <a:noAutofit/>
          </a:bodyPr>
          <a:lstStyle/>
          <a:p>
            <a:pPr lvl="0" algn="ctr">
              <a:buClrTx/>
              <a:buSzTx/>
              <a:buFontTx/>
            </a:pPr>
            <a:r>
              <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40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0" name="圆角矩形 74"/>
          <p:cNvSpPr/>
          <p:nvPr>
            <p:custDataLst>
              <p:tags r:id="rId1"/>
            </p:custDataLst>
          </p:nvPr>
        </p:nvSpPr>
        <p:spPr>
          <a:xfrm>
            <a:off x="408305" y="1144270"/>
            <a:ext cx="11376660" cy="504000"/>
          </a:xfrm>
          <a:prstGeom prst="roundRect">
            <a:avLst>
              <a:gd name="adj" fmla="val 8831"/>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102" name="组合 101"/>
          <p:cNvGrpSpPr/>
          <p:nvPr/>
        </p:nvGrpSpPr>
        <p:grpSpPr>
          <a:xfrm>
            <a:off x="407988" y="1757045"/>
            <a:ext cx="11376025" cy="2882900"/>
            <a:chOff x="1620" y="3352"/>
            <a:chExt cx="15878" cy="4289"/>
          </a:xfrm>
        </p:grpSpPr>
        <p:sp>
          <p:nvSpPr>
            <p:cNvPr id="62" name="任意多边形 61"/>
            <p:cNvSpPr/>
            <p:nvPr/>
          </p:nvSpPr>
          <p:spPr>
            <a:xfrm>
              <a:off x="8522" y="3371"/>
              <a:ext cx="2074" cy="3536"/>
            </a:xfrm>
            <a:custGeom>
              <a:avLst/>
              <a:gdLst>
                <a:gd name="connsiteX0" fmla="*/ 2074 w 2074"/>
                <a:gd name="connsiteY0" fmla="*/ 0 h 3523"/>
                <a:gd name="connsiteX1" fmla="*/ 2062 w 2074"/>
                <a:gd name="connsiteY1" fmla="*/ 3521 h 3523"/>
                <a:gd name="connsiteX2" fmla="*/ 1860 w 2074"/>
                <a:gd name="connsiteY2" fmla="*/ 3518 h 3523"/>
                <a:gd name="connsiteX3" fmla="*/ 1607 w 2074"/>
                <a:gd name="connsiteY3" fmla="*/ 3515 h 3523"/>
                <a:gd name="connsiteX4" fmla="*/ 1352 w 2074"/>
                <a:gd name="connsiteY4" fmla="*/ 3514 h 3523"/>
                <a:gd name="connsiteX5" fmla="*/ 1095 w 2074"/>
                <a:gd name="connsiteY5" fmla="*/ 3513 h 3523"/>
                <a:gd name="connsiteX6" fmla="*/ 838 w 2074"/>
                <a:gd name="connsiteY6" fmla="*/ 3514 h 3523"/>
                <a:gd name="connsiteX7" fmla="*/ 583 w 2074"/>
                <a:gd name="connsiteY7" fmla="*/ 3515 h 3523"/>
                <a:gd name="connsiteX8" fmla="*/ 330 w 2074"/>
                <a:gd name="connsiteY8" fmla="*/ 3518 h 3523"/>
                <a:gd name="connsiteX9" fmla="*/ 78 w 2074"/>
                <a:gd name="connsiteY9" fmla="*/ 3522 h 3523"/>
                <a:gd name="connsiteX10" fmla="*/ 36 w 2074"/>
                <a:gd name="connsiteY10" fmla="*/ 3523 h 3523"/>
                <a:gd name="connsiteX11" fmla="*/ 0 w 2074"/>
                <a:gd name="connsiteY11" fmla="*/ 0 h 3523"/>
                <a:gd name="connsiteX12" fmla="*/ 2074 w 2074"/>
                <a:gd name="connsiteY12" fmla="*/ 0 h 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4" h="3523">
                  <a:moveTo>
                    <a:pt x="2074" y="0"/>
                  </a:moveTo>
                  <a:lnTo>
                    <a:pt x="2062" y="3521"/>
                  </a:lnTo>
                  <a:lnTo>
                    <a:pt x="1860" y="3518"/>
                  </a:lnTo>
                  <a:lnTo>
                    <a:pt x="1607" y="3515"/>
                  </a:lnTo>
                  <a:lnTo>
                    <a:pt x="1352" y="3514"/>
                  </a:lnTo>
                  <a:lnTo>
                    <a:pt x="1095" y="3513"/>
                  </a:lnTo>
                  <a:lnTo>
                    <a:pt x="838" y="3514"/>
                  </a:lnTo>
                  <a:lnTo>
                    <a:pt x="583" y="3515"/>
                  </a:lnTo>
                  <a:lnTo>
                    <a:pt x="330" y="3518"/>
                  </a:lnTo>
                  <a:lnTo>
                    <a:pt x="78" y="3522"/>
                  </a:lnTo>
                  <a:lnTo>
                    <a:pt x="36" y="3523"/>
                  </a:lnTo>
                  <a:lnTo>
                    <a:pt x="0" y="0"/>
                  </a:lnTo>
                  <a:lnTo>
                    <a:pt x="2074" y="0"/>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4" name="任意多边形 63"/>
            <p:cNvSpPr/>
            <p:nvPr/>
          </p:nvSpPr>
          <p:spPr>
            <a:xfrm>
              <a:off x="3974" y="3367"/>
              <a:ext cx="2026" cy="3852"/>
            </a:xfrm>
            <a:custGeom>
              <a:avLst/>
              <a:gdLst>
                <a:gd name="connsiteX0" fmla="*/ 2004 w 2026"/>
                <a:gd name="connsiteY0" fmla="*/ 9 h 3879"/>
                <a:gd name="connsiteX1" fmla="*/ 2026 w 2026"/>
                <a:gd name="connsiteY1" fmla="*/ 3679 h 3879"/>
                <a:gd name="connsiteX2" fmla="*/ 2001 w 2026"/>
                <a:gd name="connsiteY2" fmla="*/ 3681 h 3879"/>
                <a:gd name="connsiteX3" fmla="*/ 1777 w 2026"/>
                <a:gd name="connsiteY3" fmla="*/ 3698 h 3879"/>
                <a:gd name="connsiteX4" fmla="*/ 1556 w 2026"/>
                <a:gd name="connsiteY4" fmla="*/ 3716 h 3879"/>
                <a:gd name="connsiteX5" fmla="*/ 1337 w 2026"/>
                <a:gd name="connsiteY5" fmla="*/ 3735 h 3879"/>
                <a:gd name="connsiteX6" fmla="*/ 1123 w 2026"/>
                <a:gd name="connsiteY6" fmla="*/ 3755 h 3879"/>
                <a:gd name="connsiteX7" fmla="*/ 911 w 2026"/>
                <a:gd name="connsiteY7" fmla="*/ 3776 h 3879"/>
                <a:gd name="connsiteX8" fmla="*/ 702 w 2026"/>
                <a:gd name="connsiteY8" fmla="*/ 3797 h 3879"/>
                <a:gd name="connsiteX9" fmla="*/ 496 w 2026"/>
                <a:gd name="connsiteY9" fmla="*/ 3820 h 3879"/>
                <a:gd name="connsiteX10" fmla="*/ 294 w 2026"/>
                <a:gd name="connsiteY10" fmla="*/ 3843 h 3879"/>
                <a:gd name="connsiteX11" fmla="*/ 95 w 2026"/>
                <a:gd name="connsiteY11" fmla="*/ 3867 h 3879"/>
                <a:gd name="connsiteX12" fmla="*/ 0 w 2026"/>
                <a:gd name="connsiteY12" fmla="*/ 3879 h 3879"/>
                <a:gd name="connsiteX13" fmla="*/ 0 w 2026"/>
                <a:gd name="connsiteY13" fmla="*/ 0 h 3879"/>
                <a:gd name="connsiteX14" fmla="*/ 2004 w 2026"/>
                <a:gd name="connsiteY14" fmla="*/ 9 h 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6" h="3879">
                  <a:moveTo>
                    <a:pt x="2004" y="9"/>
                  </a:moveTo>
                  <a:lnTo>
                    <a:pt x="2026" y="3679"/>
                  </a:lnTo>
                  <a:lnTo>
                    <a:pt x="2001" y="3681"/>
                  </a:lnTo>
                  <a:lnTo>
                    <a:pt x="1777" y="3698"/>
                  </a:lnTo>
                  <a:lnTo>
                    <a:pt x="1556" y="3716"/>
                  </a:lnTo>
                  <a:lnTo>
                    <a:pt x="1337" y="3735"/>
                  </a:lnTo>
                  <a:lnTo>
                    <a:pt x="1123" y="3755"/>
                  </a:lnTo>
                  <a:lnTo>
                    <a:pt x="911" y="3776"/>
                  </a:lnTo>
                  <a:lnTo>
                    <a:pt x="702" y="3797"/>
                  </a:lnTo>
                  <a:lnTo>
                    <a:pt x="496" y="3820"/>
                  </a:lnTo>
                  <a:lnTo>
                    <a:pt x="294" y="3843"/>
                  </a:lnTo>
                  <a:lnTo>
                    <a:pt x="95" y="3867"/>
                  </a:lnTo>
                  <a:lnTo>
                    <a:pt x="0" y="3879"/>
                  </a:lnTo>
                  <a:lnTo>
                    <a:pt x="0" y="0"/>
                  </a:lnTo>
                  <a:lnTo>
                    <a:pt x="2004" y="9"/>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5" name="任意多边形 64"/>
            <p:cNvSpPr/>
            <p:nvPr/>
          </p:nvSpPr>
          <p:spPr>
            <a:xfrm>
              <a:off x="1620" y="3352"/>
              <a:ext cx="2084" cy="4278"/>
            </a:xfrm>
            <a:custGeom>
              <a:avLst/>
              <a:gdLst>
                <a:gd name="connsiteX0" fmla="*/ 2077 w 2084"/>
                <a:gd name="connsiteY0" fmla="*/ 3938 h 4308"/>
                <a:gd name="connsiteX1" fmla="*/ 2061 w 2084"/>
                <a:gd name="connsiteY1" fmla="*/ 3940 h 4308"/>
                <a:gd name="connsiteX2" fmla="*/ 1874 w 2084"/>
                <a:gd name="connsiteY2" fmla="*/ 3967 h 4308"/>
                <a:gd name="connsiteX3" fmla="*/ 1689 w 2084"/>
                <a:gd name="connsiteY3" fmla="*/ 3994 h 4308"/>
                <a:gd name="connsiteX4" fmla="*/ 1508 w 2084"/>
                <a:gd name="connsiteY4" fmla="*/ 4022 h 4308"/>
                <a:gd name="connsiteX5" fmla="*/ 52 w 2084"/>
                <a:gd name="connsiteY5" fmla="*/ 4308 h 4308"/>
                <a:gd name="connsiteX6" fmla="*/ 0 w 2084"/>
                <a:gd name="connsiteY6" fmla="*/ 10 h 4308"/>
                <a:gd name="connsiteX7" fmla="*/ 2084 w 2084"/>
                <a:gd name="connsiteY7" fmla="*/ 0 h 4308"/>
                <a:gd name="connsiteX8" fmla="*/ 2077 w 2084"/>
                <a:gd name="connsiteY8" fmla="*/ 3938 h 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4" h="4308">
                  <a:moveTo>
                    <a:pt x="2077" y="3938"/>
                  </a:moveTo>
                  <a:lnTo>
                    <a:pt x="2061" y="3940"/>
                  </a:lnTo>
                  <a:lnTo>
                    <a:pt x="1874" y="3967"/>
                  </a:lnTo>
                  <a:lnTo>
                    <a:pt x="1689" y="3994"/>
                  </a:lnTo>
                  <a:lnTo>
                    <a:pt x="1508" y="4022"/>
                  </a:lnTo>
                  <a:cubicBezTo>
                    <a:pt x="965" y="4096"/>
                    <a:pt x="18" y="4311"/>
                    <a:pt x="52" y="4308"/>
                  </a:cubicBezTo>
                  <a:lnTo>
                    <a:pt x="0" y="10"/>
                  </a:lnTo>
                  <a:lnTo>
                    <a:pt x="2084" y="0"/>
                  </a:lnTo>
                  <a:lnTo>
                    <a:pt x="2077" y="3938"/>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6" name="任意多边形 65"/>
            <p:cNvSpPr/>
            <p:nvPr/>
          </p:nvSpPr>
          <p:spPr>
            <a:xfrm>
              <a:off x="6234" y="3377"/>
              <a:ext cx="2029" cy="3628"/>
            </a:xfrm>
            <a:custGeom>
              <a:avLst/>
              <a:gdLst>
                <a:gd name="connsiteX0" fmla="*/ 2029 w 2029"/>
                <a:gd name="connsiteY0" fmla="*/ 1 h 3653"/>
                <a:gd name="connsiteX1" fmla="*/ 2026 w 2029"/>
                <a:gd name="connsiteY1" fmla="*/ 3559 h 3653"/>
                <a:gd name="connsiteX2" fmla="*/ 1869 w 2029"/>
                <a:gd name="connsiteY2" fmla="*/ 3562 h 3653"/>
                <a:gd name="connsiteX3" fmla="*/ 1624 w 2029"/>
                <a:gd name="connsiteY3" fmla="*/ 3571 h 3653"/>
                <a:gd name="connsiteX4" fmla="*/ 1380 w 2029"/>
                <a:gd name="connsiteY4" fmla="*/ 3580 h 3653"/>
                <a:gd name="connsiteX5" fmla="*/ 1139 w 2029"/>
                <a:gd name="connsiteY5" fmla="*/ 3589 h 3653"/>
                <a:gd name="connsiteX6" fmla="*/ 900 w 2029"/>
                <a:gd name="connsiteY6" fmla="*/ 3600 h 3653"/>
                <a:gd name="connsiteX7" fmla="*/ 662 w 2029"/>
                <a:gd name="connsiteY7" fmla="*/ 3612 h 3653"/>
                <a:gd name="connsiteX8" fmla="*/ 428 w 2029"/>
                <a:gd name="connsiteY8" fmla="*/ 3626 h 3653"/>
                <a:gd name="connsiteX9" fmla="*/ 197 w 2029"/>
                <a:gd name="connsiteY9" fmla="*/ 3640 h 3653"/>
                <a:gd name="connsiteX10" fmla="*/ 0 w 2029"/>
                <a:gd name="connsiteY10" fmla="*/ 3653 h 3653"/>
                <a:gd name="connsiteX11" fmla="*/ 3 w 2029"/>
                <a:gd name="connsiteY11" fmla="*/ 0 h 3653"/>
                <a:gd name="connsiteX12" fmla="*/ 2029 w 2029"/>
                <a:gd name="connsiteY12" fmla="*/ 1 h 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9" h="3653">
                  <a:moveTo>
                    <a:pt x="2029" y="1"/>
                  </a:moveTo>
                  <a:lnTo>
                    <a:pt x="2026" y="3559"/>
                  </a:lnTo>
                  <a:lnTo>
                    <a:pt x="1869" y="3562"/>
                  </a:lnTo>
                  <a:lnTo>
                    <a:pt x="1624" y="3571"/>
                  </a:lnTo>
                  <a:lnTo>
                    <a:pt x="1380" y="3580"/>
                  </a:lnTo>
                  <a:lnTo>
                    <a:pt x="1139" y="3589"/>
                  </a:lnTo>
                  <a:lnTo>
                    <a:pt x="900" y="3600"/>
                  </a:lnTo>
                  <a:lnTo>
                    <a:pt x="662" y="3612"/>
                  </a:lnTo>
                  <a:lnTo>
                    <a:pt x="428" y="3626"/>
                  </a:lnTo>
                  <a:lnTo>
                    <a:pt x="197" y="3640"/>
                  </a:lnTo>
                  <a:lnTo>
                    <a:pt x="0" y="3653"/>
                  </a:lnTo>
                  <a:lnTo>
                    <a:pt x="3" y="0"/>
                  </a:lnTo>
                  <a:lnTo>
                    <a:pt x="2029" y="1"/>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7" name="任意多边形 66"/>
            <p:cNvSpPr/>
            <p:nvPr/>
          </p:nvSpPr>
          <p:spPr>
            <a:xfrm flipH="1">
              <a:off x="13118" y="3378"/>
              <a:ext cx="2026" cy="3852"/>
            </a:xfrm>
            <a:custGeom>
              <a:avLst/>
              <a:gdLst>
                <a:gd name="connsiteX0" fmla="*/ 2004 w 2026"/>
                <a:gd name="connsiteY0" fmla="*/ 9 h 3879"/>
                <a:gd name="connsiteX1" fmla="*/ 2026 w 2026"/>
                <a:gd name="connsiteY1" fmla="*/ 3679 h 3879"/>
                <a:gd name="connsiteX2" fmla="*/ 2001 w 2026"/>
                <a:gd name="connsiteY2" fmla="*/ 3681 h 3879"/>
                <a:gd name="connsiteX3" fmla="*/ 1777 w 2026"/>
                <a:gd name="connsiteY3" fmla="*/ 3698 h 3879"/>
                <a:gd name="connsiteX4" fmla="*/ 1556 w 2026"/>
                <a:gd name="connsiteY4" fmla="*/ 3716 h 3879"/>
                <a:gd name="connsiteX5" fmla="*/ 1337 w 2026"/>
                <a:gd name="connsiteY5" fmla="*/ 3735 h 3879"/>
                <a:gd name="connsiteX6" fmla="*/ 1123 w 2026"/>
                <a:gd name="connsiteY6" fmla="*/ 3755 h 3879"/>
                <a:gd name="connsiteX7" fmla="*/ 911 w 2026"/>
                <a:gd name="connsiteY7" fmla="*/ 3776 h 3879"/>
                <a:gd name="connsiteX8" fmla="*/ 702 w 2026"/>
                <a:gd name="connsiteY8" fmla="*/ 3797 h 3879"/>
                <a:gd name="connsiteX9" fmla="*/ 496 w 2026"/>
                <a:gd name="connsiteY9" fmla="*/ 3820 h 3879"/>
                <a:gd name="connsiteX10" fmla="*/ 294 w 2026"/>
                <a:gd name="connsiteY10" fmla="*/ 3843 h 3879"/>
                <a:gd name="connsiteX11" fmla="*/ 95 w 2026"/>
                <a:gd name="connsiteY11" fmla="*/ 3867 h 3879"/>
                <a:gd name="connsiteX12" fmla="*/ 0 w 2026"/>
                <a:gd name="connsiteY12" fmla="*/ 3879 h 3879"/>
                <a:gd name="connsiteX13" fmla="*/ 0 w 2026"/>
                <a:gd name="connsiteY13" fmla="*/ 0 h 3879"/>
                <a:gd name="connsiteX14" fmla="*/ 2004 w 2026"/>
                <a:gd name="connsiteY14" fmla="*/ 9 h 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6" h="3879">
                  <a:moveTo>
                    <a:pt x="2004" y="9"/>
                  </a:moveTo>
                  <a:lnTo>
                    <a:pt x="2026" y="3679"/>
                  </a:lnTo>
                  <a:lnTo>
                    <a:pt x="2001" y="3681"/>
                  </a:lnTo>
                  <a:lnTo>
                    <a:pt x="1777" y="3698"/>
                  </a:lnTo>
                  <a:lnTo>
                    <a:pt x="1556" y="3716"/>
                  </a:lnTo>
                  <a:lnTo>
                    <a:pt x="1337" y="3735"/>
                  </a:lnTo>
                  <a:lnTo>
                    <a:pt x="1123" y="3755"/>
                  </a:lnTo>
                  <a:lnTo>
                    <a:pt x="911" y="3776"/>
                  </a:lnTo>
                  <a:lnTo>
                    <a:pt x="702" y="3797"/>
                  </a:lnTo>
                  <a:lnTo>
                    <a:pt x="496" y="3820"/>
                  </a:lnTo>
                  <a:lnTo>
                    <a:pt x="294" y="3843"/>
                  </a:lnTo>
                  <a:lnTo>
                    <a:pt x="95" y="3867"/>
                  </a:lnTo>
                  <a:lnTo>
                    <a:pt x="0" y="3879"/>
                  </a:lnTo>
                  <a:lnTo>
                    <a:pt x="0" y="0"/>
                  </a:lnTo>
                  <a:lnTo>
                    <a:pt x="2004" y="9"/>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8" name="任意多边形 67"/>
            <p:cNvSpPr/>
            <p:nvPr/>
          </p:nvSpPr>
          <p:spPr>
            <a:xfrm flipH="1">
              <a:off x="15414" y="3363"/>
              <a:ext cx="2084" cy="4278"/>
            </a:xfrm>
            <a:custGeom>
              <a:avLst/>
              <a:gdLst>
                <a:gd name="connsiteX0" fmla="*/ 2077 w 2084"/>
                <a:gd name="connsiteY0" fmla="*/ 3938 h 4308"/>
                <a:gd name="connsiteX1" fmla="*/ 2061 w 2084"/>
                <a:gd name="connsiteY1" fmla="*/ 3940 h 4308"/>
                <a:gd name="connsiteX2" fmla="*/ 1874 w 2084"/>
                <a:gd name="connsiteY2" fmla="*/ 3967 h 4308"/>
                <a:gd name="connsiteX3" fmla="*/ 1689 w 2084"/>
                <a:gd name="connsiteY3" fmla="*/ 3994 h 4308"/>
                <a:gd name="connsiteX4" fmla="*/ 1508 w 2084"/>
                <a:gd name="connsiteY4" fmla="*/ 4022 h 4308"/>
                <a:gd name="connsiteX5" fmla="*/ 52 w 2084"/>
                <a:gd name="connsiteY5" fmla="*/ 4308 h 4308"/>
                <a:gd name="connsiteX6" fmla="*/ 0 w 2084"/>
                <a:gd name="connsiteY6" fmla="*/ 10 h 4308"/>
                <a:gd name="connsiteX7" fmla="*/ 2084 w 2084"/>
                <a:gd name="connsiteY7" fmla="*/ 0 h 4308"/>
                <a:gd name="connsiteX8" fmla="*/ 2077 w 2084"/>
                <a:gd name="connsiteY8" fmla="*/ 3938 h 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4" h="4308">
                  <a:moveTo>
                    <a:pt x="2077" y="3938"/>
                  </a:moveTo>
                  <a:lnTo>
                    <a:pt x="2061" y="3940"/>
                  </a:lnTo>
                  <a:lnTo>
                    <a:pt x="1874" y="3967"/>
                  </a:lnTo>
                  <a:lnTo>
                    <a:pt x="1689" y="3994"/>
                  </a:lnTo>
                  <a:lnTo>
                    <a:pt x="1508" y="4022"/>
                  </a:lnTo>
                  <a:cubicBezTo>
                    <a:pt x="965" y="4096"/>
                    <a:pt x="18" y="4311"/>
                    <a:pt x="52" y="4308"/>
                  </a:cubicBezTo>
                  <a:lnTo>
                    <a:pt x="0" y="10"/>
                  </a:lnTo>
                  <a:lnTo>
                    <a:pt x="2084" y="0"/>
                  </a:lnTo>
                  <a:lnTo>
                    <a:pt x="2077" y="3938"/>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任意多边形 84"/>
            <p:cNvSpPr/>
            <p:nvPr/>
          </p:nvSpPr>
          <p:spPr>
            <a:xfrm flipH="1">
              <a:off x="10855" y="3388"/>
              <a:ext cx="2029" cy="3628"/>
            </a:xfrm>
            <a:custGeom>
              <a:avLst/>
              <a:gdLst>
                <a:gd name="connsiteX0" fmla="*/ 2029 w 2029"/>
                <a:gd name="connsiteY0" fmla="*/ 1 h 3653"/>
                <a:gd name="connsiteX1" fmla="*/ 2026 w 2029"/>
                <a:gd name="connsiteY1" fmla="*/ 3559 h 3653"/>
                <a:gd name="connsiteX2" fmla="*/ 1869 w 2029"/>
                <a:gd name="connsiteY2" fmla="*/ 3562 h 3653"/>
                <a:gd name="connsiteX3" fmla="*/ 1624 w 2029"/>
                <a:gd name="connsiteY3" fmla="*/ 3571 h 3653"/>
                <a:gd name="connsiteX4" fmla="*/ 1380 w 2029"/>
                <a:gd name="connsiteY4" fmla="*/ 3580 h 3653"/>
                <a:gd name="connsiteX5" fmla="*/ 1139 w 2029"/>
                <a:gd name="connsiteY5" fmla="*/ 3589 h 3653"/>
                <a:gd name="connsiteX6" fmla="*/ 900 w 2029"/>
                <a:gd name="connsiteY6" fmla="*/ 3600 h 3653"/>
                <a:gd name="connsiteX7" fmla="*/ 662 w 2029"/>
                <a:gd name="connsiteY7" fmla="*/ 3612 h 3653"/>
                <a:gd name="connsiteX8" fmla="*/ 428 w 2029"/>
                <a:gd name="connsiteY8" fmla="*/ 3626 h 3653"/>
                <a:gd name="connsiteX9" fmla="*/ 197 w 2029"/>
                <a:gd name="connsiteY9" fmla="*/ 3640 h 3653"/>
                <a:gd name="connsiteX10" fmla="*/ 0 w 2029"/>
                <a:gd name="connsiteY10" fmla="*/ 3653 h 3653"/>
                <a:gd name="connsiteX11" fmla="*/ 3 w 2029"/>
                <a:gd name="connsiteY11" fmla="*/ 0 h 3653"/>
                <a:gd name="connsiteX12" fmla="*/ 2029 w 2029"/>
                <a:gd name="connsiteY12" fmla="*/ 1 h 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9" h="3653">
                  <a:moveTo>
                    <a:pt x="2029" y="1"/>
                  </a:moveTo>
                  <a:lnTo>
                    <a:pt x="2026" y="3559"/>
                  </a:lnTo>
                  <a:lnTo>
                    <a:pt x="1869" y="3562"/>
                  </a:lnTo>
                  <a:lnTo>
                    <a:pt x="1624" y="3571"/>
                  </a:lnTo>
                  <a:lnTo>
                    <a:pt x="1380" y="3580"/>
                  </a:lnTo>
                  <a:lnTo>
                    <a:pt x="1139" y="3589"/>
                  </a:lnTo>
                  <a:lnTo>
                    <a:pt x="900" y="3600"/>
                  </a:lnTo>
                  <a:lnTo>
                    <a:pt x="662" y="3612"/>
                  </a:lnTo>
                  <a:lnTo>
                    <a:pt x="428" y="3626"/>
                  </a:lnTo>
                  <a:lnTo>
                    <a:pt x="197" y="3640"/>
                  </a:lnTo>
                  <a:lnTo>
                    <a:pt x="0" y="3653"/>
                  </a:lnTo>
                  <a:lnTo>
                    <a:pt x="3" y="0"/>
                  </a:lnTo>
                  <a:lnTo>
                    <a:pt x="2029" y="1"/>
                  </a:lnTo>
                  <a:close/>
                </a:path>
              </a:pathLst>
            </a:cu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pic>
          <p:nvPicPr>
            <p:cNvPr id="87" name="图形 4"/>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9230" y="4807"/>
              <a:ext cx="659" cy="690"/>
            </a:xfrm>
            <a:prstGeom prst="rect">
              <a:avLst/>
            </a:prstGeom>
          </p:spPr>
        </p:pic>
        <p:pic>
          <p:nvPicPr>
            <p:cNvPr id="88" name="图形 4"/>
            <p:cNvPicPr>
              <a:picLocks noChangeAspect="1"/>
            </p:cNvPicPr>
            <p:nvPr>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6919" y="4811"/>
              <a:ext cx="659" cy="690"/>
            </a:xfrm>
            <a:prstGeom prst="rect">
              <a:avLst/>
            </a:prstGeom>
          </p:spPr>
        </p:pic>
        <p:pic>
          <p:nvPicPr>
            <p:cNvPr id="91" name="图形 4"/>
            <p:cNvPicPr>
              <a:picLocks noChangeAspect="1"/>
            </p:cNvPicPr>
            <p:nvPr>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11540" y="4822"/>
              <a:ext cx="659" cy="690"/>
            </a:xfrm>
            <a:prstGeom prst="rect">
              <a:avLst/>
            </a:prstGeom>
          </p:spPr>
        </p:pic>
        <p:pic>
          <p:nvPicPr>
            <p:cNvPr id="98" name="图形 4"/>
            <p:cNvPicPr>
              <a:picLocks noChangeAspect="1"/>
            </p:cNvPicPr>
            <p:nvPr>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4658" y="4882"/>
              <a:ext cx="659" cy="690"/>
            </a:xfrm>
            <a:prstGeom prst="rect">
              <a:avLst/>
            </a:prstGeom>
          </p:spPr>
        </p:pic>
        <p:pic>
          <p:nvPicPr>
            <p:cNvPr id="99" name="图形 4"/>
            <p:cNvPicPr>
              <a:picLocks noChangeAspect="1"/>
            </p:cNvPicPr>
            <p:nvPr>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13802" y="4893"/>
              <a:ext cx="659" cy="690"/>
            </a:xfrm>
            <a:prstGeom prst="rect">
              <a:avLst/>
            </a:prstGeom>
          </p:spPr>
        </p:pic>
      </p:grpSp>
      <p:pic>
        <p:nvPicPr>
          <p:cNvPr id="103" name="图形 4"/>
          <p:cNvPicPr>
            <a:picLocks noChangeAspect="1"/>
          </p:cNvPicPr>
          <p:nvPr>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946150" y="2811780"/>
            <a:ext cx="471805" cy="463550"/>
          </a:xfrm>
          <a:prstGeom prst="rect">
            <a:avLst/>
          </a:prstGeom>
        </p:spPr>
      </p:pic>
      <p:pic>
        <p:nvPicPr>
          <p:cNvPr id="104" name="图形 4"/>
          <p:cNvPicPr>
            <a:picLocks noChangeAspect="1"/>
          </p:cNvPicPr>
          <p:nvPr>
            <p:custDataLst>
              <p:tags r:id="rId10"/>
            </p:custDataLst>
          </p:nvPr>
        </p:nvPicPr>
        <p:blipFill>
          <a:blip r:embed="rId3">
            <a:extLst>
              <a:ext uri="{96DAC541-7B7A-43D3-8B79-37D633B846F1}">
                <asvg:svgBlip xmlns:asvg="http://schemas.microsoft.com/office/drawing/2016/SVG/main" r:embed="rId4"/>
              </a:ext>
            </a:extLst>
          </a:blip>
          <a:stretch>
            <a:fillRect/>
          </a:stretch>
        </p:blipFill>
        <p:spPr>
          <a:xfrm>
            <a:off x="10772775" y="2786380"/>
            <a:ext cx="471805" cy="463550"/>
          </a:xfrm>
          <a:prstGeom prst="rect">
            <a:avLst/>
          </a:prstGeom>
        </p:spPr>
      </p:pic>
      <p:sp>
        <p:nvSpPr>
          <p:cNvPr id="3" name="标题 2"/>
          <p:cNvSpPr>
            <a:spLocks noGrp="1"/>
          </p:cNvSpPr>
          <p:nvPr>
            <p:ph type="title"/>
          </p:nvPr>
        </p:nvSpPr>
        <p:spPr/>
        <p:txBody>
          <a:bodyPr/>
          <a:lstStyle/>
          <a:p>
            <a:r>
              <a:rPr lang="zh-CN" altLang="en-US" dirty="0"/>
              <a:t>此处添加主标题文案</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42"/>
          <p:cNvSpPr/>
          <p:nvPr>
            <p:custDataLst>
              <p:tags r:id="rId1"/>
            </p:custDataLst>
          </p:nvPr>
        </p:nvSpPr>
        <p:spPr>
          <a:xfrm>
            <a:off x="363220" y="3579495"/>
            <a:ext cx="11378565" cy="808355"/>
          </a:xfrm>
          <a:custGeom>
            <a:avLst/>
            <a:gdLst>
              <a:gd name="connsiteX0" fmla="*/ 0 w 16911"/>
              <a:gd name="connsiteY0" fmla="*/ 610 h 1200"/>
              <a:gd name="connsiteX1" fmla="*/ 3292 w 16911"/>
              <a:gd name="connsiteY1" fmla="*/ 9 h 1200"/>
              <a:gd name="connsiteX2" fmla="*/ 6769 w 16911"/>
              <a:gd name="connsiteY2" fmla="*/ 282 h 1200"/>
              <a:gd name="connsiteX3" fmla="*/ 10278 w 16911"/>
              <a:gd name="connsiteY3" fmla="*/ 870 h 1200"/>
              <a:gd name="connsiteX4" fmla="*/ 13753 w 16911"/>
              <a:gd name="connsiteY4" fmla="*/ 1194 h 1200"/>
              <a:gd name="connsiteX5" fmla="*/ 16911 w 16911"/>
              <a:gd name="connsiteY5" fmla="*/ 610 h 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1" h="1201">
                <a:moveTo>
                  <a:pt x="0" y="610"/>
                </a:moveTo>
                <a:cubicBezTo>
                  <a:pt x="792" y="308"/>
                  <a:pt x="2012" y="57"/>
                  <a:pt x="3292" y="9"/>
                </a:cubicBezTo>
                <a:cubicBezTo>
                  <a:pt x="4572" y="-39"/>
                  <a:pt x="5519" y="114"/>
                  <a:pt x="6769" y="282"/>
                </a:cubicBezTo>
                <a:cubicBezTo>
                  <a:pt x="8020" y="450"/>
                  <a:pt x="9520" y="756"/>
                  <a:pt x="10278" y="870"/>
                </a:cubicBezTo>
                <a:cubicBezTo>
                  <a:pt x="11036" y="984"/>
                  <a:pt x="12444" y="1247"/>
                  <a:pt x="13753" y="1194"/>
                </a:cubicBezTo>
                <a:cubicBezTo>
                  <a:pt x="15061" y="1141"/>
                  <a:pt x="16178" y="970"/>
                  <a:pt x="16911" y="610"/>
                </a:cubicBezTo>
              </a:path>
            </a:pathLst>
          </a:custGeom>
          <a:ln w="38100">
            <a:gradFill flip="none" rotWithShape="1">
              <a:gsLst>
                <a:gs pos="100000">
                  <a:schemeClr val="accent1"/>
                </a:gs>
                <a:gs pos="0">
                  <a:schemeClr val="accent2"/>
                </a:gs>
              </a:gsLst>
              <a:lin ang="0" scaled="0"/>
              <a:tileRect/>
            </a:gra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0" name="椭圆 79"/>
          <p:cNvSpPr>
            <a:spLocks noChangeAspect="1"/>
          </p:cNvSpPr>
          <p:nvPr>
            <p:custDataLst>
              <p:tags r:id="rId2"/>
            </p:custDataLst>
          </p:nvPr>
        </p:nvSpPr>
        <p:spPr>
          <a:xfrm>
            <a:off x="1475105" y="3574225"/>
            <a:ext cx="216000" cy="216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椭圆 37"/>
          <p:cNvSpPr>
            <a:spLocks noChangeAspect="1"/>
          </p:cNvSpPr>
          <p:nvPr>
            <p:custDataLst>
              <p:tags r:id="rId3"/>
            </p:custDataLst>
          </p:nvPr>
        </p:nvSpPr>
        <p:spPr>
          <a:xfrm>
            <a:off x="3755390" y="3536760"/>
            <a:ext cx="216000" cy="216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椭圆 15"/>
          <p:cNvSpPr>
            <a:spLocks noChangeAspect="1"/>
          </p:cNvSpPr>
          <p:nvPr>
            <p:custDataLst>
              <p:tags r:id="rId4"/>
            </p:custDataLst>
          </p:nvPr>
        </p:nvSpPr>
        <p:spPr>
          <a:xfrm>
            <a:off x="6058535" y="3889185"/>
            <a:ext cx="216000" cy="216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2" name="椭圆 41"/>
          <p:cNvSpPr>
            <a:spLocks noChangeAspect="1"/>
          </p:cNvSpPr>
          <p:nvPr>
            <p:custDataLst>
              <p:tags r:id="rId5"/>
            </p:custDataLst>
          </p:nvPr>
        </p:nvSpPr>
        <p:spPr>
          <a:xfrm>
            <a:off x="8344535" y="4235260"/>
            <a:ext cx="216000" cy="216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3" name="椭圆 32"/>
          <p:cNvSpPr>
            <a:spLocks noChangeAspect="1"/>
          </p:cNvSpPr>
          <p:nvPr>
            <p:custDataLst>
              <p:tags r:id="rId6"/>
            </p:custDataLst>
          </p:nvPr>
        </p:nvSpPr>
        <p:spPr>
          <a:xfrm>
            <a:off x="10605135" y="4166680"/>
            <a:ext cx="216000" cy="21600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任意多边形 16"/>
          <p:cNvSpPr/>
          <p:nvPr>
            <p:custDataLst>
              <p:tags r:id="rId7"/>
            </p:custDataLst>
          </p:nvPr>
        </p:nvSpPr>
        <p:spPr>
          <a:xfrm>
            <a:off x="4982210" y="1271905"/>
            <a:ext cx="2263775" cy="2755265"/>
          </a:xfrm>
          <a:custGeom>
            <a:avLst/>
            <a:gdLst>
              <a:gd name="adj1" fmla="val 12500"/>
              <a:gd name="adj2" fmla="val 0"/>
              <a:gd name="a1" fmla="pin 0 adj1 20000"/>
              <a:gd name="a2" fmla="pin -10000 adj2 10000"/>
              <a:gd name="y1" fmla="*/ h a1 100000"/>
              <a:gd name="dy2" fmla="*/ y1 10 3"/>
              <a:gd name="y2" fmla="+- y1 0 dy2"/>
              <a:gd name="y3" fmla="+- y1 dy2 0"/>
              <a:gd name="y4" fmla="+- b 0 y1"/>
              <a:gd name="y5" fmla="+- y4 0 dy2"/>
              <a:gd name="y6" fmla="+- y4 dy2 0"/>
              <a:gd name="dx1" fmla="*/ w a2 100000"/>
              <a:gd name="of2" fmla="*/ w a2 50000"/>
              <a:gd name="x1" fmla="abs dx1"/>
              <a:gd name="dx2" fmla="?: of2 0 of2"/>
              <a:gd name="x2" fmla="+- l 0 dx2"/>
              <a:gd name="dx5" fmla="?: of2 of2 0"/>
              <a:gd name="x5" fmla="+- r 0 dx5"/>
              <a:gd name="dx3" fmla="+/ dx2 x5 3"/>
              <a:gd name="x3" fmla="+- x2 dx3 0"/>
              <a:gd name="x4" fmla="+/ x3 x5 2"/>
              <a:gd name="x6" fmla="+- l dx5 0"/>
              <a:gd name="x10" fmla="+- r dx2 0"/>
              <a:gd name="x7" fmla="+- x6 dx3 0"/>
              <a:gd name="x8" fmla="+/ x7 x10 2"/>
              <a:gd name="x9" fmla="+- r 0 x1"/>
              <a:gd name="xAdj" fmla="+- hc dx1 0"/>
              <a:gd name="xAdj2" fmla="+- hc 0 dx1"/>
              <a:gd name="il" fmla="max x2 x6"/>
              <a:gd name="ir" fmla="min x5 x10"/>
              <a:gd name="it" fmla="*/ h a1 50000"/>
              <a:gd name="ib" fmla="+- b 0 it"/>
            </a:gdLst>
            <a:ahLst/>
            <a:cxnLst>
              <a:cxn ang="cd4">
                <a:pos x="xAdj2" y="y1"/>
              </a:cxn>
              <a:cxn ang="cd2">
                <a:pos x="x1" y="vc"/>
              </a:cxn>
              <a:cxn ang="3">
                <a:pos x="xAdj" y="y4"/>
              </a:cxn>
              <a:cxn ang="0">
                <a:pos x="x9" y="vc"/>
              </a:cxn>
            </a:cxnLst>
            <a:rect l="l" t="t" r="r" b="b"/>
            <a:pathLst>
              <a:path w="3825" h="4095">
                <a:moveTo>
                  <a:pt x="0" y="0"/>
                </a:moveTo>
                <a:lnTo>
                  <a:pt x="157" y="22"/>
                </a:lnTo>
                <a:lnTo>
                  <a:pt x="462" y="65"/>
                </a:lnTo>
                <a:lnTo>
                  <a:pt x="767" y="109"/>
                </a:lnTo>
                <a:lnTo>
                  <a:pt x="1072" y="155"/>
                </a:lnTo>
                <a:lnTo>
                  <a:pt x="1376" y="201"/>
                </a:lnTo>
                <a:lnTo>
                  <a:pt x="1681" y="247"/>
                </a:lnTo>
                <a:lnTo>
                  <a:pt x="1986" y="294"/>
                </a:lnTo>
                <a:lnTo>
                  <a:pt x="2291" y="341"/>
                </a:lnTo>
                <a:lnTo>
                  <a:pt x="2595" y="387"/>
                </a:lnTo>
                <a:lnTo>
                  <a:pt x="2900" y="432"/>
                </a:lnTo>
                <a:lnTo>
                  <a:pt x="3205" y="477"/>
                </a:lnTo>
                <a:lnTo>
                  <a:pt x="3510" y="520"/>
                </a:lnTo>
                <a:lnTo>
                  <a:pt x="3814" y="561"/>
                </a:lnTo>
                <a:lnTo>
                  <a:pt x="3825" y="563"/>
                </a:lnTo>
                <a:lnTo>
                  <a:pt x="3825" y="4095"/>
                </a:lnTo>
                <a:lnTo>
                  <a:pt x="3814" y="4094"/>
                </a:lnTo>
                <a:lnTo>
                  <a:pt x="3510" y="4052"/>
                </a:lnTo>
                <a:lnTo>
                  <a:pt x="3205" y="4009"/>
                </a:lnTo>
                <a:lnTo>
                  <a:pt x="2900" y="3965"/>
                </a:lnTo>
                <a:lnTo>
                  <a:pt x="2595" y="3919"/>
                </a:lnTo>
                <a:lnTo>
                  <a:pt x="2291" y="3873"/>
                </a:lnTo>
                <a:lnTo>
                  <a:pt x="1986" y="3827"/>
                </a:lnTo>
                <a:lnTo>
                  <a:pt x="1681" y="3780"/>
                </a:lnTo>
                <a:lnTo>
                  <a:pt x="1376" y="3733"/>
                </a:lnTo>
                <a:lnTo>
                  <a:pt x="1072" y="3687"/>
                </a:lnTo>
                <a:lnTo>
                  <a:pt x="767" y="3642"/>
                </a:lnTo>
                <a:lnTo>
                  <a:pt x="462" y="3597"/>
                </a:lnTo>
                <a:lnTo>
                  <a:pt x="157" y="3554"/>
                </a:lnTo>
                <a:lnTo>
                  <a:pt x="0" y="3533"/>
                </a:lnTo>
                <a:lnTo>
                  <a:pt x="0" y="0"/>
                </a:lnTo>
                <a:close/>
              </a:path>
            </a:pathLst>
          </a:custGeom>
          <a:solidFill>
            <a:schemeClr val="bg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任意多边形 17"/>
          <p:cNvSpPr/>
          <p:nvPr>
            <p:custDataLst>
              <p:tags r:id="rId8"/>
            </p:custDataLst>
          </p:nvPr>
        </p:nvSpPr>
        <p:spPr>
          <a:xfrm>
            <a:off x="9651365" y="1454150"/>
            <a:ext cx="2132648" cy="2752725"/>
          </a:xfrm>
          <a:custGeom>
            <a:avLst/>
            <a:gdLst>
              <a:gd name="adj1" fmla="val 12500"/>
              <a:gd name="adj2" fmla="val 0"/>
              <a:gd name="a1" fmla="pin 0 adj1 20000"/>
              <a:gd name="a2" fmla="pin -10000 adj2 10000"/>
              <a:gd name="y1" fmla="*/ h a1 100000"/>
              <a:gd name="dy2" fmla="*/ y1 10 3"/>
              <a:gd name="y2" fmla="+- y1 0 dy2"/>
              <a:gd name="y3" fmla="+- y1 dy2 0"/>
              <a:gd name="y4" fmla="+- b 0 y1"/>
              <a:gd name="y5" fmla="+- y4 0 dy2"/>
              <a:gd name="y6" fmla="+- y4 dy2 0"/>
              <a:gd name="dx1" fmla="*/ w a2 100000"/>
              <a:gd name="of2" fmla="*/ w a2 50000"/>
              <a:gd name="x1" fmla="abs dx1"/>
              <a:gd name="dx2" fmla="?: of2 0 of2"/>
              <a:gd name="x2" fmla="+- l 0 dx2"/>
              <a:gd name="dx5" fmla="?: of2 of2 0"/>
              <a:gd name="x5" fmla="+- r 0 dx5"/>
              <a:gd name="dx3" fmla="+/ dx2 x5 3"/>
              <a:gd name="x3" fmla="+- x2 dx3 0"/>
              <a:gd name="x4" fmla="+/ x3 x5 2"/>
              <a:gd name="x6" fmla="+- l dx5 0"/>
              <a:gd name="x10" fmla="+- r dx2 0"/>
              <a:gd name="x7" fmla="+- x6 dx3 0"/>
              <a:gd name="x8" fmla="+/ x7 x10 2"/>
              <a:gd name="x9" fmla="+- r 0 x1"/>
              <a:gd name="xAdj" fmla="+- hc dx1 0"/>
              <a:gd name="xAdj2" fmla="+- hc 0 dx1"/>
              <a:gd name="il" fmla="max x2 x6"/>
              <a:gd name="ir" fmla="min x5 x10"/>
              <a:gd name="it" fmla="*/ h a1 50000"/>
              <a:gd name="ib" fmla="+- b 0 it"/>
            </a:gdLst>
            <a:ahLst/>
            <a:cxnLst>
              <a:cxn ang="cd4">
                <a:pos x="xAdj2" y="y1"/>
              </a:cxn>
              <a:cxn ang="cd2">
                <a:pos x="x1" y="vc"/>
              </a:cxn>
              <a:cxn ang="3">
                <a:pos x="xAdj" y="y4"/>
              </a:cxn>
              <a:cxn ang="0">
                <a:pos x="x9" y="vc"/>
              </a:cxn>
            </a:cxnLst>
            <a:rect l="l" t="t" r="r" b="b"/>
            <a:pathLst>
              <a:path w="3545" h="4091">
                <a:moveTo>
                  <a:pt x="0" y="558"/>
                </a:moveTo>
                <a:lnTo>
                  <a:pt x="193" y="552"/>
                </a:lnTo>
                <a:lnTo>
                  <a:pt x="498" y="537"/>
                </a:lnTo>
                <a:lnTo>
                  <a:pt x="802" y="515"/>
                </a:lnTo>
                <a:lnTo>
                  <a:pt x="1107" y="487"/>
                </a:lnTo>
                <a:lnTo>
                  <a:pt x="1412" y="452"/>
                </a:lnTo>
                <a:lnTo>
                  <a:pt x="1717" y="411"/>
                </a:lnTo>
                <a:lnTo>
                  <a:pt x="2021" y="362"/>
                </a:lnTo>
                <a:lnTo>
                  <a:pt x="2326" y="306"/>
                </a:lnTo>
                <a:lnTo>
                  <a:pt x="2631" y="242"/>
                </a:lnTo>
                <a:lnTo>
                  <a:pt x="2936" y="169"/>
                </a:lnTo>
                <a:lnTo>
                  <a:pt x="3240" y="89"/>
                </a:lnTo>
                <a:lnTo>
                  <a:pt x="3545" y="0"/>
                </a:lnTo>
                <a:lnTo>
                  <a:pt x="3545" y="3533"/>
                </a:lnTo>
                <a:lnTo>
                  <a:pt x="3240" y="3622"/>
                </a:lnTo>
                <a:lnTo>
                  <a:pt x="2936" y="3702"/>
                </a:lnTo>
                <a:lnTo>
                  <a:pt x="2631" y="3774"/>
                </a:lnTo>
                <a:lnTo>
                  <a:pt x="2326" y="3838"/>
                </a:lnTo>
                <a:lnTo>
                  <a:pt x="2021" y="3894"/>
                </a:lnTo>
                <a:lnTo>
                  <a:pt x="1717" y="3943"/>
                </a:lnTo>
                <a:lnTo>
                  <a:pt x="1412" y="3985"/>
                </a:lnTo>
                <a:lnTo>
                  <a:pt x="1107" y="4019"/>
                </a:lnTo>
                <a:lnTo>
                  <a:pt x="802" y="4047"/>
                </a:lnTo>
                <a:lnTo>
                  <a:pt x="498" y="4069"/>
                </a:lnTo>
                <a:lnTo>
                  <a:pt x="193" y="4085"/>
                </a:lnTo>
                <a:lnTo>
                  <a:pt x="0" y="4091"/>
                </a:lnTo>
                <a:lnTo>
                  <a:pt x="0" y="558"/>
                </a:lnTo>
                <a:close/>
              </a:path>
            </a:pathLst>
          </a:custGeom>
          <a:solidFill>
            <a:schemeClr val="bg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 name="任意多边形 18"/>
          <p:cNvSpPr/>
          <p:nvPr>
            <p:custDataLst>
              <p:tags r:id="rId9"/>
            </p:custDataLst>
          </p:nvPr>
        </p:nvSpPr>
        <p:spPr>
          <a:xfrm>
            <a:off x="7316470" y="1661160"/>
            <a:ext cx="2263775" cy="2550795"/>
          </a:xfrm>
          <a:custGeom>
            <a:avLst/>
            <a:gdLst>
              <a:gd name="adj1" fmla="val 12500"/>
              <a:gd name="adj2" fmla="val 0"/>
              <a:gd name="a1" fmla="pin 0 adj1 20000"/>
              <a:gd name="a2" fmla="pin -10000 adj2 10000"/>
              <a:gd name="y1" fmla="*/ h a1 100000"/>
              <a:gd name="dy2" fmla="*/ y1 10 3"/>
              <a:gd name="y2" fmla="+- y1 0 dy2"/>
              <a:gd name="y3" fmla="+- y1 dy2 0"/>
              <a:gd name="y4" fmla="+- b 0 y1"/>
              <a:gd name="y5" fmla="+- y4 0 dy2"/>
              <a:gd name="y6" fmla="+- y4 dy2 0"/>
              <a:gd name="dx1" fmla="*/ w a2 100000"/>
              <a:gd name="of2" fmla="*/ w a2 50000"/>
              <a:gd name="x1" fmla="abs dx1"/>
              <a:gd name="dx2" fmla="?: of2 0 of2"/>
              <a:gd name="x2" fmla="+- l 0 dx2"/>
              <a:gd name="dx5" fmla="?: of2 of2 0"/>
              <a:gd name="x5" fmla="+- r 0 dx5"/>
              <a:gd name="dx3" fmla="+/ dx2 x5 3"/>
              <a:gd name="x3" fmla="+- x2 dx3 0"/>
              <a:gd name="x4" fmla="+/ x3 x5 2"/>
              <a:gd name="x6" fmla="+- l dx5 0"/>
              <a:gd name="x10" fmla="+- r dx2 0"/>
              <a:gd name="x7" fmla="+- x6 dx3 0"/>
              <a:gd name="x8" fmla="+/ x7 x10 2"/>
              <a:gd name="x9" fmla="+- r 0 x1"/>
              <a:gd name="xAdj" fmla="+- hc dx1 0"/>
              <a:gd name="xAdj2" fmla="+- hc 0 dx1"/>
              <a:gd name="il" fmla="max x2 x6"/>
              <a:gd name="ir" fmla="min x5 x10"/>
              <a:gd name="it" fmla="*/ h a1 50000"/>
              <a:gd name="ib" fmla="+- b 0 it"/>
            </a:gdLst>
            <a:ahLst/>
            <a:cxnLst>
              <a:cxn ang="cd4">
                <a:pos x="xAdj2" y="y1"/>
              </a:cxn>
              <a:cxn ang="cd2">
                <a:pos x="x1" y="vc"/>
              </a:cxn>
              <a:cxn ang="3">
                <a:pos x="xAdj" y="y4"/>
              </a:cxn>
              <a:cxn ang="0">
                <a:pos x="x9" y="vc"/>
              </a:cxn>
            </a:cxnLst>
            <a:rect l="l" t="t" r="r" b="b"/>
            <a:pathLst>
              <a:path w="3825" h="3791">
                <a:moveTo>
                  <a:pt x="0" y="0"/>
                </a:moveTo>
                <a:lnTo>
                  <a:pt x="175" y="23"/>
                </a:lnTo>
                <a:lnTo>
                  <a:pt x="480" y="61"/>
                </a:lnTo>
                <a:lnTo>
                  <a:pt x="785" y="96"/>
                </a:lnTo>
                <a:lnTo>
                  <a:pt x="1089" y="128"/>
                </a:lnTo>
                <a:lnTo>
                  <a:pt x="1394" y="158"/>
                </a:lnTo>
                <a:lnTo>
                  <a:pt x="1699" y="184"/>
                </a:lnTo>
                <a:lnTo>
                  <a:pt x="2004" y="207"/>
                </a:lnTo>
                <a:lnTo>
                  <a:pt x="2308" y="226"/>
                </a:lnTo>
                <a:lnTo>
                  <a:pt x="2613" y="241"/>
                </a:lnTo>
                <a:lnTo>
                  <a:pt x="2918" y="252"/>
                </a:lnTo>
                <a:lnTo>
                  <a:pt x="3223" y="258"/>
                </a:lnTo>
                <a:lnTo>
                  <a:pt x="3527" y="259"/>
                </a:lnTo>
                <a:lnTo>
                  <a:pt x="3825" y="254"/>
                </a:lnTo>
                <a:lnTo>
                  <a:pt x="3825" y="3787"/>
                </a:lnTo>
                <a:lnTo>
                  <a:pt x="3527" y="3791"/>
                </a:lnTo>
                <a:lnTo>
                  <a:pt x="3223" y="3790"/>
                </a:lnTo>
                <a:lnTo>
                  <a:pt x="2918" y="3784"/>
                </a:lnTo>
                <a:lnTo>
                  <a:pt x="2613" y="3774"/>
                </a:lnTo>
                <a:lnTo>
                  <a:pt x="2308" y="3759"/>
                </a:lnTo>
                <a:lnTo>
                  <a:pt x="2004" y="3740"/>
                </a:lnTo>
                <a:lnTo>
                  <a:pt x="1699" y="3717"/>
                </a:lnTo>
                <a:lnTo>
                  <a:pt x="1394" y="3691"/>
                </a:lnTo>
                <a:lnTo>
                  <a:pt x="1089" y="3661"/>
                </a:lnTo>
                <a:lnTo>
                  <a:pt x="785" y="3628"/>
                </a:lnTo>
                <a:lnTo>
                  <a:pt x="480" y="3593"/>
                </a:lnTo>
                <a:lnTo>
                  <a:pt x="175" y="3555"/>
                </a:lnTo>
                <a:lnTo>
                  <a:pt x="0" y="3533"/>
                </a:lnTo>
                <a:lnTo>
                  <a:pt x="0" y="0"/>
                </a:lnTo>
                <a:close/>
              </a:path>
            </a:pathLst>
          </a:custGeom>
          <a:solidFill>
            <a:schemeClr val="bg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3" name="任意多边形 22"/>
          <p:cNvSpPr/>
          <p:nvPr>
            <p:custDataLst>
              <p:tags r:id="rId10"/>
            </p:custDataLst>
          </p:nvPr>
        </p:nvSpPr>
        <p:spPr>
          <a:xfrm>
            <a:off x="2647950" y="1050925"/>
            <a:ext cx="2263775" cy="2564765"/>
          </a:xfrm>
          <a:custGeom>
            <a:avLst/>
            <a:gdLst>
              <a:gd name="adj1" fmla="val 12500"/>
              <a:gd name="adj2" fmla="val 0"/>
              <a:gd name="a1" fmla="pin 0 adj1 20000"/>
              <a:gd name="a2" fmla="pin -10000 adj2 10000"/>
              <a:gd name="y1" fmla="*/ h a1 100000"/>
              <a:gd name="dy2" fmla="*/ y1 10 3"/>
              <a:gd name="y2" fmla="+- y1 0 dy2"/>
              <a:gd name="y3" fmla="+- y1 dy2 0"/>
              <a:gd name="y4" fmla="+- b 0 y1"/>
              <a:gd name="y5" fmla="+- y4 0 dy2"/>
              <a:gd name="y6" fmla="+- y4 dy2 0"/>
              <a:gd name="dx1" fmla="*/ w a2 100000"/>
              <a:gd name="of2" fmla="*/ w a2 50000"/>
              <a:gd name="x1" fmla="abs dx1"/>
              <a:gd name="dx2" fmla="?: of2 0 of2"/>
              <a:gd name="x2" fmla="+- l 0 dx2"/>
              <a:gd name="dx5" fmla="?: of2 of2 0"/>
              <a:gd name="x5" fmla="+- r 0 dx5"/>
              <a:gd name="dx3" fmla="+/ dx2 x5 3"/>
              <a:gd name="x3" fmla="+- x2 dx3 0"/>
              <a:gd name="x4" fmla="+/ x3 x5 2"/>
              <a:gd name="x6" fmla="+- l dx5 0"/>
              <a:gd name="x10" fmla="+- r dx2 0"/>
              <a:gd name="x7" fmla="+- x6 dx3 0"/>
              <a:gd name="x8" fmla="+/ x7 x10 2"/>
              <a:gd name="x9" fmla="+- r 0 x1"/>
              <a:gd name="xAdj" fmla="+- hc dx1 0"/>
              <a:gd name="xAdj2" fmla="+- hc 0 dx1"/>
              <a:gd name="il" fmla="max x2 x6"/>
              <a:gd name="ir" fmla="min x5 x10"/>
              <a:gd name="it" fmla="*/ h a1 50000"/>
              <a:gd name="ib" fmla="+- b 0 it"/>
            </a:gdLst>
            <a:ahLst/>
            <a:cxnLst>
              <a:cxn ang="cd4">
                <a:pos x="xAdj2" y="y1"/>
              </a:cxn>
              <a:cxn ang="cd2">
                <a:pos x="x1" y="vc"/>
              </a:cxn>
              <a:cxn ang="3">
                <a:pos x="xAdj" y="y4"/>
              </a:cxn>
              <a:cxn ang="0">
                <a:pos x="x9" y="vc"/>
              </a:cxn>
            </a:cxnLst>
            <a:rect l="l" t="t" r="r" b="b"/>
            <a:pathLst>
              <a:path w="3825" h="3812">
                <a:moveTo>
                  <a:pt x="0" y="2"/>
                </a:moveTo>
                <a:lnTo>
                  <a:pt x="140" y="0"/>
                </a:lnTo>
                <a:lnTo>
                  <a:pt x="444" y="1"/>
                </a:lnTo>
                <a:lnTo>
                  <a:pt x="749" y="7"/>
                </a:lnTo>
                <a:lnTo>
                  <a:pt x="1054" y="17"/>
                </a:lnTo>
                <a:lnTo>
                  <a:pt x="1359" y="32"/>
                </a:lnTo>
                <a:lnTo>
                  <a:pt x="1663" y="51"/>
                </a:lnTo>
                <a:lnTo>
                  <a:pt x="1968" y="74"/>
                </a:lnTo>
                <a:lnTo>
                  <a:pt x="2273" y="101"/>
                </a:lnTo>
                <a:lnTo>
                  <a:pt x="2578" y="130"/>
                </a:lnTo>
                <a:lnTo>
                  <a:pt x="2882" y="163"/>
                </a:lnTo>
                <a:lnTo>
                  <a:pt x="3187" y="198"/>
                </a:lnTo>
                <a:lnTo>
                  <a:pt x="3492" y="236"/>
                </a:lnTo>
                <a:lnTo>
                  <a:pt x="3797" y="275"/>
                </a:lnTo>
                <a:lnTo>
                  <a:pt x="3825" y="279"/>
                </a:lnTo>
                <a:lnTo>
                  <a:pt x="3825" y="3812"/>
                </a:lnTo>
                <a:lnTo>
                  <a:pt x="3797" y="3808"/>
                </a:lnTo>
                <a:lnTo>
                  <a:pt x="3492" y="3768"/>
                </a:lnTo>
                <a:lnTo>
                  <a:pt x="3187" y="3731"/>
                </a:lnTo>
                <a:lnTo>
                  <a:pt x="2882" y="3695"/>
                </a:lnTo>
                <a:lnTo>
                  <a:pt x="2578" y="3663"/>
                </a:lnTo>
                <a:lnTo>
                  <a:pt x="2273" y="3633"/>
                </a:lnTo>
                <a:lnTo>
                  <a:pt x="1968" y="3607"/>
                </a:lnTo>
                <a:lnTo>
                  <a:pt x="1663" y="3584"/>
                </a:lnTo>
                <a:lnTo>
                  <a:pt x="1359" y="3565"/>
                </a:lnTo>
                <a:lnTo>
                  <a:pt x="1054" y="3550"/>
                </a:lnTo>
                <a:lnTo>
                  <a:pt x="749" y="3539"/>
                </a:lnTo>
                <a:lnTo>
                  <a:pt x="444" y="3533"/>
                </a:lnTo>
                <a:lnTo>
                  <a:pt x="140" y="3533"/>
                </a:lnTo>
                <a:lnTo>
                  <a:pt x="0" y="3534"/>
                </a:lnTo>
                <a:lnTo>
                  <a:pt x="0" y="2"/>
                </a:lnTo>
                <a:close/>
              </a:path>
            </a:pathLst>
          </a:custGeom>
          <a:solidFill>
            <a:schemeClr val="bg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任意多边形 23"/>
          <p:cNvSpPr/>
          <p:nvPr>
            <p:custDataLst>
              <p:tags r:id="rId11"/>
            </p:custDataLst>
          </p:nvPr>
        </p:nvSpPr>
        <p:spPr>
          <a:xfrm>
            <a:off x="407987" y="1075055"/>
            <a:ext cx="2169477" cy="2755265"/>
          </a:xfrm>
          <a:custGeom>
            <a:avLst/>
            <a:gdLst>
              <a:gd name="adj1" fmla="val 12500"/>
              <a:gd name="adj2" fmla="val 0"/>
              <a:gd name="a1" fmla="pin 0 adj1 20000"/>
              <a:gd name="a2" fmla="pin -10000 adj2 10000"/>
              <a:gd name="y1" fmla="*/ h a1 100000"/>
              <a:gd name="dy2" fmla="*/ y1 10 3"/>
              <a:gd name="y2" fmla="+- y1 0 dy2"/>
              <a:gd name="y3" fmla="+- y1 dy2 0"/>
              <a:gd name="y4" fmla="+- b 0 y1"/>
              <a:gd name="y5" fmla="+- y4 0 dy2"/>
              <a:gd name="y6" fmla="+- y4 dy2 0"/>
              <a:gd name="dx1" fmla="*/ w a2 100000"/>
              <a:gd name="of2" fmla="*/ w a2 50000"/>
              <a:gd name="x1" fmla="abs dx1"/>
              <a:gd name="dx2" fmla="?: of2 0 of2"/>
              <a:gd name="x2" fmla="+- l 0 dx2"/>
              <a:gd name="dx5" fmla="?: of2 of2 0"/>
              <a:gd name="x5" fmla="+- r 0 dx5"/>
              <a:gd name="dx3" fmla="+/ dx2 x5 3"/>
              <a:gd name="x3" fmla="+- x2 dx3 0"/>
              <a:gd name="x4" fmla="+/ x3 x5 2"/>
              <a:gd name="x6" fmla="+- l dx5 0"/>
              <a:gd name="x10" fmla="+- r dx2 0"/>
              <a:gd name="x7" fmla="+- x6 dx3 0"/>
              <a:gd name="x8" fmla="+/ x7 x10 2"/>
              <a:gd name="x9" fmla="+- r 0 x1"/>
              <a:gd name="xAdj" fmla="+- hc dx1 0"/>
              <a:gd name="xAdj2" fmla="+- hc 0 dx1"/>
              <a:gd name="il" fmla="max x2 x6"/>
              <a:gd name="ir" fmla="min x5 x10"/>
              <a:gd name="it" fmla="*/ h a1 50000"/>
              <a:gd name="ib" fmla="+- b 0 it"/>
            </a:gdLst>
            <a:ahLst/>
            <a:cxnLst>
              <a:cxn ang="cd4">
                <a:pos x="xAdj2" y="y1"/>
              </a:cxn>
              <a:cxn ang="cd2">
                <a:pos x="x1" y="vc"/>
              </a:cxn>
              <a:cxn ang="3">
                <a:pos x="xAdj" y="y4"/>
              </a:cxn>
              <a:cxn ang="0">
                <a:pos x="x9" y="vc"/>
              </a:cxn>
            </a:cxnLst>
            <a:rect l="l" t="t" r="r" b="b"/>
            <a:pathLst>
              <a:path w="3703" h="4095">
                <a:moveTo>
                  <a:pt x="0" y="563"/>
                </a:moveTo>
                <a:lnTo>
                  <a:pt x="305" y="474"/>
                </a:lnTo>
                <a:lnTo>
                  <a:pt x="609" y="393"/>
                </a:lnTo>
                <a:lnTo>
                  <a:pt x="914" y="321"/>
                </a:lnTo>
                <a:lnTo>
                  <a:pt x="1219" y="257"/>
                </a:lnTo>
                <a:lnTo>
                  <a:pt x="1524" y="201"/>
                </a:lnTo>
                <a:lnTo>
                  <a:pt x="1828" y="152"/>
                </a:lnTo>
                <a:lnTo>
                  <a:pt x="2133" y="110"/>
                </a:lnTo>
                <a:lnTo>
                  <a:pt x="2438" y="76"/>
                </a:lnTo>
                <a:lnTo>
                  <a:pt x="2743" y="48"/>
                </a:lnTo>
                <a:lnTo>
                  <a:pt x="3047" y="26"/>
                </a:lnTo>
                <a:lnTo>
                  <a:pt x="3352" y="10"/>
                </a:lnTo>
                <a:lnTo>
                  <a:pt x="3657" y="1"/>
                </a:lnTo>
                <a:lnTo>
                  <a:pt x="3703" y="0"/>
                </a:lnTo>
                <a:lnTo>
                  <a:pt x="3703" y="3533"/>
                </a:lnTo>
                <a:lnTo>
                  <a:pt x="3657" y="3533"/>
                </a:lnTo>
                <a:lnTo>
                  <a:pt x="3352" y="3543"/>
                </a:lnTo>
                <a:lnTo>
                  <a:pt x="3047" y="3559"/>
                </a:lnTo>
                <a:lnTo>
                  <a:pt x="2743" y="3580"/>
                </a:lnTo>
                <a:lnTo>
                  <a:pt x="2438" y="3608"/>
                </a:lnTo>
                <a:lnTo>
                  <a:pt x="2133" y="3643"/>
                </a:lnTo>
                <a:lnTo>
                  <a:pt x="1828" y="3684"/>
                </a:lnTo>
                <a:lnTo>
                  <a:pt x="1524" y="3733"/>
                </a:lnTo>
                <a:lnTo>
                  <a:pt x="1219" y="3790"/>
                </a:lnTo>
                <a:lnTo>
                  <a:pt x="914" y="3854"/>
                </a:lnTo>
                <a:lnTo>
                  <a:pt x="609" y="3926"/>
                </a:lnTo>
                <a:lnTo>
                  <a:pt x="305" y="4006"/>
                </a:lnTo>
                <a:lnTo>
                  <a:pt x="0" y="4095"/>
                </a:lnTo>
                <a:lnTo>
                  <a:pt x="0" y="563"/>
                </a:lnTo>
                <a:close/>
              </a:path>
            </a:pathLst>
          </a:custGeom>
          <a:solidFill>
            <a:schemeClr val="bg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88" name="图形 4"/>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255395" y="2101215"/>
            <a:ext cx="450850" cy="464185"/>
          </a:xfrm>
          <a:prstGeom prst="rect">
            <a:avLst/>
          </a:prstGeom>
        </p:spPr>
      </p:pic>
      <p:pic>
        <p:nvPicPr>
          <p:cNvPr id="21" name="图形 4"/>
          <p:cNvPicPr>
            <a:picLocks noChangeAspect="1"/>
          </p:cNvPicPr>
          <p:nvPr>
            <p:custDataLst>
              <p:tags r:id="rId15"/>
            </p:custDataLst>
          </p:nvPr>
        </p:nvPicPr>
        <p:blipFill>
          <a:blip r:embed="rId13">
            <a:extLst>
              <a:ext uri="{96DAC541-7B7A-43D3-8B79-37D633B846F1}">
                <asvg:svgBlip xmlns:asvg="http://schemas.microsoft.com/office/drawing/2016/SVG/main" r:embed="rId14"/>
              </a:ext>
            </a:extLst>
          </a:blip>
          <a:stretch>
            <a:fillRect/>
          </a:stretch>
        </p:blipFill>
        <p:spPr>
          <a:xfrm>
            <a:off x="3554730" y="2099945"/>
            <a:ext cx="450850" cy="464185"/>
          </a:xfrm>
          <a:prstGeom prst="rect">
            <a:avLst/>
          </a:prstGeom>
        </p:spPr>
      </p:pic>
      <p:pic>
        <p:nvPicPr>
          <p:cNvPr id="22" name="图形 4"/>
          <p:cNvPicPr>
            <a:picLocks noChangeAspect="1"/>
          </p:cNvPicPr>
          <p:nvPr>
            <p:custDataLst>
              <p:tags r:id="rId16"/>
            </p:custDataLst>
          </p:nvPr>
        </p:nvPicPr>
        <p:blipFill>
          <a:blip r:embed="rId13">
            <a:extLst>
              <a:ext uri="{96DAC541-7B7A-43D3-8B79-37D633B846F1}">
                <asvg:svgBlip xmlns:asvg="http://schemas.microsoft.com/office/drawing/2016/SVG/main" r:embed="rId14"/>
              </a:ext>
            </a:extLst>
          </a:blip>
          <a:stretch>
            <a:fillRect/>
          </a:stretch>
        </p:blipFill>
        <p:spPr>
          <a:xfrm>
            <a:off x="5932170" y="2437130"/>
            <a:ext cx="450850" cy="464185"/>
          </a:xfrm>
          <a:prstGeom prst="rect">
            <a:avLst/>
          </a:prstGeom>
        </p:spPr>
      </p:pic>
      <p:pic>
        <p:nvPicPr>
          <p:cNvPr id="25" name="图形 4"/>
          <p:cNvPicPr>
            <a:picLocks noChangeAspect="1"/>
          </p:cNvPicPr>
          <p:nvPr>
            <p:custDataLst>
              <p:tags r:id="rId17"/>
            </p:custDataLst>
          </p:nvPr>
        </p:nvPicPr>
        <p:blipFill>
          <a:blip r:embed="rId13">
            <a:extLst>
              <a:ext uri="{96DAC541-7B7A-43D3-8B79-37D633B846F1}">
                <asvg:svgBlip xmlns:asvg="http://schemas.microsoft.com/office/drawing/2016/SVG/main" r:embed="rId14"/>
              </a:ext>
            </a:extLst>
          </a:blip>
          <a:stretch>
            <a:fillRect/>
          </a:stretch>
        </p:blipFill>
        <p:spPr>
          <a:xfrm>
            <a:off x="8244205" y="2766695"/>
            <a:ext cx="450850" cy="464185"/>
          </a:xfrm>
          <a:prstGeom prst="rect">
            <a:avLst/>
          </a:prstGeom>
        </p:spPr>
      </p:pic>
      <p:pic>
        <p:nvPicPr>
          <p:cNvPr id="26" name="图形 4"/>
          <p:cNvPicPr>
            <a:picLocks noChangeAspect="1"/>
          </p:cNvPicPr>
          <p:nvPr>
            <p:custDataLst>
              <p:tags r:id="rId18"/>
            </p:custDataLst>
          </p:nvPr>
        </p:nvPicPr>
        <p:blipFill>
          <a:blip r:embed="rId13">
            <a:extLst>
              <a:ext uri="{96DAC541-7B7A-43D3-8B79-37D633B846F1}">
                <asvg:svgBlip xmlns:asvg="http://schemas.microsoft.com/office/drawing/2016/SVG/main" r:embed="rId14"/>
              </a:ext>
            </a:extLst>
          </a:blip>
          <a:stretch>
            <a:fillRect/>
          </a:stretch>
        </p:blipFill>
        <p:spPr>
          <a:xfrm>
            <a:off x="10513695" y="2658745"/>
            <a:ext cx="450850" cy="464185"/>
          </a:xfrm>
          <a:prstGeom prst="rect">
            <a:avLst/>
          </a:prstGeom>
        </p:spPr>
      </p:pic>
      <p:sp>
        <p:nvSpPr>
          <p:cNvPr id="28" name="同侧圆角矩形 27"/>
          <p:cNvSpPr/>
          <p:nvPr>
            <p:custDataLst>
              <p:tags r:id="rId19"/>
            </p:custDataLst>
          </p:nvPr>
        </p:nvSpPr>
        <p:spPr>
          <a:xfrm>
            <a:off x="803275" y="4011930"/>
            <a:ext cx="1588135" cy="35433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同侧圆角矩形 28"/>
          <p:cNvSpPr/>
          <p:nvPr>
            <p:custDataLst>
              <p:tags r:id="rId20"/>
            </p:custDataLst>
          </p:nvPr>
        </p:nvSpPr>
        <p:spPr>
          <a:xfrm>
            <a:off x="805815" y="4366260"/>
            <a:ext cx="1583055" cy="10566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同侧圆角矩形 30"/>
          <p:cNvSpPr/>
          <p:nvPr>
            <p:custDataLst>
              <p:tags r:id="rId21"/>
            </p:custDataLst>
          </p:nvPr>
        </p:nvSpPr>
        <p:spPr>
          <a:xfrm>
            <a:off x="3075305" y="3904615"/>
            <a:ext cx="1588135" cy="35433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2" name="同侧圆角矩形 31"/>
          <p:cNvSpPr/>
          <p:nvPr>
            <p:custDataLst>
              <p:tags r:id="rId22"/>
            </p:custDataLst>
          </p:nvPr>
        </p:nvSpPr>
        <p:spPr>
          <a:xfrm>
            <a:off x="3075940" y="4259580"/>
            <a:ext cx="1587500" cy="10566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同侧圆角矩形 34"/>
          <p:cNvSpPr/>
          <p:nvPr>
            <p:custDataLst>
              <p:tags r:id="rId23"/>
            </p:custDataLst>
          </p:nvPr>
        </p:nvSpPr>
        <p:spPr>
          <a:xfrm>
            <a:off x="5346065" y="4287520"/>
            <a:ext cx="1588135" cy="35433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6" name="同侧圆角矩形 35"/>
          <p:cNvSpPr/>
          <p:nvPr>
            <p:custDataLst>
              <p:tags r:id="rId24"/>
            </p:custDataLst>
          </p:nvPr>
        </p:nvSpPr>
        <p:spPr>
          <a:xfrm>
            <a:off x="5346383" y="4641850"/>
            <a:ext cx="1587500" cy="10566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同侧圆角矩形 38"/>
          <p:cNvSpPr/>
          <p:nvPr>
            <p:custDataLst>
              <p:tags r:id="rId25"/>
            </p:custDataLst>
          </p:nvPr>
        </p:nvSpPr>
        <p:spPr>
          <a:xfrm>
            <a:off x="7618095" y="4547870"/>
            <a:ext cx="1588135" cy="35433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同侧圆角矩形 39"/>
          <p:cNvSpPr/>
          <p:nvPr>
            <p:custDataLst>
              <p:tags r:id="rId26"/>
            </p:custDataLst>
          </p:nvPr>
        </p:nvSpPr>
        <p:spPr>
          <a:xfrm>
            <a:off x="7618413" y="4902200"/>
            <a:ext cx="1587500" cy="10566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8" name="同侧圆角矩形 67"/>
          <p:cNvSpPr/>
          <p:nvPr>
            <p:custDataLst>
              <p:tags r:id="rId27"/>
            </p:custDataLst>
          </p:nvPr>
        </p:nvSpPr>
        <p:spPr>
          <a:xfrm>
            <a:off x="9890760" y="4472305"/>
            <a:ext cx="1588135" cy="35433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同侧圆角矩形 70"/>
          <p:cNvSpPr/>
          <p:nvPr>
            <p:custDataLst>
              <p:tags r:id="rId28"/>
            </p:custDataLst>
          </p:nvPr>
        </p:nvSpPr>
        <p:spPr>
          <a:xfrm>
            <a:off x="9891078" y="4827270"/>
            <a:ext cx="1587500" cy="1056640"/>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 name="标题 2"/>
          <p:cNvSpPr>
            <a:spLocks noGrp="1"/>
          </p:cNvSpPr>
          <p:nvPr>
            <p:ph type="title"/>
          </p:nvPr>
        </p:nvSpPr>
        <p:spPr/>
        <p:txBody>
          <a:bodyPr/>
          <a:lstStyle/>
          <a:p>
            <a:r>
              <a:rPr>
                <a:sym typeface="+mn-ea"/>
              </a:rPr>
              <a:t>此处添加主标题文案</a:t>
            </a: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逻辑图：</a:t>
            </a:r>
            <a:r>
              <a:rPr dirty="0">
                <a:sym typeface="+mn-ea"/>
              </a:rPr>
              <a:t>并列 | 列举</a:t>
            </a:r>
            <a:endParaRPr kumimoji="1" lang="zh-CN" altLang="en-US" dirty="0"/>
          </a:p>
        </p:txBody>
      </p:sp>
      <p:sp>
        <p:nvSpPr>
          <p:cNvPr id="32" name="空心弧 31"/>
          <p:cNvSpPr/>
          <p:nvPr/>
        </p:nvSpPr>
        <p:spPr>
          <a:xfrm rot="16200000" flipH="1">
            <a:off x="1952329" y="947804"/>
            <a:ext cx="5358765" cy="5233670"/>
          </a:xfrm>
          <a:prstGeom prst="blockArc">
            <a:avLst>
              <a:gd name="adj1" fmla="val 12070388"/>
              <a:gd name="adj2" fmla="val 20133900"/>
              <a:gd name="adj3" fmla="val 21040"/>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空心弧 32"/>
          <p:cNvSpPr/>
          <p:nvPr/>
        </p:nvSpPr>
        <p:spPr>
          <a:xfrm rot="5400000">
            <a:off x="4534239" y="947804"/>
            <a:ext cx="5358765" cy="5233670"/>
          </a:xfrm>
          <a:prstGeom prst="blockArc">
            <a:avLst>
              <a:gd name="adj1" fmla="val 12070388"/>
              <a:gd name="adj2" fmla="val 20359501"/>
              <a:gd name="adj3" fmla="val 21477"/>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4" name="椭圆 33"/>
          <p:cNvSpPr/>
          <p:nvPr/>
        </p:nvSpPr>
        <p:spPr>
          <a:xfrm>
            <a:off x="3596958" y="2602230"/>
            <a:ext cx="1924685" cy="1924685"/>
          </a:xfrm>
          <a:prstGeom prst="ellipse">
            <a:avLst/>
          </a:prstGeom>
          <a:gradFill>
            <a:gsLst>
              <a:gs pos="0">
                <a:schemeClr val="accent2"/>
              </a:gs>
              <a:gs pos="100000">
                <a:schemeClr val="accent1"/>
              </a:gs>
            </a:gsLst>
            <a:lin ang="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5" name="矩形 34"/>
          <p:cNvSpPr/>
          <p:nvPr/>
        </p:nvSpPr>
        <p:spPr>
          <a:xfrm>
            <a:off x="3941128" y="3613150"/>
            <a:ext cx="123634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pic>
        <p:nvPicPr>
          <p:cNvPr id="36" name="图片 12"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00855" y="3096260"/>
            <a:ext cx="516890" cy="516890"/>
          </a:xfrm>
          <a:prstGeom prst="rect">
            <a:avLst/>
          </a:prstGeom>
        </p:spPr>
      </p:pic>
      <p:sp>
        <p:nvSpPr>
          <p:cNvPr id="48" name="椭圆 47"/>
          <p:cNvSpPr/>
          <p:nvPr/>
        </p:nvSpPr>
        <p:spPr>
          <a:xfrm>
            <a:off x="2804160" y="1657985"/>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4" name="椭圆 53"/>
          <p:cNvSpPr/>
          <p:nvPr/>
        </p:nvSpPr>
        <p:spPr>
          <a:xfrm>
            <a:off x="2258060" y="2631440"/>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椭圆 54"/>
          <p:cNvSpPr/>
          <p:nvPr/>
        </p:nvSpPr>
        <p:spPr>
          <a:xfrm>
            <a:off x="2258060" y="3747770"/>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6" name="椭圆 55"/>
          <p:cNvSpPr/>
          <p:nvPr/>
        </p:nvSpPr>
        <p:spPr>
          <a:xfrm>
            <a:off x="2804160" y="4678045"/>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7" name="椭圆 56"/>
          <p:cNvSpPr/>
          <p:nvPr/>
        </p:nvSpPr>
        <p:spPr>
          <a:xfrm>
            <a:off x="6416358" y="2602230"/>
            <a:ext cx="1924685" cy="1924685"/>
          </a:xfrm>
          <a:prstGeom prst="ellipse">
            <a:avLst/>
          </a:prstGeom>
          <a:gradFill>
            <a:gsLst>
              <a:gs pos="0">
                <a:schemeClr val="accent2"/>
              </a:gs>
              <a:gs pos="100000">
                <a:schemeClr val="accent1"/>
              </a:gs>
            </a:gsLst>
            <a:lin ang="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矩形 57"/>
          <p:cNvSpPr/>
          <p:nvPr/>
        </p:nvSpPr>
        <p:spPr>
          <a:xfrm>
            <a:off x="6760528" y="3613150"/>
            <a:ext cx="123634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pic>
        <p:nvPicPr>
          <p:cNvPr id="59" name="图片 12"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0255" y="3096260"/>
            <a:ext cx="516890" cy="516890"/>
          </a:xfrm>
          <a:prstGeom prst="rect">
            <a:avLst/>
          </a:prstGeom>
        </p:spPr>
      </p:pic>
      <p:sp>
        <p:nvSpPr>
          <p:cNvPr id="60" name="椭圆 59"/>
          <p:cNvSpPr/>
          <p:nvPr/>
        </p:nvSpPr>
        <p:spPr>
          <a:xfrm>
            <a:off x="8265160" y="1657985"/>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椭圆 60"/>
          <p:cNvSpPr/>
          <p:nvPr/>
        </p:nvSpPr>
        <p:spPr>
          <a:xfrm>
            <a:off x="8811260" y="2631440"/>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椭圆 61"/>
          <p:cNvSpPr/>
          <p:nvPr/>
        </p:nvSpPr>
        <p:spPr>
          <a:xfrm>
            <a:off x="8785860" y="3747770"/>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3" name="椭圆 62"/>
          <p:cNvSpPr/>
          <p:nvPr/>
        </p:nvSpPr>
        <p:spPr>
          <a:xfrm>
            <a:off x="8265160" y="4678045"/>
            <a:ext cx="793115" cy="793115"/>
          </a:xfrm>
          <a:prstGeom prst="ellipse">
            <a:avLst/>
          </a:prstGeom>
          <a:gradFill>
            <a:gsLst>
              <a:gs pos="0">
                <a:schemeClr val="accent2"/>
              </a:gs>
              <a:gs pos="100000">
                <a:schemeClr val="accent1"/>
              </a:gs>
            </a:gsLst>
            <a:lin ang="540000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5" name="矩形 64"/>
          <p:cNvSpPr/>
          <p:nvPr/>
        </p:nvSpPr>
        <p:spPr>
          <a:xfrm>
            <a:off x="616033" y="174656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6" name="矩形 65"/>
          <p:cNvSpPr/>
          <p:nvPr/>
        </p:nvSpPr>
        <p:spPr>
          <a:xfrm>
            <a:off x="178518" y="288702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矩形 66"/>
          <p:cNvSpPr/>
          <p:nvPr/>
        </p:nvSpPr>
        <p:spPr>
          <a:xfrm>
            <a:off x="203918" y="405542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8" name="矩形 67"/>
          <p:cNvSpPr/>
          <p:nvPr/>
        </p:nvSpPr>
        <p:spPr>
          <a:xfrm>
            <a:off x="680803" y="504602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9" name="矩形 68"/>
          <p:cNvSpPr/>
          <p:nvPr/>
        </p:nvSpPr>
        <p:spPr>
          <a:xfrm>
            <a:off x="9547075" y="504602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0" name="矩形 69"/>
          <p:cNvSpPr/>
          <p:nvPr/>
        </p:nvSpPr>
        <p:spPr>
          <a:xfrm>
            <a:off x="9908390" y="406431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1" name="矩形 70"/>
          <p:cNvSpPr/>
          <p:nvPr/>
        </p:nvSpPr>
        <p:spPr>
          <a:xfrm>
            <a:off x="9907755" y="288702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2" name="矩形 71"/>
          <p:cNvSpPr/>
          <p:nvPr/>
        </p:nvSpPr>
        <p:spPr>
          <a:xfrm>
            <a:off x="9572475" y="1746568"/>
            <a:ext cx="1728000" cy="28130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ts val="400"/>
              </a:spcBef>
              <a:spcAft>
                <a:spcPts val="400"/>
              </a:spcAft>
            </a:pP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6" name="任意多边形 75"/>
          <p:cNvSpPr/>
          <p:nvPr/>
        </p:nvSpPr>
        <p:spPr>
          <a:xfrm>
            <a:off x="5686425" y="3204845"/>
            <a:ext cx="512445" cy="219710"/>
          </a:xfrm>
          <a:custGeom>
            <a:avLst/>
            <a:gdLst/>
            <a:ahLst/>
            <a:cxnLst>
              <a:cxn ang="3">
                <a:pos x="hc" y="t"/>
              </a:cxn>
              <a:cxn ang="cd2">
                <a:pos x="l" y="vc"/>
              </a:cxn>
              <a:cxn ang="cd4">
                <a:pos x="hc" y="b"/>
              </a:cxn>
              <a:cxn ang="0">
                <a:pos x="r" y="vc"/>
              </a:cxn>
            </a:cxnLst>
            <a:rect l="l" t="t" r="r" b="b"/>
            <a:pathLst>
              <a:path w="1171" h="502">
                <a:moveTo>
                  <a:pt x="0" y="211"/>
                </a:moveTo>
                <a:lnTo>
                  <a:pt x="573" y="211"/>
                </a:lnTo>
                <a:lnTo>
                  <a:pt x="573" y="0"/>
                </a:lnTo>
                <a:lnTo>
                  <a:pt x="1171" y="502"/>
                </a:lnTo>
                <a:lnTo>
                  <a:pt x="0" y="502"/>
                </a:lnTo>
                <a:lnTo>
                  <a:pt x="0" y="211"/>
                </a:lnTo>
                <a:close/>
              </a:path>
            </a:pathLst>
          </a:custGeom>
          <a:gradFill>
            <a:gsLst>
              <a:gs pos="0">
                <a:schemeClr val="accent2">
                  <a:lumMod val="20000"/>
                  <a:lumOff val="80000"/>
                  <a:alpha val="0"/>
                </a:schemeClr>
              </a:gs>
              <a:gs pos="60000">
                <a:schemeClr val="accent2">
                  <a:lumMod val="40000"/>
                  <a:lumOff val="6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9" name="任意多边形 78"/>
          <p:cNvSpPr/>
          <p:nvPr/>
        </p:nvSpPr>
        <p:spPr>
          <a:xfrm rot="10800000">
            <a:off x="5739765" y="3492500"/>
            <a:ext cx="512445" cy="219710"/>
          </a:xfrm>
          <a:custGeom>
            <a:avLst/>
            <a:gdLst/>
            <a:ahLst/>
            <a:cxnLst>
              <a:cxn ang="3">
                <a:pos x="hc" y="t"/>
              </a:cxn>
              <a:cxn ang="cd2">
                <a:pos x="l" y="vc"/>
              </a:cxn>
              <a:cxn ang="cd4">
                <a:pos x="hc" y="b"/>
              </a:cxn>
              <a:cxn ang="0">
                <a:pos x="r" y="vc"/>
              </a:cxn>
            </a:cxnLst>
            <a:rect l="l" t="t" r="r" b="b"/>
            <a:pathLst>
              <a:path w="1171" h="502">
                <a:moveTo>
                  <a:pt x="0" y="211"/>
                </a:moveTo>
                <a:lnTo>
                  <a:pt x="573" y="211"/>
                </a:lnTo>
                <a:lnTo>
                  <a:pt x="573" y="0"/>
                </a:lnTo>
                <a:lnTo>
                  <a:pt x="1171" y="502"/>
                </a:lnTo>
                <a:lnTo>
                  <a:pt x="0" y="502"/>
                </a:lnTo>
                <a:lnTo>
                  <a:pt x="0" y="211"/>
                </a:lnTo>
                <a:close/>
              </a:path>
            </a:pathLst>
          </a:custGeom>
          <a:gradFill>
            <a:gsLst>
              <a:gs pos="0">
                <a:schemeClr val="accent2">
                  <a:lumMod val="20000"/>
                  <a:lumOff val="80000"/>
                  <a:alpha val="0"/>
                </a:schemeClr>
              </a:gs>
              <a:gs pos="60000">
                <a:schemeClr val="accent2">
                  <a:lumMod val="40000"/>
                  <a:lumOff val="6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80"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4967" y="1862280"/>
            <a:ext cx="360000" cy="360000"/>
          </a:xfrm>
          <a:prstGeom prst="rect">
            <a:avLst/>
          </a:prstGeom>
        </p:spPr>
      </p:pic>
      <p:pic>
        <p:nvPicPr>
          <p:cNvPr id="81"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8867" y="2850975"/>
            <a:ext cx="360000" cy="360000"/>
          </a:xfrm>
          <a:prstGeom prst="rect">
            <a:avLst/>
          </a:prstGeom>
        </p:spPr>
      </p:pic>
      <p:pic>
        <p:nvPicPr>
          <p:cNvPr id="82"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8867" y="3969845"/>
            <a:ext cx="360000" cy="360000"/>
          </a:xfrm>
          <a:prstGeom prst="rect">
            <a:avLst/>
          </a:prstGeom>
        </p:spPr>
      </p:pic>
      <p:pic>
        <p:nvPicPr>
          <p:cNvPr id="83"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5602" y="4896310"/>
            <a:ext cx="360000" cy="360000"/>
          </a:xfrm>
          <a:prstGeom prst="rect">
            <a:avLst/>
          </a:prstGeom>
        </p:spPr>
      </p:pic>
      <p:pic>
        <p:nvPicPr>
          <p:cNvPr id="84"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76602" y="4881070"/>
            <a:ext cx="360000" cy="360000"/>
          </a:xfrm>
          <a:prstGeom prst="rect">
            <a:avLst/>
          </a:prstGeom>
        </p:spPr>
      </p:pic>
      <p:pic>
        <p:nvPicPr>
          <p:cNvPr id="85"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5557" y="3953335"/>
            <a:ext cx="360000" cy="360000"/>
          </a:xfrm>
          <a:prstGeom prst="rect">
            <a:avLst/>
          </a:prstGeom>
        </p:spPr>
      </p:pic>
      <p:pic>
        <p:nvPicPr>
          <p:cNvPr id="86"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5562" y="2845895"/>
            <a:ext cx="360000" cy="360000"/>
          </a:xfrm>
          <a:prstGeom prst="rect">
            <a:avLst/>
          </a:prstGeom>
        </p:spPr>
      </p:pic>
      <p:pic>
        <p:nvPicPr>
          <p:cNvPr id="87" name="图片 12"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4857" y="1871805"/>
            <a:ext cx="360000" cy="36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逻辑图：</a:t>
            </a:r>
            <a:r>
              <a:rPr dirty="0">
                <a:sym typeface="+mn-ea"/>
              </a:rPr>
              <a:t>并列 | 列举</a:t>
            </a:r>
            <a:endParaRPr kumimoji="1" lang="zh-CN" altLang="en-US" dirty="0"/>
          </a:p>
        </p:txBody>
      </p:sp>
      <p:sp>
        <p:nvSpPr>
          <p:cNvPr id="4" name="椭圆 3"/>
          <p:cNvSpPr/>
          <p:nvPr/>
        </p:nvSpPr>
        <p:spPr>
          <a:xfrm>
            <a:off x="4986655" y="2555875"/>
            <a:ext cx="1814830" cy="1814830"/>
          </a:xfrm>
          <a:prstGeom prst="ellipse">
            <a:avLst/>
          </a:prstGeom>
          <a:gradFill>
            <a:gsLst>
              <a:gs pos="0">
                <a:schemeClr val="accent2"/>
              </a:gs>
              <a:gs pos="100000">
                <a:schemeClr val="accent1"/>
              </a:gs>
            </a:gsLst>
            <a:lin ang="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7" name="图片 6"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69585" y="3138805"/>
            <a:ext cx="648970" cy="648970"/>
          </a:xfrm>
          <a:prstGeom prst="rect">
            <a:avLst/>
          </a:prstGeom>
        </p:spPr>
      </p:pic>
      <p:sp>
        <p:nvSpPr>
          <p:cNvPr id="3" name="空心弧 2"/>
          <p:cNvSpPr/>
          <p:nvPr/>
        </p:nvSpPr>
        <p:spPr>
          <a:xfrm>
            <a:off x="4097655" y="1652270"/>
            <a:ext cx="3550285" cy="3550285"/>
          </a:xfrm>
          <a:prstGeom prst="blockArc">
            <a:avLst>
              <a:gd name="adj1" fmla="val 10800000"/>
              <a:gd name="adj2" fmla="val 16200000"/>
              <a:gd name="adj3" fmla="val 15298"/>
            </a:avLst>
          </a:prstGeom>
          <a:solidFill>
            <a:schemeClr val="bg2"/>
          </a:solidFill>
          <a:ln w="1270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空心弧 4"/>
          <p:cNvSpPr/>
          <p:nvPr/>
        </p:nvSpPr>
        <p:spPr>
          <a:xfrm>
            <a:off x="4167505" y="1639570"/>
            <a:ext cx="3550285" cy="3550285"/>
          </a:xfrm>
          <a:prstGeom prst="blockArc">
            <a:avLst>
              <a:gd name="adj1" fmla="val 16166624"/>
              <a:gd name="adj2" fmla="val 74721"/>
              <a:gd name="adj3" fmla="val 15663"/>
            </a:avLst>
          </a:prstGeom>
          <a:solidFill>
            <a:schemeClr val="bg2"/>
          </a:solidFill>
          <a:ln w="1270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 name="空心弧 5"/>
          <p:cNvSpPr/>
          <p:nvPr/>
        </p:nvSpPr>
        <p:spPr>
          <a:xfrm rot="10800000">
            <a:off x="4167505" y="1760220"/>
            <a:ext cx="3550285" cy="3550285"/>
          </a:xfrm>
          <a:prstGeom prst="blockArc">
            <a:avLst>
              <a:gd name="adj1" fmla="val 10800000"/>
              <a:gd name="adj2" fmla="val 16200000"/>
              <a:gd name="adj3" fmla="val 15298"/>
            </a:avLst>
          </a:prstGeom>
          <a:solidFill>
            <a:schemeClr val="bg2"/>
          </a:solidFill>
          <a:ln w="1270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 name="空心弧 7"/>
          <p:cNvSpPr/>
          <p:nvPr/>
        </p:nvSpPr>
        <p:spPr>
          <a:xfrm rot="10800000">
            <a:off x="4084955" y="1758315"/>
            <a:ext cx="3550285" cy="3550285"/>
          </a:xfrm>
          <a:prstGeom prst="blockArc">
            <a:avLst>
              <a:gd name="adj1" fmla="val 16166624"/>
              <a:gd name="adj2" fmla="val 74721"/>
              <a:gd name="adj3" fmla="val 15663"/>
            </a:avLst>
          </a:prstGeom>
          <a:solidFill>
            <a:schemeClr val="bg2"/>
          </a:solidFill>
          <a:ln w="1270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2" name="矩形 51"/>
          <p:cNvSpPr/>
          <p:nvPr/>
        </p:nvSpPr>
        <p:spPr>
          <a:xfrm rot="18780000">
            <a:off x="4349115" y="2280920"/>
            <a:ext cx="991870" cy="2895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80000"/>
              </a:lnSpc>
              <a:spcBef>
                <a:spcPts val="400"/>
              </a:spcBef>
              <a:spcAft>
                <a:spcPts val="400"/>
              </a:spcAft>
            </a:pPr>
            <a:r>
              <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矩形 8"/>
          <p:cNvSpPr/>
          <p:nvPr/>
        </p:nvSpPr>
        <p:spPr>
          <a:xfrm rot="2580000">
            <a:off x="6506845" y="2253615"/>
            <a:ext cx="989965" cy="2889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80000"/>
              </a:lnSpc>
              <a:spcBef>
                <a:spcPts val="400"/>
              </a:spcBef>
              <a:spcAft>
                <a:spcPts val="400"/>
              </a:spcAft>
            </a:pPr>
            <a:r>
              <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矩形 9"/>
          <p:cNvSpPr/>
          <p:nvPr/>
        </p:nvSpPr>
        <p:spPr>
          <a:xfrm rot="2520000">
            <a:off x="4452620" y="4551045"/>
            <a:ext cx="989965" cy="2889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80000"/>
              </a:lnSpc>
              <a:spcBef>
                <a:spcPts val="400"/>
              </a:spcBef>
              <a:spcAft>
                <a:spcPts val="400"/>
              </a:spcAft>
            </a:pPr>
            <a:r>
              <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矩形 10"/>
          <p:cNvSpPr/>
          <p:nvPr/>
        </p:nvSpPr>
        <p:spPr>
          <a:xfrm rot="19260000">
            <a:off x="6482080" y="4479290"/>
            <a:ext cx="989965" cy="2889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80000"/>
              </a:lnSpc>
              <a:spcBef>
                <a:spcPts val="400"/>
              </a:spcBef>
              <a:spcAft>
                <a:spcPts val="400"/>
              </a:spcAft>
            </a:pPr>
            <a:r>
              <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椭圆 72"/>
          <p:cNvSpPr>
            <a:spLocks noChangeAspect="1"/>
          </p:cNvSpPr>
          <p:nvPr/>
        </p:nvSpPr>
        <p:spPr>
          <a:xfrm>
            <a:off x="3274695" y="1355090"/>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椭圆 13"/>
          <p:cNvSpPr>
            <a:spLocks noChangeAspect="1"/>
          </p:cNvSpPr>
          <p:nvPr/>
        </p:nvSpPr>
        <p:spPr>
          <a:xfrm>
            <a:off x="2887345" y="2910205"/>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椭圆 15"/>
          <p:cNvSpPr>
            <a:spLocks noChangeAspect="1"/>
          </p:cNvSpPr>
          <p:nvPr/>
        </p:nvSpPr>
        <p:spPr>
          <a:xfrm>
            <a:off x="3274695" y="4505960"/>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spcBef>
                <a:spcPts val="400"/>
              </a:spcBef>
              <a:spcAft>
                <a:spcPts val="400"/>
              </a:spcAft>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椭圆 17"/>
          <p:cNvSpPr>
            <a:spLocks noChangeAspect="1"/>
          </p:cNvSpPr>
          <p:nvPr/>
        </p:nvSpPr>
        <p:spPr>
          <a:xfrm>
            <a:off x="7387590" y="1355090"/>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0" name="椭圆 19"/>
          <p:cNvSpPr>
            <a:spLocks noChangeAspect="1"/>
          </p:cNvSpPr>
          <p:nvPr/>
        </p:nvSpPr>
        <p:spPr>
          <a:xfrm>
            <a:off x="8118475" y="2910205"/>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2" name="椭圆 21"/>
          <p:cNvSpPr>
            <a:spLocks noChangeAspect="1"/>
          </p:cNvSpPr>
          <p:nvPr/>
        </p:nvSpPr>
        <p:spPr>
          <a:xfrm>
            <a:off x="7387590" y="4505960"/>
            <a:ext cx="1037590" cy="103759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矩形 39"/>
          <p:cNvSpPr/>
          <p:nvPr/>
        </p:nvSpPr>
        <p:spPr>
          <a:xfrm>
            <a:off x="1159510" y="1515110"/>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6" name="矩形 25"/>
          <p:cNvSpPr/>
          <p:nvPr/>
        </p:nvSpPr>
        <p:spPr>
          <a:xfrm>
            <a:off x="778510" y="3035300"/>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矩形 26"/>
          <p:cNvSpPr/>
          <p:nvPr/>
        </p:nvSpPr>
        <p:spPr>
          <a:xfrm>
            <a:off x="1214755" y="4624705"/>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8" name="矩形 27"/>
          <p:cNvSpPr/>
          <p:nvPr/>
        </p:nvSpPr>
        <p:spPr>
          <a:xfrm>
            <a:off x="8646795" y="1502410"/>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矩形 28"/>
          <p:cNvSpPr/>
          <p:nvPr/>
        </p:nvSpPr>
        <p:spPr>
          <a:xfrm>
            <a:off x="9434195" y="3035300"/>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矩形 29"/>
          <p:cNvSpPr/>
          <p:nvPr/>
        </p:nvSpPr>
        <p:spPr>
          <a:xfrm>
            <a:off x="8702040" y="4612005"/>
            <a:ext cx="1879600"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1" name="文本框 30"/>
          <p:cNvSpPr txBox="1"/>
          <p:nvPr/>
        </p:nvSpPr>
        <p:spPr>
          <a:xfrm>
            <a:off x="9056370" y="6461760"/>
            <a:ext cx="184731" cy="369332"/>
          </a:xfrm>
          <a:prstGeom prst="rect">
            <a:avLst/>
          </a:prstGeom>
          <a:noFill/>
        </p:spPr>
        <p:txBody>
          <a:bodyPr wrap="none" rtlCol="0">
            <a:spAutoFit/>
          </a:bodyP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rot="10800000" flipH="1">
            <a:off x="7788275" y="970915"/>
            <a:ext cx="4203700" cy="5023485"/>
          </a:xfrm>
          <a:prstGeom prst="ellipse">
            <a:avLst/>
          </a:prstGeom>
          <a:gradFill>
            <a:gsLst>
              <a:gs pos="31000">
                <a:schemeClr val="bg2">
                  <a:alpha val="0"/>
                </a:schemeClr>
              </a:gs>
              <a:gs pos="0">
                <a:schemeClr val="bg2"/>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椭圆 29"/>
          <p:cNvSpPr/>
          <p:nvPr/>
        </p:nvSpPr>
        <p:spPr>
          <a:xfrm rot="10800000">
            <a:off x="-443230" y="917575"/>
            <a:ext cx="5023485" cy="5023485"/>
          </a:xfrm>
          <a:prstGeom prst="ellipse">
            <a:avLst/>
          </a:prstGeom>
          <a:gradFill>
            <a:gsLst>
              <a:gs pos="31000">
                <a:schemeClr val="bg2">
                  <a:alpha val="0"/>
                </a:schemeClr>
              </a:gs>
              <a:gs pos="0">
                <a:schemeClr val="bg2"/>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6" name="椭圆 25"/>
          <p:cNvSpPr/>
          <p:nvPr/>
        </p:nvSpPr>
        <p:spPr>
          <a:xfrm>
            <a:off x="6802755" y="2635885"/>
            <a:ext cx="1694180" cy="1694180"/>
          </a:xfrm>
          <a:prstGeom prst="ellipse">
            <a:avLst/>
          </a:prstGeom>
          <a:solidFill>
            <a:schemeClr val="bg1"/>
          </a:solidFill>
          <a:ln w="9525">
            <a:solidFill>
              <a:schemeClr val="bg2">
                <a:lumMod val="90000"/>
              </a:schemeClr>
            </a:solidFill>
          </a:ln>
          <a:effectLst>
            <a:outerShdw blurRad="292100" dist="88900" dir="5340000" sx="98000" sy="98000" algn="ctr" rotWithShape="0">
              <a:schemeClr val="bg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a:t>
            </a:r>
            <a:endParaRPr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5" name="椭圆 24"/>
          <p:cNvSpPr/>
          <p:nvPr/>
        </p:nvSpPr>
        <p:spPr>
          <a:xfrm>
            <a:off x="3765550" y="2636520"/>
            <a:ext cx="1694180" cy="1694180"/>
          </a:xfrm>
          <a:prstGeom prst="ellipse">
            <a:avLst/>
          </a:prstGeom>
          <a:solidFill>
            <a:schemeClr val="bg1"/>
          </a:solidFill>
          <a:ln w="9525">
            <a:solidFill>
              <a:schemeClr val="bg2">
                <a:lumMod val="90000"/>
              </a:schemeClr>
            </a:solidFill>
          </a:ln>
          <a:effectLst>
            <a:outerShdw blurRad="292100" dist="88900" dir="5340000" sx="98000" sy="98000" algn="ctr" rotWithShape="0">
              <a:schemeClr val="bg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a:t>
            </a:r>
            <a:endParaRPr lang="en-US" altLang="zh-CN"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 name="标题 1"/>
          <p:cNvSpPr>
            <a:spLocks noGrp="1"/>
          </p:cNvSpPr>
          <p:nvPr>
            <p:ph type="title"/>
          </p:nvPr>
        </p:nvSpPr>
        <p:spPr>
          <a:xfrm>
            <a:off x="406156" y="295799"/>
            <a:ext cx="9967929" cy="461665"/>
          </a:xfrm>
        </p:spPr>
        <p:txBody>
          <a:bodyPr/>
          <a:lstStyle/>
          <a:p>
            <a:r>
              <a:rPr kumimoji="1">
                <a:latin typeface="Arial" panose="020B0604020202090204" pitchFamily="34" charset="0"/>
                <a:ea typeface="微软雅黑" panose="020B0502040204020203" pitchFamily="34" charset="-122"/>
                <a:cs typeface="Arial" panose="020B0604020202090204" pitchFamily="34" charset="0"/>
                <a:sym typeface="+mn-ea"/>
              </a:rPr>
              <a:t>逻辑图：</a:t>
            </a:r>
            <a:r>
              <a:rPr>
                <a:latin typeface="Arial" panose="020B0604020202090204" pitchFamily="34" charset="0"/>
                <a:ea typeface="微软雅黑" panose="020B0502040204020203" pitchFamily="34" charset="-122"/>
                <a:cs typeface="Arial" panose="020B0604020202090204" pitchFamily="34" charset="0"/>
                <a:sym typeface="+mn-ea"/>
              </a:rPr>
              <a:t>并列 | 列举</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9" name="椭圆 18"/>
          <p:cNvSpPr/>
          <p:nvPr/>
        </p:nvSpPr>
        <p:spPr>
          <a:xfrm>
            <a:off x="5221923" y="2520950"/>
            <a:ext cx="1924685" cy="1924685"/>
          </a:xfrm>
          <a:prstGeom prst="ellipse">
            <a:avLst/>
          </a:prstGeom>
          <a:gradFill>
            <a:gsLst>
              <a:gs pos="0">
                <a:schemeClr val="accent2"/>
              </a:gs>
              <a:gs pos="100000">
                <a:schemeClr val="accent1"/>
              </a:gs>
            </a:gsLst>
            <a:lin ang="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矩形 20"/>
          <p:cNvSpPr/>
          <p:nvPr/>
        </p:nvSpPr>
        <p:spPr>
          <a:xfrm>
            <a:off x="5566093" y="3531870"/>
            <a:ext cx="123634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pic>
        <p:nvPicPr>
          <p:cNvPr id="23" name="图片 12"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25820" y="3014980"/>
            <a:ext cx="516890" cy="516890"/>
          </a:xfrm>
          <a:prstGeom prst="rect">
            <a:avLst/>
          </a:prstGeom>
        </p:spPr>
      </p:pic>
      <p:sp>
        <p:nvSpPr>
          <p:cNvPr id="41" name="圆角矩形 40"/>
          <p:cNvSpPr/>
          <p:nvPr/>
        </p:nvSpPr>
        <p:spPr>
          <a:xfrm>
            <a:off x="955040" y="2416175"/>
            <a:ext cx="2437130" cy="462280"/>
          </a:xfrm>
          <a:prstGeom prst="roundRect">
            <a:avLst>
              <a:gd name="adj" fmla="val 5000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4" name="矩形 83"/>
          <p:cNvSpPr/>
          <p:nvPr/>
        </p:nvSpPr>
        <p:spPr>
          <a:xfrm>
            <a:off x="960120" y="3015615"/>
            <a:ext cx="2339340" cy="15589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algn="l">
              <a:lnSpc>
                <a:spcPct val="120000"/>
              </a:lnSpc>
              <a:spcBef>
                <a:spcPts val="300"/>
              </a:spcBef>
              <a:spcAft>
                <a:spcPts val="300"/>
              </a:spcAft>
            </a:pP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0" name="圆角矩形 49"/>
          <p:cNvSpPr/>
          <p:nvPr/>
        </p:nvSpPr>
        <p:spPr>
          <a:xfrm>
            <a:off x="8856980" y="2416175"/>
            <a:ext cx="2437130" cy="462280"/>
          </a:xfrm>
          <a:prstGeom prst="roundRect">
            <a:avLst>
              <a:gd name="adj" fmla="val 50000"/>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8" name="矩形 57"/>
          <p:cNvSpPr/>
          <p:nvPr/>
        </p:nvSpPr>
        <p:spPr>
          <a:xfrm>
            <a:off x="8879205" y="3015615"/>
            <a:ext cx="2339340" cy="15589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点击此处添加文字内容点击此处添加文字内容点击此处添加文字内容点击此处添加文字内容点击此处添加文字内容点击此处添加文字内容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algn="r">
              <a:lnSpc>
                <a:spcPct val="120000"/>
              </a:lnSpc>
              <a:spcBef>
                <a:spcPts val="300"/>
              </a:spcBef>
              <a:spcAft>
                <a:spcPts val="300"/>
              </a:spcAft>
            </a:pP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Arial" panose="020B0604020202090204" pitchFamily="34" charset="0"/>
                <a:ea typeface="微软雅黑" panose="020B0502040204020203" pitchFamily="34" charset="-122"/>
                <a:cs typeface="Arial" panose="020B0604020202090204" pitchFamily="34" charset="0"/>
              </a:rPr>
              <a:t>逻辑图：金字塔</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 name="矩形 4"/>
          <p:cNvSpPr/>
          <p:nvPr/>
        </p:nvSpPr>
        <p:spPr>
          <a:xfrm>
            <a:off x="0" y="2183765"/>
            <a:ext cx="5969635" cy="2125345"/>
          </a:xfrm>
          <a:prstGeom prst="rect">
            <a:avLst/>
          </a:prstGeom>
          <a:gradFill flip="none" rotWithShape="1">
            <a:gsLst>
              <a:gs pos="52000">
                <a:schemeClr val="bg2"/>
              </a:gs>
              <a:gs pos="99000">
                <a:schemeClr val="bg2">
                  <a:alpha val="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nvGrpSpPr>
          <p:cNvPr id="4" name="组合 3"/>
          <p:cNvGrpSpPr/>
          <p:nvPr/>
        </p:nvGrpSpPr>
        <p:grpSpPr>
          <a:xfrm>
            <a:off x="3040380" y="803910"/>
            <a:ext cx="5504180" cy="5353685"/>
            <a:chOff x="3040380" y="803910"/>
            <a:chExt cx="5504180" cy="5353685"/>
          </a:xfrm>
        </p:grpSpPr>
        <p:sp>
          <p:nvSpPr>
            <p:cNvPr id="7" name="椭圆 6"/>
            <p:cNvSpPr/>
            <p:nvPr/>
          </p:nvSpPr>
          <p:spPr>
            <a:xfrm>
              <a:off x="3040380" y="5294515"/>
              <a:ext cx="5504180" cy="863080"/>
            </a:xfrm>
            <a:prstGeom prst="ellipse">
              <a:avLst/>
            </a:prstGeom>
            <a:gradFill flip="none" rotWithShape="1">
              <a:gsLst>
                <a:gs pos="0">
                  <a:schemeClr val="bg1"/>
                </a:gs>
                <a:gs pos="60000">
                  <a:schemeClr val="accent1">
                    <a:lumMod val="20000"/>
                    <a:lumOff val="80000"/>
                    <a:alpha val="50000"/>
                  </a:schemeClr>
                </a:gs>
                <a:gs pos="20000">
                  <a:schemeClr val="bg1">
                    <a:alpha val="0"/>
                  </a:schemeClr>
                </a:gs>
                <a:gs pos="100000">
                  <a:schemeClr val="accent1">
                    <a:lumMod val="20000"/>
                    <a:lumOff val="80000"/>
                  </a:schemeClr>
                </a:gs>
              </a:gsLst>
              <a:lin ang="5400000" scaled="1"/>
              <a:tileRect/>
            </a:gradFill>
            <a:ln w="6350">
              <a:gradFill>
                <a:gsLst>
                  <a:gs pos="38000">
                    <a:schemeClr val="bg1"/>
                  </a:gs>
                  <a:gs pos="100000">
                    <a:schemeClr val="accent2">
                      <a:lumMod val="40000"/>
                      <a:lumOff val="6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8" name="椭圆 7"/>
            <p:cNvSpPr/>
            <p:nvPr/>
          </p:nvSpPr>
          <p:spPr>
            <a:xfrm>
              <a:off x="5139789" y="2083333"/>
              <a:ext cx="1293391" cy="100332"/>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9" name="椭圆 8"/>
            <p:cNvSpPr/>
            <p:nvPr/>
          </p:nvSpPr>
          <p:spPr>
            <a:xfrm>
              <a:off x="4679777" y="3032493"/>
              <a:ext cx="2205434" cy="100902"/>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0" name="椭圆 9"/>
            <p:cNvSpPr/>
            <p:nvPr/>
          </p:nvSpPr>
          <p:spPr>
            <a:xfrm>
              <a:off x="4236296" y="3950299"/>
              <a:ext cx="3091826" cy="141946"/>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1" name="椭圆 10"/>
            <p:cNvSpPr/>
            <p:nvPr/>
          </p:nvSpPr>
          <p:spPr>
            <a:xfrm>
              <a:off x="3793386" y="4830481"/>
              <a:ext cx="3985058" cy="247979"/>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2" name="Freeform 5"/>
            <p:cNvSpPr/>
            <p:nvPr/>
          </p:nvSpPr>
          <p:spPr bwMode="auto">
            <a:xfrm>
              <a:off x="5139485" y="803910"/>
              <a:ext cx="1253489" cy="1279228"/>
            </a:xfrm>
            <a:custGeom>
              <a:avLst/>
              <a:gdLst>
                <a:gd name="T0" fmla="*/ 1058 w 2115"/>
                <a:gd name="T1" fmla="*/ 0 h 2159"/>
                <a:gd name="T2" fmla="*/ 442 w 2115"/>
                <a:gd name="T3" fmla="*/ 1247 h 2159"/>
                <a:gd name="T4" fmla="*/ 411 w 2115"/>
                <a:gd name="T5" fmla="*/ 1309 h 2159"/>
                <a:gd name="T6" fmla="*/ 0 w 2115"/>
                <a:gd name="T7" fmla="*/ 2143 h 2159"/>
                <a:gd name="T8" fmla="*/ 235 w 2115"/>
                <a:gd name="T9" fmla="*/ 2150 h 2159"/>
                <a:gd name="T10" fmla="*/ 1038 w 2115"/>
                <a:gd name="T11" fmla="*/ 2159 h 2159"/>
                <a:gd name="T12" fmla="*/ 1842 w 2115"/>
                <a:gd name="T13" fmla="*/ 2150 h 2159"/>
                <a:gd name="T14" fmla="*/ 2115 w 2115"/>
                <a:gd name="T15" fmla="*/ 2142 h 2159"/>
                <a:gd name="T16" fmla="*/ 1704 w 2115"/>
                <a:gd name="T17" fmla="*/ 1310 h 2159"/>
                <a:gd name="T18" fmla="*/ 1674 w 2115"/>
                <a:gd name="T19" fmla="*/ 1248 h 2159"/>
                <a:gd name="T20" fmla="*/ 1058 w 2115"/>
                <a:gd name="T21" fmla="*/ 0 h 2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5" h="2159">
                  <a:moveTo>
                    <a:pt x="1058" y="0"/>
                  </a:moveTo>
                  <a:cubicBezTo>
                    <a:pt x="442" y="1247"/>
                    <a:pt x="442" y="1247"/>
                    <a:pt x="442" y="1247"/>
                  </a:cubicBezTo>
                  <a:cubicBezTo>
                    <a:pt x="411" y="1309"/>
                    <a:pt x="411" y="1309"/>
                    <a:pt x="411" y="1309"/>
                  </a:cubicBezTo>
                  <a:cubicBezTo>
                    <a:pt x="0" y="2143"/>
                    <a:pt x="0" y="2143"/>
                    <a:pt x="0" y="2143"/>
                  </a:cubicBezTo>
                  <a:cubicBezTo>
                    <a:pt x="235" y="2150"/>
                    <a:pt x="235" y="2150"/>
                    <a:pt x="235" y="2150"/>
                  </a:cubicBezTo>
                  <a:cubicBezTo>
                    <a:pt x="494" y="2156"/>
                    <a:pt x="763" y="2159"/>
                    <a:pt x="1038" y="2159"/>
                  </a:cubicBezTo>
                  <a:cubicBezTo>
                    <a:pt x="1313" y="2159"/>
                    <a:pt x="1582" y="2156"/>
                    <a:pt x="1842" y="2150"/>
                  </a:cubicBezTo>
                  <a:cubicBezTo>
                    <a:pt x="2115" y="2142"/>
                    <a:pt x="2115" y="2142"/>
                    <a:pt x="2115" y="2142"/>
                  </a:cubicBezTo>
                  <a:cubicBezTo>
                    <a:pt x="1704" y="1310"/>
                    <a:pt x="1704" y="1310"/>
                    <a:pt x="1704" y="1310"/>
                  </a:cubicBezTo>
                  <a:cubicBezTo>
                    <a:pt x="1674" y="1248"/>
                    <a:pt x="1674" y="1248"/>
                    <a:pt x="1674" y="1248"/>
                  </a:cubicBezTo>
                  <a:cubicBezTo>
                    <a:pt x="1058" y="0"/>
                    <a:pt x="1058" y="0"/>
                    <a:pt x="1058" y="0"/>
                  </a:cubicBezTo>
                </a:path>
              </a:pathLst>
            </a:custGeom>
            <a:gradFill flip="none" rotWithShape="1">
              <a:gsLst>
                <a:gs pos="23000">
                  <a:schemeClr val="accent2"/>
                </a:gs>
                <a:gs pos="99000">
                  <a:schemeClr val="accent2">
                    <a:lumMod val="40000"/>
                    <a:lumOff val="60000"/>
                  </a:schemeClr>
                </a:gs>
              </a:gsLst>
              <a:lin ang="0" scaled="1"/>
              <a:tileRect/>
            </a:gradFill>
            <a:ln>
              <a:noFill/>
            </a:ln>
          </p:spPr>
          <p:txBody>
            <a:bodyPr vert="horz" wrap="square" lIns="91440" tIns="45720" rIns="91440" bIns="45720" numCol="1" anchor="t" anchorCtr="0" compatLnSpc="1">
              <a:noAutofit/>
            </a:bodyPr>
            <a:lstStyle/>
            <a:p>
              <a:pPr lvl="0" algn="l">
                <a:buClrTx/>
                <a:buSzTx/>
                <a:buFontTx/>
              </a:pPr>
              <a:endParaRPr lang="zh-CN" altLang="en-US" kern="0" dirty="0">
                <a:solidFill>
                  <a:prstClr val="black"/>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 name="Freeform 6"/>
            <p:cNvSpPr/>
            <p:nvPr/>
          </p:nvSpPr>
          <p:spPr bwMode="auto">
            <a:xfrm>
              <a:off x="4248837" y="3082659"/>
              <a:ext cx="3066745" cy="929778"/>
            </a:xfrm>
            <a:custGeom>
              <a:avLst/>
              <a:gdLst>
                <a:gd name="T0" fmla="*/ 4451 w 5177"/>
                <a:gd name="T1" fmla="*/ 0 h 1570"/>
                <a:gd name="T2" fmla="*/ 4125 w 5177"/>
                <a:gd name="T3" fmla="*/ 18 h 1570"/>
                <a:gd name="T4" fmla="*/ 2570 w 5177"/>
                <a:gd name="T5" fmla="*/ 54 h 1570"/>
                <a:gd name="T6" fmla="*/ 1015 w 5177"/>
                <a:gd name="T7" fmla="*/ 18 h 1570"/>
                <a:gd name="T8" fmla="*/ 727 w 5177"/>
                <a:gd name="T9" fmla="*/ 2 h 1570"/>
                <a:gd name="T10" fmla="*/ 363 w 5177"/>
                <a:gd name="T11" fmla="*/ 735 h 1570"/>
                <a:gd name="T12" fmla="*/ 331 w 5177"/>
                <a:gd name="T13" fmla="*/ 798 h 1570"/>
                <a:gd name="T14" fmla="*/ 0 w 5177"/>
                <a:gd name="T15" fmla="*/ 1463 h 1570"/>
                <a:gd name="T16" fmla="*/ 29 w 5177"/>
                <a:gd name="T17" fmla="*/ 1466 h 1570"/>
                <a:gd name="T18" fmla="*/ 2570 w 5177"/>
                <a:gd name="T19" fmla="*/ 1570 h 1570"/>
                <a:gd name="T20" fmla="*/ 5111 w 5177"/>
                <a:gd name="T21" fmla="*/ 1466 h 1570"/>
                <a:gd name="T22" fmla="*/ 5177 w 5177"/>
                <a:gd name="T23" fmla="*/ 1459 h 1570"/>
                <a:gd name="T24" fmla="*/ 4850 w 5177"/>
                <a:gd name="T25" fmla="*/ 802 h 1570"/>
                <a:gd name="T26" fmla="*/ 4818 w 5177"/>
                <a:gd name="T27" fmla="*/ 738 h 1570"/>
                <a:gd name="T28" fmla="*/ 4451 w 5177"/>
                <a:gd name="T29" fmla="*/ 0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77" h="1570">
                  <a:moveTo>
                    <a:pt x="4451" y="0"/>
                  </a:moveTo>
                  <a:cubicBezTo>
                    <a:pt x="4125" y="18"/>
                    <a:pt x="4125" y="18"/>
                    <a:pt x="4125" y="18"/>
                  </a:cubicBezTo>
                  <a:cubicBezTo>
                    <a:pt x="3647" y="41"/>
                    <a:pt x="3122" y="54"/>
                    <a:pt x="2570" y="54"/>
                  </a:cubicBezTo>
                  <a:cubicBezTo>
                    <a:pt x="2019" y="54"/>
                    <a:pt x="1493" y="41"/>
                    <a:pt x="1015" y="18"/>
                  </a:cubicBezTo>
                  <a:cubicBezTo>
                    <a:pt x="727" y="2"/>
                    <a:pt x="727" y="2"/>
                    <a:pt x="727" y="2"/>
                  </a:cubicBezTo>
                  <a:cubicBezTo>
                    <a:pt x="363" y="735"/>
                    <a:pt x="363" y="735"/>
                    <a:pt x="363" y="735"/>
                  </a:cubicBezTo>
                  <a:cubicBezTo>
                    <a:pt x="331" y="798"/>
                    <a:pt x="331" y="798"/>
                    <a:pt x="331" y="798"/>
                  </a:cubicBezTo>
                  <a:cubicBezTo>
                    <a:pt x="0" y="1463"/>
                    <a:pt x="0" y="1463"/>
                    <a:pt x="0" y="1463"/>
                  </a:cubicBezTo>
                  <a:cubicBezTo>
                    <a:pt x="29" y="1466"/>
                    <a:pt x="29" y="1466"/>
                    <a:pt x="29" y="1466"/>
                  </a:cubicBezTo>
                  <a:cubicBezTo>
                    <a:pt x="720" y="1531"/>
                    <a:pt x="1605" y="1570"/>
                    <a:pt x="2570" y="1570"/>
                  </a:cubicBezTo>
                  <a:cubicBezTo>
                    <a:pt x="3535" y="1570"/>
                    <a:pt x="4420" y="1531"/>
                    <a:pt x="5111" y="1466"/>
                  </a:cubicBezTo>
                  <a:cubicBezTo>
                    <a:pt x="5177" y="1459"/>
                    <a:pt x="5177" y="1459"/>
                    <a:pt x="5177" y="1459"/>
                  </a:cubicBezTo>
                  <a:cubicBezTo>
                    <a:pt x="4850" y="802"/>
                    <a:pt x="4850" y="802"/>
                    <a:pt x="4850" y="802"/>
                  </a:cubicBezTo>
                  <a:cubicBezTo>
                    <a:pt x="4818" y="738"/>
                    <a:pt x="4818" y="738"/>
                    <a:pt x="4818" y="738"/>
                  </a:cubicBezTo>
                  <a:cubicBezTo>
                    <a:pt x="4451" y="0"/>
                    <a:pt x="4451" y="0"/>
                    <a:pt x="4451" y="0"/>
                  </a:cubicBezTo>
                </a:path>
              </a:pathLst>
            </a:custGeom>
            <a:gradFill flip="none" rotWithShape="1">
              <a:gsLst>
                <a:gs pos="24000">
                  <a:schemeClr val="accent2"/>
                </a:gs>
                <a:gs pos="100000">
                  <a:schemeClr val="accent2">
                    <a:lumMod val="40000"/>
                    <a:lumOff val="60000"/>
                  </a:schemeClr>
                </a:gs>
              </a:gsLst>
              <a:lin ang="0" scaled="1"/>
              <a:tileRect/>
            </a:gradFill>
            <a:ln>
              <a:noFill/>
            </a:ln>
          </p:spPr>
          <p:txBody>
            <a:bodyPr vert="horz" wrap="square" lIns="91440" tIns="45720" rIns="91440" bIns="45720" numCol="1" anchor="t" anchorCtr="0" compatLnSpc="1">
              <a:noAutofit/>
            </a:bodyPr>
            <a:lstStyle/>
            <a:p>
              <a:pPr lvl="0" algn="l">
                <a:buClrTx/>
                <a:buSzTx/>
                <a:buFontTx/>
              </a:pPr>
              <a:endParaRPr lang="zh-CN" altLang="en-US" kern="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Freeform 7"/>
            <p:cNvSpPr/>
            <p:nvPr/>
          </p:nvSpPr>
          <p:spPr bwMode="auto">
            <a:xfrm>
              <a:off x="3421728" y="4946775"/>
              <a:ext cx="4729513" cy="1034670"/>
            </a:xfrm>
            <a:custGeom>
              <a:avLst/>
              <a:gdLst>
                <a:gd name="T0" fmla="*/ 7985 w 7985"/>
                <a:gd name="T1" fmla="*/ 1286 h 1744"/>
                <a:gd name="T2" fmla="*/ 7985 w 7985"/>
                <a:gd name="T3" fmla="*/ 1286 h 1744"/>
                <a:gd name="T4" fmla="*/ 7985 w 7985"/>
                <a:gd name="T5" fmla="*/ 1286 h 1744"/>
                <a:gd name="T6" fmla="*/ 7985 w 7985"/>
                <a:gd name="T7" fmla="*/ 1278 h 1744"/>
                <a:gd name="T8" fmla="*/ 7971 w 7985"/>
                <a:gd name="T9" fmla="*/ 1249 h 1744"/>
                <a:gd name="T10" fmla="*/ 7935 w 7985"/>
                <a:gd name="T11" fmla="*/ 1177 h 1744"/>
                <a:gd name="T12" fmla="*/ 7352 w 7985"/>
                <a:gd name="T13" fmla="*/ 0 h 1744"/>
                <a:gd name="T14" fmla="*/ 7303 w 7985"/>
                <a:gd name="T15" fmla="*/ 10 h 1744"/>
                <a:gd name="T16" fmla="*/ 3992 w 7985"/>
                <a:gd name="T17" fmla="*/ 211 h 1744"/>
                <a:gd name="T18" fmla="*/ 682 w 7985"/>
                <a:gd name="T19" fmla="*/ 10 h 1744"/>
                <a:gd name="T20" fmla="*/ 633 w 7985"/>
                <a:gd name="T21" fmla="*/ 0 h 1744"/>
                <a:gd name="T22" fmla="*/ 14 w 7985"/>
                <a:gd name="T23" fmla="*/ 1248 h 1744"/>
                <a:gd name="T24" fmla="*/ 0 w 7985"/>
                <a:gd name="T25" fmla="*/ 1278 h 1744"/>
                <a:gd name="T26" fmla="*/ 0 w 7985"/>
                <a:gd name="T27" fmla="*/ 1286 h 1744"/>
                <a:gd name="T28" fmla="*/ 3992 w 7985"/>
                <a:gd name="T29" fmla="*/ 1744 h 1744"/>
                <a:gd name="T30" fmla="*/ 7985 w 7985"/>
                <a:gd name="T31" fmla="*/ 1288 h 1744"/>
                <a:gd name="T32" fmla="*/ 7985 w 7985"/>
                <a:gd name="T33" fmla="*/ 1288 h 1744"/>
                <a:gd name="T34" fmla="*/ 7985 w 7985"/>
                <a:gd name="T35" fmla="*/ 1287 h 1744"/>
                <a:gd name="T36" fmla="*/ 7985 w 7985"/>
                <a:gd name="T37" fmla="*/ 1286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985" h="1744">
                  <a:moveTo>
                    <a:pt x="7985" y="1286"/>
                  </a:moveTo>
                  <a:cubicBezTo>
                    <a:pt x="7985" y="1286"/>
                    <a:pt x="7985" y="1286"/>
                    <a:pt x="7985" y="1286"/>
                  </a:cubicBezTo>
                  <a:cubicBezTo>
                    <a:pt x="7985" y="1286"/>
                    <a:pt x="7985" y="1286"/>
                    <a:pt x="7985" y="1286"/>
                  </a:cubicBezTo>
                  <a:cubicBezTo>
                    <a:pt x="7985" y="1278"/>
                    <a:pt x="7985" y="1278"/>
                    <a:pt x="7985" y="1278"/>
                  </a:cubicBezTo>
                  <a:cubicBezTo>
                    <a:pt x="7971" y="1249"/>
                    <a:pt x="7971" y="1249"/>
                    <a:pt x="7971" y="1249"/>
                  </a:cubicBezTo>
                  <a:cubicBezTo>
                    <a:pt x="7935" y="1177"/>
                    <a:pt x="7935" y="1177"/>
                    <a:pt x="7935" y="1177"/>
                  </a:cubicBezTo>
                  <a:cubicBezTo>
                    <a:pt x="7352" y="0"/>
                    <a:pt x="7352" y="0"/>
                    <a:pt x="7352" y="0"/>
                  </a:cubicBezTo>
                  <a:cubicBezTo>
                    <a:pt x="7303" y="10"/>
                    <a:pt x="7303" y="10"/>
                    <a:pt x="7303" y="10"/>
                  </a:cubicBezTo>
                  <a:cubicBezTo>
                    <a:pt x="6585" y="131"/>
                    <a:pt x="5370" y="211"/>
                    <a:pt x="3992" y="211"/>
                  </a:cubicBezTo>
                  <a:cubicBezTo>
                    <a:pt x="2614" y="211"/>
                    <a:pt x="1399" y="131"/>
                    <a:pt x="682" y="10"/>
                  </a:cubicBezTo>
                  <a:cubicBezTo>
                    <a:pt x="633" y="0"/>
                    <a:pt x="633" y="0"/>
                    <a:pt x="633" y="0"/>
                  </a:cubicBezTo>
                  <a:cubicBezTo>
                    <a:pt x="14" y="1248"/>
                    <a:pt x="14" y="1248"/>
                    <a:pt x="14" y="1248"/>
                  </a:cubicBezTo>
                  <a:cubicBezTo>
                    <a:pt x="0" y="1278"/>
                    <a:pt x="0" y="1278"/>
                    <a:pt x="0" y="1278"/>
                  </a:cubicBezTo>
                  <a:cubicBezTo>
                    <a:pt x="0" y="1286"/>
                    <a:pt x="0" y="1286"/>
                    <a:pt x="0" y="1286"/>
                  </a:cubicBezTo>
                  <a:cubicBezTo>
                    <a:pt x="0" y="1539"/>
                    <a:pt x="1787" y="1744"/>
                    <a:pt x="3992" y="1744"/>
                  </a:cubicBezTo>
                  <a:cubicBezTo>
                    <a:pt x="6191" y="1744"/>
                    <a:pt x="7974" y="1540"/>
                    <a:pt x="7985" y="1288"/>
                  </a:cubicBezTo>
                  <a:cubicBezTo>
                    <a:pt x="7985" y="1288"/>
                    <a:pt x="7985" y="1288"/>
                    <a:pt x="7985" y="1288"/>
                  </a:cubicBezTo>
                  <a:cubicBezTo>
                    <a:pt x="7985" y="1287"/>
                    <a:pt x="7985" y="1287"/>
                    <a:pt x="7985" y="1287"/>
                  </a:cubicBezTo>
                  <a:cubicBezTo>
                    <a:pt x="7985" y="1286"/>
                    <a:pt x="7985" y="1286"/>
                    <a:pt x="7985" y="1286"/>
                  </a:cubicBezTo>
                  <a:close/>
                </a:path>
              </a:pathLst>
            </a:custGeom>
            <a:gradFill flip="none" rotWithShape="1">
              <a:gsLst>
                <a:gs pos="24000">
                  <a:schemeClr val="accent2"/>
                </a:gs>
                <a:gs pos="100000">
                  <a:schemeClr val="accent2">
                    <a:lumMod val="40000"/>
                    <a:lumOff val="60000"/>
                  </a:schemeClr>
                </a:gs>
              </a:gsLst>
              <a:lin ang="0" scaled="1"/>
              <a:tileRect/>
            </a:gradFill>
            <a:ln>
              <a:noFill/>
            </a:ln>
          </p:spPr>
          <p:txBody>
            <a:bodyPr vert="horz" wrap="square" lIns="91440" tIns="45720" rIns="91440" bIns="45720" numCol="1" anchor="t" anchorCtr="0" compatLnSpc="1"/>
            <a:lstStyle/>
            <a:p>
              <a:endParaRPr lang="zh-CN" altLang="en-US" kern="0" dirty="0">
                <a:latin typeface="Arial" panose="020B0604020202090204" pitchFamily="34" charset="0"/>
                <a:ea typeface="微软雅黑" panose="020B0502040204020203" pitchFamily="34" charset="-122"/>
                <a:cs typeface="Arial" panose="020B0604020202090204" pitchFamily="34" charset="0"/>
              </a:endParaRPr>
            </a:p>
          </p:txBody>
        </p:sp>
        <p:sp>
          <p:nvSpPr>
            <p:cNvPr id="15" name="Freeform 8"/>
            <p:cNvSpPr/>
            <p:nvPr/>
          </p:nvSpPr>
          <p:spPr bwMode="auto">
            <a:xfrm>
              <a:off x="4702008" y="2130648"/>
              <a:ext cx="2168952" cy="917236"/>
            </a:xfrm>
            <a:custGeom>
              <a:avLst/>
              <a:gdLst>
                <a:gd name="T0" fmla="*/ 3282 w 3663"/>
                <a:gd name="T1" fmla="*/ 727 h 1547"/>
                <a:gd name="T2" fmla="*/ 3282 w 3663"/>
                <a:gd name="T3" fmla="*/ 727 h 1547"/>
                <a:gd name="T4" fmla="*/ 3250 w 3663"/>
                <a:gd name="T5" fmla="*/ 664 h 1547"/>
                <a:gd name="T6" fmla="*/ 2921 w 3663"/>
                <a:gd name="T7" fmla="*/ 0 h 1547"/>
                <a:gd name="T8" fmla="*/ 2617 w 3663"/>
                <a:gd name="T9" fmla="*/ 9 h 1547"/>
                <a:gd name="T10" fmla="*/ 1812 w 3663"/>
                <a:gd name="T11" fmla="*/ 18 h 1547"/>
                <a:gd name="T12" fmla="*/ 1008 w 3663"/>
                <a:gd name="T13" fmla="*/ 9 h 1547"/>
                <a:gd name="T14" fmla="*/ 742 w 3663"/>
                <a:gd name="T15" fmla="*/ 1 h 1547"/>
                <a:gd name="T16" fmla="*/ 642 w 3663"/>
                <a:gd name="T17" fmla="*/ 204 h 1547"/>
                <a:gd name="T18" fmla="*/ 507 w 3663"/>
                <a:gd name="T19" fmla="*/ 475 h 1547"/>
                <a:gd name="T20" fmla="*/ 414 w 3663"/>
                <a:gd name="T21" fmla="*/ 662 h 1547"/>
                <a:gd name="T22" fmla="*/ 383 w 3663"/>
                <a:gd name="T23" fmla="*/ 725 h 1547"/>
                <a:gd name="T24" fmla="*/ 231 w 3663"/>
                <a:gd name="T25" fmla="*/ 1032 h 1547"/>
                <a:gd name="T26" fmla="*/ 0 w 3663"/>
                <a:gd name="T27" fmla="*/ 1497 h 1547"/>
                <a:gd name="T28" fmla="*/ 258 w 3663"/>
                <a:gd name="T29" fmla="*/ 1512 h 1547"/>
                <a:gd name="T30" fmla="*/ 1812 w 3663"/>
                <a:gd name="T31" fmla="*/ 1547 h 1547"/>
                <a:gd name="T32" fmla="*/ 3367 w 3663"/>
                <a:gd name="T33" fmla="*/ 1512 h 1547"/>
                <a:gd name="T34" fmla="*/ 3663 w 3663"/>
                <a:gd name="T35" fmla="*/ 1495 h 1547"/>
                <a:gd name="T36" fmla="*/ 3282 w 3663"/>
                <a:gd name="T37" fmla="*/ 727 h 1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63" h="1547">
                  <a:moveTo>
                    <a:pt x="3282" y="727"/>
                  </a:moveTo>
                  <a:cubicBezTo>
                    <a:pt x="3282" y="727"/>
                    <a:pt x="3282" y="727"/>
                    <a:pt x="3282" y="727"/>
                  </a:cubicBezTo>
                  <a:cubicBezTo>
                    <a:pt x="3250" y="664"/>
                    <a:pt x="3250" y="664"/>
                    <a:pt x="3250" y="664"/>
                  </a:cubicBezTo>
                  <a:cubicBezTo>
                    <a:pt x="2921" y="0"/>
                    <a:pt x="2921" y="0"/>
                    <a:pt x="2921" y="0"/>
                  </a:cubicBezTo>
                  <a:cubicBezTo>
                    <a:pt x="2617" y="9"/>
                    <a:pt x="2617" y="9"/>
                    <a:pt x="2617" y="9"/>
                  </a:cubicBezTo>
                  <a:cubicBezTo>
                    <a:pt x="2357" y="15"/>
                    <a:pt x="2088" y="18"/>
                    <a:pt x="1812" y="18"/>
                  </a:cubicBezTo>
                  <a:cubicBezTo>
                    <a:pt x="1537" y="18"/>
                    <a:pt x="1268" y="15"/>
                    <a:pt x="1008" y="9"/>
                  </a:cubicBezTo>
                  <a:cubicBezTo>
                    <a:pt x="742" y="1"/>
                    <a:pt x="742" y="1"/>
                    <a:pt x="742" y="1"/>
                  </a:cubicBezTo>
                  <a:cubicBezTo>
                    <a:pt x="642" y="204"/>
                    <a:pt x="642" y="204"/>
                    <a:pt x="642" y="204"/>
                  </a:cubicBezTo>
                  <a:cubicBezTo>
                    <a:pt x="507" y="475"/>
                    <a:pt x="507" y="475"/>
                    <a:pt x="507" y="475"/>
                  </a:cubicBezTo>
                  <a:cubicBezTo>
                    <a:pt x="414" y="662"/>
                    <a:pt x="414" y="662"/>
                    <a:pt x="414" y="662"/>
                  </a:cubicBezTo>
                  <a:cubicBezTo>
                    <a:pt x="383" y="725"/>
                    <a:pt x="383" y="725"/>
                    <a:pt x="383" y="725"/>
                  </a:cubicBezTo>
                  <a:cubicBezTo>
                    <a:pt x="231" y="1032"/>
                    <a:pt x="231" y="1032"/>
                    <a:pt x="231" y="1032"/>
                  </a:cubicBezTo>
                  <a:cubicBezTo>
                    <a:pt x="0" y="1497"/>
                    <a:pt x="0" y="1497"/>
                    <a:pt x="0" y="1497"/>
                  </a:cubicBezTo>
                  <a:cubicBezTo>
                    <a:pt x="258" y="1512"/>
                    <a:pt x="258" y="1512"/>
                    <a:pt x="258" y="1512"/>
                  </a:cubicBezTo>
                  <a:cubicBezTo>
                    <a:pt x="736" y="1535"/>
                    <a:pt x="1261" y="1547"/>
                    <a:pt x="1812" y="1547"/>
                  </a:cubicBezTo>
                  <a:cubicBezTo>
                    <a:pt x="2364" y="1547"/>
                    <a:pt x="2889" y="1535"/>
                    <a:pt x="3367" y="1512"/>
                  </a:cubicBezTo>
                  <a:cubicBezTo>
                    <a:pt x="3663" y="1495"/>
                    <a:pt x="3663" y="1495"/>
                    <a:pt x="3663" y="1495"/>
                  </a:cubicBezTo>
                  <a:lnTo>
                    <a:pt x="3282" y="727"/>
                  </a:lnTo>
                  <a:close/>
                </a:path>
              </a:pathLst>
            </a:custGeom>
            <a:gradFill flip="none" rotWithShape="1">
              <a:gsLst>
                <a:gs pos="24000">
                  <a:schemeClr val="accent2"/>
                </a:gs>
                <a:gs pos="100000">
                  <a:schemeClr val="accent2">
                    <a:lumMod val="40000"/>
                    <a:lumOff val="60000"/>
                  </a:schemeClr>
                </a:gs>
              </a:gsLst>
              <a:lin ang="0" scaled="1"/>
              <a:tileRect/>
            </a:gradFill>
            <a:ln>
              <a:noFill/>
            </a:ln>
          </p:spPr>
          <p:txBody>
            <a:bodyPr vert="horz" wrap="square" lIns="91440" tIns="45720" rIns="91440" bIns="45720" numCol="1" anchor="t" anchorCtr="0" compatLnSpc="1">
              <a:noAutofit/>
            </a:bodyPr>
            <a:lstStyle/>
            <a:p>
              <a:pPr lvl="0" algn="l">
                <a:buClrTx/>
                <a:buSzTx/>
                <a:buFontTx/>
              </a:pPr>
              <a:endParaRPr lang="zh-CN" altLang="en-US" kern="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Freeform 9"/>
            <p:cNvSpPr/>
            <p:nvPr/>
          </p:nvSpPr>
          <p:spPr bwMode="auto">
            <a:xfrm>
              <a:off x="3811626" y="4012436"/>
              <a:ext cx="3941736" cy="978233"/>
            </a:xfrm>
            <a:custGeom>
              <a:avLst/>
              <a:gdLst>
                <a:gd name="T0" fmla="*/ 6539 w 6655"/>
                <a:gd name="T1" fmla="*/ 1210 h 1651"/>
                <a:gd name="T2" fmla="*/ 6418 w 6655"/>
                <a:gd name="T3" fmla="*/ 967 h 1651"/>
                <a:gd name="T4" fmla="*/ 6418 w 6655"/>
                <a:gd name="T5" fmla="*/ 967 h 1651"/>
                <a:gd name="T6" fmla="*/ 6398 w 6655"/>
                <a:gd name="T7" fmla="*/ 927 h 1651"/>
                <a:gd name="T8" fmla="*/ 6227 w 6655"/>
                <a:gd name="T9" fmla="*/ 582 h 1651"/>
                <a:gd name="T10" fmla="*/ 6073 w 6655"/>
                <a:gd name="T11" fmla="*/ 270 h 1651"/>
                <a:gd name="T12" fmla="*/ 5939 w 6655"/>
                <a:gd name="T13" fmla="*/ 0 h 1651"/>
                <a:gd name="T14" fmla="*/ 5845 w 6655"/>
                <a:gd name="T15" fmla="*/ 10 h 1651"/>
                <a:gd name="T16" fmla="*/ 3308 w 6655"/>
                <a:gd name="T17" fmla="*/ 114 h 1651"/>
                <a:gd name="T18" fmla="*/ 772 w 6655"/>
                <a:gd name="T19" fmla="*/ 10 h 1651"/>
                <a:gd name="T20" fmla="*/ 714 w 6655"/>
                <a:gd name="T21" fmla="*/ 4 h 1651"/>
                <a:gd name="T22" fmla="*/ 270 w 6655"/>
                <a:gd name="T23" fmla="*/ 901 h 1651"/>
                <a:gd name="T24" fmla="*/ 237 w 6655"/>
                <a:gd name="T25" fmla="*/ 967 h 1651"/>
                <a:gd name="T26" fmla="*/ 237 w 6655"/>
                <a:gd name="T27" fmla="*/ 967 h 1651"/>
                <a:gd name="T28" fmla="*/ 0 w 6655"/>
                <a:gd name="T29" fmla="*/ 1446 h 1651"/>
                <a:gd name="T30" fmla="*/ 21 w 6655"/>
                <a:gd name="T31" fmla="*/ 1450 h 1651"/>
                <a:gd name="T32" fmla="*/ 3328 w 6655"/>
                <a:gd name="T33" fmla="*/ 1651 h 1651"/>
                <a:gd name="T34" fmla="*/ 6634 w 6655"/>
                <a:gd name="T35" fmla="*/ 1450 h 1651"/>
                <a:gd name="T36" fmla="*/ 6655 w 6655"/>
                <a:gd name="T37" fmla="*/ 1446 h 1651"/>
                <a:gd name="T38" fmla="*/ 6539 w 6655"/>
                <a:gd name="T39" fmla="*/ 1210 h 1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55" h="1651">
                  <a:moveTo>
                    <a:pt x="6539" y="1210"/>
                  </a:moveTo>
                  <a:cubicBezTo>
                    <a:pt x="6418" y="967"/>
                    <a:pt x="6418" y="967"/>
                    <a:pt x="6418" y="967"/>
                  </a:cubicBezTo>
                  <a:cubicBezTo>
                    <a:pt x="6418" y="967"/>
                    <a:pt x="6418" y="967"/>
                    <a:pt x="6418" y="967"/>
                  </a:cubicBezTo>
                  <a:cubicBezTo>
                    <a:pt x="6398" y="927"/>
                    <a:pt x="6398" y="927"/>
                    <a:pt x="6398" y="927"/>
                  </a:cubicBezTo>
                  <a:cubicBezTo>
                    <a:pt x="6227" y="582"/>
                    <a:pt x="6227" y="582"/>
                    <a:pt x="6227" y="582"/>
                  </a:cubicBezTo>
                  <a:cubicBezTo>
                    <a:pt x="6073" y="270"/>
                    <a:pt x="6073" y="270"/>
                    <a:pt x="6073" y="270"/>
                  </a:cubicBezTo>
                  <a:cubicBezTo>
                    <a:pt x="5939" y="0"/>
                    <a:pt x="5939" y="0"/>
                    <a:pt x="5939" y="0"/>
                  </a:cubicBezTo>
                  <a:cubicBezTo>
                    <a:pt x="5845" y="10"/>
                    <a:pt x="5845" y="10"/>
                    <a:pt x="5845" y="10"/>
                  </a:cubicBezTo>
                  <a:cubicBezTo>
                    <a:pt x="5155" y="75"/>
                    <a:pt x="4272" y="114"/>
                    <a:pt x="3308" y="114"/>
                  </a:cubicBezTo>
                  <a:cubicBezTo>
                    <a:pt x="2345" y="114"/>
                    <a:pt x="1461" y="75"/>
                    <a:pt x="772" y="10"/>
                  </a:cubicBezTo>
                  <a:cubicBezTo>
                    <a:pt x="714" y="4"/>
                    <a:pt x="714" y="4"/>
                    <a:pt x="714" y="4"/>
                  </a:cubicBezTo>
                  <a:cubicBezTo>
                    <a:pt x="270" y="901"/>
                    <a:pt x="270" y="901"/>
                    <a:pt x="270" y="901"/>
                  </a:cubicBezTo>
                  <a:cubicBezTo>
                    <a:pt x="237" y="967"/>
                    <a:pt x="237" y="967"/>
                    <a:pt x="237" y="967"/>
                  </a:cubicBezTo>
                  <a:cubicBezTo>
                    <a:pt x="237" y="967"/>
                    <a:pt x="237" y="967"/>
                    <a:pt x="237" y="967"/>
                  </a:cubicBezTo>
                  <a:cubicBezTo>
                    <a:pt x="0" y="1446"/>
                    <a:pt x="0" y="1446"/>
                    <a:pt x="0" y="1446"/>
                  </a:cubicBezTo>
                  <a:cubicBezTo>
                    <a:pt x="21" y="1450"/>
                    <a:pt x="21" y="1450"/>
                    <a:pt x="21" y="1450"/>
                  </a:cubicBezTo>
                  <a:cubicBezTo>
                    <a:pt x="738" y="1571"/>
                    <a:pt x="1951" y="1651"/>
                    <a:pt x="3328" y="1651"/>
                  </a:cubicBezTo>
                  <a:cubicBezTo>
                    <a:pt x="4704" y="1651"/>
                    <a:pt x="5917" y="1571"/>
                    <a:pt x="6634" y="1450"/>
                  </a:cubicBezTo>
                  <a:cubicBezTo>
                    <a:pt x="6655" y="1446"/>
                    <a:pt x="6655" y="1446"/>
                    <a:pt x="6655" y="1446"/>
                  </a:cubicBezTo>
                  <a:lnTo>
                    <a:pt x="6539" y="1210"/>
                  </a:lnTo>
                  <a:close/>
                </a:path>
              </a:pathLst>
            </a:custGeom>
            <a:gradFill flip="none" rotWithShape="1">
              <a:gsLst>
                <a:gs pos="24000">
                  <a:schemeClr val="accent2"/>
                </a:gs>
                <a:gs pos="100000">
                  <a:schemeClr val="accent2">
                    <a:lumMod val="40000"/>
                    <a:lumOff val="60000"/>
                  </a:schemeClr>
                </a:gs>
              </a:gsLst>
              <a:lin ang="0" scaled="1"/>
              <a:tileRect/>
            </a:gradFill>
            <a:ln>
              <a:noFill/>
            </a:ln>
          </p:spPr>
          <p:txBody>
            <a:bodyPr vert="horz" wrap="square" lIns="91440" tIns="45720" rIns="91440" bIns="45720" numCol="1" anchor="t" anchorCtr="0" compatLnSpc="1">
              <a:noAutofit/>
            </a:bodyPr>
            <a:lstStyle/>
            <a:p>
              <a:pPr lvl="0" algn="l">
                <a:buClrTx/>
                <a:buSzTx/>
                <a:buFontTx/>
              </a:pPr>
              <a:endParaRPr lang="zh-CN" altLang="en-US" kern="0" dirty="0">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矩形 16"/>
            <p:cNvSpPr/>
            <p:nvPr/>
          </p:nvSpPr>
          <p:spPr>
            <a:xfrm>
              <a:off x="5037138" y="5192395"/>
              <a:ext cx="1489075" cy="543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矩形 17"/>
            <p:cNvSpPr/>
            <p:nvPr/>
          </p:nvSpPr>
          <p:spPr>
            <a:xfrm>
              <a:off x="5037138" y="4229735"/>
              <a:ext cx="1489075" cy="543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矩形 18"/>
            <p:cNvSpPr/>
            <p:nvPr/>
          </p:nvSpPr>
          <p:spPr>
            <a:xfrm>
              <a:off x="5037138" y="3275965"/>
              <a:ext cx="1489075" cy="543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矩形 19"/>
            <p:cNvSpPr/>
            <p:nvPr/>
          </p:nvSpPr>
          <p:spPr>
            <a:xfrm>
              <a:off x="5037138" y="2317750"/>
              <a:ext cx="1489075" cy="543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4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33" name="文本框 32"/>
          <p:cNvSpPr txBox="1"/>
          <p:nvPr/>
        </p:nvSpPr>
        <p:spPr>
          <a:xfrm>
            <a:off x="761005" y="2552571"/>
            <a:ext cx="27621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设备简化</a:t>
            </a:r>
            <a:endParaRPr kumimoji="0" lang="zh-CN" altLang="en-US"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4" name="文本框 33"/>
          <p:cNvSpPr txBox="1"/>
          <p:nvPr/>
        </p:nvSpPr>
        <p:spPr>
          <a:xfrm>
            <a:off x="761005" y="3046039"/>
            <a:ext cx="3502066" cy="974241"/>
          </a:xfrm>
          <a:prstGeom prst="rect">
            <a:avLst/>
          </a:prstGeom>
          <a:noFill/>
        </p:spPr>
        <p:txBody>
          <a:bodyPr wrap="square">
            <a:spAutoFit/>
          </a:bodyPr>
          <a:lstStyle/>
          <a:p>
            <a:pPr marL="180975" marR="0" lvl="0" indent="-180975" algn="l" defTabSz="914400" rtl="0" eaLnBrk="1" fontAlgn="auto" latinLnBrk="0" hangingPunct="1">
              <a:lnSpc>
                <a:spcPct val="120000"/>
              </a:lnSpc>
              <a:spcBef>
                <a:spcPts val="500"/>
              </a:spcBef>
              <a:spcAft>
                <a:spcPts val="500"/>
              </a:spcAft>
              <a:buClrTx/>
              <a:buSzTx/>
              <a:buFont typeface="Arial" panose="020B0604020202090204" pitchFamily="34" charset="0"/>
              <a:buChar char="•"/>
              <a:defRPr/>
            </a:pP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兼具无绳化、轻量化和低成本化优势</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a:p>
            <a:pPr marL="180975" marR="0" lvl="0" indent="-180975" algn="l" defTabSz="914400" rtl="0" eaLnBrk="1" fontAlgn="auto" latinLnBrk="0" hangingPunct="1">
              <a:lnSpc>
                <a:spcPct val="120000"/>
              </a:lnSpc>
              <a:spcBef>
                <a:spcPts val="500"/>
              </a:spcBef>
              <a:spcAft>
                <a:spcPts val="500"/>
              </a:spcAft>
              <a:buClrTx/>
              <a:buSzTx/>
              <a:buFont typeface="Arial" panose="020B0604020202090204" pitchFamily="34" charset="0"/>
              <a:buChar char="•"/>
              <a:defRPr/>
            </a:pP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用户侧设备只需支持最基础的视频解码、呈现、控制信令接收和上传</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92" name="同侧圆角矩形 91"/>
          <p:cNvSpPr/>
          <p:nvPr>
            <p:custDataLst>
              <p:tags r:id="rId1"/>
            </p:custDataLst>
          </p:nvPr>
        </p:nvSpPr>
        <p:spPr>
          <a:xfrm>
            <a:off x="8841105" y="1574165"/>
            <a:ext cx="2394585" cy="97853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1" name="同侧圆角矩形 90"/>
          <p:cNvSpPr/>
          <p:nvPr>
            <p:custDataLst>
              <p:tags r:id="rId2"/>
            </p:custDataLst>
          </p:nvPr>
        </p:nvSpPr>
        <p:spPr>
          <a:xfrm>
            <a:off x="8841105" y="1176020"/>
            <a:ext cx="2394585" cy="39624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同侧圆角矩形 20"/>
          <p:cNvSpPr/>
          <p:nvPr>
            <p:custDataLst>
              <p:tags r:id="rId3"/>
            </p:custDataLst>
          </p:nvPr>
        </p:nvSpPr>
        <p:spPr>
          <a:xfrm>
            <a:off x="8841105" y="3113405"/>
            <a:ext cx="2394585" cy="97853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同侧圆角矩形 23"/>
          <p:cNvSpPr/>
          <p:nvPr>
            <p:custDataLst>
              <p:tags r:id="rId4"/>
            </p:custDataLst>
          </p:nvPr>
        </p:nvSpPr>
        <p:spPr>
          <a:xfrm>
            <a:off x="8841105" y="2715260"/>
            <a:ext cx="2394585" cy="39624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5" name="同侧圆角矩形 24"/>
          <p:cNvSpPr/>
          <p:nvPr>
            <p:custDataLst>
              <p:tags r:id="rId5"/>
            </p:custDataLst>
          </p:nvPr>
        </p:nvSpPr>
        <p:spPr>
          <a:xfrm>
            <a:off x="8832215" y="4692650"/>
            <a:ext cx="2394585" cy="978535"/>
          </a:xfrm>
          <a:prstGeom prst="round2SameRect">
            <a:avLst>
              <a:gd name="adj1" fmla="val 0"/>
              <a:gd name="adj2" fmla="val 7138"/>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107950" rIns="91440" bIns="45720" numCol="1" spcCol="0" rtlCol="0" fromWordArt="0" anchor="t" anchorCtr="0" forceAA="0" compatLnSpc="1">
            <a:noAutofit/>
          </a:bodyPr>
          <a:lstStyle/>
          <a:p>
            <a:pPr lvl="0" algn="ctr">
              <a:lnSpc>
                <a:spcPct val="120000"/>
              </a:lnSpc>
              <a:spcBef>
                <a:spcPts val="300"/>
              </a:spcBef>
              <a:spcAft>
                <a:spcPts val="300"/>
              </a:spcAft>
              <a:buClrTx/>
              <a:buSzTx/>
              <a:buFontTx/>
            </a:pPr>
            <a:r>
              <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请输入相关内容</a:t>
            </a:r>
            <a:endParaRPr kumimoji="1" sz="14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6" name="同侧圆角矩形 25"/>
          <p:cNvSpPr/>
          <p:nvPr>
            <p:custDataLst>
              <p:tags r:id="rId6"/>
            </p:custDataLst>
          </p:nvPr>
        </p:nvSpPr>
        <p:spPr>
          <a:xfrm>
            <a:off x="8832215" y="4294505"/>
            <a:ext cx="2394585" cy="39624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1755" tIns="36195" rIns="71755" bIns="36195" numCol="1" spcCol="0" rtlCol="0" fromWordArt="0" anchor="ctr" anchorCtr="0" forceAA="0" compatLnSpc="1">
            <a:noAutofit/>
          </a:bodyPr>
          <a:lstStyle/>
          <a:p>
            <a:pPr lvl="0" algn="ctr">
              <a:buClrTx/>
              <a:buSzTx/>
              <a:buFontTx/>
              <a:defRPr/>
            </a:pPr>
            <a:r>
              <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相关内容</a:t>
            </a:r>
            <a:endParaRPr lang="zh-CN" altLang="en-US" sz="1600" b="1" noProof="0" dirty="0">
              <a:ln>
                <a:noFill/>
              </a:ln>
              <a:solidFill>
                <a:schemeClr val="tx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22"/>
          <p:cNvSpPr/>
          <p:nvPr/>
        </p:nvSpPr>
        <p:spPr>
          <a:xfrm>
            <a:off x="1501140" y="137786"/>
            <a:ext cx="9213850" cy="6858000"/>
          </a:xfrm>
          <a:custGeom>
            <a:avLst/>
            <a:gdLst/>
            <a:ahLst/>
            <a:cxnLst>
              <a:cxn ang="3">
                <a:pos x="hc" y="t"/>
              </a:cxn>
              <a:cxn ang="cd2">
                <a:pos x="l" y="vc"/>
              </a:cxn>
              <a:cxn ang="cd4">
                <a:pos x="hc" y="b"/>
              </a:cxn>
              <a:cxn ang="0">
                <a:pos x="r" y="vc"/>
              </a:cxn>
            </a:cxnLst>
            <a:rect l="l" t="t" r="r" b="b"/>
            <a:pathLst>
              <a:path w="14510" h="10800">
                <a:moveTo>
                  <a:pt x="0" y="5398"/>
                </a:moveTo>
                <a:cubicBezTo>
                  <a:pt x="0" y="3254"/>
                  <a:pt x="929" y="1328"/>
                  <a:pt x="2407" y="0"/>
                </a:cubicBezTo>
                <a:lnTo>
                  <a:pt x="12103" y="0"/>
                </a:lnTo>
                <a:cubicBezTo>
                  <a:pt x="13581" y="1328"/>
                  <a:pt x="14510" y="3254"/>
                  <a:pt x="14510" y="5398"/>
                </a:cubicBezTo>
                <a:cubicBezTo>
                  <a:pt x="14510" y="7543"/>
                  <a:pt x="13578" y="9472"/>
                  <a:pt x="12097" y="10800"/>
                </a:cubicBezTo>
                <a:lnTo>
                  <a:pt x="2413" y="10800"/>
                </a:lnTo>
                <a:cubicBezTo>
                  <a:pt x="932" y="9472"/>
                  <a:pt x="0" y="7543"/>
                  <a:pt x="0" y="5398"/>
                </a:cubicBezTo>
                <a:close/>
              </a:path>
            </a:pathLst>
          </a:custGeom>
          <a:gradFill>
            <a:gsLst>
              <a:gs pos="10000">
                <a:schemeClr val="bg2">
                  <a:alpha val="0"/>
                </a:schemeClr>
              </a:gs>
              <a:gs pos="59000">
                <a:schemeClr val="bg2"/>
              </a:gs>
              <a:gs pos="40000">
                <a:schemeClr val="bg2"/>
              </a:gs>
              <a:gs pos="89000">
                <a:schemeClr val="bg2">
                  <a:alpha val="0"/>
                </a:schemeClr>
              </a:gs>
            </a:gsLst>
            <a:lin ang="540000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椭圆 4"/>
          <p:cNvSpPr/>
          <p:nvPr/>
        </p:nvSpPr>
        <p:spPr>
          <a:xfrm>
            <a:off x="4307840" y="1871016"/>
            <a:ext cx="3576320" cy="3576320"/>
          </a:xfrm>
          <a:prstGeom prst="ellipse">
            <a:avLst/>
          </a:prstGeom>
          <a:solidFill>
            <a:schemeClr val="bg1"/>
          </a:solidFill>
          <a:ln w="9525">
            <a:noFill/>
          </a:ln>
          <a:effectLst>
            <a:outerShdw blurRad="406400" dir="5340000" sx="107000" sy="107000" algn="ctr" rotWithShape="0">
              <a:schemeClr val="bg2">
                <a:lumMod val="90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椭圆 6"/>
          <p:cNvSpPr/>
          <p:nvPr/>
        </p:nvSpPr>
        <p:spPr>
          <a:xfrm>
            <a:off x="5218113" y="2781289"/>
            <a:ext cx="1755775" cy="1755775"/>
          </a:xfrm>
          <a:prstGeom prst="ellipse">
            <a:avLst/>
          </a:prstGeom>
          <a:gradFill>
            <a:gsLst>
              <a:gs pos="0">
                <a:schemeClr val="accent2"/>
              </a:gs>
              <a:gs pos="100000">
                <a:schemeClr val="accent1"/>
              </a:gs>
            </a:gsLst>
            <a:lin ang="0" scaled="0"/>
          </a:gradFill>
          <a:ln w="9525">
            <a:noFill/>
          </a:ln>
          <a:effectLst>
            <a:outerShdw blurRad="292100" dist="88900" dir="5340000" sx="98000" sy="98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32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矩形 7"/>
          <p:cNvSpPr/>
          <p:nvPr/>
        </p:nvSpPr>
        <p:spPr>
          <a:xfrm>
            <a:off x="5363210" y="3724709"/>
            <a:ext cx="1489075" cy="543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rPr>
              <a:t>标题文字</a:t>
            </a:r>
            <a:endParaRPr kumimoji="1"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9" name="椭圆 8"/>
          <p:cNvSpPr/>
          <p:nvPr/>
        </p:nvSpPr>
        <p:spPr>
          <a:xfrm>
            <a:off x="127381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1" name="副标题 5"/>
          <p:cNvSpPr>
            <a:spLocks noGrp="1"/>
          </p:cNvSpPr>
          <p:nvPr/>
        </p:nvSpPr>
        <p:spPr>
          <a:xfrm>
            <a:off x="2299335" y="2151179"/>
            <a:ext cx="1834515" cy="932906"/>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点击此处添加正文简介文字</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点击此处添加正文简介文字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副标题 5"/>
          <p:cNvSpPr>
            <a:spLocks noGrp="1"/>
          </p:cNvSpPr>
          <p:nvPr/>
        </p:nvSpPr>
        <p:spPr>
          <a:xfrm>
            <a:off x="2299334" y="1819709"/>
            <a:ext cx="1712595" cy="33147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3" name="椭圆 12"/>
          <p:cNvSpPr/>
          <p:nvPr/>
        </p:nvSpPr>
        <p:spPr>
          <a:xfrm>
            <a:off x="1265555" y="432287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椭圆 13"/>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椭圆 14"/>
          <p:cNvSpPr/>
          <p:nvPr/>
        </p:nvSpPr>
        <p:spPr>
          <a:xfrm>
            <a:off x="10135870" y="432287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7" name="副标题 5"/>
          <p:cNvSpPr>
            <a:spLocks noGrp="1"/>
          </p:cNvSpPr>
          <p:nvPr/>
        </p:nvSpPr>
        <p:spPr>
          <a:xfrm>
            <a:off x="2299335" y="4627044"/>
            <a:ext cx="1834515" cy="87376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点击此处添加正文简介文字</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点击此处添加正文简介文字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副标题 5"/>
          <p:cNvSpPr>
            <a:spLocks noGrp="1"/>
          </p:cNvSpPr>
          <p:nvPr/>
        </p:nvSpPr>
        <p:spPr>
          <a:xfrm>
            <a:off x="2299335" y="4295574"/>
            <a:ext cx="1358900" cy="33147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Aft>
                <a:spcPts val="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副标题 5"/>
          <p:cNvSpPr>
            <a:spLocks noGrp="1"/>
          </p:cNvSpPr>
          <p:nvPr/>
        </p:nvSpPr>
        <p:spPr>
          <a:xfrm>
            <a:off x="7955280" y="2123874"/>
            <a:ext cx="1834515" cy="74231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点文字</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点击此处添加正文简介文字</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击此处添加正文简介</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副标题 5"/>
          <p:cNvSpPr>
            <a:spLocks noGrp="1"/>
          </p:cNvSpPr>
          <p:nvPr/>
        </p:nvSpPr>
        <p:spPr>
          <a:xfrm>
            <a:off x="7955280" y="1792404"/>
            <a:ext cx="1835150" cy="33147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r">
              <a:lnSpc>
                <a:spcPct val="100000"/>
              </a:lnSpc>
              <a:spcAft>
                <a:spcPts val="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副标题 5"/>
          <p:cNvSpPr>
            <a:spLocks noGrp="1"/>
          </p:cNvSpPr>
          <p:nvPr/>
        </p:nvSpPr>
        <p:spPr>
          <a:xfrm>
            <a:off x="7955280" y="4599739"/>
            <a:ext cx="1834515" cy="87376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r">
              <a:lnSpc>
                <a:spcPct val="120000"/>
              </a:lnSpc>
              <a:spcBef>
                <a:spcPts val="300"/>
              </a:spcBef>
              <a:spcAft>
                <a:spcPts val="3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点击此处添加正文简介文字</a:t>
            </a: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点击此处添加正文简介文字</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4" name="副标题 5"/>
          <p:cNvSpPr>
            <a:spLocks noGrp="1"/>
          </p:cNvSpPr>
          <p:nvPr/>
        </p:nvSpPr>
        <p:spPr>
          <a:xfrm>
            <a:off x="7955280" y="4268269"/>
            <a:ext cx="1835150" cy="331470"/>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r">
              <a:lnSpc>
                <a:spcPct val="100000"/>
              </a:lnSpc>
              <a:spcAft>
                <a:spcPts val="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pic>
        <p:nvPicPr>
          <p:cNvPr id="25" name="图片 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73995" y="4548939"/>
            <a:ext cx="419100" cy="419100"/>
          </a:xfrm>
          <a:prstGeom prst="rect">
            <a:avLst/>
          </a:prstGeom>
        </p:spPr>
      </p:pic>
      <p:sp>
        <p:nvSpPr>
          <p:cNvPr id="26" name="椭圆 25"/>
          <p:cNvSpPr/>
          <p:nvPr/>
        </p:nvSpPr>
        <p:spPr>
          <a:xfrm>
            <a:off x="4715510" y="2372794"/>
            <a:ext cx="154940" cy="15494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7" name="椭圆 26"/>
          <p:cNvSpPr/>
          <p:nvPr/>
        </p:nvSpPr>
        <p:spPr>
          <a:xfrm>
            <a:off x="7350760" y="2372794"/>
            <a:ext cx="154940" cy="15494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8" name="椭圆 27"/>
          <p:cNvSpPr/>
          <p:nvPr/>
        </p:nvSpPr>
        <p:spPr>
          <a:xfrm>
            <a:off x="4715510" y="4785159"/>
            <a:ext cx="154940" cy="15494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9" name="椭圆 28"/>
          <p:cNvSpPr/>
          <p:nvPr/>
        </p:nvSpPr>
        <p:spPr>
          <a:xfrm>
            <a:off x="7350760" y="4785159"/>
            <a:ext cx="154940" cy="154940"/>
          </a:xfrm>
          <a:prstGeom prst="ellipse">
            <a:avLst/>
          </a:prstGeom>
          <a:gradFill>
            <a:gsLst>
              <a:gs pos="0">
                <a:schemeClr val="accent2"/>
              </a:gs>
              <a:gs pos="100000">
                <a:schemeClr val="accent1"/>
              </a:gs>
            </a:gsLst>
            <a:lin ang="0" scaled="0"/>
          </a:gra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71755" rIns="71755" numCol="1" spcCol="0" rtlCol="0" fromWordArt="0" anchor="ctr" anchorCtr="0" forceAA="0" compatLnSpc="1">
            <a:noAutofit/>
          </a:bodyPr>
          <a:lstStyle/>
          <a:p>
            <a:pPr lvl="0" algn="ctr">
              <a:buClrTx/>
              <a:buSzTx/>
              <a:buFontTx/>
              <a:defRPr/>
            </a:pPr>
            <a:endParaRPr lang="zh-CN" altLang="en-US" sz="160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30"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pic>
        <p:nvPicPr>
          <p:cNvPr id="31" name="图片 188"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01140" y="2047039"/>
            <a:ext cx="419100" cy="419100"/>
          </a:xfrm>
          <a:prstGeom prst="rect">
            <a:avLst/>
          </a:prstGeom>
        </p:spPr>
      </p:pic>
      <p:pic>
        <p:nvPicPr>
          <p:cNvPr id="32" name="图片 189"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8440" y="4550209"/>
            <a:ext cx="419100" cy="419100"/>
          </a:xfrm>
          <a:prstGeom prst="rect">
            <a:avLst/>
          </a:prstGeom>
        </p:spPr>
      </p:pic>
      <p:pic>
        <p:nvPicPr>
          <p:cNvPr id="33" name="图片 190" descr="icon-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6915" y="3129714"/>
            <a:ext cx="622300" cy="622300"/>
          </a:xfrm>
          <a:prstGeom prst="rect">
            <a:avLst/>
          </a:prstGeom>
        </p:spPr>
      </p:pic>
      <p:sp>
        <p:nvSpPr>
          <p:cNvPr id="2" name="标题 1"/>
          <p:cNvSpPr>
            <a:spLocks noGrp="1"/>
          </p:cNvSpPr>
          <p:nvPr>
            <p:ph type="title"/>
          </p:nvPr>
        </p:nvSpPr>
        <p:spPr/>
        <p:txBody>
          <a:bodyPr/>
          <a:lstStyle/>
          <a:p>
            <a:r>
              <a:rPr kumimoji="1" lang="zh-CN" altLang="en-US" dirty="0">
                <a:latin typeface="Arial" panose="020B0604020202090204" pitchFamily="34" charset="0"/>
                <a:ea typeface="微软雅黑" panose="020B0502040204020203" pitchFamily="34" charset="-122"/>
                <a:cs typeface="Arial" panose="020B0604020202090204" pitchFamily="34" charset="0"/>
              </a:rPr>
              <a:t>逻辑图：</a:t>
            </a:r>
            <a:r>
              <a:rPr lang="zh-CN" altLang="en-US" dirty="0">
                <a:latin typeface="Arial" panose="020B0604020202090204" pitchFamily="34" charset="0"/>
                <a:ea typeface="微软雅黑" panose="020B0502040204020203" pitchFamily="34" charset="-122"/>
                <a:cs typeface="Arial" panose="020B0604020202090204" pitchFamily="34" charset="0"/>
                <a:sym typeface="+mn-ea"/>
              </a:rPr>
              <a:t>并列 | 列举</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逻辑图：</a:t>
            </a:r>
            <a:r>
              <a:rPr kumimoji="1" lang="en-US" altLang="zh-CN" dirty="0"/>
              <a:t>5</a:t>
            </a:r>
            <a:r>
              <a:rPr kumimoji="1" lang="zh-CN" altLang="en-US" dirty="0"/>
              <a:t>要素</a:t>
            </a:r>
            <a:endParaRPr kumimoji="1" lang="zh-CN" altLang="en-US" dirty="0"/>
          </a:p>
        </p:txBody>
      </p:sp>
      <p:grpSp>
        <p:nvGrpSpPr>
          <p:cNvPr id="38" name="组合 37"/>
          <p:cNvGrpSpPr/>
          <p:nvPr/>
        </p:nvGrpSpPr>
        <p:grpSpPr>
          <a:xfrm>
            <a:off x="1203498" y="1533687"/>
            <a:ext cx="9981854" cy="3092333"/>
            <a:chOff x="1203498" y="1533687"/>
            <a:chExt cx="9981854" cy="3092333"/>
          </a:xfrm>
        </p:grpSpPr>
        <p:sp>
          <p:nvSpPr>
            <p:cNvPr id="7" name="椭圆 6"/>
            <p:cNvSpPr/>
            <p:nvPr/>
          </p:nvSpPr>
          <p:spPr>
            <a:xfrm rot="20825450">
              <a:off x="1203498" y="1716454"/>
              <a:ext cx="9981854" cy="2909566"/>
            </a:xfrm>
            <a:prstGeom prst="ellipse">
              <a:avLst/>
            </a:prstGeom>
            <a:noFill/>
            <a:ln w="15875">
              <a:gradFill>
                <a:gsLst>
                  <a:gs pos="0">
                    <a:schemeClr val="bg1"/>
                  </a:gs>
                  <a:gs pos="100000">
                    <a:schemeClr val="accent1"/>
                  </a:gs>
                </a:gsLst>
                <a:lin ang="534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弧形 4"/>
            <p:cNvSpPr/>
            <p:nvPr/>
          </p:nvSpPr>
          <p:spPr>
            <a:xfrm rot="20825450">
              <a:off x="2766580" y="2172070"/>
              <a:ext cx="6855690" cy="1998334"/>
            </a:xfrm>
            <a:prstGeom prst="arc">
              <a:avLst>
                <a:gd name="adj1" fmla="val 20527655"/>
                <a:gd name="adj2" fmla="val 873588"/>
              </a:avLst>
            </a:prstGeom>
            <a:noFill/>
            <a:ln w="15875">
              <a:gradFill>
                <a:gsLst>
                  <a:gs pos="0">
                    <a:schemeClr val="bg1"/>
                  </a:gs>
                  <a:gs pos="99000">
                    <a:schemeClr val="accent1"/>
                  </a:gs>
                </a:gsLst>
                <a:lin ang="534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弧形 7"/>
            <p:cNvSpPr/>
            <p:nvPr/>
          </p:nvSpPr>
          <p:spPr>
            <a:xfrm rot="20825450">
              <a:off x="2873895" y="2119365"/>
              <a:ext cx="6855690" cy="1998334"/>
            </a:xfrm>
            <a:prstGeom prst="arc">
              <a:avLst>
                <a:gd name="adj1" fmla="val 8633663"/>
                <a:gd name="adj2" fmla="val 11984035"/>
              </a:avLst>
            </a:prstGeom>
            <a:noFill/>
            <a:ln w="15875">
              <a:gradFill>
                <a:gsLst>
                  <a:gs pos="0">
                    <a:schemeClr val="accent1">
                      <a:alpha val="0"/>
                    </a:schemeClr>
                  </a:gs>
                  <a:gs pos="100000">
                    <a:schemeClr val="accent1"/>
                  </a:gs>
                </a:gsLst>
                <a:lin ang="534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椭圆 9"/>
            <p:cNvSpPr/>
            <p:nvPr/>
          </p:nvSpPr>
          <p:spPr>
            <a:xfrm>
              <a:off x="3239344" y="3618797"/>
              <a:ext cx="63500" cy="63500"/>
            </a:xfrm>
            <a:prstGeom prst="ellipse">
              <a:avLst/>
            </a:prstGeom>
            <a:solidFill>
              <a:srgbClr val="356CFF">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1" name="椭圆 10"/>
            <p:cNvSpPr/>
            <p:nvPr/>
          </p:nvSpPr>
          <p:spPr>
            <a:xfrm>
              <a:off x="5215325" y="4268672"/>
              <a:ext cx="74120" cy="74120"/>
            </a:xfrm>
            <a:prstGeom prst="ellipse">
              <a:avLst/>
            </a:prstGeom>
            <a:solidFill>
              <a:srgbClr val="478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2" name="椭圆 11"/>
            <p:cNvSpPr/>
            <p:nvPr/>
          </p:nvSpPr>
          <p:spPr>
            <a:xfrm>
              <a:off x="8785898" y="3232435"/>
              <a:ext cx="54604" cy="54604"/>
            </a:xfrm>
            <a:prstGeom prst="ellipse">
              <a:avLst/>
            </a:prstGeom>
            <a:solidFill>
              <a:srgbClr val="478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8" name="弧形 47"/>
            <p:cNvSpPr/>
            <p:nvPr/>
          </p:nvSpPr>
          <p:spPr>
            <a:xfrm rot="20825450">
              <a:off x="3155419" y="2285411"/>
              <a:ext cx="6078012" cy="1771652"/>
            </a:xfrm>
            <a:prstGeom prst="arc">
              <a:avLst>
                <a:gd name="adj1" fmla="val 11035688"/>
                <a:gd name="adj2" fmla="val 11984035"/>
              </a:avLst>
            </a:prstGeom>
            <a:noFill/>
            <a:ln w="15875">
              <a:gradFill>
                <a:gsLst>
                  <a:gs pos="0">
                    <a:schemeClr val="accent2">
                      <a:lumMod val="20000"/>
                      <a:lumOff val="80000"/>
                      <a:alpha val="0"/>
                    </a:schemeClr>
                  </a:gs>
                  <a:gs pos="100000">
                    <a:schemeClr val="accent1"/>
                  </a:gs>
                </a:gsLst>
                <a:lin ang="534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4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弧形 48"/>
            <p:cNvSpPr/>
            <p:nvPr/>
          </p:nvSpPr>
          <p:spPr>
            <a:xfrm rot="20825450">
              <a:off x="3153146" y="2284749"/>
              <a:ext cx="6082558" cy="1772976"/>
            </a:xfrm>
            <a:prstGeom prst="arc">
              <a:avLst>
                <a:gd name="adj1" fmla="val 20436576"/>
                <a:gd name="adj2" fmla="val 2444841"/>
              </a:avLst>
            </a:prstGeom>
            <a:noFill/>
            <a:ln w="9525">
              <a:gradFill flip="none" rotWithShape="1">
                <a:gsLst>
                  <a:gs pos="100000">
                    <a:schemeClr val="accent1"/>
                  </a:gs>
                  <a:gs pos="0">
                    <a:schemeClr val="bg1">
                      <a:alpha val="10000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0" name="椭圆 19"/>
            <p:cNvSpPr/>
            <p:nvPr/>
          </p:nvSpPr>
          <p:spPr>
            <a:xfrm>
              <a:off x="7285375" y="3738360"/>
              <a:ext cx="63500" cy="63500"/>
            </a:xfrm>
            <a:prstGeom prst="ellipse">
              <a:avLst/>
            </a:prstGeom>
            <a:solidFill>
              <a:srgbClr val="356CFF">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nvGrpSpPr>
            <p:cNvPr id="37" name="组合 36"/>
            <p:cNvGrpSpPr/>
            <p:nvPr/>
          </p:nvGrpSpPr>
          <p:grpSpPr>
            <a:xfrm>
              <a:off x="3476916" y="1533687"/>
              <a:ext cx="5435018" cy="2429664"/>
              <a:chOff x="3476916" y="1533687"/>
              <a:chExt cx="5435018" cy="2429664"/>
            </a:xfrm>
          </p:grpSpPr>
          <p:sp>
            <p:nvSpPr>
              <p:cNvPr id="6" name="椭圆 5"/>
              <p:cNvSpPr/>
              <p:nvPr/>
            </p:nvSpPr>
            <p:spPr>
              <a:xfrm rot="20825450">
                <a:off x="3476916" y="2379123"/>
                <a:ext cx="5435018" cy="1584228"/>
              </a:xfrm>
              <a:prstGeom prst="ellipse">
                <a:avLst/>
              </a:prstGeom>
              <a:gradFill flip="none" rotWithShape="1">
                <a:gsLst>
                  <a:gs pos="0">
                    <a:schemeClr val="accent2">
                      <a:lumMod val="20000"/>
                      <a:lumOff val="80000"/>
                    </a:schemeClr>
                  </a:gs>
                  <a:gs pos="100000">
                    <a:schemeClr val="bg1"/>
                  </a:gs>
                </a:gsLst>
                <a:lin ang="1656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1" name="文本框 20"/>
              <p:cNvSpPr txBox="1"/>
              <p:nvPr/>
            </p:nvSpPr>
            <p:spPr>
              <a:xfrm>
                <a:off x="5532485" y="1533687"/>
                <a:ext cx="1040670" cy="193899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0" b="1" i="0" u="none" strike="noStrike" kern="1200" cap="none" spc="0" normalizeH="0" baseline="0" noProof="0" dirty="0">
                    <a:ln>
                      <a:noFill/>
                    </a:ln>
                    <a:gradFill>
                      <a:gsLst>
                        <a:gs pos="100000">
                          <a:schemeClr val="bg1"/>
                        </a:gs>
                        <a:gs pos="0">
                          <a:schemeClr val="accent1"/>
                        </a:gs>
                      </a:gsLst>
                      <a:lin ang="5400000" scaled="0"/>
                    </a:gradFill>
                    <a:effectLst/>
                    <a:uLnTx/>
                    <a:uFillTx/>
                    <a:latin typeface="Arial" panose="020B0604020202090204" pitchFamily="34" charset="0"/>
                    <a:ea typeface="微软雅黑" panose="020B0502040204020203" pitchFamily="34" charset="-122"/>
                    <a:cs typeface="Arial" panose="020B0604020202090204" pitchFamily="34" charset="0"/>
                  </a:rPr>
                  <a:t>5</a:t>
                </a:r>
                <a:endParaRPr kumimoji="0" lang="en-US" altLang="zh-CN" sz="12000" b="1" i="0" u="none" strike="noStrike" kern="1200" cap="none" spc="0" normalizeH="0" baseline="0" noProof="0" dirty="0">
                  <a:ln>
                    <a:noFill/>
                  </a:ln>
                  <a:gradFill>
                    <a:gsLst>
                      <a:gs pos="100000">
                        <a:schemeClr val="bg1"/>
                      </a:gs>
                      <a:gs pos="0">
                        <a:schemeClr val="accent1"/>
                      </a:gs>
                    </a:gsLst>
                    <a:lin ang="5400000" scaled="0"/>
                  </a:gra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2" name="文本框 21"/>
              <p:cNvSpPr txBox="1"/>
              <p:nvPr/>
            </p:nvSpPr>
            <p:spPr>
              <a:xfrm>
                <a:off x="4988851" y="2616362"/>
                <a:ext cx="2214880" cy="462280"/>
              </a:xfrm>
              <a:prstGeom prst="rect">
                <a:avLst/>
              </a:prstGeom>
              <a:noFill/>
              <a:effectLst>
                <a:reflection blurRad="6350" stA="25000" endA="300" endPos="75000" dist="101600" dir="5400000" sy="-100000" algn="bl" rotWithShape="0"/>
              </a:effectLst>
            </p:spPr>
            <p:txBody>
              <a:bodyPr wrap="non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五个一体化</a:t>
                </a:r>
                <a:endParaRPr kumimoji="0" lang="zh-CN" altLang="en-US" sz="3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sp>
        <p:nvSpPr>
          <p:cNvPr id="54" name="矩形 53"/>
          <p:cNvSpPr/>
          <p:nvPr/>
        </p:nvSpPr>
        <p:spPr>
          <a:xfrm>
            <a:off x="9931960" y="3308350"/>
            <a:ext cx="1670685" cy="337185"/>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51" name="组合 50"/>
          <p:cNvGrpSpPr>
            <a:grpSpLocks noChangeAspect="1"/>
          </p:cNvGrpSpPr>
          <p:nvPr/>
        </p:nvGrpSpPr>
        <p:grpSpPr>
          <a:xfrm>
            <a:off x="10336764" y="2290532"/>
            <a:ext cx="828000" cy="828000"/>
            <a:chOff x="10135870" y="1819709"/>
            <a:chExt cx="873760" cy="873760"/>
          </a:xfrm>
        </p:grpSpPr>
        <p:sp>
          <p:nvSpPr>
            <p:cNvPr id="43" name="椭圆 42"/>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47"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grpSp>
      <p:sp>
        <p:nvSpPr>
          <p:cNvPr id="55" name="矩形 54"/>
          <p:cNvSpPr/>
          <p:nvPr/>
        </p:nvSpPr>
        <p:spPr>
          <a:xfrm>
            <a:off x="8113596" y="4390254"/>
            <a:ext cx="1670685" cy="337185"/>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56" name="组合 55"/>
          <p:cNvGrpSpPr>
            <a:grpSpLocks noChangeAspect="1"/>
          </p:cNvGrpSpPr>
          <p:nvPr/>
        </p:nvGrpSpPr>
        <p:grpSpPr>
          <a:xfrm>
            <a:off x="8518400" y="3372436"/>
            <a:ext cx="828000" cy="828000"/>
            <a:chOff x="10135870" y="1819709"/>
            <a:chExt cx="873760" cy="873760"/>
          </a:xfrm>
        </p:grpSpPr>
        <p:sp>
          <p:nvSpPr>
            <p:cNvPr id="57" name="椭圆 56"/>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58"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grpSp>
      <p:sp>
        <p:nvSpPr>
          <p:cNvPr id="59" name="矩形 58"/>
          <p:cNvSpPr/>
          <p:nvPr/>
        </p:nvSpPr>
        <p:spPr>
          <a:xfrm>
            <a:off x="5872576" y="5125720"/>
            <a:ext cx="1670685" cy="337185"/>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0" name="组合 59"/>
          <p:cNvGrpSpPr>
            <a:grpSpLocks noChangeAspect="1"/>
          </p:cNvGrpSpPr>
          <p:nvPr/>
        </p:nvGrpSpPr>
        <p:grpSpPr>
          <a:xfrm>
            <a:off x="6277380" y="4107902"/>
            <a:ext cx="828000" cy="828000"/>
            <a:chOff x="10135870" y="1819709"/>
            <a:chExt cx="873760" cy="873760"/>
          </a:xfrm>
        </p:grpSpPr>
        <p:sp>
          <p:nvSpPr>
            <p:cNvPr id="61" name="椭圆 60"/>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2"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grpSp>
      <p:sp>
        <p:nvSpPr>
          <p:cNvPr id="63" name="矩形 62"/>
          <p:cNvSpPr/>
          <p:nvPr/>
        </p:nvSpPr>
        <p:spPr>
          <a:xfrm>
            <a:off x="3245576" y="5514770"/>
            <a:ext cx="1670685" cy="337185"/>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4" name="组合 63"/>
          <p:cNvGrpSpPr>
            <a:grpSpLocks noChangeAspect="1"/>
          </p:cNvGrpSpPr>
          <p:nvPr/>
        </p:nvGrpSpPr>
        <p:grpSpPr>
          <a:xfrm>
            <a:off x="3650380" y="4496952"/>
            <a:ext cx="828000" cy="828000"/>
            <a:chOff x="10135870" y="1819709"/>
            <a:chExt cx="873760" cy="873760"/>
          </a:xfrm>
        </p:grpSpPr>
        <p:sp>
          <p:nvSpPr>
            <p:cNvPr id="65" name="椭圆 64"/>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66"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grpSp>
      <p:sp>
        <p:nvSpPr>
          <p:cNvPr id="67" name="矩形 66"/>
          <p:cNvSpPr/>
          <p:nvPr/>
        </p:nvSpPr>
        <p:spPr>
          <a:xfrm>
            <a:off x="811985" y="5177585"/>
            <a:ext cx="1670685" cy="337185"/>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8" name="组合 67"/>
          <p:cNvGrpSpPr>
            <a:grpSpLocks noChangeAspect="1"/>
          </p:cNvGrpSpPr>
          <p:nvPr/>
        </p:nvGrpSpPr>
        <p:grpSpPr>
          <a:xfrm>
            <a:off x="1216789" y="4159767"/>
            <a:ext cx="828000" cy="828000"/>
            <a:chOff x="10135870" y="1819709"/>
            <a:chExt cx="873760" cy="873760"/>
          </a:xfrm>
        </p:grpSpPr>
        <p:sp>
          <p:nvSpPr>
            <p:cNvPr id="69" name="椭圆 68"/>
            <p:cNvSpPr/>
            <p:nvPr/>
          </p:nvSpPr>
          <p:spPr>
            <a:xfrm>
              <a:off x="10135870" y="1819709"/>
              <a:ext cx="873760" cy="873760"/>
            </a:xfrm>
            <a:prstGeom prst="ellipse">
              <a:avLst/>
            </a:prstGeom>
            <a:gradFill>
              <a:gsLst>
                <a:gs pos="100000">
                  <a:schemeClr val="accent1"/>
                </a:gs>
                <a:gs pos="0">
                  <a:schemeClr val="accent2"/>
                </a:gs>
              </a:gsLst>
              <a:lin ang="0" scaled="0"/>
            </a:gradFill>
            <a:ln w="9525">
              <a:noFill/>
            </a:ln>
            <a:effectLst>
              <a:outerShdw blurRad="292100" dist="88900" dir="5340000" sx="98000" sy="98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Autofit/>
            </a:bodyPr>
            <a:lstStyle/>
            <a:p>
              <a:pPr lvl="0" algn="ctr">
                <a:spcBef>
                  <a:spcPts val="400"/>
                </a:spcBef>
                <a:spcAft>
                  <a:spcPts val="400"/>
                </a:spcAft>
                <a:buClrTx/>
                <a:buSzTx/>
                <a:buFontTx/>
              </a:pP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pic>
          <p:nvPicPr>
            <p:cNvPr id="70" name="图片 187" descr="icon-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63200" y="2047039"/>
              <a:ext cx="419100" cy="419100"/>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7266" y="295799"/>
            <a:ext cx="9967929" cy="461665"/>
          </a:xfrm>
        </p:spPr>
        <p:txBody>
          <a:bodyPr/>
          <a:lstStyle/>
          <a:p>
            <a:r>
              <a:rPr dirty="0">
                <a:sym typeface="+mn-ea"/>
              </a:rPr>
              <a:t>资质列表</a:t>
            </a:r>
            <a:endParaRPr dirty="0">
              <a:sym typeface="+mn-ea"/>
            </a:endParaRPr>
          </a:p>
        </p:txBody>
      </p:sp>
      <p:grpSp>
        <p:nvGrpSpPr>
          <p:cNvPr id="29" name="组合 28"/>
          <p:cNvGrpSpPr/>
          <p:nvPr/>
        </p:nvGrpSpPr>
        <p:grpSpPr>
          <a:xfrm>
            <a:off x="854075" y="990918"/>
            <a:ext cx="3147060" cy="1777365"/>
            <a:chOff x="1784" y="2645"/>
            <a:chExt cx="4956" cy="2799"/>
          </a:xfrm>
        </p:grpSpPr>
        <p:sp>
          <p:nvSpPr>
            <p:cNvPr id="9" name="矩形 8"/>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0" name="矩形 9"/>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28" name="组合 27"/>
            <p:cNvGrpSpPr/>
            <p:nvPr/>
          </p:nvGrpSpPr>
          <p:grpSpPr>
            <a:xfrm>
              <a:off x="1784" y="2645"/>
              <a:ext cx="4956" cy="2799"/>
              <a:chOff x="1784" y="2645"/>
              <a:chExt cx="4956" cy="2799"/>
            </a:xfrm>
          </p:grpSpPr>
          <p:pic>
            <p:nvPicPr>
              <p:cNvPr id="6" name="图片 5" descr="ms-3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4" y="2645"/>
                <a:ext cx="1824" cy="2343"/>
              </a:xfrm>
              <a:prstGeom prst="rect">
                <a:avLst/>
              </a:prstGeom>
            </p:spPr>
          </p:pic>
          <p:pic>
            <p:nvPicPr>
              <p:cNvPr id="7" name="图片 6" descr="ms-30"/>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4816" y="2645"/>
                <a:ext cx="1924" cy="2343"/>
              </a:xfrm>
              <a:prstGeom prst="rect">
                <a:avLst/>
              </a:prstGeom>
            </p:spPr>
          </p:pic>
          <p:grpSp>
            <p:nvGrpSpPr>
              <p:cNvPr id="27" name="组合 26"/>
              <p:cNvGrpSpPr/>
              <p:nvPr/>
            </p:nvGrpSpPr>
            <p:grpSpPr>
              <a:xfrm>
                <a:off x="2922" y="4640"/>
                <a:ext cx="2736" cy="805"/>
                <a:chOff x="2922" y="4640"/>
                <a:chExt cx="2736" cy="805"/>
              </a:xfrm>
            </p:grpSpPr>
            <p:sp>
              <p:nvSpPr>
                <p:cNvPr id="13" name="椭圆 12"/>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椭圆 13"/>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8" name="五角星 17"/>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五角星 19"/>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4" name="五角星 23"/>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sp>
        <p:nvSpPr>
          <p:cNvPr id="32" name="矩形 31"/>
          <p:cNvSpPr/>
          <p:nvPr/>
        </p:nvSpPr>
        <p:spPr bwMode="auto">
          <a:xfrm>
            <a:off x="-10160" y="5612130"/>
            <a:ext cx="12212320" cy="1245870"/>
          </a:xfrm>
          <a:prstGeom prst="rect">
            <a:avLst/>
          </a:prstGeom>
          <a:gradFill>
            <a:gsLst>
              <a:gs pos="100000">
                <a:schemeClr val="accent1"/>
              </a:gs>
              <a:gs pos="0">
                <a:schemeClr val="accent2"/>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2" name="矩形 121"/>
          <p:cNvSpPr/>
          <p:nvPr/>
        </p:nvSpPr>
        <p:spPr>
          <a:xfrm>
            <a:off x="5032375" y="5867082"/>
            <a:ext cx="2515870" cy="431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0"/>
              </a:spcBef>
              <a:spcAft>
                <a:spcPts val="500"/>
              </a:spcAft>
            </a:pPr>
            <a:r>
              <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rPr>
              <a:t>点击此处添加总结文字</a:t>
            </a:r>
            <a:endParaRPr lang="zh-CN" altLang="en-US" sz="16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3" name="文本框 2"/>
          <p:cNvSpPr txBox="1"/>
          <p:nvPr/>
        </p:nvSpPr>
        <p:spPr>
          <a:xfrm>
            <a:off x="7189470" y="-1360805"/>
            <a:ext cx="184731" cy="369332"/>
          </a:xfrm>
          <a:prstGeom prst="rect">
            <a:avLst/>
          </a:prstGeom>
          <a:noFill/>
        </p:spPr>
        <p:txBody>
          <a:bodyPr wrap="none" rtlCol="0">
            <a:spAutoFit/>
          </a:bodyP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4" name="组合 3"/>
          <p:cNvGrpSpPr/>
          <p:nvPr/>
        </p:nvGrpSpPr>
        <p:grpSpPr>
          <a:xfrm>
            <a:off x="4459605" y="990918"/>
            <a:ext cx="3147060" cy="1777365"/>
            <a:chOff x="1784" y="2645"/>
            <a:chExt cx="4956" cy="2799"/>
          </a:xfrm>
        </p:grpSpPr>
        <p:sp>
          <p:nvSpPr>
            <p:cNvPr id="5" name="矩形 4"/>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矩形 7"/>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11" name="组合 10"/>
            <p:cNvGrpSpPr/>
            <p:nvPr/>
          </p:nvGrpSpPr>
          <p:grpSpPr>
            <a:xfrm>
              <a:off x="1784" y="2645"/>
              <a:ext cx="4956" cy="2799"/>
              <a:chOff x="1784" y="2645"/>
              <a:chExt cx="4956" cy="2799"/>
            </a:xfrm>
          </p:grpSpPr>
          <p:pic>
            <p:nvPicPr>
              <p:cNvPr id="12" name="图片 11" descr="ms-30"/>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784" y="2645"/>
                <a:ext cx="1824" cy="2343"/>
              </a:xfrm>
              <a:prstGeom prst="rect">
                <a:avLst/>
              </a:prstGeom>
            </p:spPr>
          </p:pic>
          <p:pic>
            <p:nvPicPr>
              <p:cNvPr id="15" name="图片 14" descr="ms-30"/>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flipH="1">
                <a:off x="4816" y="2645"/>
                <a:ext cx="1924" cy="2343"/>
              </a:xfrm>
              <a:prstGeom prst="rect">
                <a:avLst/>
              </a:prstGeom>
            </p:spPr>
          </p:pic>
          <p:grpSp>
            <p:nvGrpSpPr>
              <p:cNvPr id="16" name="组合 15"/>
              <p:cNvGrpSpPr/>
              <p:nvPr/>
            </p:nvGrpSpPr>
            <p:grpSpPr>
              <a:xfrm>
                <a:off x="2922" y="4640"/>
                <a:ext cx="2736" cy="805"/>
                <a:chOff x="2922" y="4640"/>
                <a:chExt cx="2736" cy="805"/>
              </a:xfrm>
            </p:grpSpPr>
            <p:sp>
              <p:nvSpPr>
                <p:cNvPr id="17" name="椭圆 16"/>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9" name="椭圆 18"/>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五角星 20"/>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五角星 21"/>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五角星 22"/>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25" name="组合 24"/>
          <p:cNvGrpSpPr/>
          <p:nvPr/>
        </p:nvGrpSpPr>
        <p:grpSpPr>
          <a:xfrm>
            <a:off x="8065135" y="990918"/>
            <a:ext cx="3147060" cy="1777365"/>
            <a:chOff x="1784" y="2645"/>
            <a:chExt cx="4956" cy="2799"/>
          </a:xfrm>
        </p:grpSpPr>
        <p:sp>
          <p:nvSpPr>
            <p:cNvPr id="26" name="矩形 25"/>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0" name="矩形 29"/>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31" name="组合 30"/>
            <p:cNvGrpSpPr/>
            <p:nvPr/>
          </p:nvGrpSpPr>
          <p:grpSpPr>
            <a:xfrm>
              <a:off x="1784" y="2645"/>
              <a:ext cx="4956" cy="2799"/>
              <a:chOff x="1784" y="2645"/>
              <a:chExt cx="4956" cy="2799"/>
            </a:xfrm>
          </p:grpSpPr>
          <p:pic>
            <p:nvPicPr>
              <p:cNvPr id="33" name="图片 32" descr="ms-30"/>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784" y="2645"/>
                <a:ext cx="1824" cy="2343"/>
              </a:xfrm>
              <a:prstGeom prst="rect">
                <a:avLst/>
              </a:prstGeom>
            </p:spPr>
          </p:pic>
          <p:pic>
            <p:nvPicPr>
              <p:cNvPr id="34" name="图片 33" descr="ms-30"/>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flipH="1">
                <a:off x="4816" y="2645"/>
                <a:ext cx="1924" cy="2343"/>
              </a:xfrm>
              <a:prstGeom prst="rect">
                <a:avLst/>
              </a:prstGeom>
            </p:spPr>
          </p:pic>
          <p:grpSp>
            <p:nvGrpSpPr>
              <p:cNvPr id="35" name="组合 34"/>
              <p:cNvGrpSpPr/>
              <p:nvPr/>
            </p:nvGrpSpPr>
            <p:grpSpPr>
              <a:xfrm>
                <a:off x="2922" y="4640"/>
                <a:ext cx="2736" cy="805"/>
                <a:chOff x="2922" y="4640"/>
                <a:chExt cx="2736" cy="805"/>
              </a:xfrm>
            </p:grpSpPr>
            <p:sp>
              <p:nvSpPr>
                <p:cNvPr id="36" name="椭圆 35"/>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7" name="椭圆 36"/>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五角星 37"/>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9" name="五角星 38"/>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0" name="五角星 39"/>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41" name="组合 40"/>
          <p:cNvGrpSpPr/>
          <p:nvPr/>
        </p:nvGrpSpPr>
        <p:grpSpPr>
          <a:xfrm>
            <a:off x="900430" y="3125788"/>
            <a:ext cx="3147060" cy="1777365"/>
            <a:chOff x="1784" y="2645"/>
            <a:chExt cx="4956" cy="2799"/>
          </a:xfrm>
        </p:grpSpPr>
        <p:sp>
          <p:nvSpPr>
            <p:cNvPr id="42" name="矩形 41"/>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3" name="矩形 42"/>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44" name="组合 43"/>
            <p:cNvGrpSpPr/>
            <p:nvPr/>
          </p:nvGrpSpPr>
          <p:grpSpPr>
            <a:xfrm>
              <a:off x="1784" y="2645"/>
              <a:ext cx="4956" cy="2799"/>
              <a:chOff x="1784" y="2645"/>
              <a:chExt cx="4956" cy="2799"/>
            </a:xfrm>
          </p:grpSpPr>
          <p:pic>
            <p:nvPicPr>
              <p:cNvPr id="45" name="图片 44" descr="ms-30"/>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784" y="2645"/>
                <a:ext cx="1824" cy="2343"/>
              </a:xfrm>
              <a:prstGeom prst="rect">
                <a:avLst/>
              </a:prstGeom>
            </p:spPr>
          </p:pic>
          <p:pic>
            <p:nvPicPr>
              <p:cNvPr id="46" name="图片 45" descr="ms-30"/>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flipH="1">
                <a:off x="4816" y="2645"/>
                <a:ext cx="1924" cy="2343"/>
              </a:xfrm>
              <a:prstGeom prst="rect">
                <a:avLst/>
              </a:prstGeom>
            </p:spPr>
          </p:pic>
          <p:grpSp>
            <p:nvGrpSpPr>
              <p:cNvPr id="47" name="组合 46"/>
              <p:cNvGrpSpPr/>
              <p:nvPr/>
            </p:nvGrpSpPr>
            <p:grpSpPr>
              <a:xfrm>
                <a:off x="2922" y="4640"/>
                <a:ext cx="2736" cy="805"/>
                <a:chOff x="2922" y="4640"/>
                <a:chExt cx="2736" cy="805"/>
              </a:xfrm>
            </p:grpSpPr>
            <p:sp>
              <p:nvSpPr>
                <p:cNvPr id="48" name="椭圆 47"/>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9" name="椭圆 48"/>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0" name="五角星 49"/>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五角星 50"/>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五角星 51"/>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53" name="组合 52"/>
          <p:cNvGrpSpPr/>
          <p:nvPr/>
        </p:nvGrpSpPr>
        <p:grpSpPr>
          <a:xfrm>
            <a:off x="4505960" y="3125788"/>
            <a:ext cx="3147060" cy="1777365"/>
            <a:chOff x="1784" y="2645"/>
            <a:chExt cx="4956" cy="2799"/>
          </a:xfrm>
        </p:grpSpPr>
        <p:sp>
          <p:nvSpPr>
            <p:cNvPr id="54" name="矩形 53"/>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55" name="矩形 54"/>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56" name="组合 55"/>
            <p:cNvGrpSpPr/>
            <p:nvPr/>
          </p:nvGrpSpPr>
          <p:grpSpPr>
            <a:xfrm>
              <a:off x="1784" y="2645"/>
              <a:ext cx="4956" cy="2799"/>
              <a:chOff x="1784" y="2645"/>
              <a:chExt cx="4956" cy="2799"/>
            </a:xfrm>
          </p:grpSpPr>
          <p:pic>
            <p:nvPicPr>
              <p:cNvPr id="57" name="图片 56" descr="ms-30"/>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784" y="2645"/>
                <a:ext cx="1824" cy="2343"/>
              </a:xfrm>
              <a:prstGeom prst="rect">
                <a:avLst/>
              </a:prstGeom>
            </p:spPr>
          </p:pic>
          <p:pic>
            <p:nvPicPr>
              <p:cNvPr id="58" name="图片 57" descr="ms-30"/>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flipH="1">
                <a:off x="4816" y="2645"/>
                <a:ext cx="1924" cy="2343"/>
              </a:xfrm>
              <a:prstGeom prst="rect">
                <a:avLst/>
              </a:prstGeom>
            </p:spPr>
          </p:pic>
          <p:grpSp>
            <p:nvGrpSpPr>
              <p:cNvPr id="59" name="组合 58"/>
              <p:cNvGrpSpPr/>
              <p:nvPr/>
            </p:nvGrpSpPr>
            <p:grpSpPr>
              <a:xfrm>
                <a:off x="2922" y="4640"/>
                <a:ext cx="2736" cy="805"/>
                <a:chOff x="2922" y="4640"/>
                <a:chExt cx="2736" cy="805"/>
              </a:xfrm>
            </p:grpSpPr>
            <p:sp>
              <p:nvSpPr>
                <p:cNvPr id="60" name="椭圆 59"/>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1" name="椭圆 60"/>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2" name="五角星 61"/>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3" name="五角星 62"/>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4" name="五角星 63"/>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grpSp>
        <p:nvGrpSpPr>
          <p:cNvPr id="65" name="组合 64"/>
          <p:cNvGrpSpPr/>
          <p:nvPr/>
        </p:nvGrpSpPr>
        <p:grpSpPr>
          <a:xfrm>
            <a:off x="8111490" y="3125788"/>
            <a:ext cx="3147060" cy="1777365"/>
            <a:chOff x="1784" y="2645"/>
            <a:chExt cx="4956" cy="2799"/>
          </a:xfrm>
        </p:grpSpPr>
        <p:sp>
          <p:nvSpPr>
            <p:cNvPr id="66" name="矩形 65"/>
            <p:cNvSpPr/>
            <p:nvPr/>
          </p:nvSpPr>
          <p:spPr>
            <a:xfrm>
              <a:off x="2861" y="3774"/>
              <a:ext cx="2781" cy="72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400"/>
                </a:spcBef>
                <a:spcAft>
                  <a:spcPts val="400"/>
                </a:spcAft>
              </a:pP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点击此处添加文字内容</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67" name="矩形 66"/>
            <p:cNvSpPr/>
            <p:nvPr/>
          </p:nvSpPr>
          <p:spPr>
            <a:xfrm>
              <a:off x="3090" y="3311"/>
              <a:ext cx="2353" cy="4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400"/>
                </a:spcBef>
                <a:spcAft>
                  <a:spcPts val="400"/>
                </a:spcAft>
              </a:pP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rPr>
                <a:t>标题文字</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sym typeface="+mn-ea"/>
              </a:endParaRPr>
            </a:p>
          </p:txBody>
        </p:sp>
        <p:grpSp>
          <p:nvGrpSpPr>
            <p:cNvPr id="68" name="组合 67"/>
            <p:cNvGrpSpPr/>
            <p:nvPr/>
          </p:nvGrpSpPr>
          <p:grpSpPr>
            <a:xfrm>
              <a:off x="1784" y="2645"/>
              <a:ext cx="4956" cy="2799"/>
              <a:chOff x="1784" y="2645"/>
              <a:chExt cx="4956" cy="2799"/>
            </a:xfrm>
          </p:grpSpPr>
          <p:pic>
            <p:nvPicPr>
              <p:cNvPr id="69" name="图片 68" descr="ms-30"/>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784" y="2645"/>
                <a:ext cx="1824" cy="2343"/>
              </a:xfrm>
              <a:prstGeom prst="rect">
                <a:avLst/>
              </a:prstGeom>
            </p:spPr>
          </p:pic>
          <p:pic>
            <p:nvPicPr>
              <p:cNvPr id="70" name="图片 69" descr="ms-30"/>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flipH="1">
                <a:off x="4816" y="2645"/>
                <a:ext cx="1924" cy="2343"/>
              </a:xfrm>
              <a:prstGeom prst="rect">
                <a:avLst/>
              </a:prstGeom>
            </p:spPr>
          </p:pic>
          <p:grpSp>
            <p:nvGrpSpPr>
              <p:cNvPr id="71" name="组合 70"/>
              <p:cNvGrpSpPr/>
              <p:nvPr/>
            </p:nvGrpSpPr>
            <p:grpSpPr>
              <a:xfrm>
                <a:off x="2922" y="4640"/>
                <a:ext cx="2736" cy="805"/>
                <a:chOff x="2922" y="4640"/>
                <a:chExt cx="2736" cy="805"/>
              </a:xfrm>
            </p:grpSpPr>
            <p:sp>
              <p:nvSpPr>
                <p:cNvPr id="72" name="椭圆 71"/>
                <p:cNvSpPr/>
                <p:nvPr/>
              </p:nvSpPr>
              <p:spPr>
                <a:xfrm>
                  <a:off x="3235" y="4756"/>
                  <a:ext cx="2219" cy="360"/>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3" name="椭圆 72"/>
                <p:cNvSpPr/>
                <p:nvPr/>
              </p:nvSpPr>
              <p:spPr>
                <a:xfrm>
                  <a:off x="2922" y="5001"/>
                  <a:ext cx="2737" cy="444"/>
                </a:xfrm>
                <a:prstGeom prst="ellipse">
                  <a:avLst/>
                </a:prstGeom>
                <a:gradFill>
                  <a:gsLst>
                    <a:gs pos="43000">
                      <a:schemeClr val="accent1">
                        <a:lumMod val="20000"/>
                        <a:lumOff val="80000"/>
                        <a:alpha val="0"/>
                      </a:schemeClr>
                    </a:gs>
                    <a:gs pos="100000">
                      <a:schemeClr val="accent1">
                        <a:lumMod val="40000"/>
                        <a:lumOff val="60000"/>
                      </a:schemeClr>
                    </a:gs>
                  </a:gsLst>
                  <a:lin ang="5400000" scaled="0"/>
                </a:gradFill>
                <a:ln w="9525">
                  <a:gradFill>
                    <a:gsLst>
                      <a:gs pos="100000">
                        <a:schemeClr val="accent1">
                          <a:lumMod val="60000"/>
                          <a:lumOff val="40000"/>
                        </a:schemeClr>
                      </a:gs>
                      <a:gs pos="0">
                        <a:schemeClr val="accent1">
                          <a:lumMod val="60000"/>
                          <a:lumOff val="40000"/>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1200" dirty="0">
                    <a:solidFill>
                      <a:srgbClr val="404A5F"/>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4" name="五角星 73"/>
                <p:cNvSpPr/>
                <p:nvPr/>
              </p:nvSpPr>
              <p:spPr>
                <a:xfrm>
                  <a:off x="4198" y="4640"/>
                  <a:ext cx="181" cy="181"/>
                </a:xfrm>
                <a:prstGeom prst="star5">
                  <a:avLst>
                    <a:gd name="adj" fmla="val 27018"/>
                    <a:gd name="hf" fmla="val 105146"/>
                    <a:gd name="vf" fmla="val 1105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5" name="五角星 74"/>
                <p:cNvSpPr/>
                <p:nvPr/>
              </p:nvSpPr>
              <p:spPr>
                <a:xfrm>
                  <a:off x="3955"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6" name="五角星 75"/>
                <p:cNvSpPr/>
                <p:nvPr/>
              </p:nvSpPr>
              <p:spPr>
                <a:xfrm>
                  <a:off x="4450" y="4656"/>
                  <a:ext cx="172" cy="172"/>
                </a:xfrm>
                <a:prstGeom prst="star5">
                  <a:avLst>
                    <a:gd name="adj" fmla="val 27018"/>
                    <a:gd name="hf" fmla="val 105146"/>
                    <a:gd name="vf" fmla="val 110557"/>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数据图</a:t>
            </a:r>
            <a:endParaRPr kumimoji="1" lang="zh-CN" altLang="en-US" dirty="0"/>
          </a:p>
        </p:txBody>
      </p:sp>
      <p:grpSp>
        <p:nvGrpSpPr>
          <p:cNvPr id="9" name="组合 8"/>
          <p:cNvGrpSpPr/>
          <p:nvPr/>
        </p:nvGrpSpPr>
        <p:grpSpPr>
          <a:xfrm>
            <a:off x="671283" y="2491105"/>
            <a:ext cx="2298676" cy="2296160"/>
            <a:chOff x="671283" y="2491105"/>
            <a:chExt cx="2298676" cy="2296160"/>
          </a:xfrm>
        </p:grpSpPr>
        <p:sp>
          <p:nvSpPr>
            <p:cNvPr id="15" name="椭圆 14"/>
            <p:cNvSpPr/>
            <p:nvPr/>
          </p:nvSpPr>
          <p:spPr>
            <a:xfrm>
              <a:off x="671283" y="2491105"/>
              <a:ext cx="2296294" cy="2296160"/>
            </a:xfrm>
            <a:prstGeom prst="ellipse">
              <a:avLst/>
            </a:prstGeom>
            <a:ln w="152400" cap="rnd">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7" name="弧形 195"/>
            <p:cNvSpPr/>
            <p:nvPr/>
          </p:nvSpPr>
          <p:spPr>
            <a:xfrm>
              <a:off x="673665" y="2491105"/>
              <a:ext cx="2296294" cy="2296160"/>
            </a:xfrm>
            <a:prstGeom prst="arc">
              <a:avLst>
                <a:gd name="adj1" fmla="val 16200000"/>
                <a:gd name="adj2" fmla="val 2285455"/>
              </a:avLst>
            </a:prstGeom>
            <a:ln w="2540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nvGrpSpPr>
            <p:cNvPr id="5" name="组合 4"/>
            <p:cNvGrpSpPr/>
            <p:nvPr/>
          </p:nvGrpSpPr>
          <p:grpSpPr>
            <a:xfrm>
              <a:off x="931912" y="3165387"/>
              <a:ext cx="1780116" cy="1010178"/>
              <a:chOff x="931912" y="3165387"/>
              <a:chExt cx="1780116" cy="1010178"/>
            </a:xfrm>
          </p:grpSpPr>
          <p:sp>
            <p:nvSpPr>
              <p:cNvPr id="16" name="文本框 15"/>
              <p:cNvSpPr txBox="1"/>
              <p:nvPr/>
            </p:nvSpPr>
            <p:spPr>
              <a:xfrm>
                <a:off x="931912" y="3851565"/>
                <a:ext cx="1780116" cy="324000"/>
              </a:xfrm>
              <a:prstGeom prst="rect">
                <a:avLst/>
              </a:prstGeom>
              <a:noFill/>
            </p:spPr>
            <p:txBody>
              <a:bodyPr wrap="square" anchor="ctr">
                <a:noAutofit/>
              </a:bodyPr>
              <a:lstStyle/>
              <a:p>
                <a:pPr marL="0" marR="0" lvl="0" indent="0" algn="ctr" defTabSz="914400" rtl="0" eaLnBrk="1" fontAlgn="auto" latinLnBrk="0" hangingPunct="1">
                  <a:spcBef>
                    <a:spcPts val="500"/>
                  </a:spcBef>
                  <a:spcAft>
                    <a:spcPts val="500"/>
                  </a:spcAft>
                  <a:buClrTx/>
                  <a:buSzTx/>
                  <a:buFontTx/>
                  <a:buNone/>
                  <a:defRPr/>
                </a:pP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指标占比</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8" name="文本框 17"/>
              <p:cNvSpPr txBox="1"/>
              <p:nvPr/>
            </p:nvSpPr>
            <p:spPr>
              <a:xfrm>
                <a:off x="1142093" y="3165387"/>
                <a:ext cx="1359753" cy="6451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30%</a:t>
                </a:r>
                <a:endParaRPr kumimoji="0" lang="en-US" altLang="zh-CN" sz="3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8" name="组合 7"/>
          <p:cNvGrpSpPr/>
          <p:nvPr/>
        </p:nvGrpSpPr>
        <p:grpSpPr>
          <a:xfrm>
            <a:off x="3640567" y="2491105"/>
            <a:ext cx="2298676" cy="2296160"/>
            <a:chOff x="3640567" y="2491105"/>
            <a:chExt cx="2298676" cy="2296160"/>
          </a:xfrm>
        </p:grpSpPr>
        <p:sp>
          <p:nvSpPr>
            <p:cNvPr id="19" name="椭圆 18"/>
            <p:cNvSpPr/>
            <p:nvPr/>
          </p:nvSpPr>
          <p:spPr>
            <a:xfrm>
              <a:off x="3640567" y="2491105"/>
              <a:ext cx="2296294" cy="2296160"/>
            </a:xfrm>
            <a:prstGeom prst="ellipse">
              <a:avLst/>
            </a:prstGeom>
            <a:ln w="152400" cap="rnd">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0" name="弧形 200"/>
            <p:cNvSpPr/>
            <p:nvPr/>
          </p:nvSpPr>
          <p:spPr>
            <a:xfrm>
              <a:off x="3642949" y="2491105"/>
              <a:ext cx="2296294" cy="2296160"/>
            </a:xfrm>
            <a:prstGeom prst="arc">
              <a:avLst>
                <a:gd name="adj1" fmla="val 16200000"/>
                <a:gd name="adj2" fmla="val 20077668"/>
              </a:avLst>
            </a:prstGeom>
            <a:ln w="2540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nvGrpSpPr>
            <p:cNvPr id="7" name="组合 6"/>
            <p:cNvGrpSpPr/>
            <p:nvPr/>
          </p:nvGrpSpPr>
          <p:grpSpPr>
            <a:xfrm>
              <a:off x="3901196" y="3165387"/>
              <a:ext cx="1780116" cy="1021608"/>
              <a:chOff x="3901196" y="3165387"/>
              <a:chExt cx="1780116" cy="1021608"/>
            </a:xfrm>
          </p:grpSpPr>
          <p:sp>
            <p:nvSpPr>
              <p:cNvPr id="21" name="文本框 20"/>
              <p:cNvSpPr txBox="1"/>
              <p:nvPr/>
            </p:nvSpPr>
            <p:spPr>
              <a:xfrm>
                <a:off x="3901196" y="3862995"/>
                <a:ext cx="1780116" cy="324000"/>
              </a:xfrm>
              <a:prstGeom prst="rect">
                <a:avLst/>
              </a:prstGeom>
              <a:noFill/>
            </p:spPr>
            <p:txBody>
              <a:bodyPr wrap="square" anchor="ctr">
                <a:noAutofit/>
              </a:bodyPr>
              <a:lstStyle/>
              <a:p>
                <a:pPr marL="0" marR="0" lvl="0" indent="0" algn="ctr" defTabSz="914400" rtl="0" eaLnBrk="1" fontAlgn="auto" latinLnBrk="0" hangingPunct="1">
                  <a:spcBef>
                    <a:spcPts val="500"/>
                  </a:spcBef>
                  <a:spcAft>
                    <a:spcPts val="500"/>
                  </a:spcAft>
                  <a:buClrTx/>
                  <a:buSzTx/>
                  <a:buFontTx/>
                  <a:buNone/>
                  <a:defRPr/>
                </a:pPr>
                <a:r>
                  <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指标占比</a:t>
                </a:r>
                <a:endParaRPr kumimoji="0" lang="zh-CN" altLang="en-US" sz="1400"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2" name="文本框 21"/>
              <p:cNvSpPr txBox="1"/>
              <p:nvPr/>
            </p:nvSpPr>
            <p:spPr>
              <a:xfrm>
                <a:off x="4111377" y="3165387"/>
                <a:ext cx="1359753" cy="6451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20%</a:t>
                </a:r>
                <a:endParaRPr kumimoji="0" lang="en-US" altLang="zh-CN" sz="3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sp>
        <p:nvSpPr>
          <p:cNvPr id="23" name="文本框 22"/>
          <p:cNvSpPr txBox="1"/>
          <p:nvPr/>
        </p:nvSpPr>
        <p:spPr>
          <a:xfrm>
            <a:off x="548093" y="1292225"/>
            <a:ext cx="5549265"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标题名称</a:t>
            </a:r>
            <a:endParaRPr kumimoji="0" lang="zh-CN" altLang="en-US" sz="20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4" name="文本框 23"/>
          <p:cNvSpPr txBox="1"/>
          <p:nvPr/>
        </p:nvSpPr>
        <p:spPr>
          <a:xfrm>
            <a:off x="6536055" y="1292225"/>
            <a:ext cx="5074920"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标题名称</a:t>
            </a:r>
            <a:endParaRPr kumimoji="0" lang="zh-CN" altLang="en-US" sz="20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2" name="等腰三角形 229"/>
          <p:cNvSpPr/>
          <p:nvPr/>
        </p:nvSpPr>
        <p:spPr>
          <a:xfrm rot="5400000">
            <a:off x="3225253" y="3556000"/>
            <a:ext cx="193675" cy="167005"/>
          </a:xfrm>
          <a:prstGeom prst="triangle">
            <a:avLst/>
          </a:prstGeom>
          <a:solidFill>
            <a:srgbClr val="96B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cxnSp>
        <p:nvCxnSpPr>
          <p:cNvPr id="43" name="直接连接符 25"/>
          <p:cNvCxnSpPr/>
          <p:nvPr/>
        </p:nvCxnSpPr>
        <p:spPr>
          <a:xfrm>
            <a:off x="677633" y="1828165"/>
            <a:ext cx="5419725" cy="0"/>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28"/>
          <p:cNvCxnSpPr/>
          <p:nvPr/>
        </p:nvCxnSpPr>
        <p:spPr>
          <a:xfrm>
            <a:off x="6655435" y="1828165"/>
            <a:ext cx="4854575" cy="0"/>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6707018" y="2283460"/>
            <a:ext cx="4973955" cy="3421039"/>
            <a:chOff x="6707018" y="2283460"/>
            <a:chExt cx="4973955" cy="3421039"/>
          </a:xfrm>
        </p:grpSpPr>
        <p:cxnSp>
          <p:nvCxnSpPr>
            <p:cNvPr id="36" name="直接连接符 221"/>
            <p:cNvCxnSpPr/>
            <p:nvPr/>
          </p:nvCxnSpPr>
          <p:spPr>
            <a:xfrm>
              <a:off x="6707018" y="5245100"/>
              <a:ext cx="4973955" cy="0"/>
            </a:xfrm>
            <a:prstGeom prst="line">
              <a:avLst/>
            </a:prstGeom>
            <a:ln w="9525">
              <a:solidFill>
                <a:srgbClr val="DBDDE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6741366" y="2283460"/>
              <a:ext cx="897540" cy="3419670"/>
              <a:chOff x="6741366" y="2283460"/>
              <a:chExt cx="897540" cy="3419670"/>
            </a:xfrm>
          </p:grpSpPr>
          <p:sp>
            <p:nvSpPr>
              <p:cNvPr id="26" name="矩形 25"/>
              <p:cNvSpPr/>
              <p:nvPr/>
            </p:nvSpPr>
            <p:spPr>
              <a:xfrm>
                <a:off x="6808618" y="2617470"/>
                <a:ext cx="720000" cy="26276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1" name="文本框 30"/>
              <p:cNvSpPr txBox="1"/>
              <p:nvPr/>
            </p:nvSpPr>
            <p:spPr>
              <a:xfrm>
                <a:off x="6741366" y="5365945"/>
                <a:ext cx="864000" cy="337185"/>
              </a:xfrm>
              <a:prstGeom prst="rect">
                <a:avLst/>
              </a:prstGeom>
              <a:noFill/>
            </p:spPr>
            <p:txBody>
              <a:bodyPr wrap="square" lIns="36000" rIns="3600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名称</a:t>
                </a:r>
                <a:endPar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7" name="文本框 36"/>
              <p:cNvSpPr txBox="1"/>
              <p:nvPr/>
            </p:nvSpPr>
            <p:spPr>
              <a:xfrm>
                <a:off x="6800215" y="2283460"/>
                <a:ext cx="838691"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62.5%</a:t>
                </a:r>
                <a:endParaRPr kumimoji="0" lang="en-US" altLang="zh-CN"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 name="组合 13"/>
            <p:cNvGrpSpPr/>
            <p:nvPr/>
          </p:nvGrpSpPr>
          <p:grpSpPr>
            <a:xfrm>
              <a:off x="8801706" y="3989705"/>
              <a:ext cx="766555" cy="1714794"/>
              <a:chOff x="8801706" y="3989705"/>
              <a:chExt cx="766555" cy="1714794"/>
            </a:xfrm>
          </p:grpSpPr>
          <p:sp>
            <p:nvSpPr>
              <p:cNvPr id="28" name="矩形 27"/>
              <p:cNvSpPr/>
              <p:nvPr/>
            </p:nvSpPr>
            <p:spPr>
              <a:xfrm>
                <a:off x="8828600" y="4329701"/>
                <a:ext cx="720000" cy="91539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3" name="文本框 32"/>
              <p:cNvSpPr txBox="1"/>
              <p:nvPr/>
            </p:nvSpPr>
            <p:spPr>
              <a:xfrm>
                <a:off x="8949436" y="5365945"/>
                <a:ext cx="483072" cy="338554"/>
              </a:xfrm>
              <a:prstGeom prst="rect">
                <a:avLst/>
              </a:prstGeom>
              <a:noFill/>
            </p:spPr>
            <p:txBody>
              <a:bodyPr wrap="none" lIns="36000" rIns="36000">
                <a:spAutoFit/>
              </a:bodyPr>
              <a:lstStyle/>
              <a:p>
                <a:pPr marL="0" marR="0" lvl="0" indent="0" algn="ctr" defTabSz="914400" rtl="0" eaLnBrk="1" fontAlgn="auto" latinLnBrk="0" hangingPunct="1">
                  <a:spcBef>
                    <a:spcPts val="0"/>
                  </a:spcBef>
                  <a:spcAft>
                    <a:spcPts val="0"/>
                  </a:spcAft>
                  <a:buClrTx/>
                  <a:buSzTx/>
                  <a:buFontTx/>
                  <a:buNone/>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名称</a:t>
                </a:r>
                <a:endPar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9" name="文本框 38"/>
              <p:cNvSpPr txBox="1"/>
              <p:nvPr/>
            </p:nvSpPr>
            <p:spPr>
              <a:xfrm>
                <a:off x="8801706" y="3989705"/>
                <a:ext cx="766555"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16.2%</a:t>
                </a:r>
                <a:endPar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 name="组合 12"/>
            <p:cNvGrpSpPr/>
            <p:nvPr/>
          </p:nvGrpSpPr>
          <p:grpSpPr>
            <a:xfrm>
              <a:off x="9807985" y="4300855"/>
              <a:ext cx="766555" cy="1403644"/>
              <a:chOff x="9807985" y="4300855"/>
              <a:chExt cx="766555" cy="1403644"/>
            </a:xfrm>
          </p:grpSpPr>
          <p:sp>
            <p:nvSpPr>
              <p:cNvPr id="29" name="矩形 28"/>
              <p:cNvSpPr/>
              <p:nvPr/>
            </p:nvSpPr>
            <p:spPr>
              <a:xfrm>
                <a:off x="9838591" y="4636113"/>
                <a:ext cx="720000" cy="60898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4" name="文本框 33"/>
              <p:cNvSpPr txBox="1"/>
              <p:nvPr/>
            </p:nvSpPr>
            <p:spPr>
              <a:xfrm>
                <a:off x="9958239" y="5365945"/>
                <a:ext cx="483072" cy="338554"/>
              </a:xfrm>
              <a:prstGeom prst="rect">
                <a:avLst/>
              </a:prstGeom>
              <a:noFill/>
            </p:spPr>
            <p:txBody>
              <a:bodyPr wrap="none" lIns="36000" rIns="36000">
                <a:spAutoFit/>
              </a:bodyPr>
              <a:lstStyle/>
              <a:p>
                <a:pPr marL="0" marR="0" lvl="0" indent="0" algn="ctr" defTabSz="914400" rtl="0" eaLnBrk="1" fontAlgn="auto" latinLnBrk="0" hangingPunct="1">
                  <a:spcBef>
                    <a:spcPts val="0"/>
                  </a:spcBef>
                  <a:spcAft>
                    <a:spcPts val="0"/>
                  </a:spcAft>
                  <a:buClrTx/>
                  <a:buSzTx/>
                  <a:buFontTx/>
                  <a:buNone/>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名称</a:t>
                </a:r>
                <a:endPar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0" name="文本框 39"/>
              <p:cNvSpPr txBox="1"/>
              <p:nvPr/>
            </p:nvSpPr>
            <p:spPr>
              <a:xfrm>
                <a:off x="9807985" y="4300855"/>
                <a:ext cx="766555"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12.0%</a:t>
                </a:r>
                <a:endPar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 name="组合 10"/>
            <p:cNvGrpSpPr/>
            <p:nvPr/>
          </p:nvGrpSpPr>
          <p:grpSpPr>
            <a:xfrm>
              <a:off x="10819938" y="4396105"/>
              <a:ext cx="755207" cy="1308394"/>
              <a:chOff x="10819938" y="4396105"/>
              <a:chExt cx="755207" cy="1308394"/>
            </a:xfrm>
          </p:grpSpPr>
          <p:sp>
            <p:nvSpPr>
              <p:cNvPr id="30" name="矩形 29"/>
              <p:cNvSpPr/>
              <p:nvPr/>
            </p:nvSpPr>
            <p:spPr>
              <a:xfrm>
                <a:off x="10848580" y="4738250"/>
                <a:ext cx="720000" cy="5068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5" name="文本框 34"/>
              <p:cNvSpPr txBox="1"/>
              <p:nvPr/>
            </p:nvSpPr>
            <p:spPr>
              <a:xfrm>
                <a:off x="10967044" y="5365945"/>
                <a:ext cx="483072" cy="338554"/>
              </a:xfrm>
              <a:prstGeom prst="rect">
                <a:avLst/>
              </a:prstGeom>
              <a:noFill/>
            </p:spPr>
            <p:txBody>
              <a:bodyPr wrap="none" lIns="36000" rIns="36000">
                <a:spAutoFit/>
              </a:bodyPr>
              <a:lstStyle/>
              <a:p>
                <a:pPr marL="0" marR="0" lvl="0" indent="0" algn="ctr" defTabSz="914400" rtl="0" eaLnBrk="1" fontAlgn="auto" latinLnBrk="0" hangingPunct="1">
                  <a:spcBef>
                    <a:spcPts val="0"/>
                  </a:spcBef>
                  <a:spcAft>
                    <a:spcPts val="0"/>
                  </a:spcAft>
                  <a:buClrTx/>
                  <a:buSzTx/>
                  <a:buFontTx/>
                  <a:buNone/>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名称</a:t>
                </a:r>
                <a:endPar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1" name="文本框 40"/>
              <p:cNvSpPr txBox="1"/>
              <p:nvPr/>
            </p:nvSpPr>
            <p:spPr>
              <a:xfrm>
                <a:off x="10819938" y="4396105"/>
                <a:ext cx="755207"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11.5%</a:t>
                </a:r>
                <a:endPar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25" name="组合 24"/>
            <p:cNvGrpSpPr/>
            <p:nvPr/>
          </p:nvGrpSpPr>
          <p:grpSpPr>
            <a:xfrm>
              <a:off x="7814916" y="3425825"/>
              <a:ext cx="766555" cy="2278674"/>
              <a:chOff x="7814916" y="3425825"/>
              <a:chExt cx="766555" cy="2278674"/>
            </a:xfrm>
          </p:grpSpPr>
          <p:sp>
            <p:nvSpPr>
              <p:cNvPr id="32" name="文本框 31"/>
              <p:cNvSpPr txBox="1"/>
              <p:nvPr/>
            </p:nvSpPr>
            <p:spPr>
              <a:xfrm>
                <a:off x="7940633" y="5365945"/>
                <a:ext cx="483072" cy="338554"/>
              </a:xfrm>
              <a:prstGeom prst="rect">
                <a:avLst/>
              </a:prstGeom>
              <a:noFill/>
            </p:spPr>
            <p:txBody>
              <a:bodyPr wrap="none" lIns="36000" rIns="36000">
                <a:spAutoFit/>
              </a:bodyPr>
              <a:lstStyle/>
              <a:p>
                <a:pPr marL="0" marR="0" lvl="0" indent="0" algn="ctr" defTabSz="914400" rtl="0" eaLnBrk="1" fontAlgn="auto" latinLnBrk="0" hangingPunct="1">
                  <a:spcBef>
                    <a:spcPts val="0"/>
                  </a:spcBef>
                  <a:spcAft>
                    <a:spcPts val="0"/>
                  </a:spcAft>
                  <a:buClrTx/>
                  <a:buSzTx/>
                  <a:buFontTx/>
                  <a:buNone/>
                  <a:defRPr/>
                </a:pPr>
                <a:r>
                  <a:rPr lang="zh-CN" altLang="en-US" sz="1600" b="1"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rPr>
                  <a:t>名称</a:t>
                </a:r>
                <a:endParaRPr kumimoji="0" lang="zh-CN" altLang="en-US"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38" name="文本框 37"/>
              <p:cNvSpPr txBox="1"/>
              <p:nvPr/>
            </p:nvSpPr>
            <p:spPr>
              <a:xfrm>
                <a:off x="7814916" y="3425825"/>
                <a:ext cx="766555"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rPr>
                  <a:t>37.4%</a:t>
                </a:r>
                <a:endParaRPr kumimoji="0" lang="en-US" altLang="zh-CN" sz="1600" b="1" i="0" u="none" strike="noStrike" kern="1200" cap="none" spc="0" normalizeH="0" baseline="0" noProof="0" dirty="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45" name="矩形 44"/>
              <p:cNvSpPr/>
              <p:nvPr/>
            </p:nvSpPr>
            <p:spPr>
              <a:xfrm>
                <a:off x="7818609" y="3766272"/>
                <a:ext cx="720000" cy="147882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sp>
        <p:nvSpPr>
          <p:cNvPr id="3" name="圆角矩形 74"/>
          <p:cNvSpPr/>
          <p:nvPr>
            <p:custDataLst>
              <p:tags r:id="rId1"/>
            </p:custDataLst>
          </p:nvPr>
        </p:nvSpPr>
        <p:spPr>
          <a:xfrm>
            <a:off x="671195" y="5113020"/>
            <a:ext cx="2295525" cy="560705"/>
          </a:xfrm>
          <a:prstGeom prst="roundRect">
            <a:avLst>
              <a:gd name="adj" fmla="val 8831"/>
            </a:avLst>
          </a:prstGeom>
          <a:gradFill>
            <a:gsLst>
              <a:gs pos="0">
                <a:schemeClr val="accent2"/>
              </a:gs>
              <a:gs pos="100000">
                <a:schemeClr val="accent1"/>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4" name="圆角矩形 74"/>
          <p:cNvSpPr/>
          <p:nvPr>
            <p:custDataLst>
              <p:tags r:id="rId2"/>
            </p:custDataLst>
          </p:nvPr>
        </p:nvSpPr>
        <p:spPr>
          <a:xfrm>
            <a:off x="3705860" y="5156835"/>
            <a:ext cx="2295525" cy="560705"/>
          </a:xfrm>
          <a:prstGeom prst="roundRect">
            <a:avLst>
              <a:gd name="adj" fmla="val 8831"/>
            </a:avLst>
          </a:prstGeom>
          <a:gradFill>
            <a:gsLst>
              <a:gs pos="0">
                <a:schemeClr val="accent2"/>
              </a:gs>
              <a:gs pos="100000">
                <a:schemeClr val="accent1"/>
              </a:gs>
            </a:gsLst>
            <a:lin ang="0" scaled="0"/>
          </a:gradFill>
          <a:ln w="12700" cap="flat" cmpd="sng">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rPr>
              <a:t>内容占位</a:t>
            </a: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mn-ea"/>
              </a:rPr>
              <a:t>步骤流程图</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 name="五边形 5"/>
          <p:cNvSpPr/>
          <p:nvPr/>
        </p:nvSpPr>
        <p:spPr>
          <a:xfrm flipH="1">
            <a:off x="312942" y="3752890"/>
            <a:ext cx="2730487" cy="415637"/>
          </a:xfrm>
          <a:prstGeom prst="homePlate">
            <a:avLst>
              <a:gd name="adj" fmla="val 0"/>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建模分析</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7" name="五边形 6"/>
          <p:cNvSpPr/>
          <p:nvPr/>
        </p:nvSpPr>
        <p:spPr>
          <a:xfrm flipH="1">
            <a:off x="2772232" y="3757986"/>
            <a:ext cx="2730487" cy="415637"/>
          </a:xfrm>
          <a:prstGeom prst="homePlate">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数据源管理</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8" name="五边形 7"/>
          <p:cNvSpPr/>
          <p:nvPr/>
        </p:nvSpPr>
        <p:spPr>
          <a:xfrm flipH="1">
            <a:off x="5296825" y="3757986"/>
            <a:ext cx="2730487" cy="415637"/>
          </a:xfrm>
          <a:prstGeom prst="homePlate">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数据连接与发布</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9" name="空心弧 8"/>
          <p:cNvSpPr/>
          <p:nvPr/>
        </p:nvSpPr>
        <p:spPr>
          <a:xfrm rot="5400000">
            <a:off x="8709297" y="961713"/>
            <a:ext cx="3171806" cy="3167716"/>
          </a:xfrm>
          <a:prstGeom prst="blockArc">
            <a:avLst>
              <a:gd name="adj1" fmla="val 10796676"/>
              <a:gd name="adj2" fmla="val 21492386"/>
              <a:gd name="adj3" fmla="val 11324"/>
            </a:avLst>
          </a:prstGeom>
          <a:gradFill>
            <a:gsLst>
              <a:gs pos="100000">
                <a:schemeClr val="accent1"/>
              </a:gs>
              <a:gs pos="0">
                <a:schemeClr val="accent2"/>
              </a:gs>
            </a:gsLst>
            <a:lin ang="0" scaled="0"/>
          </a:gradFill>
          <a:ln w="508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600" b="1">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 name="五边形 9"/>
          <p:cNvSpPr/>
          <p:nvPr/>
        </p:nvSpPr>
        <p:spPr>
          <a:xfrm>
            <a:off x="297799" y="927830"/>
            <a:ext cx="2722388" cy="415637"/>
          </a:xfrm>
          <a:prstGeom prst="homePlate">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rPr>
              <a:t>用户需求</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燕尾形 10"/>
          <p:cNvSpPr/>
          <p:nvPr/>
        </p:nvSpPr>
        <p:spPr>
          <a:xfrm>
            <a:off x="2796043" y="927586"/>
            <a:ext cx="2722391" cy="415637"/>
          </a:xfrm>
          <a:prstGeom prst="chevron">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用户现状</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2" name="燕尾形 11"/>
          <p:cNvSpPr/>
          <p:nvPr/>
        </p:nvSpPr>
        <p:spPr>
          <a:xfrm>
            <a:off x="5296826" y="927831"/>
            <a:ext cx="2722391" cy="415637"/>
          </a:xfrm>
          <a:prstGeom prst="chevron">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架构选择</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3" name="燕尾形 12"/>
          <p:cNvSpPr/>
          <p:nvPr/>
        </p:nvSpPr>
        <p:spPr>
          <a:xfrm>
            <a:off x="7787953" y="929671"/>
            <a:ext cx="2722391" cy="415637"/>
          </a:xfrm>
          <a:prstGeom prst="chevron">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场景分析</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4" name="上箭头标注 13"/>
          <p:cNvSpPr/>
          <p:nvPr/>
        </p:nvSpPr>
        <p:spPr>
          <a:xfrm>
            <a:off x="8019216" y="1459086"/>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了解具体场景，以场景驱动产品实施验证</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业务模型</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场景分析</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流程角色分析</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5" name="上箭头标注 14"/>
          <p:cNvSpPr/>
          <p:nvPr/>
        </p:nvSpPr>
        <p:spPr>
          <a:xfrm>
            <a:off x="5507032" y="1452452"/>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集中式沙箱</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分布式沙箱</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融合式沙箱</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16" name="上箭头标注 15"/>
          <p:cNvSpPr/>
          <p:nvPr/>
        </p:nvSpPr>
        <p:spPr>
          <a:xfrm>
            <a:off x="2984189" y="1469888"/>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现有数据的隐私级别</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数据集中和分布状况</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数据治理情况</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现有信息化情况</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现有硬件配置状况</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上箭头标注 16"/>
          <p:cNvSpPr/>
          <p:nvPr/>
        </p:nvSpPr>
        <p:spPr>
          <a:xfrm>
            <a:off x="501821" y="1469004"/>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数据流通的需求</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数据隐私保护的需求</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基础需求</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上箭头标注 17"/>
          <p:cNvSpPr/>
          <p:nvPr/>
        </p:nvSpPr>
        <p:spPr>
          <a:xfrm>
            <a:off x="8039949" y="4226448"/>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与现有大数据平台的融合</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与数据中台的融合</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与共享交换平台的融合</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中心节点与分节点部署</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隐私通讯</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环境搭建</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上箭头标注 18"/>
          <p:cNvSpPr/>
          <p:nvPr/>
        </p:nvSpPr>
        <p:spPr>
          <a:xfrm>
            <a:off x="5516970" y="4231244"/>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中心节点数据连接</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分界点数据发布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上箭头标注 19"/>
          <p:cNvSpPr/>
          <p:nvPr/>
        </p:nvSpPr>
        <p:spPr>
          <a:xfrm>
            <a:off x="2994127" y="4248680"/>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数据打标</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数据权限管控</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数据字典开放</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数据安全性处理</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
        <p:nvSpPr>
          <p:cNvPr id="21" name="上箭头标注 20"/>
          <p:cNvSpPr/>
          <p:nvPr/>
        </p:nvSpPr>
        <p:spPr>
          <a:xfrm>
            <a:off x="511759" y="4247796"/>
            <a:ext cx="2270411" cy="2148103"/>
          </a:xfrm>
          <a:prstGeom prst="upArrowCallout">
            <a:avLst>
              <a:gd name="adj1" fmla="val 25000"/>
              <a:gd name="adj2" fmla="val 4126"/>
              <a:gd name="adj3" fmla="val 4612"/>
              <a:gd name="adj4" fmla="val 96771"/>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数据建模</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调试模型</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结果生产</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marL="171450" indent="-171450">
              <a:lnSpc>
                <a:spcPct val="120000"/>
              </a:lnSpc>
              <a:spcBef>
                <a:spcPts val="300"/>
              </a:spcBef>
              <a:spcAft>
                <a:spcPts val="300"/>
              </a:spcAft>
              <a:buFont typeface="Arial" panose="020B0604020202090204" pitchFamily="34" charset="0"/>
              <a:buChar char="•"/>
            </a:pP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结果审核评价</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五边形 21"/>
          <p:cNvSpPr/>
          <p:nvPr/>
        </p:nvSpPr>
        <p:spPr>
          <a:xfrm flipH="1">
            <a:off x="7787381" y="3742328"/>
            <a:ext cx="2512184" cy="415637"/>
          </a:xfrm>
          <a:prstGeom prst="homePlate">
            <a:avLst/>
          </a:prstGeom>
          <a:gradFill>
            <a:gsLst>
              <a:gs pos="100000">
                <a:schemeClr val="accent1"/>
              </a:gs>
              <a:gs pos="0">
                <a:schemeClr val="accent2"/>
              </a:gs>
            </a:gsLst>
            <a:lin ang="0" scaled="0"/>
          </a:grad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rPr>
              <a:t>融合节点部署</a:t>
            </a:r>
            <a:endParaRPr lang="zh-CN" altLang="en-US" sz="1600" b="1" dirty="0">
              <a:solidFill>
                <a:schemeClr val="bg1"/>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nvSpPr>
        <p:spPr>
          <a:xfrm>
            <a:off x="1376437" y="1714022"/>
            <a:ext cx="9439123" cy="4043027"/>
          </a:xfrm>
          <a:custGeom>
            <a:avLst/>
            <a:gdLst>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501 w 7987236"/>
              <a:gd name="connsiteY4" fmla="*/ 866139 h 4365770"/>
              <a:gd name="connsiteX5" fmla="*/ 4278864 w 7987236"/>
              <a:gd name="connsiteY5" fmla="*/ 915572 h 4365770"/>
              <a:gd name="connsiteX6" fmla="*/ 4278948 w 7987236"/>
              <a:gd name="connsiteY6" fmla="*/ 916727 h 4365770"/>
              <a:gd name="connsiteX7" fmla="*/ 4285552 w 7987236"/>
              <a:gd name="connsiteY7" fmla="*/ 971697 h 4365770"/>
              <a:gd name="connsiteX8" fmla="*/ 4358821 w 7987236"/>
              <a:gd name="connsiteY8" fmla="*/ 1404359 h 4365770"/>
              <a:gd name="connsiteX9" fmla="*/ 4419370 w 7987236"/>
              <a:gd name="connsiteY9" fmla="*/ 1678677 h 4365770"/>
              <a:gd name="connsiteX10" fmla="*/ 4561374 w 7987236"/>
              <a:gd name="connsiteY10" fmla="*/ 2039394 h 4365770"/>
              <a:gd name="connsiteX11" fmla="*/ 6017649 w 7987236"/>
              <a:gd name="connsiteY11" fmla="*/ 3683414 h 4365770"/>
              <a:gd name="connsiteX12" fmla="*/ 7878001 w 7987236"/>
              <a:gd name="connsiteY12" fmla="*/ 4359431 h 4365770"/>
              <a:gd name="connsiteX13" fmla="*/ 7987236 w 7987236"/>
              <a:gd name="connsiteY13" fmla="*/ 4365770 h 4365770"/>
              <a:gd name="connsiteX14" fmla="*/ 0 w 7987236"/>
              <a:gd name="connsiteY14" fmla="*/ 4365770 h 4365770"/>
              <a:gd name="connsiteX15" fmla="*/ 109217 w 7987236"/>
              <a:gd name="connsiteY15" fmla="*/ 4359432 h 4365770"/>
              <a:gd name="connsiteX16" fmla="*/ 1969571 w 7987236"/>
              <a:gd name="connsiteY16" fmla="*/ 3683415 h 4365770"/>
              <a:gd name="connsiteX17" fmla="*/ 3425846 w 7987236"/>
              <a:gd name="connsiteY17" fmla="*/ 2039395 h 4365770"/>
              <a:gd name="connsiteX18" fmla="*/ 3566763 w 7987236"/>
              <a:gd name="connsiteY18" fmla="*/ 1681440 h 4365770"/>
              <a:gd name="connsiteX19" fmla="*/ 3627917 w 7987236"/>
              <a:gd name="connsiteY19" fmla="*/ 1404359 h 4365770"/>
              <a:gd name="connsiteX20" fmla="*/ 3701185 w 7987236"/>
              <a:gd name="connsiteY20" fmla="*/ 971697 h 4365770"/>
              <a:gd name="connsiteX21" fmla="*/ 3708382 w 7987236"/>
              <a:gd name="connsiteY21" fmla="*/ 911805 h 4365770"/>
              <a:gd name="connsiteX22" fmla="*/ 3708720 w 7987236"/>
              <a:gd name="connsiteY22" fmla="*/ 866139 h 4365770"/>
              <a:gd name="connsiteX23" fmla="*/ 3713870 w 7987236"/>
              <a:gd name="connsiteY23" fmla="*/ 866139 h 4365770"/>
              <a:gd name="connsiteX24" fmla="*/ 3715727 w 7987236"/>
              <a:gd name="connsiteY24" fmla="*/ 850683 h 4365770"/>
              <a:gd name="connsiteX25" fmla="*/ 3429750 w 7987236"/>
              <a:gd name="connsiteY25" fmla="*/ 850683 h 4365770"/>
              <a:gd name="connsiteX0-1" fmla="*/ 3993849 w 7987236"/>
              <a:gd name="connsiteY0-2" fmla="*/ 0 h 4365770"/>
              <a:gd name="connsiteX1-3" fmla="*/ 4557470 w 7987236"/>
              <a:gd name="connsiteY1-4" fmla="*/ 850683 h 4365770"/>
              <a:gd name="connsiteX2-5" fmla="*/ 4271012 w 7987236"/>
              <a:gd name="connsiteY2-6" fmla="*/ 850683 h 4365770"/>
              <a:gd name="connsiteX3-7" fmla="*/ 4272869 w 7987236"/>
              <a:gd name="connsiteY3-8" fmla="*/ 866139 h 4365770"/>
              <a:gd name="connsiteX4-9" fmla="*/ 4278864 w 7987236"/>
              <a:gd name="connsiteY4-10" fmla="*/ 915572 h 4365770"/>
              <a:gd name="connsiteX5-11" fmla="*/ 4278948 w 7987236"/>
              <a:gd name="connsiteY5-12" fmla="*/ 916727 h 4365770"/>
              <a:gd name="connsiteX6-13" fmla="*/ 4285552 w 7987236"/>
              <a:gd name="connsiteY6-14" fmla="*/ 971697 h 4365770"/>
              <a:gd name="connsiteX7-15" fmla="*/ 4358821 w 7987236"/>
              <a:gd name="connsiteY7-16" fmla="*/ 1404359 h 4365770"/>
              <a:gd name="connsiteX8-17" fmla="*/ 4419370 w 7987236"/>
              <a:gd name="connsiteY8-18" fmla="*/ 1678677 h 4365770"/>
              <a:gd name="connsiteX9-19" fmla="*/ 4561374 w 7987236"/>
              <a:gd name="connsiteY9-20" fmla="*/ 2039394 h 4365770"/>
              <a:gd name="connsiteX10-21" fmla="*/ 6017649 w 7987236"/>
              <a:gd name="connsiteY10-22" fmla="*/ 3683414 h 4365770"/>
              <a:gd name="connsiteX11-23" fmla="*/ 7878001 w 7987236"/>
              <a:gd name="connsiteY11-24" fmla="*/ 4359431 h 4365770"/>
              <a:gd name="connsiteX12-25" fmla="*/ 7987236 w 7987236"/>
              <a:gd name="connsiteY12-26" fmla="*/ 4365770 h 4365770"/>
              <a:gd name="connsiteX13-27" fmla="*/ 0 w 7987236"/>
              <a:gd name="connsiteY13-28" fmla="*/ 4365770 h 4365770"/>
              <a:gd name="connsiteX14-29" fmla="*/ 109217 w 7987236"/>
              <a:gd name="connsiteY14-30" fmla="*/ 4359432 h 4365770"/>
              <a:gd name="connsiteX15-31" fmla="*/ 1969571 w 7987236"/>
              <a:gd name="connsiteY15-32" fmla="*/ 3683415 h 4365770"/>
              <a:gd name="connsiteX16-33" fmla="*/ 3425846 w 7987236"/>
              <a:gd name="connsiteY16-34" fmla="*/ 2039395 h 4365770"/>
              <a:gd name="connsiteX17-35" fmla="*/ 3566763 w 7987236"/>
              <a:gd name="connsiteY17-36" fmla="*/ 1681440 h 4365770"/>
              <a:gd name="connsiteX18-37" fmla="*/ 3627917 w 7987236"/>
              <a:gd name="connsiteY18-38" fmla="*/ 1404359 h 4365770"/>
              <a:gd name="connsiteX19-39" fmla="*/ 3701185 w 7987236"/>
              <a:gd name="connsiteY19-40" fmla="*/ 971697 h 4365770"/>
              <a:gd name="connsiteX20-41" fmla="*/ 3708382 w 7987236"/>
              <a:gd name="connsiteY20-42" fmla="*/ 911805 h 4365770"/>
              <a:gd name="connsiteX21-43" fmla="*/ 3708720 w 7987236"/>
              <a:gd name="connsiteY21-44" fmla="*/ 866139 h 4365770"/>
              <a:gd name="connsiteX22-45" fmla="*/ 3713870 w 7987236"/>
              <a:gd name="connsiteY22-46" fmla="*/ 866139 h 4365770"/>
              <a:gd name="connsiteX23-47" fmla="*/ 3715727 w 7987236"/>
              <a:gd name="connsiteY23-48" fmla="*/ 850683 h 4365770"/>
              <a:gd name="connsiteX24-49" fmla="*/ 3429750 w 7987236"/>
              <a:gd name="connsiteY24-50" fmla="*/ 850683 h 4365770"/>
              <a:gd name="connsiteX25-51" fmla="*/ 3993849 w 7987236"/>
              <a:gd name="connsiteY25-52" fmla="*/ 0 h 4365770"/>
              <a:gd name="connsiteX0-53" fmla="*/ 3993849 w 7987236"/>
              <a:gd name="connsiteY0-54" fmla="*/ 0 h 4365770"/>
              <a:gd name="connsiteX1-55" fmla="*/ 4557470 w 7987236"/>
              <a:gd name="connsiteY1-56" fmla="*/ 850683 h 4365770"/>
              <a:gd name="connsiteX2-57" fmla="*/ 4271012 w 7987236"/>
              <a:gd name="connsiteY2-58" fmla="*/ 850683 h 4365770"/>
              <a:gd name="connsiteX3-59" fmla="*/ 4272869 w 7987236"/>
              <a:gd name="connsiteY3-60" fmla="*/ 866139 h 4365770"/>
              <a:gd name="connsiteX4-61" fmla="*/ 4278864 w 7987236"/>
              <a:gd name="connsiteY4-62" fmla="*/ 915572 h 4365770"/>
              <a:gd name="connsiteX5-63" fmla="*/ 4278948 w 7987236"/>
              <a:gd name="connsiteY5-64" fmla="*/ 916727 h 4365770"/>
              <a:gd name="connsiteX6-65" fmla="*/ 4285552 w 7987236"/>
              <a:gd name="connsiteY6-66" fmla="*/ 971697 h 4365770"/>
              <a:gd name="connsiteX7-67" fmla="*/ 4358821 w 7987236"/>
              <a:gd name="connsiteY7-68" fmla="*/ 1404359 h 4365770"/>
              <a:gd name="connsiteX8-69" fmla="*/ 4419370 w 7987236"/>
              <a:gd name="connsiteY8-70" fmla="*/ 1678677 h 4365770"/>
              <a:gd name="connsiteX9-71" fmla="*/ 4561374 w 7987236"/>
              <a:gd name="connsiteY9-72" fmla="*/ 2039394 h 4365770"/>
              <a:gd name="connsiteX10-73" fmla="*/ 6017649 w 7987236"/>
              <a:gd name="connsiteY10-74" fmla="*/ 3683414 h 4365770"/>
              <a:gd name="connsiteX11-75" fmla="*/ 7878001 w 7987236"/>
              <a:gd name="connsiteY11-76" fmla="*/ 4359431 h 4365770"/>
              <a:gd name="connsiteX12-77" fmla="*/ 7987236 w 7987236"/>
              <a:gd name="connsiteY12-78" fmla="*/ 4365770 h 4365770"/>
              <a:gd name="connsiteX13-79" fmla="*/ 0 w 7987236"/>
              <a:gd name="connsiteY13-80" fmla="*/ 4365770 h 4365770"/>
              <a:gd name="connsiteX14-81" fmla="*/ 109217 w 7987236"/>
              <a:gd name="connsiteY14-82" fmla="*/ 4359432 h 4365770"/>
              <a:gd name="connsiteX15-83" fmla="*/ 1969571 w 7987236"/>
              <a:gd name="connsiteY15-84" fmla="*/ 3683415 h 4365770"/>
              <a:gd name="connsiteX16-85" fmla="*/ 3425846 w 7987236"/>
              <a:gd name="connsiteY16-86" fmla="*/ 2039395 h 4365770"/>
              <a:gd name="connsiteX17-87" fmla="*/ 3566763 w 7987236"/>
              <a:gd name="connsiteY17-88" fmla="*/ 1681440 h 4365770"/>
              <a:gd name="connsiteX18-89" fmla="*/ 3627917 w 7987236"/>
              <a:gd name="connsiteY18-90" fmla="*/ 1404359 h 4365770"/>
              <a:gd name="connsiteX19-91" fmla="*/ 3701185 w 7987236"/>
              <a:gd name="connsiteY19-92" fmla="*/ 971697 h 4365770"/>
              <a:gd name="connsiteX20-93" fmla="*/ 3708382 w 7987236"/>
              <a:gd name="connsiteY20-94" fmla="*/ 911805 h 4365770"/>
              <a:gd name="connsiteX21-95" fmla="*/ 3708720 w 7987236"/>
              <a:gd name="connsiteY21-96" fmla="*/ 866139 h 4365770"/>
              <a:gd name="connsiteX22-97" fmla="*/ 3715727 w 7987236"/>
              <a:gd name="connsiteY22-98" fmla="*/ 850683 h 4365770"/>
              <a:gd name="connsiteX23-99" fmla="*/ 3429750 w 7987236"/>
              <a:gd name="connsiteY23-100" fmla="*/ 850683 h 4365770"/>
              <a:gd name="connsiteX24-101" fmla="*/ 3993849 w 7987236"/>
              <a:gd name="connsiteY24-102" fmla="*/ 0 h 4365770"/>
              <a:gd name="connsiteX0-103" fmla="*/ 3993849 w 7987236"/>
              <a:gd name="connsiteY0-104" fmla="*/ 0 h 4365770"/>
              <a:gd name="connsiteX1-105" fmla="*/ 4557470 w 7987236"/>
              <a:gd name="connsiteY1-106" fmla="*/ 850683 h 4365770"/>
              <a:gd name="connsiteX2-107" fmla="*/ 4271012 w 7987236"/>
              <a:gd name="connsiteY2-108" fmla="*/ 850683 h 4365770"/>
              <a:gd name="connsiteX3-109" fmla="*/ 4272869 w 7987236"/>
              <a:gd name="connsiteY3-110" fmla="*/ 866139 h 4365770"/>
              <a:gd name="connsiteX4-111" fmla="*/ 4278864 w 7987236"/>
              <a:gd name="connsiteY4-112" fmla="*/ 915572 h 4365770"/>
              <a:gd name="connsiteX5-113" fmla="*/ 4278948 w 7987236"/>
              <a:gd name="connsiteY5-114" fmla="*/ 916727 h 4365770"/>
              <a:gd name="connsiteX6-115" fmla="*/ 4285552 w 7987236"/>
              <a:gd name="connsiteY6-116" fmla="*/ 971697 h 4365770"/>
              <a:gd name="connsiteX7-117" fmla="*/ 4358821 w 7987236"/>
              <a:gd name="connsiteY7-118" fmla="*/ 1404359 h 4365770"/>
              <a:gd name="connsiteX8-119" fmla="*/ 4419370 w 7987236"/>
              <a:gd name="connsiteY8-120" fmla="*/ 1678677 h 4365770"/>
              <a:gd name="connsiteX9-121" fmla="*/ 4561374 w 7987236"/>
              <a:gd name="connsiteY9-122" fmla="*/ 2039394 h 4365770"/>
              <a:gd name="connsiteX10-123" fmla="*/ 6017649 w 7987236"/>
              <a:gd name="connsiteY10-124" fmla="*/ 3683414 h 4365770"/>
              <a:gd name="connsiteX11-125" fmla="*/ 7878001 w 7987236"/>
              <a:gd name="connsiteY11-126" fmla="*/ 4359431 h 4365770"/>
              <a:gd name="connsiteX12-127" fmla="*/ 7987236 w 7987236"/>
              <a:gd name="connsiteY12-128" fmla="*/ 4365770 h 4365770"/>
              <a:gd name="connsiteX13-129" fmla="*/ 0 w 7987236"/>
              <a:gd name="connsiteY13-130" fmla="*/ 4365770 h 4365770"/>
              <a:gd name="connsiteX14-131" fmla="*/ 109217 w 7987236"/>
              <a:gd name="connsiteY14-132" fmla="*/ 4359432 h 4365770"/>
              <a:gd name="connsiteX15-133" fmla="*/ 1969571 w 7987236"/>
              <a:gd name="connsiteY15-134" fmla="*/ 3683415 h 4365770"/>
              <a:gd name="connsiteX16-135" fmla="*/ 3425846 w 7987236"/>
              <a:gd name="connsiteY16-136" fmla="*/ 2039395 h 4365770"/>
              <a:gd name="connsiteX17-137" fmla="*/ 3566763 w 7987236"/>
              <a:gd name="connsiteY17-138" fmla="*/ 1681440 h 4365770"/>
              <a:gd name="connsiteX18-139" fmla="*/ 3627917 w 7987236"/>
              <a:gd name="connsiteY18-140" fmla="*/ 1404359 h 4365770"/>
              <a:gd name="connsiteX19-141" fmla="*/ 3701185 w 7987236"/>
              <a:gd name="connsiteY19-142" fmla="*/ 971697 h 4365770"/>
              <a:gd name="connsiteX20-143" fmla="*/ 3708382 w 7987236"/>
              <a:gd name="connsiteY20-144" fmla="*/ 911805 h 4365770"/>
              <a:gd name="connsiteX21-145" fmla="*/ 3715727 w 7987236"/>
              <a:gd name="connsiteY21-146" fmla="*/ 850683 h 4365770"/>
              <a:gd name="connsiteX22-147" fmla="*/ 3429750 w 7987236"/>
              <a:gd name="connsiteY22-148" fmla="*/ 850683 h 4365770"/>
              <a:gd name="connsiteX23-149" fmla="*/ 3993849 w 7987236"/>
              <a:gd name="connsiteY23-150" fmla="*/ 0 h 4365770"/>
              <a:gd name="connsiteX0-151" fmla="*/ 3993849 w 7987236"/>
              <a:gd name="connsiteY0-152" fmla="*/ 0 h 4365770"/>
              <a:gd name="connsiteX1-153" fmla="*/ 4557470 w 7987236"/>
              <a:gd name="connsiteY1-154" fmla="*/ 850683 h 4365770"/>
              <a:gd name="connsiteX2-155" fmla="*/ 4271012 w 7987236"/>
              <a:gd name="connsiteY2-156" fmla="*/ 850683 h 4365770"/>
              <a:gd name="connsiteX3-157" fmla="*/ 4272869 w 7987236"/>
              <a:gd name="connsiteY3-158" fmla="*/ 866139 h 4365770"/>
              <a:gd name="connsiteX4-159" fmla="*/ 4278864 w 7987236"/>
              <a:gd name="connsiteY4-160" fmla="*/ 915572 h 4365770"/>
              <a:gd name="connsiteX5-161" fmla="*/ 4278948 w 7987236"/>
              <a:gd name="connsiteY5-162" fmla="*/ 916727 h 4365770"/>
              <a:gd name="connsiteX6-163" fmla="*/ 4285552 w 7987236"/>
              <a:gd name="connsiteY6-164" fmla="*/ 971697 h 4365770"/>
              <a:gd name="connsiteX7-165" fmla="*/ 4358821 w 7987236"/>
              <a:gd name="connsiteY7-166" fmla="*/ 1404359 h 4365770"/>
              <a:gd name="connsiteX8-167" fmla="*/ 4419370 w 7987236"/>
              <a:gd name="connsiteY8-168" fmla="*/ 1678677 h 4365770"/>
              <a:gd name="connsiteX9-169" fmla="*/ 4561374 w 7987236"/>
              <a:gd name="connsiteY9-170" fmla="*/ 2039394 h 4365770"/>
              <a:gd name="connsiteX10-171" fmla="*/ 6017649 w 7987236"/>
              <a:gd name="connsiteY10-172" fmla="*/ 3683414 h 4365770"/>
              <a:gd name="connsiteX11-173" fmla="*/ 7878001 w 7987236"/>
              <a:gd name="connsiteY11-174" fmla="*/ 4359431 h 4365770"/>
              <a:gd name="connsiteX12-175" fmla="*/ 7987236 w 7987236"/>
              <a:gd name="connsiteY12-176" fmla="*/ 4365770 h 4365770"/>
              <a:gd name="connsiteX13-177" fmla="*/ 0 w 7987236"/>
              <a:gd name="connsiteY13-178" fmla="*/ 4365770 h 4365770"/>
              <a:gd name="connsiteX14-179" fmla="*/ 109217 w 7987236"/>
              <a:gd name="connsiteY14-180" fmla="*/ 4359432 h 4365770"/>
              <a:gd name="connsiteX15-181" fmla="*/ 1969571 w 7987236"/>
              <a:gd name="connsiteY15-182" fmla="*/ 3683415 h 4365770"/>
              <a:gd name="connsiteX16-183" fmla="*/ 3425846 w 7987236"/>
              <a:gd name="connsiteY16-184" fmla="*/ 2039395 h 4365770"/>
              <a:gd name="connsiteX17-185" fmla="*/ 3566763 w 7987236"/>
              <a:gd name="connsiteY17-186" fmla="*/ 1681440 h 4365770"/>
              <a:gd name="connsiteX18-187" fmla="*/ 3627917 w 7987236"/>
              <a:gd name="connsiteY18-188" fmla="*/ 1404359 h 4365770"/>
              <a:gd name="connsiteX19-189" fmla="*/ 3701185 w 7987236"/>
              <a:gd name="connsiteY19-190" fmla="*/ 971697 h 4365770"/>
              <a:gd name="connsiteX20-191" fmla="*/ 3708382 w 7987236"/>
              <a:gd name="connsiteY20-192" fmla="*/ 911805 h 4365770"/>
              <a:gd name="connsiteX21-193" fmla="*/ 3715727 w 7987236"/>
              <a:gd name="connsiteY21-194" fmla="*/ 850683 h 4365770"/>
              <a:gd name="connsiteX22-195" fmla="*/ 3429750 w 7987236"/>
              <a:gd name="connsiteY22-196" fmla="*/ 850683 h 4365770"/>
              <a:gd name="connsiteX23-197" fmla="*/ 3993849 w 7987236"/>
              <a:gd name="connsiteY23-198" fmla="*/ 0 h 4365770"/>
              <a:gd name="connsiteX0-199" fmla="*/ 3993849 w 7987236"/>
              <a:gd name="connsiteY0-200" fmla="*/ 0 h 4365770"/>
              <a:gd name="connsiteX1-201" fmla="*/ 4557470 w 7987236"/>
              <a:gd name="connsiteY1-202" fmla="*/ 850683 h 4365770"/>
              <a:gd name="connsiteX2-203" fmla="*/ 4271012 w 7987236"/>
              <a:gd name="connsiteY2-204" fmla="*/ 850683 h 4365770"/>
              <a:gd name="connsiteX3-205" fmla="*/ 4272869 w 7987236"/>
              <a:gd name="connsiteY3-206" fmla="*/ 866139 h 4365770"/>
              <a:gd name="connsiteX4-207" fmla="*/ 4278864 w 7987236"/>
              <a:gd name="connsiteY4-208" fmla="*/ 915572 h 4365770"/>
              <a:gd name="connsiteX5-209" fmla="*/ 4278948 w 7987236"/>
              <a:gd name="connsiteY5-210" fmla="*/ 916727 h 4365770"/>
              <a:gd name="connsiteX6-211" fmla="*/ 4285552 w 7987236"/>
              <a:gd name="connsiteY6-212" fmla="*/ 971697 h 4365770"/>
              <a:gd name="connsiteX7-213" fmla="*/ 4358821 w 7987236"/>
              <a:gd name="connsiteY7-214" fmla="*/ 1404359 h 4365770"/>
              <a:gd name="connsiteX8-215" fmla="*/ 4419370 w 7987236"/>
              <a:gd name="connsiteY8-216" fmla="*/ 1678677 h 4365770"/>
              <a:gd name="connsiteX9-217" fmla="*/ 4561374 w 7987236"/>
              <a:gd name="connsiteY9-218" fmla="*/ 2039394 h 4365770"/>
              <a:gd name="connsiteX10-219" fmla="*/ 6017649 w 7987236"/>
              <a:gd name="connsiteY10-220" fmla="*/ 3683414 h 4365770"/>
              <a:gd name="connsiteX11-221" fmla="*/ 7878001 w 7987236"/>
              <a:gd name="connsiteY11-222" fmla="*/ 4359431 h 4365770"/>
              <a:gd name="connsiteX12-223" fmla="*/ 7987236 w 7987236"/>
              <a:gd name="connsiteY12-224" fmla="*/ 4365770 h 4365770"/>
              <a:gd name="connsiteX13-225" fmla="*/ 0 w 7987236"/>
              <a:gd name="connsiteY13-226" fmla="*/ 4365770 h 4365770"/>
              <a:gd name="connsiteX14-227" fmla="*/ 109217 w 7987236"/>
              <a:gd name="connsiteY14-228" fmla="*/ 4359432 h 4365770"/>
              <a:gd name="connsiteX15-229" fmla="*/ 1969571 w 7987236"/>
              <a:gd name="connsiteY15-230" fmla="*/ 3683415 h 4365770"/>
              <a:gd name="connsiteX16-231" fmla="*/ 3425846 w 7987236"/>
              <a:gd name="connsiteY16-232" fmla="*/ 2039395 h 4365770"/>
              <a:gd name="connsiteX17-233" fmla="*/ 3566763 w 7987236"/>
              <a:gd name="connsiteY17-234" fmla="*/ 1681440 h 4365770"/>
              <a:gd name="connsiteX18-235" fmla="*/ 3627917 w 7987236"/>
              <a:gd name="connsiteY18-236" fmla="*/ 1404359 h 4365770"/>
              <a:gd name="connsiteX19-237" fmla="*/ 3701185 w 7987236"/>
              <a:gd name="connsiteY19-238" fmla="*/ 971697 h 4365770"/>
              <a:gd name="connsiteX20-239" fmla="*/ 3708382 w 7987236"/>
              <a:gd name="connsiteY20-240" fmla="*/ 911805 h 4365770"/>
              <a:gd name="connsiteX21-241" fmla="*/ 3715727 w 7987236"/>
              <a:gd name="connsiteY21-242" fmla="*/ 850683 h 4365770"/>
              <a:gd name="connsiteX22-243" fmla="*/ 3429750 w 7987236"/>
              <a:gd name="connsiteY22-244" fmla="*/ 850683 h 4365770"/>
              <a:gd name="connsiteX23-245" fmla="*/ 3993849 w 7987236"/>
              <a:gd name="connsiteY23-246" fmla="*/ 0 h 4365770"/>
              <a:gd name="connsiteX0-247" fmla="*/ 3993849 w 7987236"/>
              <a:gd name="connsiteY0-248" fmla="*/ 0 h 4365770"/>
              <a:gd name="connsiteX1-249" fmla="*/ 4557470 w 7987236"/>
              <a:gd name="connsiteY1-250" fmla="*/ 850683 h 4365770"/>
              <a:gd name="connsiteX2-251" fmla="*/ 4271012 w 7987236"/>
              <a:gd name="connsiteY2-252" fmla="*/ 850683 h 4365770"/>
              <a:gd name="connsiteX3-253" fmla="*/ 4272869 w 7987236"/>
              <a:gd name="connsiteY3-254" fmla="*/ 866139 h 4365770"/>
              <a:gd name="connsiteX4-255" fmla="*/ 4278864 w 7987236"/>
              <a:gd name="connsiteY4-256" fmla="*/ 915572 h 4365770"/>
              <a:gd name="connsiteX5-257" fmla="*/ 4278948 w 7987236"/>
              <a:gd name="connsiteY5-258" fmla="*/ 916727 h 4365770"/>
              <a:gd name="connsiteX6-259" fmla="*/ 4285552 w 7987236"/>
              <a:gd name="connsiteY6-260" fmla="*/ 971697 h 4365770"/>
              <a:gd name="connsiteX7-261" fmla="*/ 4358821 w 7987236"/>
              <a:gd name="connsiteY7-262" fmla="*/ 1404359 h 4365770"/>
              <a:gd name="connsiteX8-263" fmla="*/ 4419370 w 7987236"/>
              <a:gd name="connsiteY8-264" fmla="*/ 1678677 h 4365770"/>
              <a:gd name="connsiteX9-265" fmla="*/ 4561374 w 7987236"/>
              <a:gd name="connsiteY9-266" fmla="*/ 2039394 h 4365770"/>
              <a:gd name="connsiteX10-267" fmla="*/ 6017649 w 7987236"/>
              <a:gd name="connsiteY10-268" fmla="*/ 3683414 h 4365770"/>
              <a:gd name="connsiteX11-269" fmla="*/ 7878001 w 7987236"/>
              <a:gd name="connsiteY11-270" fmla="*/ 4359431 h 4365770"/>
              <a:gd name="connsiteX12-271" fmla="*/ 7987236 w 7987236"/>
              <a:gd name="connsiteY12-272" fmla="*/ 4365770 h 4365770"/>
              <a:gd name="connsiteX13-273" fmla="*/ 0 w 7987236"/>
              <a:gd name="connsiteY13-274" fmla="*/ 4365770 h 4365770"/>
              <a:gd name="connsiteX14-275" fmla="*/ 109217 w 7987236"/>
              <a:gd name="connsiteY14-276" fmla="*/ 4359432 h 4365770"/>
              <a:gd name="connsiteX15-277" fmla="*/ 1969571 w 7987236"/>
              <a:gd name="connsiteY15-278" fmla="*/ 3683415 h 4365770"/>
              <a:gd name="connsiteX16-279" fmla="*/ 3425846 w 7987236"/>
              <a:gd name="connsiteY16-280" fmla="*/ 2039395 h 4365770"/>
              <a:gd name="connsiteX17-281" fmla="*/ 3566763 w 7987236"/>
              <a:gd name="connsiteY17-282" fmla="*/ 1681440 h 4365770"/>
              <a:gd name="connsiteX18-283" fmla="*/ 3627917 w 7987236"/>
              <a:gd name="connsiteY18-284" fmla="*/ 1404359 h 4365770"/>
              <a:gd name="connsiteX19-285" fmla="*/ 3701185 w 7987236"/>
              <a:gd name="connsiteY19-286" fmla="*/ 971697 h 4365770"/>
              <a:gd name="connsiteX20-287" fmla="*/ 3708382 w 7987236"/>
              <a:gd name="connsiteY20-288" fmla="*/ 911805 h 4365770"/>
              <a:gd name="connsiteX21-289" fmla="*/ 3715727 w 7987236"/>
              <a:gd name="connsiteY21-290" fmla="*/ 850683 h 4365770"/>
              <a:gd name="connsiteX22-291" fmla="*/ 3429750 w 7987236"/>
              <a:gd name="connsiteY22-292" fmla="*/ 850683 h 4365770"/>
              <a:gd name="connsiteX23-293" fmla="*/ 3993849 w 7987236"/>
              <a:gd name="connsiteY23-294" fmla="*/ 0 h 4365770"/>
              <a:gd name="connsiteX0-295" fmla="*/ 3993849 w 7987236"/>
              <a:gd name="connsiteY0-296" fmla="*/ 0 h 4365770"/>
              <a:gd name="connsiteX1-297" fmla="*/ 4557470 w 7987236"/>
              <a:gd name="connsiteY1-298" fmla="*/ 850683 h 4365770"/>
              <a:gd name="connsiteX2-299" fmla="*/ 4271012 w 7987236"/>
              <a:gd name="connsiteY2-300" fmla="*/ 850683 h 4365770"/>
              <a:gd name="connsiteX3-301" fmla="*/ 4272869 w 7987236"/>
              <a:gd name="connsiteY3-302" fmla="*/ 866139 h 4365770"/>
              <a:gd name="connsiteX4-303" fmla="*/ 4278864 w 7987236"/>
              <a:gd name="connsiteY4-304" fmla="*/ 915572 h 4365770"/>
              <a:gd name="connsiteX5-305" fmla="*/ 4278948 w 7987236"/>
              <a:gd name="connsiteY5-306" fmla="*/ 916727 h 4365770"/>
              <a:gd name="connsiteX6-307" fmla="*/ 4285552 w 7987236"/>
              <a:gd name="connsiteY6-308" fmla="*/ 971697 h 4365770"/>
              <a:gd name="connsiteX7-309" fmla="*/ 4358821 w 7987236"/>
              <a:gd name="connsiteY7-310" fmla="*/ 1404359 h 4365770"/>
              <a:gd name="connsiteX8-311" fmla="*/ 4419370 w 7987236"/>
              <a:gd name="connsiteY8-312" fmla="*/ 1678677 h 4365770"/>
              <a:gd name="connsiteX9-313" fmla="*/ 4561374 w 7987236"/>
              <a:gd name="connsiteY9-314" fmla="*/ 2039394 h 4365770"/>
              <a:gd name="connsiteX10-315" fmla="*/ 6017649 w 7987236"/>
              <a:gd name="connsiteY10-316" fmla="*/ 3683414 h 4365770"/>
              <a:gd name="connsiteX11-317" fmla="*/ 7878001 w 7987236"/>
              <a:gd name="connsiteY11-318" fmla="*/ 4359431 h 4365770"/>
              <a:gd name="connsiteX12-319" fmla="*/ 7987236 w 7987236"/>
              <a:gd name="connsiteY12-320" fmla="*/ 4365770 h 4365770"/>
              <a:gd name="connsiteX13-321" fmla="*/ 0 w 7987236"/>
              <a:gd name="connsiteY13-322" fmla="*/ 4365770 h 4365770"/>
              <a:gd name="connsiteX14-323" fmla="*/ 109217 w 7987236"/>
              <a:gd name="connsiteY14-324" fmla="*/ 4359432 h 4365770"/>
              <a:gd name="connsiteX15-325" fmla="*/ 1969571 w 7987236"/>
              <a:gd name="connsiteY15-326" fmla="*/ 3683415 h 4365770"/>
              <a:gd name="connsiteX16-327" fmla="*/ 3425846 w 7987236"/>
              <a:gd name="connsiteY16-328" fmla="*/ 2039395 h 4365770"/>
              <a:gd name="connsiteX17-329" fmla="*/ 3566763 w 7987236"/>
              <a:gd name="connsiteY17-330" fmla="*/ 1681440 h 4365770"/>
              <a:gd name="connsiteX18-331" fmla="*/ 3627917 w 7987236"/>
              <a:gd name="connsiteY18-332" fmla="*/ 1404359 h 4365770"/>
              <a:gd name="connsiteX19-333" fmla="*/ 3701185 w 7987236"/>
              <a:gd name="connsiteY19-334" fmla="*/ 971697 h 4365770"/>
              <a:gd name="connsiteX20-335" fmla="*/ 3708382 w 7987236"/>
              <a:gd name="connsiteY20-336" fmla="*/ 911805 h 4365770"/>
              <a:gd name="connsiteX21-337" fmla="*/ 3715727 w 7987236"/>
              <a:gd name="connsiteY21-338" fmla="*/ 850683 h 4365770"/>
              <a:gd name="connsiteX22-339" fmla="*/ 3429750 w 7987236"/>
              <a:gd name="connsiteY22-340" fmla="*/ 850683 h 4365770"/>
              <a:gd name="connsiteX23-341" fmla="*/ 3993849 w 7987236"/>
              <a:gd name="connsiteY23-342" fmla="*/ 0 h 4365770"/>
              <a:gd name="connsiteX0-343" fmla="*/ 3993849 w 7987236"/>
              <a:gd name="connsiteY0-344" fmla="*/ 0 h 4365770"/>
              <a:gd name="connsiteX1-345" fmla="*/ 4557470 w 7987236"/>
              <a:gd name="connsiteY1-346" fmla="*/ 850683 h 4365770"/>
              <a:gd name="connsiteX2-347" fmla="*/ 4271012 w 7987236"/>
              <a:gd name="connsiteY2-348" fmla="*/ 850683 h 4365770"/>
              <a:gd name="connsiteX3-349" fmla="*/ 4272869 w 7987236"/>
              <a:gd name="connsiteY3-350" fmla="*/ 866139 h 4365770"/>
              <a:gd name="connsiteX4-351" fmla="*/ 4278864 w 7987236"/>
              <a:gd name="connsiteY4-352" fmla="*/ 915572 h 4365770"/>
              <a:gd name="connsiteX5-353" fmla="*/ 4278948 w 7987236"/>
              <a:gd name="connsiteY5-354" fmla="*/ 916727 h 4365770"/>
              <a:gd name="connsiteX6-355" fmla="*/ 4285552 w 7987236"/>
              <a:gd name="connsiteY6-356" fmla="*/ 971697 h 4365770"/>
              <a:gd name="connsiteX7-357" fmla="*/ 4358821 w 7987236"/>
              <a:gd name="connsiteY7-358" fmla="*/ 1404359 h 4365770"/>
              <a:gd name="connsiteX8-359" fmla="*/ 4419370 w 7987236"/>
              <a:gd name="connsiteY8-360" fmla="*/ 1678677 h 4365770"/>
              <a:gd name="connsiteX9-361" fmla="*/ 4561374 w 7987236"/>
              <a:gd name="connsiteY9-362" fmla="*/ 2039394 h 4365770"/>
              <a:gd name="connsiteX10-363" fmla="*/ 6017649 w 7987236"/>
              <a:gd name="connsiteY10-364" fmla="*/ 3683414 h 4365770"/>
              <a:gd name="connsiteX11-365" fmla="*/ 7878001 w 7987236"/>
              <a:gd name="connsiteY11-366" fmla="*/ 4359431 h 4365770"/>
              <a:gd name="connsiteX12-367" fmla="*/ 7987236 w 7987236"/>
              <a:gd name="connsiteY12-368" fmla="*/ 4365770 h 4365770"/>
              <a:gd name="connsiteX13-369" fmla="*/ 0 w 7987236"/>
              <a:gd name="connsiteY13-370" fmla="*/ 4365770 h 4365770"/>
              <a:gd name="connsiteX14-371" fmla="*/ 109217 w 7987236"/>
              <a:gd name="connsiteY14-372" fmla="*/ 4359432 h 4365770"/>
              <a:gd name="connsiteX15-373" fmla="*/ 1969571 w 7987236"/>
              <a:gd name="connsiteY15-374" fmla="*/ 3683415 h 4365770"/>
              <a:gd name="connsiteX16-375" fmla="*/ 3425846 w 7987236"/>
              <a:gd name="connsiteY16-376" fmla="*/ 2039395 h 4365770"/>
              <a:gd name="connsiteX17-377" fmla="*/ 3566763 w 7987236"/>
              <a:gd name="connsiteY17-378" fmla="*/ 1681440 h 4365770"/>
              <a:gd name="connsiteX18-379" fmla="*/ 3627917 w 7987236"/>
              <a:gd name="connsiteY18-380" fmla="*/ 1404359 h 4365770"/>
              <a:gd name="connsiteX19-381" fmla="*/ 3701185 w 7987236"/>
              <a:gd name="connsiteY19-382" fmla="*/ 971697 h 4365770"/>
              <a:gd name="connsiteX20-383" fmla="*/ 3708382 w 7987236"/>
              <a:gd name="connsiteY20-384" fmla="*/ 911805 h 4365770"/>
              <a:gd name="connsiteX21-385" fmla="*/ 3715727 w 7987236"/>
              <a:gd name="connsiteY21-386" fmla="*/ 850683 h 4365770"/>
              <a:gd name="connsiteX22-387" fmla="*/ 3429750 w 7987236"/>
              <a:gd name="connsiteY22-388" fmla="*/ 850683 h 4365770"/>
              <a:gd name="connsiteX23-389" fmla="*/ 3993849 w 7987236"/>
              <a:gd name="connsiteY23-390" fmla="*/ 0 h 436577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7987236" h="4365770">
                <a:moveTo>
                  <a:pt x="3993849" y="0"/>
                </a:moveTo>
                <a:lnTo>
                  <a:pt x="4557470" y="850683"/>
                </a:lnTo>
                <a:lnTo>
                  <a:pt x="4271012" y="850683"/>
                </a:lnTo>
                <a:lnTo>
                  <a:pt x="4272869" y="866139"/>
                </a:lnTo>
                <a:lnTo>
                  <a:pt x="4278864" y="915572"/>
                </a:lnTo>
                <a:lnTo>
                  <a:pt x="4278948" y="916727"/>
                </a:lnTo>
                <a:lnTo>
                  <a:pt x="4285552" y="971697"/>
                </a:lnTo>
                <a:cubicBezTo>
                  <a:pt x="4305963" y="1117212"/>
                  <a:pt x="4330828" y="1262095"/>
                  <a:pt x="4358821" y="1404359"/>
                </a:cubicBezTo>
                <a:lnTo>
                  <a:pt x="4419370" y="1678677"/>
                </a:lnTo>
                <a:cubicBezTo>
                  <a:pt x="4439553" y="1770116"/>
                  <a:pt x="4444219" y="1771946"/>
                  <a:pt x="4561374" y="2039394"/>
                </a:cubicBezTo>
                <a:cubicBezTo>
                  <a:pt x="4849130" y="2657012"/>
                  <a:pt x="5347268" y="3241518"/>
                  <a:pt x="6017649" y="3683414"/>
                </a:cubicBezTo>
                <a:cubicBezTo>
                  <a:pt x="6614897" y="4077103"/>
                  <a:pt x="7262278" y="4300529"/>
                  <a:pt x="7878001" y="4359431"/>
                </a:cubicBezTo>
                <a:lnTo>
                  <a:pt x="7987236" y="4365770"/>
                </a:lnTo>
                <a:lnTo>
                  <a:pt x="0" y="4365770"/>
                </a:lnTo>
                <a:lnTo>
                  <a:pt x="109217" y="4359432"/>
                </a:lnTo>
                <a:cubicBezTo>
                  <a:pt x="724940" y="4300531"/>
                  <a:pt x="1372323" y="4077104"/>
                  <a:pt x="1969571" y="3683415"/>
                </a:cubicBezTo>
                <a:cubicBezTo>
                  <a:pt x="2639952" y="3241519"/>
                  <a:pt x="3138091" y="2657013"/>
                  <a:pt x="3425846" y="2039395"/>
                </a:cubicBezTo>
                <a:cubicBezTo>
                  <a:pt x="3472818" y="1920077"/>
                  <a:pt x="3527728" y="1800758"/>
                  <a:pt x="3566763" y="1681440"/>
                </a:cubicBezTo>
                <a:cubicBezTo>
                  <a:pt x="3605798" y="1562122"/>
                  <a:pt x="3605513" y="1522649"/>
                  <a:pt x="3627917" y="1404359"/>
                </a:cubicBezTo>
                <a:cubicBezTo>
                  <a:pt x="3655909" y="1262095"/>
                  <a:pt x="3680774" y="1117212"/>
                  <a:pt x="3701185" y="971697"/>
                </a:cubicBezTo>
                <a:lnTo>
                  <a:pt x="3708382" y="911805"/>
                </a:lnTo>
                <a:cubicBezTo>
                  <a:pt x="3710806" y="891636"/>
                  <a:pt x="3720891" y="849758"/>
                  <a:pt x="3715727" y="850683"/>
                </a:cubicBezTo>
                <a:cubicBezTo>
                  <a:pt x="3710563" y="851608"/>
                  <a:pt x="3525076" y="850683"/>
                  <a:pt x="3429750" y="850683"/>
                </a:cubicBezTo>
                <a:lnTo>
                  <a:pt x="3993849" y="0"/>
                </a:lnTo>
                <a:close/>
              </a:path>
            </a:pathLst>
          </a:custGeom>
          <a:gradFill>
            <a:gsLst>
              <a:gs pos="0">
                <a:schemeClr val="accent2">
                  <a:lumMod val="60000"/>
                  <a:lumOff val="40000"/>
                </a:schemeClr>
              </a:gs>
              <a:gs pos="100000">
                <a:schemeClr val="accent2">
                  <a:lumMod val="20000"/>
                  <a:lumOff val="80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7" name="椭圆 6"/>
          <p:cNvSpPr/>
          <p:nvPr/>
        </p:nvSpPr>
        <p:spPr>
          <a:xfrm>
            <a:off x="1316285" y="4834614"/>
            <a:ext cx="9559429" cy="882042"/>
          </a:xfrm>
          <a:prstGeom prst="ellipse">
            <a:avLst/>
          </a:prstGeom>
          <a:gradFill flip="none" rotWithShape="1">
            <a:gsLst>
              <a:gs pos="100000">
                <a:schemeClr val="accent1">
                  <a:alpha val="34000"/>
                </a:schemeClr>
              </a:gs>
              <a:gs pos="50000">
                <a:schemeClr val="accent1">
                  <a:alpha val="0"/>
                </a:schemeClr>
              </a:gs>
            </a:gsLst>
            <a:lin ang="5400000" scaled="0"/>
            <a:tileRect/>
          </a:gradFill>
          <a:ln w="15875">
            <a:gradFill>
              <a:gsLst>
                <a:gs pos="100000">
                  <a:schemeClr val="accent1">
                    <a:alpha val="55000"/>
                  </a:schemeClr>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8" name="弧形 7"/>
          <p:cNvSpPr/>
          <p:nvPr/>
        </p:nvSpPr>
        <p:spPr>
          <a:xfrm>
            <a:off x="2928384" y="5674938"/>
            <a:ext cx="6335207" cy="560215"/>
          </a:xfrm>
          <a:prstGeom prst="arc">
            <a:avLst>
              <a:gd name="adj1" fmla="val 10163771"/>
              <a:gd name="adj2" fmla="val 690534"/>
            </a:avLst>
          </a:prstGeom>
          <a:noFill/>
          <a:ln w="15875">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9" name="椭圆 8"/>
          <p:cNvSpPr/>
          <p:nvPr/>
        </p:nvSpPr>
        <p:spPr>
          <a:xfrm>
            <a:off x="2856051" y="4274398"/>
            <a:ext cx="6479896" cy="560215"/>
          </a:xfrm>
          <a:prstGeom prst="ellipse">
            <a:avLst/>
          </a:prstGeom>
          <a:noFill/>
          <a:ln w="15875">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12" name="椭圆 11"/>
          <p:cNvSpPr/>
          <p:nvPr/>
        </p:nvSpPr>
        <p:spPr>
          <a:xfrm>
            <a:off x="3731458" y="3952245"/>
            <a:ext cx="768054" cy="768049"/>
          </a:xfrm>
          <a:prstGeom prst="ellipse">
            <a:avLst/>
          </a:prstGeom>
          <a:gradFill>
            <a:gsLst>
              <a:gs pos="13000">
                <a:schemeClr val="accent2">
                  <a:alpha val="61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rPr>
              <a:t>数字化管理</a:t>
            </a:r>
            <a:endPar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椭圆 14"/>
          <p:cNvSpPr/>
          <p:nvPr/>
        </p:nvSpPr>
        <p:spPr>
          <a:xfrm>
            <a:off x="7682955" y="3952245"/>
            <a:ext cx="768054" cy="768049"/>
          </a:xfrm>
          <a:prstGeom prst="ellipse">
            <a:avLst/>
          </a:prstGeom>
          <a:gradFill>
            <a:gsLst>
              <a:gs pos="13000">
                <a:schemeClr val="accent2">
                  <a:alpha val="61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rPr>
              <a:t>协同化管理</a:t>
            </a:r>
            <a:endPar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239" name="文本框 238"/>
          <p:cNvSpPr txBox="1"/>
          <p:nvPr/>
        </p:nvSpPr>
        <p:spPr>
          <a:xfrm>
            <a:off x="3590287" y="3610321"/>
            <a:ext cx="1050395"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工作界面</a:t>
            </a:r>
            <a:endPar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16" name="文本框 15"/>
          <p:cNvSpPr txBox="1"/>
          <p:nvPr/>
        </p:nvSpPr>
        <p:spPr>
          <a:xfrm>
            <a:off x="5570802" y="3845604"/>
            <a:ext cx="1050395"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智慧引擎</a:t>
            </a:r>
            <a:endPar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17" name="文本框 16"/>
          <p:cNvSpPr txBox="1"/>
          <p:nvPr/>
        </p:nvSpPr>
        <p:spPr>
          <a:xfrm>
            <a:off x="7541784" y="3610321"/>
            <a:ext cx="1050395"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数字中枢</a:t>
            </a:r>
            <a:endPar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18" name="文本框 17"/>
          <p:cNvSpPr txBox="1"/>
          <p:nvPr/>
        </p:nvSpPr>
        <p:spPr>
          <a:xfrm>
            <a:off x="4815041" y="6023009"/>
            <a:ext cx="2561916"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800" spc="300"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服务于各级管理者</a:t>
            </a:r>
            <a:endParaRPr lang="zh-CN" altLang="en-US" sz="1800" spc="300"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0" name="椭圆 19"/>
          <p:cNvSpPr/>
          <p:nvPr/>
        </p:nvSpPr>
        <p:spPr>
          <a:xfrm>
            <a:off x="2190326" y="2634806"/>
            <a:ext cx="7811348" cy="524457"/>
          </a:xfrm>
          <a:prstGeom prst="ellipse">
            <a:avLst/>
          </a:prstGeom>
          <a:noFill/>
          <a:ln w="15875">
            <a:gradFill>
              <a:gsLst>
                <a:gs pos="100000">
                  <a:schemeClr val="accent1"/>
                </a:gs>
                <a:gs pos="16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23" name="文本框 22"/>
          <p:cNvSpPr txBox="1"/>
          <p:nvPr/>
        </p:nvSpPr>
        <p:spPr>
          <a:xfrm>
            <a:off x="2688904" y="2376460"/>
            <a:ext cx="2598076" cy="381143"/>
          </a:xfrm>
          <a:prstGeom prst="roundRect">
            <a:avLst>
              <a:gd name="adj" fmla="val 50000"/>
            </a:avLst>
          </a:prstGeom>
          <a:solidFill>
            <a:schemeClr val="bg1"/>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推动管理数字化智能化升级</a:t>
            </a:r>
            <a:endPar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4" name="文本框 23"/>
          <p:cNvSpPr txBox="1"/>
          <p:nvPr/>
        </p:nvSpPr>
        <p:spPr>
          <a:xfrm>
            <a:off x="7042513" y="2376460"/>
            <a:ext cx="2027400" cy="381143"/>
          </a:xfrm>
          <a:prstGeom prst="roundRect">
            <a:avLst>
              <a:gd name="adj" fmla="val 50000"/>
            </a:avLst>
          </a:prstGeom>
          <a:solidFill>
            <a:schemeClr val="bg1"/>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助力管理决策科学化</a:t>
            </a:r>
            <a:endPar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5" name="文本框 24"/>
          <p:cNvSpPr txBox="1"/>
          <p:nvPr/>
        </p:nvSpPr>
        <p:spPr>
          <a:xfrm>
            <a:off x="2733049" y="2967390"/>
            <a:ext cx="1755533" cy="381143"/>
          </a:xfrm>
          <a:prstGeom prst="roundRect">
            <a:avLst>
              <a:gd name="adj" fmla="val 50000"/>
            </a:avLst>
          </a:prstGeom>
          <a:solidFill>
            <a:schemeClr val="bg1"/>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作业过程智能化</a:t>
            </a:r>
            <a:endPar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6" name="文本框 25"/>
          <p:cNvSpPr txBox="1"/>
          <p:nvPr/>
        </p:nvSpPr>
        <p:spPr>
          <a:xfrm>
            <a:off x="5286980" y="3064024"/>
            <a:ext cx="1755533" cy="381143"/>
          </a:xfrm>
          <a:prstGeom prst="roundRect">
            <a:avLst>
              <a:gd name="adj" fmla="val 50000"/>
            </a:avLst>
          </a:prstGeom>
          <a:solidFill>
            <a:schemeClr val="bg1"/>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客户服务精益化</a:t>
            </a:r>
            <a:endPar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7" name="文本框 26"/>
          <p:cNvSpPr txBox="1"/>
          <p:nvPr/>
        </p:nvSpPr>
        <p:spPr>
          <a:xfrm>
            <a:off x="7752124" y="2967390"/>
            <a:ext cx="1755533" cy="381143"/>
          </a:xfrm>
          <a:prstGeom prst="roundRect">
            <a:avLst>
              <a:gd name="adj" fmla="val 50000"/>
            </a:avLst>
          </a:prstGeom>
          <a:solidFill>
            <a:schemeClr val="bg1"/>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rPr>
              <a:t>政府治理现代化</a:t>
            </a:r>
            <a:endParaRPr lang="zh-CN" altLang="en-US" dirty="0">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grpSp>
        <p:nvGrpSpPr>
          <p:cNvPr id="30" name="组合 29"/>
          <p:cNvGrpSpPr/>
          <p:nvPr/>
        </p:nvGrpSpPr>
        <p:grpSpPr>
          <a:xfrm>
            <a:off x="4527362" y="4835272"/>
            <a:ext cx="528714" cy="534691"/>
            <a:chOff x="4804548" y="4438371"/>
            <a:chExt cx="440871" cy="445856"/>
          </a:xfrm>
        </p:grpSpPr>
        <p:sp>
          <p:nvSpPr>
            <p:cNvPr id="29" name="Freeform 13"/>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sp>
          <p:nvSpPr>
            <p:cNvPr id="28" name="Freeform 13"/>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31" name="组合 30"/>
          <p:cNvGrpSpPr/>
          <p:nvPr/>
        </p:nvGrpSpPr>
        <p:grpSpPr>
          <a:xfrm>
            <a:off x="4992290" y="4927283"/>
            <a:ext cx="528718" cy="534694"/>
            <a:chOff x="4804545" y="4438369"/>
            <a:chExt cx="440874" cy="445858"/>
          </a:xfrm>
        </p:grpSpPr>
        <p:sp>
          <p:nvSpPr>
            <p:cNvPr id="32" name="Freeform 13"/>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Freeform 13"/>
            <p:cNvSpPr/>
            <p:nvPr/>
          </p:nvSpPr>
          <p:spPr bwMode="auto">
            <a:xfrm rot="7293177" flipV="1">
              <a:off x="4804930" y="4437984"/>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40" name="组合 39"/>
          <p:cNvGrpSpPr/>
          <p:nvPr/>
        </p:nvGrpSpPr>
        <p:grpSpPr>
          <a:xfrm flipH="1">
            <a:off x="6534064" y="4835272"/>
            <a:ext cx="993639" cy="626701"/>
            <a:chOff x="6249581" y="4438371"/>
            <a:chExt cx="828552" cy="522578"/>
          </a:xfrm>
        </p:grpSpPr>
        <p:grpSp>
          <p:nvGrpSpPr>
            <p:cNvPr id="34" name="组合 33"/>
            <p:cNvGrpSpPr/>
            <p:nvPr/>
          </p:nvGrpSpPr>
          <p:grpSpPr>
            <a:xfrm>
              <a:off x="6249581" y="4438371"/>
              <a:ext cx="440871" cy="445856"/>
              <a:chOff x="4804548" y="4438371"/>
              <a:chExt cx="440871" cy="445856"/>
            </a:xfrm>
          </p:grpSpPr>
          <p:sp>
            <p:nvSpPr>
              <p:cNvPr id="35" name="Freeform 13"/>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sp>
            <p:nvSpPr>
              <p:cNvPr id="36" name="Freeform 13"/>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37" name="组合 36"/>
            <p:cNvGrpSpPr/>
            <p:nvPr/>
          </p:nvGrpSpPr>
          <p:grpSpPr>
            <a:xfrm>
              <a:off x="6637262" y="4515093"/>
              <a:ext cx="440871" cy="445856"/>
              <a:chOff x="4804548" y="4438371"/>
              <a:chExt cx="440871" cy="445856"/>
            </a:xfrm>
          </p:grpSpPr>
          <p:sp>
            <p:nvSpPr>
              <p:cNvPr id="38" name="Freeform 13"/>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sp>
            <p:nvSpPr>
              <p:cNvPr id="39" name="Freeform 13"/>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lstStyle/>
              <a:p>
                <a:pPr defTabSz="1920240">
                  <a:defRPr/>
                </a:pPr>
                <a:endParaRPr lang="zh-CN" altLang="en-US" sz="4000">
                  <a:solidFill>
                    <a:prstClr val="black"/>
                  </a:solidFill>
                  <a:latin typeface="Arial" panose="020B0604020202090204" pitchFamily="34" charset="0"/>
                  <a:ea typeface="微软雅黑" panose="020B0502040204020203" pitchFamily="34" charset="-122"/>
                  <a:cs typeface="Arial" panose="020B0604020202090204" pitchFamily="34" charset="0"/>
                </a:endParaRPr>
              </a:p>
            </p:txBody>
          </p:sp>
        </p:grpSp>
      </p:grpSp>
      <p:sp>
        <p:nvSpPr>
          <p:cNvPr id="41" name="文本框 40"/>
          <p:cNvSpPr txBox="1"/>
          <p:nvPr/>
        </p:nvSpPr>
        <p:spPr>
          <a:xfrm>
            <a:off x="2801145" y="5195718"/>
            <a:ext cx="1470552"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内外部数据</a:t>
            </a:r>
            <a:endPar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42" name="文本框 41"/>
          <p:cNvSpPr txBox="1"/>
          <p:nvPr/>
        </p:nvSpPr>
        <p:spPr>
          <a:xfrm>
            <a:off x="7735813" y="5195718"/>
            <a:ext cx="1470552" cy="381143"/>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专家智慧</a:t>
            </a:r>
            <a:endParaRPr lang="zh-CN" altLang="en-US" sz="1400" b="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21" name="椭圆 20"/>
          <p:cNvSpPr/>
          <p:nvPr/>
        </p:nvSpPr>
        <p:spPr>
          <a:xfrm>
            <a:off x="3911366" y="1663598"/>
            <a:ext cx="4369265" cy="328131"/>
          </a:xfrm>
          <a:prstGeom prst="ellipse">
            <a:avLst/>
          </a:prstGeom>
          <a:noFill/>
          <a:ln w="15875">
            <a:gradFill>
              <a:gsLst>
                <a:gs pos="99000">
                  <a:schemeClr val="accent1"/>
                </a:gs>
                <a:gs pos="1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44" name="图形 224"/>
          <p:cNvSpPr/>
          <p:nvPr/>
        </p:nvSpPr>
        <p:spPr>
          <a:xfrm>
            <a:off x="3374097" y="4854088"/>
            <a:ext cx="324648" cy="345595"/>
          </a:xfrm>
          <a:custGeom>
            <a:avLst/>
            <a:gdLst>
              <a:gd name="connsiteX0" fmla="*/ 177639 w 439452"/>
              <a:gd name="connsiteY0" fmla="*/ 169582 h 467806"/>
              <a:gd name="connsiteX1" fmla="*/ 323597 w 439452"/>
              <a:gd name="connsiteY1" fmla="*/ 134584 h 467806"/>
              <a:gd name="connsiteX2" fmla="*/ 323597 w 439452"/>
              <a:gd name="connsiteY2" fmla="*/ 176406 h 467806"/>
              <a:gd name="connsiteX3" fmla="*/ 355281 w 439452"/>
              <a:gd name="connsiteY3" fmla="*/ 176406 h 467806"/>
              <a:gd name="connsiteX4" fmla="*/ 355281 w 439452"/>
              <a:gd name="connsiteY4" fmla="*/ 84794 h 467806"/>
              <a:gd name="connsiteX5" fmla="*/ 177639 w 439452"/>
              <a:gd name="connsiteY5" fmla="*/ 0 h 467806"/>
              <a:gd name="connsiteX6" fmla="*/ 0 w 439452"/>
              <a:gd name="connsiteY6" fmla="*/ 84794 h 467806"/>
              <a:gd name="connsiteX7" fmla="*/ 0 w 439452"/>
              <a:gd name="connsiteY7" fmla="*/ 334726 h 467806"/>
              <a:gd name="connsiteX8" fmla="*/ 177640 w 439452"/>
              <a:gd name="connsiteY8" fmla="*/ 419515 h 467806"/>
              <a:gd name="connsiteX9" fmla="*/ 177640 w 439452"/>
              <a:gd name="connsiteY9" fmla="*/ 387834 h 467806"/>
              <a:gd name="connsiteX10" fmla="*/ 31684 w 439452"/>
              <a:gd name="connsiteY10" fmla="*/ 334726 h 467806"/>
              <a:gd name="connsiteX11" fmla="*/ 31684 w 439452"/>
              <a:gd name="connsiteY11" fmla="*/ 259553 h 467806"/>
              <a:gd name="connsiteX12" fmla="*/ 177640 w 439452"/>
              <a:gd name="connsiteY12" fmla="*/ 294552 h 467806"/>
              <a:gd name="connsiteX13" fmla="*/ 177640 w 439452"/>
              <a:gd name="connsiteY13" fmla="*/ 262868 h 467806"/>
              <a:gd name="connsiteX14" fmla="*/ 31684 w 439452"/>
              <a:gd name="connsiteY14" fmla="*/ 209758 h 467806"/>
              <a:gd name="connsiteX15" fmla="*/ 31684 w 439452"/>
              <a:gd name="connsiteY15" fmla="*/ 134587 h 467806"/>
              <a:gd name="connsiteX16" fmla="*/ 177639 w 439452"/>
              <a:gd name="connsiteY16" fmla="*/ 169582 h 467806"/>
              <a:gd name="connsiteX17" fmla="*/ 177639 w 439452"/>
              <a:gd name="connsiteY17" fmla="*/ 169582 h 467806"/>
              <a:gd name="connsiteX18" fmla="*/ 177639 w 439452"/>
              <a:gd name="connsiteY18" fmla="*/ 31684 h 467806"/>
              <a:gd name="connsiteX19" fmla="*/ 323597 w 439452"/>
              <a:gd name="connsiteY19" fmla="*/ 84794 h 467806"/>
              <a:gd name="connsiteX20" fmla="*/ 177639 w 439452"/>
              <a:gd name="connsiteY20" fmla="*/ 137898 h 467806"/>
              <a:gd name="connsiteX21" fmla="*/ 31684 w 439452"/>
              <a:gd name="connsiteY21" fmla="*/ 84794 h 467806"/>
              <a:gd name="connsiteX22" fmla="*/ 177639 w 439452"/>
              <a:gd name="connsiteY22" fmla="*/ 31684 h 467806"/>
              <a:gd name="connsiteX23" fmla="*/ 177639 w 439452"/>
              <a:gd name="connsiteY23" fmla="*/ 31684 h 467806"/>
              <a:gd name="connsiteX24" fmla="*/ 319639 w 439452"/>
              <a:gd name="connsiteY24" fmla="*/ 186899 h 467806"/>
              <a:gd name="connsiteX25" fmla="*/ 199822 w 439452"/>
              <a:gd name="connsiteY25" fmla="*/ 247051 h 467806"/>
              <a:gd name="connsiteX26" fmla="*/ 199822 w 439452"/>
              <a:gd name="connsiteY26" fmla="*/ 407659 h 467806"/>
              <a:gd name="connsiteX27" fmla="*/ 319639 w 439452"/>
              <a:gd name="connsiteY27" fmla="*/ 467806 h 467806"/>
              <a:gd name="connsiteX28" fmla="*/ 439423 w 439452"/>
              <a:gd name="connsiteY28" fmla="*/ 408325 h 467806"/>
              <a:gd name="connsiteX29" fmla="*/ 439453 w 439452"/>
              <a:gd name="connsiteY29" fmla="*/ 408325 h 467806"/>
              <a:gd name="connsiteX30" fmla="*/ 439453 w 439452"/>
              <a:gd name="connsiteY30" fmla="*/ 247047 h 467806"/>
              <a:gd name="connsiteX31" fmla="*/ 319639 w 439452"/>
              <a:gd name="connsiteY31" fmla="*/ 186899 h 467806"/>
              <a:gd name="connsiteX32" fmla="*/ 319639 w 439452"/>
              <a:gd name="connsiteY32" fmla="*/ 186899 h 467806"/>
              <a:gd name="connsiteX33" fmla="*/ 319639 w 439452"/>
              <a:gd name="connsiteY33" fmla="*/ 218583 h 467806"/>
              <a:gd name="connsiteX34" fmla="*/ 407769 w 439452"/>
              <a:gd name="connsiteY34" fmla="*/ 247050 h 467806"/>
              <a:gd name="connsiteX35" fmla="*/ 319639 w 439452"/>
              <a:gd name="connsiteY35" fmla="*/ 275519 h 467806"/>
              <a:gd name="connsiteX36" fmla="*/ 231505 w 439452"/>
              <a:gd name="connsiteY36" fmla="*/ 247050 h 467806"/>
              <a:gd name="connsiteX37" fmla="*/ 319639 w 439452"/>
              <a:gd name="connsiteY37" fmla="*/ 218583 h 467806"/>
              <a:gd name="connsiteX38" fmla="*/ 319639 w 439452"/>
              <a:gd name="connsiteY38" fmla="*/ 218583 h 467806"/>
              <a:gd name="connsiteX39" fmla="*/ 319639 w 439452"/>
              <a:gd name="connsiteY39" fmla="*/ 436116 h 467806"/>
              <a:gd name="connsiteX40" fmla="*/ 231505 w 439452"/>
              <a:gd name="connsiteY40" fmla="*/ 407650 h 467806"/>
              <a:gd name="connsiteX41" fmla="*/ 231505 w 439452"/>
              <a:gd name="connsiteY41" fmla="*/ 369309 h 467806"/>
              <a:gd name="connsiteX42" fmla="*/ 319639 w 439452"/>
              <a:gd name="connsiteY42" fmla="*/ 387496 h 467806"/>
              <a:gd name="connsiteX43" fmla="*/ 407769 w 439452"/>
              <a:gd name="connsiteY43" fmla="*/ 369309 h 467806"/>
              <a:gd name="connsiteX44" fmla="*/ 407769 w 439452"/>
              <a:gd name="connsiteY44" fmla="*/ 407650 h 467806"/>
              <a:gd name="connsiteX45" fmla="*/ 319639 w 439452"/>
              <a:gd name="connsiteY45" fmla="*/ 436116 h 467806"/>
              <a:gd name="connsiteX46" fmla="*/ 319639 w 439452"/>
              <a:gd name="connsiteY46" fmla="*/ 436116 h 467806"/>
              <a:gd name="connsiteX47" fmla="*/ 319639 w 439452"/>
              <a:gd name="connsiteY47" fmla="*/ 355815 h 467806"/>
              <a:gd name="connsiteX48" fmla="*/ 231505 w 439452"/>
              <a:gd name="connsiteY48" fmla="*/ 327349 h 467806"/>
              <a:gd name="connsiteX49" fmla="*/ 231505 w 439452"/>
              <a:gd name="connsiteY49" fmla="*/ 289008 h 467806"/>
              <a:gd name="connsiteX50" fmla="*/ 319639 w 439452"/>
              <a:gd name="connsiteY50" fmla="*/ 307198 h 467806"/>
              <a:gd name="connsiteX51" fmla="*/ 407769 w 439452"/>
              <a:gd name="connsiteY51" fmla="*/ 289013 h 467806"/>
              <a:gd name="connsiteX52" fmla="*/ 407769 w 439452"/>
              <a:gd name="connsiteY52" fmla="*/ 327354 h 467806"/>
              <a:gd name="connsiteX53" fmla="*/ 319639 w 439452"/>
              <a:gd name="connsiteY53" fmla="*/ 355815 h 467806"/>
              <a:gd name="connsiteX54" fmla="*/ 319639 w 439452"/>
              <a:gd name="connsiteY54" fmla="*/ 355815 h 46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39452" h="467806">
                <a:moveTo>
                  <a:pt x="177639" y="169582"/>
                </a:moveTo>
                <a:cubicBezTo>
                  <a:pt x="232441" y="169582"/>
                  <a:pt x="289398" y="157530"/>
                  <a:pt x="323597" y="134584"/>
                </a:cubicBezTo>
                <a:lnTo>
                  <a:pt x="323597" y="176406"/>
                </a:lnTo>
                <a:lnTo>
                  <a:pt x="355281" y="176406"/>
                </a:lnTo>
                <a:lnTo>
                  <a:pt x="355281" y="84794"/>
                </a:lnTo>
                <a:cubicBezTo>
                  <a:pt x="355281" y="29718"/>
                  <a:pt x="263754" y="0"/>
                  <a:pt x="177639" y="0"/>
                </a:cubicBezTo>
                <a:cubicBezTo>
                  <a:pt x="91523" y="0"/>
                  <a:pt x="0" y="29718"/>
                  <a:pt x="0" y="84794"/>
                </a:cubicBezTo>
                <a:lnTo>
                  <a:pt x="0" y="334726"/>
                </a:lnTo>
                <a:cubicBezTo>
                  <a:pt x="0" y="389799"/>
                  <a:pt x="91524" y="419515"/>
                  <a:pt x="177640" y="419515"/>
                </a:cubicBezTo>
                <a:lnTo>
                  <a:pt x="177640" y="387834"/>
                </a:lnTo>
                <a:cubicBezTo>
                  <a:pt x="87209" y="387834"/>
                  <a:pt x="31684" y="356901"/>
                  <a:pt x="31684" y="334726"/>
                </a:cubicBezTo>
                <a:lnTo>
                  <a:pt x="31684" y="259553"/>
                </a:lnTo>
                <a:cubicBezTo>
                  <a:pt x="65887" y="282500"/>
                  <a:pt x="122841" y="294552"/>
                  <a:pt x="177640" y="294552"/>
                </a:cubicBezTo>
                <a:lnTo>
                  <a:pt x="177640" y="262868"/>
                </a:lnTo>
                <a:cubicBezTo>
                  <a:pt x="87209" y="262868"/>
                  <a:pt x="31684" y="231935"/>
                  <a:pt x="31684" y="209758"/>
                </a:cubicBezTo>
                <a:lnTo>
                  <a:pt x="31684" y="134587"/>
                </a:lnTo>
                <a:cubicBezTo>
                  <a:pt x="65880" y="157530"/>
                  <a:pt x="122835" y="169582"/>
                  <a:pt x="177639" y="169582"/>
                </a:cubicBezTo>
                <a:lnTo>
                  <a:pt x="177639" y="169582"/>
                </a:lnTo>
                <a:close/>
                <a:moveTo>
                  <a:pt x="177639" y="31684"/>
                </a:moveTo>
                <a:cubicBezTo>
                  <a:pt x="268073" y="31684"/>
                  <a:pt x="323597" y="62617"/>
                  <a:pt x="323597" y="84794"/>
                </a:cubicBezTo>
                <a:cubicBezTo>
                  <a:pt x="323597" y="106968"/>
                  <a:pt x="268072" y="137898"/>
                  <a:pt x="177639" y="137898"/>
                </a:cubicBezTo>
                <a:cubicBezTo>
                  <a:pt x="87209" y="137898"/>
                  <a:pt x="31684" y="106968"/>
                  <a:pt x="31684" y="84794"/>
                </a:cubicBezTo>
                <a:cubicBezTo>
                  <a:pt x="31684" y="62617"/>
                  <a:pt x="87209" y="31684"/>
                  <a:pt x="177639" y="31684"/>
                </a:cubicBezTo>
                <a:lnTo>
                  <a:pt x="177639" y="31684"/>
                </a:lnTo>
                <a:close/>
                <a:moveTo>
                  <a:pt x="319639" y="186899"/>
                </a:moveTo>
                <a:cubicBezTo>
                  <a:pt x="240980" y="186899"/>
                  <a:pt x="199822" y="217161"/>
                  <a:pt x="199822" y="247051"/>
                </a:cubicBezTo>
                <a:lnTo>
                  <a:pt x="199822" y="407659"/>
                </a:lnTo>
                <a:cubicBezTo>
                  <a:pt x="199822" y="437547"/>
                  <a:pt x="240980" y="467806"/>
                  <a:pt x="319639" y="467806"/>
                </a:cubicBezTo>
                <a:cubicBezTo>
                  <a:pt x="397710" y="467806"/>
                  <a:pt x="438814" y="437996"/>
                  <a:pt x="439423" y="408325"/>
                </a:cubicBezTo>
                <a:lnTo>
                  <a:pt x="439453" y="408325"/>
                </a:lnTo>
                <a:lnTo>
                  <a:pt x="439453" y="247047"/>
                </a:lnTo>
                <a:cubicBezTo>
                  <a:pt x="439452" y="217158"/>
                  <a:pt x="398300" y="186899"/>
                  <a:pt x="319639" y="186899"/>
                </a:cubicBezTo>
                <a:lnTo>
                  <a:pt x="319639" y="186899"/>
                </a:lnTo>
                <a:close/>
                <a:moveTo>
                  <a:pt x="319639" y="218583"/>
                </a:moveTo>
                <a:cubicBezTo>
                  <a:pt x="377785" y="218583"/>
                  <a:pt x="407769" y="238535"/>
                  <a:pt x="407769" y="247050"/>
                </a:cubicBezTo>
                <a:cubicBezTo>
                  <a:pt x="407769" y="255567"/>
                  <a:pt x="377785" y="275519"/>
                  <a:pt x="319639" y="275519"/>
                </a:cubicBezTo>
                <a:cubicBezTo>
                  <a:pt x="261489" y="275519"/>
                  <a:pt x="231505" y="255567"/>
                  <a:pt x="231505" y="247050"/>
                </a:cubicBezTo>
                <a:cubicBezTo>
                  <a:pt x="231505" y="238535"/>
                  <a:pt x="261495" y="218583"/>
                  <a:pt x="319639" y="218583"/>
                </a:cubicBezTo>
                <a:lnTo>
                  <a:pt x="319639" y="218583"/>
                </a:lnTo>
                <a:close/>
                <a:moveTo>
                  <a:pt x="319639" y="436116"/>
                </a:moveTo>
                <a:cubicBezTo>
                  <a:pt x="261489" y="436116"/>
                  <a:pt x="231505" y="416163"/>
                  <a:pt x="231505" y="407650"/>
                </a:cubicBezTo>
                <a:lnTo>
                  <a:pt x="231505" y="369309"/>
                </a:lnTo>
                <a:cubicBezTo>
                  <a:pt x="251610" y="380227"/>
                  <a:pt x="281116" y="387496"/>
                  <a:pt x="319639" y="387496"/>
                </a:cubicBezTo>
                <a:cubicBezTo>
                  <a:pt x="358162" y="387496"/>
                  <a:pt x="387664" y="380227"/>
                  <a:pt x="407769" y="369309"/>
                </a:cubicBezTo>
                <a:lnTo>
                  <a:pt x="407769" y="407650"/>
                </a:lnTo>
                <a:cubicBezTo>
                  <a:pt x="407769" y="416164"/>
                  <a:pt x="377785" y="436116"/>
                  <a:pt x="319639" y="436116"/>
                </a:cubicBezTo>
                <a:lnTo>
                  <a:pt x="319639" y="436116"/>
                </a:lnTo>
                <a:close/>
                <a:moveTo>
                  <a:pt x="319639" y="355815"/>
                </a:moveTo>
                <a:cubicBezTo>
                  <a:pt x="261489" y="355815"/>
                  <a:pt x="231505" y="335863"/>
                  <a:pt x="231505" y="327349"/>
                </a:cubicBezTo>
                <a:lnTo>
                  <a:pt x="231505" y="289008"/>
                </a:lnTo>
                <a:cubicBezTo>
                  <a:pt x="251610" y="299926"/>
                  <a:pt x="281116" y="307198"/>
                  <a:pt x="319639" y="307198"/>
                </a:cubicBezTo>
                <a:cubicBezTo>
                  <a:pt x="358162" y="307198"/>
                  <a:pt x="387664" y="299931"/>
                  <a:pt x="407769" y="289013"/>
                </a:cubicBezTo>
                <a:lnTo>
                  <a:pt x="407769" y="327354"/>
                </a:lnTo>
                <a:cubicBezTo>
                  <a:pt x="407769" y="335863"/>
                  <a:pt x="377785" y="355815"/>
                  <a:pt x="319639" y="355815"/>
                </a:cubicBezTo>
                <a:lnTo>
                  <a:pt x="319639" y="355815"/>
                </a:lnTo>
                <a:close/>
              </a:path>
            </a:pathLst>
          </a:custGeom>
          <a:solidFill>
            <a:schemeClr val="accent1"/>
          </a:solidFill>
          <a:ln w="521" cap="flat">
            <a:noFill/>
            <a:prstDash val="solid"/>
            <a:miter/>
          </a:ln>
        </p:spPr>
        <p:txBody>
          <a:bodyPr rtlCol="0" anchor="ctr"/>
          <a:lstStyle/>
          <a:p>
            <a:endParaRPr lang="zh-CN" altLang="en-US" sz="2000">
              <a:latin typeface="Arial" panose="020B0604020202090204" pitchFamily="34" charset="0"/>
              <a:ea typeface="微软雅黑" panose="020B0502040204020203" pitchFamily="34" charset="-122"/>
              <a:cs typeface="Arial" panose="020B0604020202090204" pitchFamily="34" charset="0"/>
            </a:endParaRPr>
          </a:p>
        </p:txBody>
      </p:sp>
      <p:sp>
        <p:nvSpPr>
          <p:cNvPr id="45" name="图形 4"/>
          <p:cNvSpPr/>
          <p:nvPr/>
        </p:nvSpPr>
        <p:spPr>
          <a:xfrm>
            <a:off x="8298476" y="4907558"/>
            <a:ext cx="345226" cy="283945"/>
          </a:xfrm>
          <a:custGeom>
            <a:avLst/>
            <a:gdLst>
              <a:gd name="connsiteX0" fmla="*/ 205878 w 260164"/>
              <a:gd name="connsiteY0" fmla="*/ 87480 h 213984"/>
              <a:gd name="connsiteX1" fmla="*/ 215611 w 260164"/>
              <a:gd name="connsiteY1" fmla="*/ 97236 h 213984"/>
              <a:gd name="connsiteX2" fmla="*/ 215611 w 260164"/>
              <a:gd name="connsiteY2" fmla="*/ 136261 h 213984"/>
              <a:gd name="connsiteX3" fmla="*/ 205878 w 260164"/>
              <a:gd name="connsiteY3" fmla="*/ 146017 h 213984"/>
              <a:gd name="connsiteX4" fmla="*/ 188944 w 260164"/>
              <a:gd name="connsiteY4" fmla="*/ 146017 h 213984"/>
              <a:gd name="connsiteX5" fmla="*/ 188944 w 260164"/>
              <a:gd name="connsiteY5" fmla="*/ 155448 h 213984"/>
              <a:gd name="connsiteX6" fmla="*/ 205878 w 260164"/>
              <a:gd name="connsiteY6" fmla="*/ 155448 h 213984"/>
              <a:gd name="connsiteX7" fmla="*/ 215611 w 260164"/>
              <a:gd name="connsiteY7" fmla="*/ 165204 h 213984"/>
              <a:gd name="connsiteX8" fmla="*/ 215611 w 260164"/>
              <a:gd name="connsiteY8" fmla="*/ 204229 h 213984"/>
              <a:gd name="connsiteX9" fmla="*/ 205878 w 260164"/>
              <a:gd name="connsiteY9" fmla="*/ 213985 h 213984"/>
              <a:gd name="connsiteX10" fmla="*/ 89083 w 260164"/>
              <a:gd name="connsiteY10" fmla="*/ 213985 h 213984"/>
              <a:gd name="connsiteX11" fmla="*/ 79350 w 260164"/>
              <a:gd name="connsiteY11" fmla="*/ 204229 h 213984"/>
              <a:gd name="connsiteX12" fmla="*/ 79350 w 260164"/>
              <a:gd name="connsiteY12" fmla="*/ 165204 h 213984"/>
              <a:gd name="connsiteX13" fmla="*/ 89083 w 260164"/>
              <a:gd name="connsiteY13" fmla="*/ 155448 h 213984"/>
              <a:gd name="connsiteX14" fmla="*/ 176912 w 260164"/>
              <a:gd name="connsiteY14" fmla="*/ 155448 h 213984"/>
              <a:gd name="connsiteX15" fmla="*/ 176912 w 260164"/>
              <a:gd name="connsiteY15" fmla="*/ 146017 h 213984"/>
              <a:gd name="connsiteX16" fmla="*/ 89083 w 260164"/>
              <a:gd name="connsiteY16" fmla="*/ 146017 h 213984"/>
              <a:gd name="connsiteX17" fmla="*/ 79350 w 260164"/>
              <a:gd name="connsiteY17" fmla="*/ 136261 h 213984"/>
              <a:gd name="connsiteX18" fmla="*/ 79350 w 260164"/>
              <a:gd name="connsiteY18" fmla="*/ 97236 h 213984"/>
              <a:gd name="connsiteX19" fmla="*/ 89083 w 260164"/>
              <a:gd name="connsiteY19" fmla="*/ 87480 h 213984"/>
              <a:gd name="connsiteX20" fmla="*/ 205878 w 260164"/>
              <a:gd name="connsiteY20" fmla="*/ 87480 h 213984"/>
              <a:gd name="connsiteX21" fmla="*/ 200038 w 260164"/>
              <a:gd name="connsiteY21" fmla="*/ 171058 h 213984"/>
              <a:gd name="connsiteX22" fmla="*/ 94923 w 260164"/>
              <a:gd name="connsiteY22" fmla="*/ 171058 h 213984"/>
              <a:gd name="connsiteX23" fmla="*/ 94923 w 260164"/>
              <a:gd name="connsiteY23" fmla="*/ 198375 h 213984"/>
              <a:gd name="connsiteX24" fmla="*/ 200038 w 260164"/>
              <a:gd name="connsiteY24" fmla="*/ 198375 h 213984"/>
              <a:gd name="connsiteX25" fmla="*/ 200038 w 260164"/>
              <a:gd name="connsiteY25" fmla="*/ 171058 h 213984"/>
              <a:gd name="connsiteX26" fmla="*/ 152521 w 260164"/>
              <a:gd name="connsiteY26" fmla="*/ 179838 h 213984"/>
              <a:gd name="connsiteX27" fmla="*/ 157399 w 260164"/>
              <a:gd name="connsiteY27" fmla="*/ 185855 h 213984"/>
              <a:gd name="connsiteX28" fmla="*/ 152521 w 260164"/>
              <a:gd name="connsiteY28" fmla="*/ 191871 h 213984"/>
              <a:gd name="connsiteX29" fmla="*/ 142765 w 260164"/>
              <a:gd name="connsiteY29" fmla="*/ 191871 h 213984"/>
              <a:gd name="connsiteX30" fmla="*/ 137887 w 260164"/>
              <a:gd name="connsiteY30" fmla="*/ 185855 h 213984"/>
              <a:gd name="connsiteX31" fmla="*/ 142765 w 260164"/>
              <a:gd name="connsiteY31" fmla="*/ 179838 h 213984"/>
              <a:gd name="connsiteX32" fmla="*/ 152521 w 260164"/>
              <a:gd name="connsiteY32" fmla="*/ 179838 h 213984"/>
              <a:gd name="connsiteX33" fmla="*/ 181790 w 260164"/>
              <a:gd name="connsiteY33" fmla="*/ 179838 h 213984"/>
              <a:gd name="connsiteX34" fmla="*/ 186668 w 260164"/>
              <a:gd name="connsiteY34" fmla="*/ 185855 h 213984"/>
              <a:gd name="connsiteX35" fmla="*/ 181790 w 260164"/>
              <a:gd name="connsiteY35" fmla="*/ 191871 h 213984"/>
              <a:gd name="connsiteX36" fmla="*/ 172033 w 260164"/>
              <a:gd name="connsiteY36" fmla="*/ 191871 h 213984"/>
              <a:gd name="connsiteX37" fmla="*/ 167155 w 260164"/>
              <a:gd name="connsiteY37" fmla="*/ 185855 h 213984"/>
              <a:gd name="connsiteX38" fmla="*/ 172033 w 260164"/>
              <a:gd name="connsiteY38" fmla="*/ 179838 h 213984"/>
              <a:gd name="connsiteX39" fmla="*/ 181790 w 260164"/>
              <a:gd name="connsiteY39" fmla="*/ 179838 h 213984"/>
              <a:gd name="connsiteX40" fmla="*/ 100651 w 260164"/>
              <a:gd name="connsiteY40" fmla="*/ 0 h 213984"/>
              <a:gd name="connsiteX41" fmla="*/ 152445 w 260164"/>
              <a:gd name="connsiteY41" fmla="*/ 29932 h 213984"/>
              <a:gd name="connsiteX42" fmla="*/ 176424 w 260164"/>
              <a:gd name="connsiteY42" fmla="*/ 22764 h 213984"/>
              <a:gd name="connsiteX43" fmla="*/ 221318 w 260164"/>
              <a:gd name="connsiteY43" fmla="*/ 63373 h 213984"/>
              <a:gd name="connsiteX44" fmla="*/ 260164 w 260164"/>
              <a:gd name="connsiteY44" fmla="*/ 111220 h 213984"/>
              <a:gd name="connsiteX45" fmla="*/ 226343 w 260164"/>
              <a:gd name="connsiteY45" fmla="*/ 157921 h 213984"/>
              <a:gd name="connsiteX46" fmla="*/ 226343 w 260164"/>
              <a:gd name="connsiteY46" fmla="*/ 138345 h 213984"/>
              <a:gd name="connsiteX47" fmla="*/ 241949 w 260164"/>
              <a:gd name="connsiteY47" fmla="*/ 111726 h 213984"/>
              <a:gd name="connsiteX48" fmla="*/ 241953 w 260164"/>
              <a:gd name="connsiteY48" fmla="*/ 111220 h 213984"/>
              <a:gd name="connsiteX49" fmla="*/ 218312 w 260164"/>
              <a:gd name="connsiteY49" fmla="*/ 81335 h 213984"/>
              <a:gd name="connsiteX50" fmla="*/ 203279 w 260164"/>
              <a:gd name="connsiteY50" fmla="*/ 65872 h 213984"/>
              <a:gd name="connsiteX51" fmla="*/ 176424 w 260164"/>
              <a:gd name="connsiteY51" fmla="*/ 40976 h 213984"/>
              <a:gd name="connsiteX52" fmla="*/ 162403 w 260164"/>
              <a:gd name="connsiteY52" fmla="*/ 45180 h 213984"/>
              <a:gd name="connsiteX53" fmla="*/ 136858 w 260164"/>
              <a:gd name="connsiteY53" fmla="*/ 39350 h 213984"/>
              <a:gd name="connsiteX54" fmla="*/ 100651 w 260164"/>
              <a:gd name="connsiteY54" fmla="*/ 18211 h 213984"/>
              <a:gd name="connsiteX55" fmla="*/ 57618 w 260164"/>
              <a:gd name="connsiteY55" fmla="*/ 62009 h 213984"/>
              <a:gd name="connsiteX56" fmla="*/ 42538 w 260164"/>
              <a:gd name="connsiteY56" fmla="*/ 79095 h 213984"/>
              <a:gd name="connsiteX57" fmla="*/ 18211 w 260164"/>
              <a:gd name="connsiteY57" fmla="*/ 110082 h 213984"/>
              <a:gd name="connsiteX58" fmla="*/ 46490 w 260164"/>
              <a:gd name="connsiteY58" fmla="*/ 141457 h 213984"/>
              <a:gd name="connsiteX59" fmla="*/ 46939 w 260164"/>
              <a:gd name="connsiteY59" fmla="*/ 141464 h 213984"/>
              <a:gd name="connsiteX60" fmla="*/ 52358 w 260164"/>
              <a:gd name="connsiteY60" fmla="*/ 141464 h 213984"/>
              <a:gd name="connsiteX61" fmla="*/ 52358 w 260164"/>
              <a:gd name="connsiteY61" fmla="*/ 159676 h 213984"/>
              <a:gd name="connsiteX62" fmla="*/ 46830 w 260164"/>
              <a:gd name="connsiteY62" fmla="*/ 159676 h 213984"/>
              <a:gd name="connsiteX63" fmla="*/ 0 w 260164"/>
              <a:gd name="connsiteY63" fmla="*/ 110082 h 213984"/>
              <a:gd name="connsiteX64" fmla="*/ 39427 w 260164"/>
              <a:gd name="connsiteY64" fmla="*/ 61151 h 213984"/>
              <a:gd name="connsiteX65" fmla="*/ 100651 w 260164"/>
              <a:gd name="connsiteY65" fmla="*/ 0 h 213984"/>
              <a:gd name="connsiteX66" fmla="*/ 200038 w 260164"/>
              <a:gd name="connsiteY66" fmla="*/ 103090 h 213984"/>
              <a:gd name="connsiteX67" fmla="*/ 94923 w 260164"/>
              <a:gd name="connsiteY67" fmla="*/ 103090 h 213984"/>
              <a:gd name="connsiteX68" fmla="*/ 94923 w 260164"/>
              <a:gd name="connsiteY68" fmla="*/ 130407 h 213984"/>
              <a:gd name="connsiteX69" fmla="*/ 200038 w 260164"/>
              <a:gd name="connsiteY69" fmla="*/ 130407 h 213984"/>
              <a:gd name="connsiteX70" fmla="*/ 200038 w 260164"/>
              <a:gd name="connsiteY70" fmla="*/ 103090 h 213984"/>
              <a:gd name="connsiteX71" fmla="*/ 152521 w 260164"/>
              <a:gd name="connsiteY71" fmla="*/ 111871 h 213984"/>
              <a:gd name="connsiteX72" fmla="*/ 157399 w 260164"/>
              <a:gd name="connsiteY72" fmla="*/ 117887 h 213984"/>
              <a:gd name="connsiteX73" fmla="*/ 152521 w 260164"/>
              <a:gd name="connsiteY73" fmla="*/ 123903 h 213984"/>
              <a:gd name="connsiteX74" fmla="*/ 142765 w 260164"/>
              <a:gd name="connsiteY74" fmla="*/ 123903 h 213984"/>
              <a:gd name="connsiteX75" fmla="*/ 137887 w 260164"/>
              <a:gd name="connsiteY75" fmla="*/ 117887 h 213984"/>
              <a:gd name="connsiteX76" fmla="*/ 142765 w 260164"/>
              <a:gd name="connsiteY76" fmla="*/ 111871 h 213984"/>
              <a:gd name="connsiteX77" fmla="*/ 152521 w 260164"/>
              <a:gd name="connsiteY77" fmla="*/ 111871 h 213984"/>
              <a:gd name="connsiteX78" fmla="*/ 181790 w 260164"/>
              <a:gd name="connsiteY78" fmla="*/ 111871 h 213984"/>
              <a:gd name="connsiteX79" fmla="*/ 186668 w 260164"/>
              <a:gd name="connsiteY79" fmla="*/ 117887 h 213984"/>
              <a:gd name="connsiteX80" fmla="*/ 181790 w 260164"/>
              <a:gd name="connsiteY80" fmla="*/ 123903 h 213984"/>
              <a:gd name="connsiteX81" fmla="*/ 172033 w 260164"/>
              <a:gd name="connsiteY81" fmla="*/ 123903 h 213984"/>
              <a:gd name="connsiteX82" fmla="*/ 167155 w 260164"/>
              <a:gd name="connsiteY82" fmla="*/ 117887 h 213984"/>
              <a:gd name="connsiteX83" fmla="*/ 172033 w 260164"/>
              <a:gd name="connsiteY83" fmla="*/ 111871 h 213984"/>
              <a:gd name="connsiteX84" fmla="*/ 181790 w 260164"/>
              <a:gd name="connsiteY84" fmla="*/ 111871 h 21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60164" h="213984">
                <a:moveTo>
                  <a:pt x="205878" y="87480"/>
                </a:moveTo>
                <a:cubicBezTo>
                  <a:pt x="211254" y="87480"/>
                  <a:pt x="215611" y="91848"/>
                  <a:pt x="215611" y="97236"/>
                </a:cubicBezTo>
                <a:lnTo>
                  <a:pt x="215611" y="136261"/>
                </a:lnTo>
                <a:cubicBezTo>
                  <a:pt x="215611" y="141649"/>
                  <a:pt x="211253" y="146017"/>
                  <a:pt x="205878" y="146017"/>
                </a:cubicBezTo>
                <a:lnTo>
                  <a:pt x="188944" y="146017"/>
                </a:lnTo>
                <a:lnTo>
                  <a:pt x="188944" y="155448"/>
                </a:lnTo>
                <a:lnTo>
                  <a:pt x="205878" y="155448"/>
                </a:lnTo>
                <a:cubicBezTo>
                  <a:pt x="211254" y="155448"/>
                  <a:pt x="215611" y="159816"/>
                  <a:pt x="215611" y="165204"/>
                </a:cubicBezTo>
                <a:lnTo>
                  <a:pt x="215611" y="204229"/>
                </a:lnTo>
                <a:cubicBezTo>
                  <a:pt x="215611" y="209617"/>
                  <a:pt x="211253" y="213985"/>
                  <a:pt x="205878" y="213985"/>
                </a:cubicBezTo>
                <a:lnTo>
                  <a:pt x="89083" y="213985"/>
                </a:lnTo>
                <a:cubicBezTo>
                  <a:pt x="83707" y="213985"/>
                  <a:pt x="79350" y="209617"/>
                  <a:pt x="79350" y="204229"/>
                </a:cubicBezTo>
                <a:lnTo>
                  <a:pt x="79350" y="165204"/>
                </a:lnTo>
                <a:cubicBezTo>
                  <a:pt x="79350" y="159816"/>
                  <a:pt x="83708" y="155448"/>
                  <a:pt x="89083" y="155448"/>
                </a:cubicBezTo>
                <a:lnTo>
                  <a:pt x="176912" y="155448"/>
                </a:lnTo>
                <a:lnTo>
                  <a:pt x="176912" y="146017"/>
                </a:lnTo>
                <a:lnTo>
                  <a:pt x="89083" y="146017"/>
                </a:lnTo>
                <a:cubicBezTo>
                  <a:pt x="83707" y="146017"/>
                  <a:pt x="79350" y="141649"/>
                  <a:pt x="79350" y="136261"/>
                </a:cubicBezTo>
                <a:lnTo>
                  <a:pt x="79350" y="97236"/>
                </a:lnTo>
                <a:cubicBezTo>
                  <a:pt x="79350" y="91848"/>
                  <a:pt x="83708" y="87480"/>
                  <a:pt x="89083" y="87480"/>
                </a:cubicBezTo>
                <a:lnTo>
                  <a:pt x="205878" y="87480"/>
                </a:lnTo>
                <a:close/>
                <a:moveTo>
                  <a:pt x="200038" y="171058"/>
                </a:moveTo>
                <a:lnTo>
                  <a:pt x="94923" y="171058"/>
                </a:lnTo>
                <a:lnTo>
                  <a:pt x="94923" y="198375"/>
                </a:lnTo>
                <a:lnTo>
                  <a:pt x="200038" y="198375"/>
                </a:lnTo>
                <a:lnTo>
                  <a:pt x="200038" y="171058"/>
                </a:lnTo>
                <a:close/>
                <a:moveTo>
                  <a:pt x="152521" y="179838"/>
                </a:moveTo>
                <a:cubicBezTo>
                  <a:pt x="155215" y="179838"/>
                  <a:pt x="157399" y="182532"/>
                  <a:pt x="157399" y="185855"/>
                </a:cubicBezTo>
                <a:cubicBezTo>
                  <a:pt x="157399" y="189177"/>
                  <a:pt x="155215" y="191871"/>
                  <a:pt x="152521" y="191871"/>
                </a:cubicBezTo>
                <a:lnTo>
                  <a:pt x="142765" y="191871"/>
                </a:lnTo>
                <a:cubicBezTo>
                  <a:pt x="140071" y="191871"/>
                  <a:pt x="137887" y="189177"/>
                  <a:pt x="137887" y="185855"/>
                </a:cubicBezTo>
                <a:cubicBezTo>
                  <a:pt x="137887" y="182532"/>
                  <a:pt x="140071" y="179838"/>
                  <a:pt x="142765" y="179838"/>
                </a:cubicBezTo>
                <a:lnTo>
                  <a:pt x="152521" y="179838"/>
                </a:lnTo>
                <a:close/>
                <a:moveTo>
                  <a:pt x="181790" y="179838"/>
                </a:moveTo>
                <a:cubicBezTo>
                  <a:pt x="184484" y="179838"/>
                  <a:pt x="186668" y="182532"/>
                  <a:pt x="186668" y="185855"/>
                </a:cubicBezTo>
                <a:cubicBezTo>
                  <a:pt x="186668" y="189177"/>
                  <a:pt x="184484" y="191871"/>
                  <a:pt x="181790" y="191871"/>
                </a:cubicBezTo>
                <a:lnTo>
                  <a:pt x="172033" y="191871"/>
                </a:lnTo>
                <a:cubicBezTo>
                  <a:pt x="169339" y="191871"/>
                  <a:pt x="167155" y="189177"/>
                  <a:pt x="167155" y="185855"/>
                </a:cubicBezTo>
                <a:cubicBezTo>
                  <a:pt x="167155" y="182532"/>
                  <a:pt x="169339" y="179838"/>
                  <a:pt x="172033" y="179838"/>
                </a:cubicBezTo>
                <a:lnTo>
                  <a:pt x="181790" y="179838"/>
                </a:lnTo>
                <a:close/>
                <a:moveTo>
                  <a:pt x="100651" y="0"/>
                </a:moveTo>
                <a:cubicBezTo>
                  <a:pt x="122440" y="0"/>
                  <a:pt x="141573" y="11941"/>
                  <a:pt x="152445" y="29932"/>
                </a:cubicBezTo>
                <a:cubicBezTo>
                  <a:pt x="159401" y="25389"/>
                  <a:pt x="167619" y="22764"/>
                  <a:pt x="176424" y="22764"/>
                </a:cubicBezTo>
                <a:cubicBezTo>
                  <a:pt x="199249" y="22764"/>
                  <a:pt x="218137" y="40407"/>
                  <a:pt x="221318" y="63373"/>
                </a:cubicBezTo>
                <a:cubicBezTo>
                  <a:pt x="243337" y="67059"/>
                  <a:pt x="260164" y="87078"/>
                  <a:pt x="260164" y="111220"/>
                </a:cubicBezTo>
                <a:cubicBezTo>
                  <a:pt x="260164" y="133490"/>
                  <a:pt x="245847" y="152251"/>
                  <a:pt x="226343" y="157921"/>
                </a:cubicBezTo>
                <a:lnTo>
                  <a:pt x="226343" y="138345"/>
                </a:lnTo>
                <a:cubicBezTo>
                  <a:pt x="235400" y="133507"/>
                  <a:pt x="241771" y="123510"/>
                  <a:pt x="241949" y="111726"/>
                </a:cubicBezTo>
                <a:lnTo>
                  <a:pt x="241953" y="111220"/>
                </a:lnTo>
                <a:cubicBezTo>
                  <a:pt x="241953" y="96105"/>
                  <a:pt x="231670" y="83571"/>
                  <a:pt x="218312" y="81335"/>
                </a:cubicBezTo>
                <a:cubicBezTo>
                  <a:pt x="210460" y="80020"/>
                  <a:pt x="204371" y="73757"/>
                  <a:pt x="203279" y="65872"/>
                </a:cubicBezTo>
                <a:cubicBezTo>
                  <a:pt x="201290" y="51512"/>
                  <a:pt x="189754" y="40976"/>
                  <a:pt x="176424" y="40976"/>
                </a:cubicBezTo>
                <a:cubicBezTo>
                  <a:pt x="171401" y="40976"/>
                  <a:pt x="166608" y="42433"/>
                  <a:pt x="162403" y="45180"/>
                </a:cubicBezTo>
                <a:cubicBezTo>
                  <a:pt x="153772" y="50816"/>
                  <a:pt x="142189" y="48173"/>
                  <a:pt x="136858" y="39350"/>
                </a:cubicBezTo>
                <a:cubicBezTo>
                  <a:pt x="128914" y="26203"/>
                  <a:pt x="115376" y="18211"/>
                  <a:pt x="100651" y="18211"/>
                </a:cubicBezTo>
                <a:cubicBezTo>
                  <a:pt x="77873" y="18211"/>
                  <a:pt x="58781" y="37352"/>
                  <a:pt x="57618" y="62009"/>
                </a:cubicBezTo>
                <a:cubicBezTo>
                  <a:pt x="57216" y="70534"/>
                  <a:pt x="50947" y="77637"/>
                  <a:pt x="42538" y="79095"/>
                </a:cubicBezTo>
                <a:cubicBezTo>
                  <a:pt x="28777" y="81481"/>
                  <a:pt x="18211" y="94455"/>
                  <a:pt x="18211" y="110082"/>
                </a:cubicBezTo>
                <a:cubicBezTo>
                  <a:pt x="18211" y="127358"/>
                  <a:pt x="31008" y="141076"/>
                  <a:pt x="46490" y="141457"/>
                </a:cubicBezTo>
                <a:lnTo>
                  <a:pt x="46939" y="141464"/>
                </a:lnTo>
                <a:lnTo>
                  <a:pt x="52358" y="141464"/>
                </a:lnTo>
                <a:lnTo>
                  <a:pt x="52358" y="159676"/>
                </a:lnTo>
                <a:lnTo>
                  <a:pt x="46830" y="159676"/>
                </a:lnTo>
                <a:cubicBezTo>
                  <a:pt x="20936" y="159490"/>
                  <a:pt x="0" y="137358"/>
                  <a:pt x="0" y="110082"/>
                </a:cubicBezTo>
                <a:cubicBezTo>
                  <a:pt x="0" y="85460"/>
                  <a:pt x="17060" y="65029"/>
                  <a:pt x="39427" y="61151"/>
                </a:cubicBezTo>
                <a:cubicBezTo>
                  <a:pt x="41032" y="27094"/>
                  <a:pt x="67829" y="0"/>
                  <a:pt x="100651" y="0"/>
                </a:cubicBezTo>
                <a:close/>
                <a:moveTo>
                  <a:pt x="200038" y="103090"/>
                </a:moveTo>
                <a:lnTo>
                  <a:pt x="94923" y="103090"/>
                </a:lnTo>
                <a:lnTo>
                  <a:pt x="94923" y="130407"/>
                </a:lnTo>
                <a:lnTo>
                  <a:pt x="200038" y="130407"/>
                </a:lnTo>
                <a:lnTo>
                  <a:pt x="200038" y="103090"/>
                </a:lnTo>
                <a:close/>
                <a:moveTo>
                  <a:pt x="152521" y="111871"/>
                </a:moveTo>
                <a:cubicBezTo>
                  <a:pt x="155215" y="111871"/>
                  <a:pt x="157399" y="114564"/>
                  <a:pt x="157399" y="117887"/>
                </a:cubicBezTo>
                <a:cubicBezTo>
                  <a:pt x="157399" y="121209"/>
                  <a:pt x="155215" y="123903"/>
                  <a:pt x="152521" y="123903"/>
                </a:cubicBezTo>
                <a:lnTo>
                  <a:pt x="142765" y="123903"/>
                </a:lnTo>
                <a:cubicBezTo>
                  <a:pt x="140071" y="123903"/>
                  <a:pt x="137887" y="121209"/>
                  <a:pt x="137887" y="117887"/>
                </a:cubicBezTo>
                <a:cubicBezTo>
                  <a:pt x="137887" y="114564"/>
                  <a:pt x="140071" y="111871"/>
                  <a:pt x="142765" y="111871"/>
                </a:cubicBezTo>
                <a:lnTo>
                  <a:pt x="152521" y="111871"/>
                </a:lnTo>
                <a:close/>
                <a:moveTo>
                  <a:pt x="181790" y="111871"/>
                </a:moveTo>
                <a:cubicBezTo>
                  <a:pt x="184484" y="111871"/>
                  <a:pt x="186668" y="114564"/>
                  <a:pt x="186668" y="117887"/>
                </a:cubicBezTo>
                <a:cubicBezTo>
                  <a:pt x="186668" y="121209"/>
                  <a:pt x="184484" y="123903"/>
                  <a:pt x="181790" y="123903"/>
                </a:cubicBezTo>
                <a:lnTo>
                  <a:pt x="172033" y="123903"/>
                </a:lnTo>
                <a:cubicBezTo>
                  <a:pt x="169339" y="123903"/>
                  <a:pt x="167155" y="121209"/>
                  <a:pt x="167155" y="117887"/>
                </a:cubicBezTo>
                <a:cubicBezTo>
                  <a:pt x="167155" y="114564"/>
                  <a:pt x="169339" y="111871"/>
                  <a:pt x="172033" y="111871"/>
                </a:cubicBezTo>
                <a:lnTo>
                  <a:pt x="181790" y="111871"/>
                </a:lnTo>
                <a:close/>
              </a:path>
            </a:pathLst>
          </a:custGeom>
          <a:solidFill>
            <a:schemeClr val="accent1"/>
          </a:solidFill>
          <a:ln w="316" cap="flat">
            <a:noFill/>
            <a:prstDash val="solid"/>
            <a:miter/>
          </a:ln>
        </p:spPr>
        <p:txBody>
          <a:bodyPr rtlCol="0" anchor="ctr"/>
          <a:lstStyle/>
          <a:p>
            <a:endParaRPr lang="zh-CN" altLang="en-US" sz="2000">
              <a:latin typeface="Arial" panose="020B0604020202090204" pitchFamily="34" charset="0"/>
              <a:ea typeface="微软雅黑" panose="020B0502040204020203" pitchFamily="34" charset="-122"/>
              <a:cs typeface="Arial" panose="020B0604020202090204" pitchFamily="34" charset="0"/>
            </a:endParaRPr>
          </a:p>
        </p:txBody>
      </p:sp>
      <p:sp>
        <p:nvSpPr>
          <p:cNvPr id="2" name="文本框 1"/>
          <p:cNvSpPr txBox="1"/>
          <p:nvPr/>
        </p:nvSpPr>
        <p:spPr>
          <a:xfrm>
            <a:off x="4328160" y="954444"/>
            <a:ext cx="3535679" cy="66150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pPr>
              <a:lnSpc>
                <a:spcPct val="110000"/>
              </a:lnSpc>
            </a:pPr>
            <a:r>
              <a:rPr lang="zh-CN" altLang="en-US" sz="180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开创管理智慧化新范式</a:t>
            </a:r>
            <a:endParaRPr lang="zh-CN" altLang="en-US" sz="180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a:p>
            <a:pPr>
              <a:lnSpc>
                <a:spcPct val="110000"/>
              </a:lnSpc>
            </a:pPr>
            <a:r>
              <a:rPr lang="zh-CN" altLang="en-US" sz="180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rPr>
              <a:t>形成营销数字化管理新生态</a:t>
            </a:r>
            <a:endParaRPr lang="zh-CN" altLang="en-US" sz="1800" dirty="0">
              <a:solidFill>
                <a:schemeClr val="tx2"/>
              </a:solidFill>
              <a:latin typeface="Arial" panose="020B0604020202090204" pitchFamily="34" charset="0"/>
              <a:ea typeface="微软雅黑" panose="020B0502040204020203" pitchFamily="34" charset="-122"/>
              <a:cs typeface="Arial" panose="020B0604020202090204" pitchFamily="34" charset="0"/>
              <a:sym typeface="Helvetica Neue" panose="02000503000000020004"/>
            </a:endParaRPr>
          </a:p>
        </p:txBody>
      </p:sp>
      <p:sp>
        <p:nvSpPr>
          <p:cNvPr id="4" name="标题 3"/>
          <p:cNvSpPr>
            <a:spLocks noGrp="1"/>
          </p:cNvSpPr>
          <p:nvPr>
            <p:ph type="title"/>
          </p:nvPr>
        </p:nvSpPr>
        <p:spPr/>
        <p:txBody>
          <a:bodyPr/>
          <a:lstStyle/>
          <a:p>
            <a:r>
              <a:rPr lang="zh-CN" altLang="en-US" dirty="0">
                <a:latin typeface="Arial" panose="020B0604020202090204" pitchFamily="34" charset="0"/>
                <a:cs typeface="Arial" panose="020B0604020202090204" pitchFamily="34" charset="0"/>
              </a:rPr>
              <a:t>营销数字化新形态</a:t>
            </a:r>
            <a:endParaRPr lang="zh-CN" altLang="en-US" dirty="0">
              <a:latin typeface="Arial" panose="020B0604020202090204" pitchFamily="34" charset="0"/>
              <a:cs typeface="Arial" panose="020B0604020202090204" pitchFamily="34" charset="0"/>
            </a:endParaRPr>
          </a:p>
        </p:txBody>
      </p:sp>
      <p:sp>
        <p:nvSpPr>
          <p:cNvPr id="13" name="椭圆 12"/>
          <p:cNvSpPr/>
          <p:nvPr/>
        </p:nvSpPr>
        <p:spPr>
          <a:xfrm>
            <a:off x="5711973" y="4226393"/>
            <a:ext cx="768054" cy="768049"/>
          </a:xfrm>
          <a:prstGeom prst="ellipse">
            <a:avLst/>
          </a:prstGeom>
          <a:gradFill>
            <a:gsLst>
              <a:gs pos="13000">
                <a:schemeClr val="accent2">
                  <a:alpha val="61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rPr>
              <a:t>智能化管理</a:t>
            </a:r>
            <a:endParaRPr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任意多边形: 形状 29"/>
          <p:cNvSpPr/>
          <p:nvPr/>
        </p:nvSpPr>
        <p:spPr>
          <a:xfrm flipH="1" flipV="1">
            <a:off x="3500481" y="2414657"/>
            <a:ext cx="5191038" cy="1492563"/>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2">
                  <a:alpha val="0"/>
                </a:schemeClr>
              </a:gs>
              <a:gs pos="41000">
                <a:schemeClr val="accent2">
                  <a:alpha val="10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7" name="任意多边形: 形状 36"/>
          <p:cNvSpPr/>
          <p:nvPr/>
        </p:nvSpPr>
        <p:spPr>
          <a:xfrm>
            <a:off x="2848351" y="4598141"/>
            <a:ext cx="6495299" cy="1664247"/>
          </a:xfrm>
          <a:custGeom>
            <a:avLst/>
            <a:gdLst>
              <a:gd name="connsiteX0" fmla="*/ 3863867 w 4880014"/>
              <a:gd name="connsiteY0" fmla="*/ 1157175 h 1664247"/>
              <a:gd name="connsiteX1" fmla="*/ 4204386 w 4880014"/>
              <a:gd name="connsiteY1" fmla="*/ 1404274 h 1664247"/>
              <a:gd name="connsiteX2" fmla="*/ 4165353 w 4880014"/>
              <a:gd name="connsiteY2" fmla="*/ 1420416 h 1664247"/>
              <a:gd name="connsiteX3" fmla="*/ 2440007 w 4880014"/>
              <a:gd name="connsiteY3" fmla="*/ 1664247 h 1664247"/>
              <a:gd name="connsiteX4" fmla="*/ 714662 w 4880014"/>
              <a:gd name="connsiteY4" fmla="*/ 1420416 h 1664247"/>
              <a:gd name="connsiteX5" fmla="*/ 675653 w 4880014"/>
              <a:gd name="connsiteY5" fmla="*/ 1404285 h 1664247"/>
              <a:gd name="connsiteX6" fmla="*/ 1016173 w 4880014"/>
              <a:gd name="connsiteY6" fmla="*/ 1157184 h 1664247"/>
              <a:gd name="connsiteX7" fmla="*/ 1034958 w 4880014"/>
              <a:gd name="connsiteY7" fmla="*/ 1163634 h 1664247"/>
              <a:gd name="connsiteX8" fmla="*/ 2440007 w 4880014"/>
              <a:gd name="connsiteY8" fmla="*/ 1328527 h 1664247"/>
              <a:gd name="connsiteX9" fmla="*/ 3845057 w 4880014"/>
              <a:gd name="connsiteY9" fmla="*/ 1163634 h 1664247"/>
              <a:gd name="connsiteX10" fmla="*/ 2482870 w 4880014"/>
              <a:gd name="connsiteY10" fmla="*/ 0 h 1664247"/>
              <a:gd name="connsiteX11" fmla="*/ 2689484 w 4880014"/>
              <a:gd name="connsiteY11" fmla="*/ 3559 h 1664247"/>
              <a:gd name="connsiteX12" fmla="*/ 4880014 w 4880014"/>
              <a:gd name="connsiteY12" fmla="*/ 831754 h 1664247"/>
              <a:gd name="connsiteX13" fmla="*/ 4463299 w 4880014"/>
              <a:gd name="connsiteY13" fmla="*/ 1297209 h 1664247"/>
              <a:gd name="connsiteX14" fmla="*/ 4297363 w 4880014"/>
              <a:gd name="connsiteY14" fmla="*/ 1365827 h 1664247"/>
              <a:gd name="connsiteX15" fmla="*/ 3962943 w 4880014"/>
              <a:gd name="connsiteY15" fmla="*/ 1123153 h 1664247"/>
              <a:gd name="connsiteX16" fmla="*/ 4087692 w 4880014"/>
              <a:gd name="connsiteY16" fmla="*/ 1080315 h 1664247"/>
              <a:gd name="connsiteX17" fmla="*/ 4427047 w 4880014"/>
              <a:gd name="connsiteY17" fmla="*/ 765547 h 1664247"/>
              <a:gd name="connsiteX18" fmla="*/ 2840465 w 4880014"/>
              <a:gd name="connsiteY18" fmla="*/ 214005 h 1664247"/>
              <a:gd name="connsiteX19" fmla="*/ 2482870 w 4880014"/>
              <a:gd name="connsiteY19" fmla="*/ 203792 h 1664247"/>
              <a:gd name="connsiteX20" fmla="*/ 2397145 w 4880014"/>
              <a:gd name="connsiteY20" fmla="*/ 0 h 1664247"/>
              <a:gd name="connsiteX21" fmla="*/ 2397145 w 4880014"/>
              <a:gd name="connsiteY21" fmla="*/ 203791 h 1664247"/>
              <a:gd name="connsiteX22" fmla="*/ 2039549 w 4880014"/>
              <a:gd name="connsiteY22" fmla="*/ 214005 h 1664247"/>
              <a:gd name="connsiteX23" fmla="*/ 452967 w 4880014"/>
              <a:gd name="connsiteY23" fmla="*/ 765547 h 1664247"/>
              <a:gd name="connsiteX24" fmla="*/ 792323 w 4880014"/>
              <a:gd name="connsiteY24" fmla="*/ 1080315 h 1664247"/>
              <a:gd name="connsiteX25" fmla="*/ 917098 w 4880014"/>
              <a:gd name="connsiteY25" fmla="*/ 1123162 h 1664247"/>
              <a:gd name="connsiteX26" fmla="*/ 582676 w 4880014"/>
              <a:gd name="connsiteY26" fmla="*/ 1365837 h 1664247"/>
              <a:gd name="connsiteX27" fmla="*/ 416715 w 4880014"/>
              <a:gd name="connsiteY27" fmla="*/ 1297209 h 1664247"/>
              <a:gd name="connsiteX28" fmla="*/ 0 w 4880014"/>
              <a:gd name="connsiteY28" fmla="*/ 831754 h 1664247"/>
              <a:gd name="connsiteX29" fmla="*/ 2190531 w 4880014"/>
              <a:gd name="connsiteY29" fmla="*/ 3559 h 166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80014" h="1664247">
                <a:moveTo>
                  <a:pt x="3863867" y="1157175"/>
                </a:moveTo>
                <a:lnTo>
                  <a:pt x="4204386" y="1404274"/>
                </a:lnTo>
                <a:lnTo>
                  <a:pt x="4165353" y="1420416"/>
                </a:lnTo>
                <a:cubicBezTo>
                  <a:pt x="3723799" y="1571067"/>
                  <a:pt x="3113797" y="1664247"/>
                  <a:pt x="2440007" y="1664247"/>
                </a:cubicBezTo>
                <a:cubicBezTo>
                  <a:pt x="1766218" y="1664247"/>
                  <a:pt x="1156216" y="1571067"/>
                  <a:pt x="714662" y="1420416"/>
                </a:cubicBezTo>
                <a:lnTo>
                  <a:pt x="675653" y="1404285"/>
                </a:lnTo>
                <a:lnTo>
                  <a:pt x="1016173" y="1157184"/>
                </a:lnTo>
                <a:lnTo>
                  <a:pt x="1034958" y="1163634"/>
                </a:lnTo>
                <a:cubicBezTo>
                  <a:pt x="1394541" y="1265513"/>
                  <a:pt x="1891301" y="1328527"/>
                  <a:pt x="2440007" y="1328527"/>
                </a:cubicBezTo>
                <a:cubicBezTo>
                  <a:pt x="2988713" y="1328527"/>
                  <a:pt x="3485473" y="1265513"/>
                  <a:pt x="3845057" y="1163634"/>
                </a:cubicBezTo>
                <a:close/>
                <a:moveTo>
                  <a:pt x="2482870" y="0"/>
                </a:moveTo>
                <a:lnTo>
                  <a:pt x="2689484" y="3559"/>
                </a:lnTo>
                <a:cubicBezTo>
                  <a:pt x="3919872" y="46191"/>
                  <a:pt x="4880014" y="400717"/>
                  <a:pt x="4880014" y="831754"/>
                </a:cubicBezTo>
                <a:cubicBezTo>
                  <a:pt x="4880014" y="1004169"/>
                  <a:pt x="4726391" y="1164342"/>
                  <a:pt x="4463299" y="1297209"/>
                </a:cubicBezTo>
                <a:lnTo>
                  <a:pt x="4297363" y="1365827"/>
                </a:lnTo>
                <a:lnTo>
                  <a:pt x="3962943" y="1123153"/>
                </a:lnTo>
                <a:lnTo>
                  <a:pt x="4087692" y="1080315"/>
                </a:lnTo>
                <a:cubicBezTo>
                  <a:pt x="4301943" y="990462"/>
                  <a:pt x="4427047" y="882144"/>
                  <a:pt x="4427047" y="765547"/>
                </a:cubicBezTo>
                <a:cubicBezTo>
                  <a:pt x="4427047" y="493488"/>
                  <a:pt x="3745926" y="266501"/>
                  <a:pt x="2840465" y="214005"/>
                </a:cubicBezTo>
                <a:lnTo>
                  <a:pt x="2482870" y="203792"/>
                </a:lnTo>
                <a:close/>
                <a:moveTo>
                  <a:pt x="2397145" y="0"/>
                </a:moveTo>
                <a:lnTo>
                  <a:pt x="2397145" y="203791"/>
                </a:lnTo>
                <a:lnTo>
                  <a:pt x="2039549" y="214005"/>
                </a:lnTo>
                <a:cubicBezTo>
                  <a:pt x="1134089" y="266501"/>
                  <a:pt x="452967" y="493488"/>
                  <a:pt x="452967" y="765547"/>
                </a:cubicBezTo>
                <a:cubicBezTo>
                  <a:pt x="452967" y="882144"/>
                  <a:pt x="578071" y="990462"/>
                  <a:pt x="792323" y="1080315"/>
                </a:cubicBezTo>
                <a:lnTo>
                  <a:pt x="917098" y="1123162"/>
                </a:lnTo>
                <a:lnTo>
                  <a:pt x="582676" y="1365837"/>
                </a:lnTo>
                <a:lnTo>
                  <a:pt x="416715" y="1297209"/>
                </a:lnTo>
                <a:cubicBezTo>
                  <a:pt x="153623" y="1164342"/>
                  <a:pt x="0" y="1004169"/>
                  <a:pt x="0" y="831754"/>
                </a:cubicBezTo>
                <a:cubicBezTo>
                  <a:pt x="0" y="400717"/>
                  <a:pt x="960142" y="46191"/>
                  <a:pt x="2190531" y="3559"/>
                </a:cubicBezTo>
                <a:close/>
              </a:path>
            </a:pathLst>
          </a:custGeom>
          <a:gradFill>
            <a:gsLst>
              <a:gs pos="0">
                <a:schemeClr val="accent1">
                  <a:alpha val="2400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 name="椭圆 37"/>
          <p:cNvSpPr/>
          <p:nvPr/>
        </p:nvSpPr>
        <p:spPr>
          <a:xfrm>
            <a:off x="3322948" y="1719539"/>
            <a:ext cx="5546104" cy="1058023"/>
          </a:xfrm>
          <a:prstGeom prst="ellipse">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39" name="任意多边形: 形状 38"/>
          <p:cNvSpPr/>
          <p:nvPr/>
        </p:nvSpPr>
        <p:spPr>
          <a:xfrm flipH="1" flipV="1">
            <a:off x="3500481" y="4316277"/>
            <a:ext cx="5191038" cy="1382225"/>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tx1">
                  <a:alpha val="0"/>
                </a:schemeClr>
              </a:gs>
              <a:gs pos="33000">
                <a:schemeClr val="accent1">
                  <a:alpha val="2000"/>
                </a:schemeClr>
              </a:gs>
              <a:gs pos="67000">
                <a:schemeClr val="accent1">
                  <a:alpha val="3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40" name="椭圆 39"/>
          <p:cNvSpPr/>
          <p:nvPr/>
        </p:nvSpPr>
        <p:spPr>
          <a:xfrm>
            <a:off x="3794760" y="1890398"/>
            <a:ext cx="4602480" cy="724436"/>
          </a:xfrm>
          <a:prstGeom prst="ellipse">
            <a:avLst/>
          </a:prstGeom>
          <a:noFill/>
          <a:ln w="19050">
            <a:gradFill>
              <a:gsLst>
                <a:gs pos="0">
                  <a:schemeClr val="accent1">
                    <a:alpha val="0"/>
                  </a:schemeClr>
                </a:gs>
                <a:gs pos="100000">
                  <a:schemeClr val="accent1">
                    <a:alpha val="38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1" name="文本框 40"/>
          <p:cNvSpPr txBox="1"/>
          <p:nvPr/>
        </p:nvSpPr>
        <p:spPr>
          <a:xfrm>
            <a:off x="5567650" y="5946407"/>
            <a:ext cx="1056701" cy="307777"/>
          </a:xfrm>
          <a:prstGeom prst="rect">
            <a:avLst/>
          </a:prstGeom>
          <a:noFill/>
        </p:spPr>
        <p:txBody>
          <a:bodyPr wrap="none" rtlCol="0">
            <a:spAutoFit/>
          </a:bodyPr>
          <a:lstStyle/>
          <a:p>
            <a:pPr algn="ctr"/>
            <a:r>
              <a:rPr lang="zh-CN" altLang="en-US" sz="1400" b="1" spc="300" dirty="0">
                <a:latin typeface="Arial" panose="020B0604020202090204" pitchFamily="34" charset="0"/>
                <a:ea typeface="微软雅黑" panose="020B0502040204020203" pitchFamily="34" charset="-122"/>
                <a:cs typeface="Arial" panose="020B0604020202090204" pitchFamily="34" charset="0"/>
              </a:rPr>
              <a:t>数据整合</a:t>
            </a:r>
            <a:endParaRPr lang="zh-CN" altLang="en-US" sz="1400" b="1" spc="300" dirty="0">
              <a:latin typeface="Arial" panose="020B0604020202090204" pitchFamily="34" charset="0"/>
              <a:ea typeface="微软雅黑" panose="020B0502040204020203" pitchFamily="34" charset="-122"/>
              <a:cs typeface="Arial" panose="020B0604020202090204" pitchFamily="34" charset="0"/>
            </a:endParaRPr>
          </a:p>
        </p:txBody>
      </p:sp>
      <p:sp>
        <p:nvSpPr>
          <p:cNvPr id="42" name="文本框 41"/>
          <p:cNvSpPr txBox="1"/>
          <p:nvPr/>
        </p:nvSpPr>
        <p:spPr>
          <a:xfrm>
            <a:off x="5311170" y="1231583"/>
            <a:ext cx="1569661"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智能决策梯度</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文本框 42"/>
          <p:cNvSpPr txBox="1"/>
          <p:nvPr/>
        </p:nvSpPr>
        <p:spPr>
          <a:xfrm>
            <a:off x="2894223" y="5144471"/>
            <a:ext cx="631402" cy="461665"/>
          </a:xfrm>
          <a:prstGeom prst="rect">
            <a:avLst/>
          </a:prstGeom>
          <a:noFill/>
        </p:spPr>
        <p:txBody>
          <a:bodyPr wrap="square" rtlCol="0">
            <a:spAutoFit/>
          </a:bodyPr>
          <a:lstStyle/>
          <a:p>
            <a:pPr algn="ctr"/>
            <a:r>
              <a:rPr lang="zh-CN" altLang="en-US" sz="1200" b="1" dirty="0">
                <a:latin typeface="Arial" panose="020B0604020202090204" pitchFamily="34" charset="0"/>
                <a:ea typeface="微软雅黑" panose="020B0502040204020203" pitchFamily="34" charset="-122"/>
                <a:cs typeface="Arial" panose="020B0604020202090204" pitchFamily="34" charset="0"/>
              </a:rPr>
              <a:t>数据收集</a:t>
            </a:r>
            <a:endParaRPr lang="zh-CN" altLang="en-US" sz="1200" b="1" dirty="0">
              <a:latin typeface="Arial" panose="020B0604020202090204" pitchFamily="34" charset="0"/>
              <a:ea typeface="微软雅黑" panose="020B0502040204020203" pitchFamily="34" charset="-122"/>
              <a:cs typeface="Arial" panose="020B0604020202090204" pitchFamily="34" charset="0"/>
            </a:endParaRPr>
          </a:p>
        </p:txBody>
      </p:sp>
      <p:sp>
        <p:nvSpPr>
          <p:cNvPr id="44" name="文本框 43"/>
          <p:cNvSpPr txBox="1"/>
          <p:nvPr/>
        </p:nvSpPr>
        <p:spPr>
          <a:xfrm>
            <a:off x="8634668" y="5144471"/>
            <a:ext cx="690032" cy="461665"/>
          </a:xfrm>
          <a:prstGeom prst="rect">
            <a:avLst/>
          </a:prstGeom>
          <a:noFill/>
        </p:spPr>
        <p:txBody>
          <a:bodyPr wrap="square" rtlCol="0">
            <a:spAutoFit/>
          </a:bodyPr>
          <a:lstStyle/>
          <a:p>
            <a:pPr algn="ctr"/>
            <a:r>
              <a:rPr lang="zh-CN" altLang="en-US" sz="1200" b="1" dirty="0">
                <a:latin typeface="Arial" panose="020B0604020202090204" pitchFamily="34" charset="0"/>
                <a:ea typeface="微软雅黑" panose="020B0502040204020203" pitchFamily="34" charset="-122"/>
                <a:cs typeface="Arial" panose="020B0604020202090204" pitchFamily="34" charset="0"/>
              </a:rPr>
              <a:t>数据</a:t>
            </a:r>
            <a:endParaRPr lang="en-US" altLang="zh-CN" sz="1200" b="1" dirty="0">
              <a:latin typeface="Arial" panose="020B0604020202090204" pitchFamily="34" charset="0"/>
              <a:ea typeface="微软雅黑" panose="020B0502040204020203" pitchFamily="34" charset="-122"/>
              <a:cs typeface="Arial" panose="020B0604020202090204" pitchFamily="34" charset="0"/>
            </a:endParaRPr>
          </a:p>
          <a:p>
            <a:pPr algn="ctr"/>
            <a:r>
              <a:rPr lang="zh-CN" altLang="en-US" sz="1200" b="1" dirty="0">
                <a:latin typeface="Arial" panose="020B0604020202090204" pitchFamily="34" charset="0"/>
                <a:ea typeface="微软雅黑" panose="020B0502040204020203" pitchFamily="34" charset="-122"/>
                <a:cs typeface="Arial" panose="020B0604020202090204" pitchFamily="34" charset="0"/>
              </a:rPr>
              <a:t>标准化</a:t>
            </a:r>
            <a:endParaRPr lang="zh-CN" altLang="en-US" sz="1200" b="1" dirty="0">
              <a:latin typeface="Arial" panose="020B0604020202090204" pitchFamily="34" charset="0"/>
              <a:ea typeface="微软雅黑" panose="020B0502040204020203" pitchFamily="34" charset="-122"/>
              <a:cs typeface="Arial" panose="020B0604020202090204" pitchFamily="34" charset="0"/>
            </a:endParaRPr>
          </a:p>
        </p:txBody>
      </p:sp>
      <p:sp>
        <p:nvSpPr>
          <p:cNvPr id="45" name="文本框 44"/>
          <p:cNvSpPr txBox="1"/>
          <p:nvPr/>
        </p:nvSpPr>
        <p:spPr>
          <a:xfrm>
            <a:off x="3681684" y="2112106"/>
            <a:ext cx="798388" cy="276999"/>
          </a:xfrm>
          <a:prstGeom prst="rect">
            <a:avLst/>
          </a:prstGeom>
          <a:noFill/>
        </p:spPr>
        <p:txBody>
          <a:bodyPr wrap="squar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数据挖掘</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6" name="文本框 45"/>
          <p:cNvSpPr txBox="1"/>
          <p:nvPr/>
        </p:nvSpPr>
        <p:spPr>
          <a:xfrm>
            <a:off x="7617594" y="2112106"/>
            <a:ext cx="806456" cy="276999"/>
          </a:xfrm>
          <a:prstGeom prst="rect">
            <a:avLst/>
          </a:prstGeom>
          <a:noFill/>
        </p:spPr>
        <p:txBody>
          <a:bodyPr wrap="square" rtlCol="0">
            <a:spAutoFit/>
          </a:bodyPr>
          <a:lstStyle/>
          <a:p>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持续改进</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椭圆 46"/>
          <p:cNvSpPr/>
          <p:nvPr/>
        </p:nvSpPr>
        <p:spPr>
          <a:xfrm>
            <a:off x="3770771" y="1387704"/>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椭圆 50"/>
          <p:cNvSpPr/>
          <p:nvPr/>
        </p:nvSpPr>
        <p:spPr>
          <a:xfrm>
            <a:off x="4996715" y="1815386"/>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椭圆 51"/>
          <p:cNvSpPr/>
          <p:nvPr/>
        </p:nvSpPr>
        <p:spPr>
          <a:xfrm>
            <a:off x="6383916" y="1815386"/>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50" name="椭圆 49"/>
          <p:cNvSpPr/>
          <p:nvPr/>
        </p:nvSpPr>
        <p:spPr>
          <a:xfrm>
            <a:off x="7685641" y="1392672"/>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56" name="组合 55"/>
          <p:cNvGrpSpPr/>
          <p:nvPr/>
        </p:nvGrpSpPr>
        <p:grpSpPr>
          <a:xfrm>
            <a:off x="7918723" y="1599363"/>
            <a:ext cx="238037" cy="256980"/>
            <a:chOff x="6935195" y="1986200"/>
            <a:chExt cx="210505" cy="227256"/>
          </a:xfrm>
          <a:solidFill>
            <a:schemeClr val="tx1"/>
          </a:solidFill>
        </p:grpSpPr>
        <p:sp>
          <p:nvSpPr>
            <p:cNvPr id="57" name="任意多边形: 形状 56"/>
            <p:cNvSpPr/>
            <p:nvPr/>
          </p:nvSpPr>
          <p:spPr>
            <a:xfrm>
              <a:off x="6935195" y="1986200"/>
              <a:ext cx="178529" cy="218387"/>
            </a:xfrm>
            <a:custGeom>
              <a:avLst/>
              <a:gdLst>
                <a:gd name="connsiteX0" fmla="*/ 170441 w 178529"/>
                <a:gd name="connsiteY0" fmla="*/ 0 h 218387"/>
                <a:gd name="connsiteX1" fmla="*/ 178530 w 178529"/>
                <a:gd name="connsiteY1" fmla="*/ 8088 h 218387"/>
                <a:gd name="connsiteX2" fmla="*/ 178530 w 178529"/>
                <a:gd name="connsiteY2" fmla="*/ 99083 h 218387"/>
                <a:gd name="connsiteX3" fmla="*/ 176508 w 178529"/>
                <a:gd name="connsiteY3" fmla="*/ 101105 h 218387"/>
                <a:gd name="connsiteX4" fmla="*/ 162353 w 178529"/>
                <a:gd name="connsiteY4" fmla="*/ 101105 h 218387"/>
                <a:gd name="connsiteX5" fmla="*/ 160331 w 178529"/>
                <a:gd name="connsiteY5" fmla="*/ 99083 h 218387"/>
                <a:gd name="connsiteX6" fmla="*/ 160331 w 178529"/>
                <a:gd name="connsiteY6" fmla="*/ 18199 h 218387"/>
                <a:gd name="connsiteX7" fmla="*/ 18199 w 178529"/>
                <a:gd name="connsiteY7" fmla="*/ 18199 h 218387"/>
                <a:gd name="connsiteX8" fmla="*/ 18199 w 178529"/>
                <a:gd name="connsiteY8" fmla="*/ 200189 h 218387"/>
                <a:gd name="connsiteX9" fmla="*/ 74818 w 178529"/>
                <a:gd name="connsiteY9" fmla="*/ 200189 h 218387"/>
                <a:gd name="connsiteX10" fmla="*/ 76840 w 178529"/>
                <a:gd name="connsiteY10" fmla="*/ 202211 h 218387"/>
                <a:gd name="connsiteX11" fmla="*/ 76840 w 178529"/>
                <a:gd name="connsiteY11" fmla="*/ 216366 h 218387"/>
                <a:gd name="connsiteX12" fmla="*/ 74818 w 178529"/>
                <a:gd name="connsiteY12" fmla="*/ 218388 h 218387"/>
                <a:gd name="connsiteX13" fmla="*/ 8088 w 178529"/>
                <a:gd name="connsiteY13" fmla="*/ 218388 h 218387"/>
                <a:gd name="connsiteX14" fmla="*/ 0 w 178529"/>
                <a:gd name="connsiteY14" fmla="*/ 210299 h 218387"/>
                <a:gd name="connsiteX15" fmla="*/ 0 w 178529"/>
                <a:gd name="connsiteY15" fmla="*/ 8088 h 218387"/>
                <a:gd name="connsiteX16" fmla="*/ 8088 w 178529"/>
                <a:gd name="connsiteY16" fmla="*/ 0 h 218387"/>
                <a:gd name="connsiteX17" fmla="*/ 83665 w 178529"/>
                <a:gd name="connsiteY17" fmla="*/ 91500 h 218387"/>
                <a:gd name="connsiteX18" fmla="*/ 85687 w 178529"/>
                <a:gd name="connsiteY18" fmla="*/ 93523 h 218387"/>
                <a:gd name="connsiteX19" fmla="*/ 85687 w 178529"/>
                <a:gd name="connsiteY19" fmla="*/ 105655 h 218387"/>
                <a:gd name="connsiteX20" fmla="*/ 83665 w 178529"/>
                <a:gd name="connsiteY20" fmla="*/ 107677 h 218387"/>
                <a:gd name="connsiteX21" fmla="*/ 37156 w 178529"/>
                <a:gd name="connsiteY21" fmla="*/ 107677 h 218387"/>
                <a:gd name="connsiteX22" fmla="*/ 35134 w 178529"/>
                <a:gd name="connsiteY22" fmla="*/ 105655 h 218387"/>
                <a:gd name="connsiteX23" fmla="*/ 35134 w 178529"/>
                <a:gd name="connsiteY23" fmla="*/ 93523 h 218387"/>
                <a:gd name="connsiteX24" fmla="*/ 37156 w 178529"/>
                <a:gd name="connsiteY24" fmla="*/ 91500 h 218387"/>
                <a:gd name="connsiteX25" fmla="*/ 134218 w 178529"/>
                <a:gd name="connsiteY25" fmla="*/ 55102 h 218387"/>
                <a:gd name="connsiteX26" fmla="*/ 136240 w 178529"/>
                <a:gd name="connsiteY26" fmla="*/ 57125 h 218387"/>
                <a:gd name="connsiteX27" fmla="*/ 136240 w 178529"/>
                <a:gd name="connsiteY27" fmla="*/ 69257 h 218387"/>
                <a:gd name="connsiteX28" fmla="*/ 134218 w 178529"/>
                <a:gd name="connsiteY28" fmla="*/ 71279 h 218387"/>
                <a:gd name="connsiteX29" fmla="*/ 37156 w 178529"/>
                <a:gd name="connsiteY29" fmla="*/ 71279 h 218387"/>
                <a:gd name="connsiteX30" fmla="*/ 35134 w 178529"/>
                <a:gd name="connsiteY30" fmla="*/ 69257 h 218387"/>
                <a:gd name="connsiteX31" fmla="*/ 35134 w 178529"/>
                <a:gd name="connsiteY31" fmla="*/ 57125 h 218387"/>
                <a:gd name="connsiteX32" fmla="*/ 37156 w 178529"/>
                <a:gd name="connsiteY32" fmla="*/ 55102 h 2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8529" h="218387">
                  <a:moveTo>
                    <a:pt x="170441" y="0"/>
                  </a:moveTo>
                  <a:cubicBezTo>
                    <a:pt x="174915" y="0"/>
                    <a:pt x="178530" y="3615"/>
                    <a:pt x="178530" y="8088"/>
                  </a:cubicBezTo>
                  <a:lnTo>
                    <a:pt x="178530" y="99083"/>
                  </a:lnTo>
                  <a:cubicBezTo>
                    <a:pt x="178530" y="100196"/>
                    <a:pt x="177620" y="101105"/>
                    <a:pt x="176508" y="101105"/>
                  </a:cubicBezTo>
                  <a:lnTo>
                    <a:pt x="162353" y="101105"/>
                  </a:lnTo>
                  <a:cubicBezTo>
                    <a:pt x="161241" y="101105"/>
                    <a:pt x="160331" y="100196"/>
                    <a:pt x="160331" y="99083"/>
                  </a:cubicBezTo>
                  <a:lnTo>
                    <a:pt x="160331" y="18199"/>
                  </a:lnTo>
                  <a:lnTo>
                    <a:pt x="18199" y="18199"/>
                  </a:lnTo>
                  <a:lnTo>
                    <a:pt x="18199" y="200189"/>
                  </a:lnTo>
                  <a:lnTo>
                    <a:pt x="74818" y="200189"/>
                  </a:lnTo>
                  <a:cubicBezTo>
                    <a:pt x="75930" y="200189"/>
                    <a:pt x="76840" y="201099"/>
                    <a:pt x="76840" y="202211"/>
                  </a:cubicBezTo>
                  <a:lnTo>
                    <a:pt x="76840" y="216366"/>
                  </a:lnTo>
                  <a:cubicBezTo>
                    <a:pt x="76840" y="217478"/>
                    <a:pt x="75930" y="218388"/>
                    <a:pt x="74818" y="218388"/>
                  </a:cubicBezTo>
                  <a:lnTo>
                    <a:pt x="8088" y="218388"/>
                  </a:lnTo>
                  <a:cubicBezTo>
                    <a:pt x="3615" y="218388"/>
                    <a:pt x="0" y="214773"/>
                    <a:pt x="0" y="210299"/>
                  </a:cubicBezTo>
                  <a:lnTo>
                    <a:pt x="0" y="8088"/>
                  </a:lnTo>
                  <a:cubicBezTo>
                    <a:pt x="0" y="3615"/>
                    <a:pt x="3615" y="0"/>
                    <a:pt x="8088" y="0"/>
                  </a:cubicBezTo>
                  <a:close/>
                  <a:moveTo>
                    <a:pt x="83665" y="91500"/>
                  </a:moveTo>
                  <a:cubicBezTo>
                    <a:pt x="84777" y="91500"/>
                    <a:pt x="85687" y="92410"/>
                    <a:pt x="85687" y="93523"/>
                  </a:cubicBezTo>
                  <a:lnTo>
                    <a:pt x="85687" y="105655"/>
                  </a:lnTo>
                  <a:cubicBezTo>
                    <a:pt x="85687" y="106767"/>
                    <a:pt x="84777" y="107677"/>
                    <a:pt x="83665" y="107677"/>
                  </a:cubicBezTo>
                  <a:lnTo>
                    <a:pt x="37156" y="107677"/>
                  </a:lnTo>
                  <a:cubicBezTo>
                    <a:pt x="36044" y="107677"/>
                    <a:pt x="35134" y="106767"/>
                    <a:pt x="35134" y="105655"/>
                  </a:cubicBezTo>
                  <a:lnTo>
                    <a:pt x="35134" y="93523"/>
                  </a:lnTo>
                  <a:cubicBezTo>
                    <a:pt x="35134" y="92410"/>
                    <a:pt x="36044" y="91500"/>
                    <a:pt x="37156" y="91500"/>
                  </a:cubicBezTo>
                  <a:close/>
                  <a:moveTo>
                    <a:pt x="134218" y="55102"/>
                  </a:moveTo>
                  <a:cubicBezTo>
                    <a:pt x="135330" y="55102"/>
                    <a:pt x="136240" y="56012"/>
                    <a:pt x="136240" y="57125"/>
                  </a:cubicBezTo>
                  <a:lnTo>
                    <a:pt x="136240" y="69257"/>
                  </a:lnTo>
                  <a:cubicBezTo>
                    <a:pt x="136240" y="70369"/>
                    <a:pt x="135330" y="71279"/>
                    <a:pt x="134218" y="71279"/>
                  </a:cubicBezTo>
                  <a:lnTo>
                    <a:pt x="37156" y="71279"/>
                  </a:lnTo>
                  <a:cubicBezTo>
                    <a:pt x="36044" y="71279"/>
                    <a:pt x="35134" y="70369"/>
                    <a:pt x="35134" y="69257"/>
                  </a:cubicBezTo>
                  <a:lnTo>
                    <a:pt x="35134" y="57125"/>
                  </a:lnTo>
                  <a:cubicBezTo>
                    <a:pt x="35134" y="56012"/>
                    <a:pt x="36044" y="55102"/>
                    <a:pt x="37156" y="55102"/>
                  </a:cubicBezTo>
                  <a:close/>
                </a:path>
              </a:pathLst>
            </a:custGeom>
            <a:grpFill/>
            <a:ln w="251"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8" name="任意多边形: 形状 57"/>
            <p:cNvSpPr/>
            <p:nvPr/>
          </p:nvSpPr>
          <p:spPr>
            <a:xfrm>
              <a:off x="7000214" y="2099631"/>
              <a:ext cx="145474" cy="77405"/>
            </a:xfrm>
            <a:custGeom>
              <a:avLst/>
              <a:gdLst>
                <a:gd name="connsiteX0" fmla="*/ 76823 w 145474"/>
                <a:gd name="connsiteY0" fmla="*/ 930 h 77405"/>
                <a:gd name="connsiteX1" fmla="*/ 76953 w 145474"/>
                <a:gd name="connsiteY1" fmla="*/ 991 h 77405"/>
                <a:gd name="connsiteX2" fmla="*/ 143176 w 145474"/>
                <a:gd name="connsiteY2" fmla="*/ 32686 h 77405"/>
                <a:gd name="connsiteX3" fmla="*/ 145072 w 145474"/>
                <a:gd name="connsiteY3" fmla="*/ 34577 h 77405"/>
                <a:gd name="connsiteX4" fmla="*/ 143263 w 145474"/>
                <a:gd name="connsiteY4" fmla="*/ 39939 h 77405"/>
                <a:gd name="connsiteX5" fmla="*/ 143187 w 145474"/>
                <a:gd name="connsiteY5" fmla="*/ 39976 h 77405"/>
                <a:gd name="connsiteX6" fmla="*/ 141995 w 145474"/>
                <a:gd name="connsiteY6" fmla="*/ 40551 h 77405"/>
                <a:gd name="connsiteX7" fmla="*/ 141995 w 145474"/>
                <a:gd name="connsiteY7" fmla="*/ 74373 h 77405"/>
                <a:gd name="connsiteX8" fmla="*/ 138962 w 145474"/>
                <a:gd name="connsiteY8" fmla="*/ 77406 h 77405"/>
                <a:gd name="connsiteX9" fmla="*/ 133401 w 145474"/>
                <a:gd name="connsiteY9" fmla="*/ 77406 h 77405"/>
                <a:gd name="connsiteX10" fmla="*/ 130368 w 145474"/>
                <a:gd name="connsiteY10" fmla="*/ 74373 h 77405"/>
                <a:gd name="connsiteX11" fmla="*/ 130368 w 145474"/>
                <a:gd name="connsiteY11" fmla="*/ 46160 h 77405"/>
                <a:gd name="connsiteX12" fmla="*/ 76981 w 145474"/>
                <a:gd name="connsiteY12" fmla="*/ 71913 h 77405"/>
                <a:gd name="connsiteX13" fmla="*/ 68310 w 145474"/>
                <a:gd name="connsiteY13" fmla="*/ 71967 h 77405"/>
                <a:gd name="connsiteX14" fmla="*/ 68179 w 145474"/>
                <a:gd name="connsiteY14" fmla="*/ 71905 h 77405"/>
                <a:gd name="connsiteX15" fmla="*/ 2281 w 145474"/>
                <a:gd name="connsiteY15" fmla="*/ 39973 h 77405"/>
                <a:gd name="connsiteX16" fmla="*/ 400 w 145474"/>
                <a:gd name="connsiteY16" fmla="*/ 38086 h 77405"/>
                <a:gd name="connsiteX17" fmla="*/ 2217 w 145474"/>
                <a:gd name="connsiteY17" fmla="*/ 32726 h 77405"/>
                <a:gd name="connsiteX18" fmla="*/ 2292 w 145474"/>
                <a:gd name="connsiteY18" fmla="*/ 32689 h 77405"/>
                <a:gd name="connsiteX19" fmla="*/ 68207 w 145474"/>
                <a:gd name="connsiteY19" fmla="*/ 998 h 77405"/>
                <a:gd name="connsiteX20" fmla="*/ 76823 w 145474"/>
                <a:gd name="connsiteY20" fmla="*/ 930 h 77405"/>
                <a:gd name="connsiteX21" fmla="*/ 72636 w 145474"/>
                <a:gd name="connsiteY21" fmla="*/ 14720 h 77405"/>
                <a:gd name="connsiteX22" fmla="*/ 27998 w 145474"/>
                <a:gd name="connsiteY22" fmla="*/ 36373 h 77405"/>
                <a:gd name="connsiteX23" fmla="*/ 72636 w 145474"/>
                <a:gd name="connsiteY23" fmla="*/ 58196 h 77405"/>
                <a:gd name="connsiteX24" fmla="*/ 117477 w 145474"/>
                <a:gd name="connsiteY24" fmla="*/ 36373 h 77405"/>
                <a:gd name="connsiteX25" fmla="*/ 72636 w 145474"/>
                <a:gd name="connsiteY25" fmla="*/ 14720 h 7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5474" h="77405">
                  <a:moveTo>
                    <a:pt x="76823" y="930"/>
                  </a:moveTo>
                  <a:lnTo>
                    <a:pt x="76953" y="991"/>
                  </a:lnTo>
                  <a:lnTo>
                    <a:pt x="143176" y="32686"/>
                  </a:lnTo>
                  <a:cubicBezTo>
                    <a:pt x="144004" y="33082"/>
                    <a:pt x="144673" y="33749"/>
                    <a:pt x="145072" y="34577"/>
                  </a:cubicBezTo>
                  <a:cubicBezTo>
                    <a:pt x="146030" y="36563"/>
                    <a:pt x="145220" y="38945"/>
                    <a:pt x="143263" y="39939"/>
                  </a:cubicBezTo>
                  <a:lnTo>
                    <a:pt x="143187" y="39976"/>
                  </a:lnTo>
                  <a:lnTo>
                    <a:pt x="141995" y="40551"/>
                  </a:lnTo>
                  <a:lnTo>
                    <a:pt x="141995" y="74373"/>
                  </a:lnTo>
                  <a:cubicBezTo>
                    <a:pt x="141995" y="76048"/>
                    <a:pt x="140637" y="77406"/>
                    <a:pt x="138962" y="77406"/>
                  </a:cubicBezTo>
                  <a:lnTo>
                    <a:pt x="133401" y="77406"/>
                  </a:lnTo>
                  <a:cubicBezTo>
                    <a:pt x="131726" y="77406"/>
                    <a:pt x="130368" y="76048"/>
                    <a:pt x="130368" y="74373"/>
                  </a:cubicBezTo>
                  <a:lnTo>
                    <a:pt x="130368" y="46160"/>
                  </a:lnTo>
                  <a:lnTo>
                    <a:pt x="76981" y="71913"/>
                  </a:lnTo>
                  <a:cubicBezTo>
                    <a:pt x="74245" y="73233"/>
                    <a:pt x="71061" y="73253"/>
                    <a:pt x="68310" y="71967"/>
                  </a:cubicBezTo>
                  <a:lnTo>
                    <a:pt x="68179" y="71905"/>
                  </a:lnTo>
                  <a:lnTo>
                    <a:pt x="2281" y="39973"/>
                  </a:lnTo>
                  <a:cubicBezTo>
                    <a:pt x="1459" y="39575"/>
                    <a:pt x="796" y="38910"/>
                    <a:pt x="400" y="38086"/>
                  </a:cubicBezTo>
                  <a:cubicBezTo>
                    <a:pt x="-555" y="36099"/>
                    <a:pt x="258" y="33718"/>
                    <a:pt x="2217" y="32726"/>
                  </a:cubicBezTo>
                  <a:lnTo>
                    <a:pt x="2292" y="32689"/>
                  </a:lnTo>
                  <a:lnTo>
                    <a:pt x="68207" y="998"/>
                  </a:lnTo>
                  <a:cubicBezTo>
                    <a:pt x="70925" y="-308"/>
                    <a:pt x="74084" y="-334"/>
                    <a:pt x="76823" y="930"/>
                  </a:cubicBezTo>
                  <a:close/>
                  <a:moveTo>
                    <a:pt x="72636" y="14720"/>
                  </a:moveTo>
                  <a:lnTo>
                    <a:pt x="27998" y="36373"/>
                  </a:lnTo>
                  <a:lnTo>
                    <a:pt x="72636" y="58196"/>
                  </a:lnTo>
                  <a:lnTo>
                    <a:pt x="117477" y="36373"/>
                  </a:lnTo>
                  <a:lnTo>
                    <a:pt x="72636" y="14720"/>
                  </a:lnTo>
                  <a:close/>
                </a:path>
              </a:pathLst>
            </a:custGeom>
            <a:grpFill/>
            <a:ln w="251"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9" name="任意多边形: 形状 58"/>
            <p:cNvSpPr/>
            <p:nvPr/>
          </p:nvSpPr>
          <p:spPr>
            <a:xfrm>
              <a:off x="7020126" y="2147938"/>
              <a:ext cx="105652" cy="65519"/>
            </a:xfrm>
            <a:custGeom>
              <a:avLst/>
              <a:gdLst>
                <a:gd name="connsiteX0" fmla="*/ 143 w 105652"/>
                <a:gd name="connsiteY0" fmla="*/ 0 h 65519"/>
                <a:gd name="connsiteX1" fmla="*/ 15309 w 105652"/>
                <a:gd name="connsiteY1" fmla="*/ 62 h 65519"/>
                <a:gd name="connsiteX2" fmla="*/ 15182 w 105652"/>
                <a:gd name="connsiteY2" fmla="*/ 31261 h 65519"/>
                <a:gd name="connsiteX3" fmla="*/ 52782 w 105652"/>
                <a:gd name="connsiteY3" fmla="*/ 49721 h 65519"/>
                <a:gd name="connsiteX4" fmla="*/ 90487 w 105652"/>
                <a:gd name="connsiteY4" fmla="*/ 31247 h 65519"/>
                <a:gd name="connsiteX5" fmla="*/ 90487 w 105652"/>
                <a:gd name="connsiteY5" fmla="*/ 31 h 65519"/>
                <a:gd name="connsiteX6" fmla="*/ 105653 w 105652"/>
                <a:gd name="connsiteY6" fmla="*/ 31 h 65519"/>
                <a:gd name="connsiteX7" fmla="*/ 105653 w 105652"/>
                <a:gd name="connsiteY7" fmla="*/ 35345 h 65519"/>
                <a:gd name="connsiteX8" fmla="*/ 100943 w 105652"/>
                <a:gd name="connsiteY8" fmla="*/ 43012 h 65519"/>
                <a:gd name="connsiteX9" fmla="*/ 100840 w 105652"/>
                <a:gd name="connsiteY9" fmla="*/ 43063 h 65519"/>
                <a:gd name="connsiteX10" fmla="*/ 57006 w 105652"/>
                <a:gd name="connsiteY10" fmla="*/ 64540 h 65519"/>
                <a:gd name="connsiteX11" fmla="*/ 48674 w 105652"/>
                <a:gd name="connsiteY11" fmla="*/ 64598 h 65519"/>
                <a:gd name="connsiteX12" fmla="*/ 48547 w 105652"/>
                <a:gd name="connsiteY12" fmla="*/ 64536 h 65519"/>
                <a:gd name="connsiteX13" fmla="*/ 4807 w 105652"/>
                <a:gd name="connsiteY13" fmla="*/ 43062 h 65519"/>
                <a:gd name="connsiteX14" fmla="*/ 0 w 105652"/>
                <a:gd name="connsiteY14" fmla="*/ 35427 h 65519"/>
                <a:gd name="connsiteX15" fmla="*/ 0 w 105652"/>
                <a:gd name="connsiteY15" fmla="*/ 35313 h 65519"/>
                <a:gd name="connsiteX16" fmla="*/ 143 w 105652"/>
                <a:gd name="connsiteY16" fmla="*/ 0 h 6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52" h="65519">
                  <a:moveTo>
                    <a:pt x="143" y="0"/>
                  </a:moveTo>
                  <a:lnTo>
                    <a:pt x="15309" y="62"/>
                  </a:lnTo>
                  <a:lnTo>
                    <a:pt x="15182" y="31261"/>
                  </a:lnTo>
                  <a:lnTo>
                    <a:pt x="52782" y="49721"/>
                  </a:lnTo>
                  <a:lnTo>
                    <a:pt x="90487" y="31247"/>
                  </a:lnTo>
                  <a:lnTo>
                    <a:pt x="90487" y="31"/>
                  </a:lnTo>
                  <a:lnTo>
                    <a:pt x="105653" y="31"/>
                  </a:lnTo>
                  <a:lnTo>
                    <a:pt x="105653" y="35345"/>
                  </a:lnTo>
                  <a:cubicBezTo>
                    <a:pt x="105653" y="38584"/>
                    <a:pt x="103832" y="41548"/>
                    <a:pt x="100943" y="43012"/>
                  </a:cubicBezTo>
                  <a:lnTo>
                    <a:pt x="100840" y="43063"/>
                  </a:lnTo>
                  <a:lnTo>
                    <a:pt x="57006" y="64540"/>
                  </a:lnTo>
                  <a:cubicBezTo>
                    <a:pt x="54382" y="65825"/>
                    <a:pt x="51315" y="65847"/>
                    <a:pt x="48674" y="64598"/>
                  </a:cubicBezTo>
                  <a:lnTo>
                    <a:pt x="48547" y="64536"/>
                  </a:lnTo>
                  <a:lnTo>
                    <a:pt x="4807" y="43062"/>
                  </a:lnTo>
                  <a:cubicBezTo>
                    <a:pt x="1890" y="41630"/>
                    <a:pt x="30" y="38676"/>
                    <a:pt x="0" y="35427"/>
                  </a:cubicBezTo>
                  <a:lnTo>
                    <a:pt x="0" y="35313"/>
                  </a:lnTo>
                  <a:lnTo>
                    <a:pt x="143" y="0"/>
                  </a:lnTo>
                  <a:close/>
                </a:path>
              </a:pathLst>
            </a:custGeom>
            <a:grpFill/>
            <a:ln w="251"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60" name="椭圆 59"/>
          <p:cNvSpPr/>
          <p:nvPr/>
        </p:nvSpPr>
        <p:spPr>
          <a:xfrm>
            <a:off x="3884784" y="4953000"/>
            <a:ext cx="4422433" cy="835240"/>
          </a:xfrm>
          <a:prstGeom prst="ellipse">
            <a:avLst/>
          </a:prstGeom>
          <a:gradFill flip="none" rotWithShape="1">
            <a:gsLst>
              <a:gs pos="19000">
                <a:schemeClr val="accent1">
                  <a:alpha val="0"/>
                </a:schemeClr>
              </a:gs>
              <a:gs pos="100000">
                <a:schemeClr val="accent1">
                  <a:alpha val="34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1" name="文本框 60"/>
          <p:cNvSpPr txBox="1"/>
          <p:nvPr/>
        </p:nvSpPr>
        <p:spPr>
          <a:xfrm>
            <a:off x="5311170" y="5144471"/>
            <a:ext cx="1569661"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基础数据梯度</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2" name="椭圆 61"/>
          <p:cNvSpPr/>
          <p:nvPr/>
        </p:nvSpPr>
        <p:spPr>
          <a:xfrm>
            <a:off x="2251514" y="3026900"/>
            <a:ext cx="7688971" cy="1589968"/>
          </a:xfrm>
          <a:prstGeom prst="ellipse">
            <a:avLst/>
          </a:prstGeom>
          <a:gradFill>
            <a:gsLst>
              <a:gs pos="0">
                <a:schemeClr val="accent2">
                  <a:alpha val="0"/>
                </a:schemeClr>
              </a:gs>
              <a:gs pos="100000">
                <a:schemeClr val="accent2">
                  <a:alpha val="1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3" name="椭圆 62"/>
          <p:cNvSpPr/>
          <p:nvPr/>
        </p:nvSpPr>
        <p:spPr>
          <a:xfrm>
            <a:off x="2251515" y="2897020"/>
            <a:ext cx="7688971" cy="1589968"/>
          </a:xfrm>
          <a:prstGeom prst="ellipse">
            <a:avLst/>
          </a:prstGeom>
          <a:gradFill>
            <a:gsLst>
              <a:gs pos="0">
                <a:schemeClr val="accent2">
                  <a:alpha val="0"/>
                </a:schemeClr>
              </a:gs>
              <a:gs pos="100000">
                <a:schemeClr val="accent2">
                  <a:alpha val="9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4" name="椭圆 63"/>
          <p:cNvSpPr/>
          <p:nvPr/>
        </p:nvSpPr>
        <p:spPr>
          <a:xfrm>
            <a:off x="3884784" y="3301494"/>
            <a:ext cx="4422433" cy="746813"/>
          </a:xfrm>
          <a:prstGeom prst="ellipse">
            <a:avLst/>
          </a:prstGeom>
          <a:gradFill flip="none" rotWithShape="1">
            <a:gsLst>
              <a:gs pos="56000">
                <a:schemeClr val="accent2">
                  <a:alpha val="0"/>
                </a:schemeClr>
              </a:gs>
              <a:gs pos="100000">
                <a:schemeClr val="accent2">
                  <a:alpha val="35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5" name="文本框 64"/>
          <p:cNvSpPr txBox="1"/>
          <p:nvPr/>
        </p:nvSpPr>
        <p:spPr>
          <a:xfrm>
            <a:off x="5311170" y="3157430"/>
            <a:ext cx="1569660"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业务逻辑梯度</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6" name="椭圆 65"/>
          <p:cNvSpPr/>
          <p:nvPr/>
        </p:nvSpPr>
        <p:spPr>
          <a:xfrm>
            <a:off x="2850001" y="3201709"/>
            <a:ext cx="6491998" cy="1125692"/>
          </a:xfrm>
          <a:prstGeom prst="ellipse">
            <a:avLst/>
          </a:prstGeom>
          <a:noFill/>
          <a:ln w="19050">
            <a:gradFill>
              <a:gsLst>
                <a:gs pos="0">
                  <a:schemeClr val="accent2">
                    <a:alpha val="0"/>
                  </a:schemeClr>
                </a:gs>
                <a:gs pos="100000">
                  <a:schemeClr val="accent2">
                    <a:alpha val="31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7" name="文本框 66"/>
          <p:cNvSpPr txBox="1"/>
          <p:nvPr/>
        </p:nvSpPr>
        <p:spPr>
          <a:xfrm>
            <a:off x="2831663" y="2915290"/>
            <a:ext cx="670363" cy="670361"/>
          </a:xfrm>
          <a:prstGeom prst="ellipse">
            <a:avLst/>
          </a:prstGeom>
          <a:gradFill>
            <a:gsLst>
              <a:gs pos="26000">
                <a:schemeClr val="accent2">
                  <a:alpha val="49000"/>
                </a:schemeClr>
              </a:gs>
              <a:gs pos="85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68" name="文本框 67"/>
          <p:cNvSpPr txBox="1"/>
          <p:nvPr/>
        </p:nvSpPr>
        <p:spPr>
          <a:xfrm>
            <a:off x="4429810" y="3419097"/>
            <a:ext cx="670363" cy="670361"/>
          </a:xfrm>
          <a:prstGeom prst="ellipse">
            <a:avLst/>
          </a:prstGeom>
          <a:gradFill>
            <a:gsLst>
              <a:gs pos="26000">
                <a:schemeClr val="accent2">
                  <a:alpha val="49000"/>
                </a:schemeClr>
              </a:gs>
              <a:gs pos="85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69" name="文本框 68"/>
          <p:cNvSpPr txBox="1"/>
          <p:nvPr/>
        </p:nvSpPr>
        <p:spPr>
          <a:xfrm>
            <a:off x="6836869" y="3419097"/>
            <a:ext cx="670363" cy="670361"/>
          </a:xfrm>
          <a:prstGeom prst="ellipse">
            <a:avLst/>
          </a:prstGeom>
          <a:gradFill>
            <a:gsLst>
              <a:gs pos="26000">
                <a:schemeClr val="accent2">
                  <a:alpha val="49000"/>
                </a:schemeClr>
              </a:gs>
              <a:gs pos="85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70" name="文本框 69"/>
          <p:cNvSpPr txBox="1"/>
          <p:nvPr/>
        </p:nvSpPr>
        <p:spPr>
          <a:xfrm>
            <a:off x="8751454" y="2915290"/>
            <a:ext cx="670363" cy="670361"/>
          </a:xfrm>
          <a:prstGeom prst="ellipse">
            <a:avLst/>
          </a:prstGeom>
          <a:gradFill>
            <a:gsLst>
              <a:gs pos="26000">
                <a:schemeClr val="accent2">
                  <a:alpha val="49000"/>
                </a:schemeClr>
              </a:gs>
              <a:gs pos="85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71" name="文本框 70"/>
          <p:cNvSpPr txBox="1"/>
          <p:nvPr/>
        </p:nvSpPr>
        <p:spPr>
          <a:xfrm>
            <a:off x="2588812" y="3617472"/>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accent3"/>
                </a:solidFill>
                <a:latin typeface="+mn-ea"/>
              </a:defRPr>
            </a:lvl1pPr>
          </a:lstStyle>
          <a:p>
            <a:r>
              <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rPr>
              <a:t>业务规则定义</a:t>
            </a:r>
            <a:endPar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2" name="文本框 71"/>
          <p:cNvSpPr txBox="1"/>
          <p:nvPr/>
        </p:nvSpPr>
        <p:spPr>
          <a:xfrm>
            <a:off x="4186959" y="4108946"/>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rPr>
              <a:t>数据模型设计</a:t>
            </a:r>
            <a:endPar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3" name="文本框 72"/>
          <p:cNvSpPr txBox="1"/>
          <p:nvPr/>
        </p:nvSpPr>
        <p:spPr>
          <a:xfrm>
            <a:off x="6594018" y="4098338"/>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rPr>
              <a:t>业务逻辑实现</a:t>
            </a:r>
            <a:endPar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4" name="文本框 73"/>
          <p:cNvSpPr txBox="1"/>
          <p:nvPr/>
        </p:nvSpPr>
        <p:spPr>
          <a:xfrm>
            <a:off x="8508603" y="3617472"/>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rPr>
              <a:t>业务逻辑分析</a:t>
            </a:r>
            <a:endParaRPr lang="zh-CN" altLang="en-US" b="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75" name="图形 102"/>
          <p:cNvSpPr/>
          <p:nvPr/>
        </p:nvSpPr>
        <p:spPr>
          <a:xfrm>
            <a:off x="3037932" y="3121130"/>
            <a:ext cx="257824" cy="258680"/>
          </a:xfrm>
          <a:custGeom>
            <a:avLst/>
            <a:gdLst>
              <a:gd name="connsiteX0" fmla="*/ 1205589 w 1620577"/>
              <a:gd name="connsiteY0" fmla="*/ 766931 h 1625956"/>
              <a:gd name="connsiteX1" fmla="*/ 1566527 w 1620577"/>
              <a:gd name="connsiteY1" fmla="*/ 424031 h 1625956"/>
              <a:gd name="connsiteX2" fmla="*/ 1566527 w 1620577"/>
              <a:gd name="connsiteY2" fmla="*/ 163046 h 1625956"/>
              <a:gd name="connsiteX3" fmla="*/ 1476456 w 1620577"/>
              <a:gd name="connsiteY3" fmla="*/ 72975 h 1625956"/>
              <a:gd name="connsiteX4" fmla="*/ 1218864 w 1620577"/>
              <a:gd name="connsiteY4" fmla="*/ 69701 h 1625956"/>
              <a:gd name="connsiteX5" fmla="*/ 866320 w 1620577"/>
              <a:gd name="connsiteY5" fmla="*/ 404445 h 1625956"/>
              <a:gd name="connsiteX6" fmla="*/ 523896 w 1620577"/>
              <a:gd name="connsiteY6" fmla="*/ 38626 h 1625956"/>
              <a:gd name="connsiteX7" fmla="*/ 521098 w 1620577"/>
              <a:gd name="connsiteY7" fmla="*/ 35709 h 1625956"/>
              <a:gd name="connsiteX8" fmla="*/ 350531 w 1620577"/>
              <a:gd name="connsiteY8" fmla="*/ 34945 h 1625956"/>
              <a:gd name="connsiteX9" fmla="*/ 350482 w 1620577"/>
              <a:gd name="connsiteY9" fmla="*/ 34994 h 1625956"/>
              <a:gd name="connsiteX10" fmla="*/ 93426 w 1620577"/>
              <a:gd name="connsiteY10" fmla="*/ 292050 h 1625956"/>
              <a:gd name="connsiteX11" fmla="*/ 91342 w 1620577"/>
              <a:gd name="connsiteY11" fmla="*/ 459750 h 1625956"/>
              <a:gd name="connsiteX12" fmla="*/ 428706 w 1620577"/>
              <a:gd name="connsiteY12" fmla="*/ 820152 h 1625956"/>
              <a:gd name="connsiteX13" fmla="*/ 109737 w 1620577"/>
              <a:gd name="connsiteY13" fmla="*/ 1123166 h 1625956"/>
              <a:gd name="connsiteX14" fmla="*/ 57171 w 1620577"/>
              <a:gd name="connsiteY14" fmla="*/ 1214844 h 1625956"/>
              <a:gd name="connsiteX15" fmla="*/ 3236 w 1620577"/>
              <a:gd name="connsiteY15" fmla="*/ 1445051 h 1625956"/>
              <a:gd name="connsiteX16" fmla="*/ 94319 w 1620577"/>
              <a:gd name="connsiteY16" fmla="*/ 1591748 h 1625956"/>
              <a:gd name="connsiteX17" fmla="*/ 156529 w 1620577"/>
              <a:gd name="connsiteY17" fmla="*/ 1590010 h 1625956"/>
              <a:gd name="connsiteX18" fmla="*/ 378461 w 1620577"/>
              <a:gd name="connsiteY18" fmla="*/ 1524645 h 1625956"/>
              <a:gd name="connsiteX19" fmla="*/ 453471 w 1620577"/>
              <a:gd name="connsiteY19" fmla="*/ 1481425 h 1625956"/>
              <a:gd name="connsiteX20" fmla="*/ 767974 w 1620577"/>
              <a:gd name="connsiteY20" fmla="*/ 1182638 h 1625956"/>
              <a:gd name="connsiteX21" fmla="*/ 1146772 w 1620577"/>
              <a:gd name="connsiteY21" fmla="*/ 1587331 h 1625956"/>
              <a:gd name="connsiteX22" fmla="*/ 1149570 w 1620577"/>
              <a:gd name="connsiteY22" fmla="*/ 1590248 h 1625956"/>
              <a:gd name="connsiteX23" fmla="*/ 1320137 w 1620577"/>
              <a:gd name="connsiteY23" fmla="*/ 1591012 h 1625956"/>
              <a:gd name="connsiteX24" fmla="*/ 1320186 w 1620577"/>
              <a:gd name="connsiteY24" fmla="*/ 1590962 h 1625956"/>
              <a:gd name="connsiteX25" fmla="*/ 1577242 w 1620577"/>
              <a:gd name="connsiteY25" fmla="*/ 1333907 h 1625956"/>
              <a:gd name="connsiteX26" fmla="*/ 1579326 w 1620577"/>
              <a:gd name="connsiteY26" fmla="*/ 1166207 h 1625956"/>
              <a:gd name="connsiteX27" fmla="*/ 1205589 w 1620577"/>
              <a:gd name="connsiteY27" fmla="*/ 766931 h 1625956"/>
              <a:gd name="connsiteX28" fmla="*/ 447339 w 1620577"/>
              <a:gd name="connsiteY28" fmla="*/ 1323072 h 1625956"/>
              <a:gd name="connsiteX29" fmla="*/ 279699 w 1620577"/>
              <a:gd name="connsiteY29" fmla="*/ 1155432 h 1625956"/>
              <a:gd name="connsiteX30" fmla="*/ 261482 w 1620577"/>
              <a:gd name="connsiteY30" fmla="*/ 1143347 h 1625956"/>
              <a:gd name="connsiteX31" fmla="*/ 1094146 w 1620577"/>
              <a:gd name="connsiteY31" fmla="*/ 352296 h 1625956"/>
              <a:gd name="connsiteX32" fmla="*/ 1269525 w 1620577"/>
              <a:gd name="connsiteY32" fmla="*/ 527675 h 1625956"/>
              <a:gd name="connsiteX33" fmla="*/ 1278395 w 1620577"/>
              <a:gd name="connsiteY33" fmla="*/ 533568 h 1625956"/>
              <a:gd name="connsiteX34" fmla="*/ 447339 w 1620577"/>
              <a:gd name="connsiteY34" fmla="*/ 1323072 h 1625956"/>
              <a:gd name="connsiteX35" fmla="*/ 1300839 w 1620577"/>
              <a:gd name="connsiteY35" fmla="*/ 155902 h 1625956"/>
              <a:gd name="connsiteX36" fmla="*/ 1392219 w 1620577"/>
              <a:gd name="connsiteY36" fmla="*/ 157093 h 1625956"/>
              <a:gd name="connsiteX37" fmla="*/ 1482290 w 1620577"/>
              <a:gd name="connsiteY37" fmla="*/ 247164 h 1625956"/>
              <a:gd name="connsiteX38" fmla="*/ 1481099 w 1620577"/>
              <a:gd name="connsiteY38" fmla="*/ 340925 h 1625956"/>
              <a:gd name="connsiteX39" fmla="*/ 1361203 w 1620577"/>
              <a:gd name="connsiteY39" fmla="*/ 454809 h 1625956"/>
              <a:gd name="connsiteX40" fmla="*/ 1353643 w 1620577"/>
              <a:gd name="connsiteY40" fmla="*/ 443438 h 1625956"/>
              <a:gd name="connsiteX41" fmla="*/ 1180407 w 1620577"/>
              <a:gd name="connsiteY41" fmla="*/ 270202 h 1625956"/>
              <a:gd name="connsiteX42" fmla="*/ 1300839 w 1620577"/>
              <a:gd name="connsiteY42" fmla="*/ 155902 h 1625956"/>
              <a:gd name="connsiteX43" fmla="*/ 389832 w 1620577"/>
              <a:gd name="connsiteY43" fmla="*/ 604470 h 1625956"/>
              <a:gd name="connsiteX44" fmla="*/ 430968 w 1620577"/>
              <a:gd name="connsiteY44" fmla="*/ 587206 h 1625956"/>
              <a:gd name="connsiteX45" fmla="*/ 520265 w 1620577"/>
              <a:gd name="connsiteY45" fmla="*/ 497909 h 1625956"/>
              <a:gd name="connsiteX46" fmla="*/ 520265 w 1620577"/>
              <a:gd name="connsiteY46" fmla="*/ 413732 h 1625956"/>
              <a:gd name="connsiteX47" fmla="*/ 436088 w 1620577"/>
              <a:gd name="connsiteY47" fmla="*/ 413732 h 1625956"/>
              <a:gd name="connsiteX48" fmla="*/ 346791 w 1620577"/>
              <a:gd name="connsiteY48" fmla="*/ 503029 h 1625956"/>
              <a:gd name="connsiteX49" fmla="*/ 330182 w 1620577"/>
              <a:gd name="connsiteY49" fmla="*/ 540712 h 1625956"/>
              <a:gd name="connsiteX50" fmla="*/ 178317 w 1620577"/>
              <a:gd name="connsiteY50" fmla="*/ 378430 h 1625956"/>
              <a:gd name="connsiteX51" fmla="*/ 177663 w 1620577"/>
              <a:gd name="connsiteY51" fmla="*/ 376287 h 1625956"/>
              <a:gd name="connsiteX52" fmla="*/ 434718 w 1620577"/>
              <a:gd name="connsiteY52" fmla="*/ 119171 h 1625956"/>
              <a:gd name="connsiteX53" fmla="*/ 437040 w 1620577"/>
              <a:gd name="connsiteY53" fmla="*/ 119945 h 1625956"/>
              <a:gd name="connsiteX54" fmla="*/ 780059 w 1620577"/>
              <a:gd name="connsiteY54" fmla="*/ 486420 h 1625956"/>
              <a:gd name="connsiteX55" fmla="*/ 515086 w 1620577"/>
              <a:gd name="connsiteY55" fmla="*/ 738177 h 1625956"/>
              <a:gd name="connsiteX56" fmla="*/ 389832 w 1620577"/>
              <a:gd name="connsiteY56" fmla="*/ 604470 h 1625956"/>
              <a:gd name="connsiteX57" fmla="*/ 122894 w 1620577"/>
              <a:gd name="connsiteY57" fmla="*/ 1475829 h 1625956"/>
              <a:gd name="connsiteX58" fmla="*/ 119182 w 1620577"/>
              <a:gd name="connsiteY58" fmla="*/ 1473844 h 1625956"/>
              <a:gd name="connsiteX59" fmla="*/ 119143 w 1620577"/>
              <a:gd name="connsiteY59" fmla="*/ 1472257 h 1625956"/>
              <a:gd name="connsiteX60" fmla="*/ 173079 w 1620577"/>
              <a:gd name="connsiteY60" fmla="*/ 1242050 h 1625956"/>
              <a:gd name="connsiteX61" fmla="*/ 182961 w 1620577"/>
              <a:gd name="connsiteY61" fmla="*/ 1220678 h 1625956"/>
              <a:gd name="connsiteX62" fmla="*/ 195522 w 1620577"/>
              <a:gd name="connsiteY62" fmla="*/ 1239549 h 1625956"/>
              <a:gd name="connsiteX63" fmla="*/ 359769 w 1620577"/>
              <a:gd name="connsiteY63" fmla="*/ 1403796 h 1625956"/>
              <a:gd name="connsiteX64" fmla="*/ 344886 w 1620577"/>
              <a:gd name="connsiteY64" fmla="*/ 1410404 h 1625956"/>
              <a:gd name="connsiteX65" fmla="*/ 122894 w 1620577"/>
              <a:gd name="connsiteY65" fmla="*/ 1475829 h 1625956"/>
              <a:gd name="connsiteX66" fmla="*/ 1236009 w 1620577"/>
              <a:gd name="connsiteY66" fmla="*/ 1506845 h 1625956"/>
              <a:gd name="connsiteX67" fmla="*/ 1233687 w 1620577"/>
              <a:gd name="connsiteY67" fmla="*/ 1506071 h 1625956"/>
              <a:gd name="connsiteX68" fmla="*/ 1000027 w 1620577"/>
              <a:gd name="connsiteY68" fmla="*/ 1256456 h 1625956"/>
              <a:gd name="connsiteX69" fmla="*/ 1026221 w 1620577"/>
              <a:gd name="connsiteY69" fmla="*/ 1242109 h 1625956"/>
              <a:gd name="connsiteX70" fmla="*/ 1115518 w 1620577"/>
              <a:gd name="connsiteY70" fmla="*/ 1152813 h 1625956"/>
              <a:gd name="connsiteX71" fmla="*/ 1115518 w 1620577"/>
              <a:gd name="connsiteY71" fmla="*/ 1068635 h 1625956"/>
              <a:gd name="connsiteX72" fmla="*/ 1031341 w 1620577"/>
              <a:gd name="connsiteY72" fmla="*/ 1068635 h 1625956"/>
              <a:gd name="connsiteX73" fmla="*/ 942044 w 1620577"/>
              <a:gd name="connsiteY73" fmla="*/ 1157932 h 1625956"/>
              <a:gd name="connsiteX74" fmla="*/ 928471 w 1620577"/>
              <a:gd name="connsiteY74" fmla="*/ 1180078 h 1625956"/>
              <a:gd name="connsiteX75" fmla="*/ 854235 w 1620577"/>
              <a:gd name="connsiteY75" fmla="*/ 1100723 h 1625956"/>
              <a:gd name="connsiteX76" fmla="*/ 1119209 w 1620577"/>
              <a:gd name="connsiteY76" fmla="*/ 848965 h 1625956"/>
              <a:gd name="connsiteX77" fmla="*/ 1492351 w 1620577"/>
              <a:gd name="connsiteY77" fmla="*/ 1247646 h 1625956"/>
              <a:gd name="connsiteX78" fmla="*/ 1493006 w 1620577"/>
              <a:gd name="connsiteY78" fmla="*/ 1249789 h 1625956"/>
              <a:gd name="connsiteX79" fmla="*/ 1236009 w 1620577"/>
              <a:gd name="connsiteY79" fmla="*/ 1506845 h 1625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620577" h="1625956">
                <a:moveTo>
                  <a:pt x="1205589" y="766931"/>
                </a:moveTo>
                <a:lnTo>
                  <a:pt x="1566527" y="424031"/>
                </a:lnTo>
                <a:cubicBezTo>
                  <a:pt x="1638594" y="351961"/>
                  <a:pt x="1638594" y="235115"/>
                  <a:pt x="1566527" y="163046"/>
                </a:cubicBezTo>
                <a:lnTo>
                  <a:pt x="1476456" y="72975"/>
                </a:lnTo>
                <a:cubicBezTo>
                  <a:pt x="1405682" y="2222"/>
                  <a:pt x="1291413" y="769"/>
                  <a:pt x="1218864" y="69701"/>
                </a:cubicBezTo>
                <a:lnTo>
                  <a:pt x="866320" y="404445"/>
                </a:lnTo>
                <a:lnTo>
                  <a:pt x="523896" y="38626"/>
                </a:lnTo>
                <a:lnTo>
                  <a:pt x="521098" y="35709"/>
                </a:lnTo>
                <a:cubicBezTo>
                  <a:pt x="474208" y="-11603"/>
                  <a:pt x="397843" y="-11945"/>
                  <a:pt x="350531" y="34945"/>
                </a:cubicBezTo>
                <a:cubicBezTo>
                  <a:pt x="350515" y="34961"/>
                  <a:pt x="350498" y="34978"/>
                  <a:pt x="350482" y="34994"/>
                </a:cubicBezTo>
                <a:lnTo>
                  <a:pt x="93426" y="292050"/>
                </a:lnTo>
                <a:cubicBezTo>
                  <a:pt x="47589" y="338228"/>
                  <a:pt x="46667" y="412447"/>
                  <a:pt x="91342" y="459750"/>
                </a:cubicBezTo>
                <a:lnTo>
                  <a:pt x="428706" y="820152"/>
                </a:lnTo>
                <a:lnTo>
                  <a:pt x="109737" y="1123166"/>
                </a:lnTo>
                <a:cubicBezTo>
                  <a:pt x="83659" y="1147952"/>
                  <a:pt x="65388" y="1179816"/>
                  <a:pt x="57171" y="1214844"/>
                </a:cubicBezTo>
                <a:lnTo>
                  <a:pt x="3236" y="1445051"/>
                </a:lnTo>
                <a:cubicBezTo>
                  <a:pt x="-12121" y="1510713"/>
                  <a:pt x="28658" y="1576391"/>
                  <a:pt x="94319" y="1591748"/>
                </a:cubicBezTo>
                <a:cubicBezTo>
                  <a:pt x="114858" y="1596552"/>
                  <a:pt x="136291" y="1595953"/>
                  <a:pt x="156529" y="1590010"/>
                </a:cubicBezTo>
                <a:lnTo>
                  <a:pt x="378461" y="1524645"/>
                </a:lnTo>
                <a:cubicBezTo>
                  <a:pt x="406522" y="1516354"/>
                  <a:pt x="432225" y="1501544"/>
                  <a:pt x="453471" y="1481425"/>
                </a:cubicBezTo>
                <a:lnTo>
                  <a:pt x="767974" y="1182638"/>
                </a:lnTo>
                <a:lnTo>
                  <a:pt x="1146772" y="1587331"/>
                </a:lnTo>
                <a:lnTo>
                  <a:pt x="1149570" y="1590248"/>
                </a:lnTo>
                <a:cubicBezTo>
                  <a:pt x="1196460" y="1637560"/>
                  <a:pt x="1272825" y="1637902"/>
                  <a:pt x="1320137" y="1591012"/>
                </a:cubicBezTo>
                <a:cubicBezTo>
                  <a:pt x="1320153" y="1590995"/>
                  <a:pt x="1320170" y="1590979"/>
                  <a:pt x="1320186" y="1590962"/>
                </a:cubicBezTo>
                <a:lnTo>
                  <a:pt x="1577242" y="1333907"/>
                </a:lnTo>
                <a:cubicBezTo>
                  <a:pt x="1623079" y="1287729"/>
                  <a:pt x="1624001" y="1213509"/>
                  <a:pt x="1579326" y="1166207"/>
                </a:cubicBezTo>
                <a:lnTo>
                  <a:pt x="1205589" y="766931"/>
                </a:lnTo>
                <a:close/>
                <a:moveTo>
                  <a:pt x="447339" y="1323072"/>
                </a:moveTo>
                <a:lnTo>
                  <a:pt x="279699" y="1155432"/>
                </a:lnTo>
                <a:cubicBezTo>
                  <a:pt x="274439" y="1150296"/>
                  <a:pt x="268259" y="1146197"/>
                  <a:pt x="261482" y="1143347"/>
                </a:cubicBezTo>
                <a:lnTo>
                  <a:pt x="1094146" y="352296"/>
                </a:lnTo>
                <a:lnTo>
                  <a:pt x="1269525" y="527675"/>
                </a:lnTo>
                <a:cubicBezTo>
                  <a:pt x="1272145" y="530294"/>
                  <a:pt x="1275419" y="531544"/>
                  <a:pt x="1278395" y="533568"/>
                </a:cubicBezTo>
                <a:lnTo>
                  <a:pt x="447339" y="1323072"/>
                </a:lnTo>
                <a:close/>
                <a:moveTo>
                  <a:pt x="1300839" y="155902"/>
                </a:moveTo>
                <a:cubicBezTo>
                  <a:pt x="1326587" y="131465"/>
                  <a:pt x="1367117" y="131994"/>
                  <a:pt x="1392219" y="157093"/>
                </a:cubicBezTo>
                <a:lnTo>
                  <a:pt x="1482290" y="247164"/>
                </a:lnTo>
                <a:cubicBezTo>
                  <a:pt x="1507888" y="272762"/>
                  <a:pt x="1507888" y="314196"/>
                  <a:pt x="1481099" y="340925"/>
                </a:cubicBezTo>
                <a:lnTo>
                  <a:pt x="1361203" y="454809"/>
                </a:lnTo>
                <a:cubicBezTo>
                  <a:pt x="1358822" y="450939"/>
                  <a:pt x="1357036" y="446831"/>
                  <a:pt x="1353643" y="443438"/>
                </a:cubicBezTo>
                <a:lnTo>
                  <a:pt x="1180407" y="270202"/>
                </a:lnTo>
                <a:lnTo>
                  <a:pt x="1300839" y="155902"/>
                </a:lnTo>
                <a:close/>
                <a:moveTo>
                  <a:pt x="389832" y="604470"/>
                </a:moveTo>
                <a:cubicBezTo>
                  <a:pt x="404715" y="604232"/>
                  <a:pt x="419598" y="598577"/>
                  <a:pt x="430968" y="587206"/>
                </a:cubicBezTo>
                <a:lnTo>
                  <a:pt x="520265" y="497909"/>
                </a:lnTo>
                <a:cubicBezTo>
                  <a:pt x="543510" y="474664"/>
                  <a:pt x="543510" y="436977"/>
                  <a:pt x="520265" y="413732"/>
                </a:cubicBezTo>
                <a:cubicBezTo>
                  <a:pt x="497020" y="390487"/>
                  <a:pt x="459333" y="390487"/>
                  <a:pt x="436088" y="413732"/>
                </a:cubicBezTo>
                <a:lnTo>
                  <a:pt x="346791" y="503029"/>
                </a:lnTo>
                <a:cubicBezTo>
                  <a:pt x="336903" y="513184"/>
                  <a:pt x="331007" y="526563"/>
                  <a:pt x="330182" y="540712"/>
                </a:cubicBezTo>
                <a:lnTo>
                  <a:pt x="178317" y="378430"/>
                </a:lnTo>
                <a:cubicBezTo>
                  <a:pt x="177365" y="377477"/>
                  <a:pt x="177365" y="376525"/>
                  <a:pt x="177663" y="376287"/>
                </a:cubicBezTo>
                <a:lnTo>
                  <a:pt x="434718" y="119171"/>
                </a:lnTo>
                <a:cubicBezTo>
                  <a:pt x="434957" y="118933"/>
                  <a:pt x="435969" y="118933"/>
                  <a:pt x="437040" y="119945"/>
                </a:cubicBezTo>
                <a:lnTo>
                  <a:pt x="780059" y="486420"/>
                </a:lnTo>
                <a:lnTo>
                  <a:pt x="515086" y="738177"/>
                </a:lnTo>
                <a:lnTo>
                  <a:pt x="389832" y="604470"/>
                </a:lnTo>
                <a:close/>
                <a:moveTo>
                  <a:pt x="122894" y="1475829"/>
                </a:moveTo>
                <a:cubicBezTo>
                  <a:pt x="121320" y="1476306"/>
                  <a:pt x="119659" y="1475417"/>
                  <a:pt x="119182" y="1473844"/>
                </a:cubicBezTo>
                <a:cubicBezTo>
                  <a:pt x="119026" y="1473328"/>
                  <a:pt x="119012" y="1472780"/>
                  <a:pt x="119143" y="1472257"/>
                </a:cubicBezTo>
                <a:lnTo>
                  <a:pt x="173079" y="1242050"/>
                </a:lnTo>
                <a:cubicBezTo>
                  <a:pt x="174924" y="1234311"/>
                  <a:pt x="178555" y="1227227"/>
                  <a:pt x="182961" y="1220678"/>
                </a:cubicBezTo>
                <a:cubicBezTo>
                  <a:pt x="185892" y="1227719"/>
                  <a:pt x="190158" y="1234127"/>
                  <a:pt x="195522" y="1239549"/>
                </a:cubicBezTo>
                <a:lnTo>
                  <a:pt x="359769" y="1403796"/>
                </a:lnTo>
                <a:cubicBezTo>
                  <a:pt x="355103" y="1406612"/>
                  <a:pt x="350103" y="1408832"/>
                  <a:pt x="344886" y="1410404"/>
                </a:cubicBezTo>
                <a:lnTo>
                  <a:pt x="122894" y="1475829"/>
                </a:lnTo>
                <a:close/>
                <a:moveTo>
                  <a:pt x="1236009" y="1506845"/>
                </a:moveTo>
                <a:cubicBezTo>
                  <a:pt x="1235771" y="1507083"/>
                  <a:pt x="1234759" y="1507083"/>
                  <a:pt x="1233687" y="1506071"/>
                </a:cubicBezTo>
                <a:lnTo>
                  <a:pt x="1000027" y="1256456"/>
                </a:lnTo>
                <a:cubicBezTo>
                  <a:pt x="1009860" y="1254038"/>
                  <a:pt x="1018889" y="1249092"/>
                  <a:pt x="1026221" y="1242109"/>
                </a:cubicBezTo>
                <a:lnTo>
                  <a:pt x="1115518" y="1152813"/>
                </a:lnTo>
                <a:cubicBezTo>
                  <a:pt x="1138763" y="1129568"/>
                  <a:pt x="1138763" y="1091880"/>
                  <a:pt x="1115518" y="1068635"/>
                </a:cubicBezTo>
                <a:cubicBezTo>
                  <a:pt x="1092273" y="1045390"/>
                  <a:pt x="1054586" y="1045390"/>
                  <a:pt x="1031341" y="1068635"/>
                </a:cubicBezTo>
                <a:lnTo>
                  <a:pt x="942044" y="1157932"/>
                </a:lnTo>
                <a:cubicBezTo>
                  <a:pt x="935929" y="1164213"/>
                  <a:pt x="931292" y="1171778"/>
                  <a:pt x="928471" y="1180078"/>
                </a:cubicBezTo>
                <a:lnTo>
                  <a:pt x="854235" y="1100723"/>
                </a:lnTo>
                <a:lnTo>
                  <a:pt x="1119209" y="848965"/>
                </a:lnTo>
                <a:lnTo>
                  <a:pt x="1492351" y="1247646"/>
                </a:lnTo>
                <a:cubicBezTo>
                  <a:pt x="1493244" y="1248598"/>
                  <a:pt x="1493244" y="1249551"/>
                  <a:pt x="1493006" y="1249789"/>
                </a:cubicBezTo>
                <a:lnTo>
                  <a:pt x="1236009" y="1506845"/>
                </a:lnTo>
                <a:close/>
              </a:path>
            </a:pathLst>
          </a:custGeom>
          <a:solidFill>
            <a:schemeClr val="tx1"/>
          </a:solidFill>
          <a:ln w="1860" cap="flat">
            <a:noFill/>
            <a:prstDash val="solid"/>
            <a:miter/>
          </a:ln>
        </p:spPr>
        <p:txBody>
          <a:bodyPr rtlCol="0" anchor="ctr"/>
          <a:lstStyle/>
          <a:p>
            <a:endParaRPr lang="zh-CN" altLang="en-US">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76" name="图形 112"/>
          <p:cNvSpPr/>
          <p:nvPr/>
        </p:nvSpPr>
        <p:spPr>
          <a:xfrm>
            <a:off x="4636172" y="3625386"/>
            <a:ext cx="257639" cy="257783"/>
          </a:xfrm>
          <a:custGeom>
            <a:avLst/>
            <a:gdLst>
              <a:gd name="connsiteX0" fmla="*/ 108651 w 257639"/>
              <a:gd name="connsiteY0" fmla="*/ 117665 h 257783"/>
              <a:gd name="connsiteX1" fmla="*/ 11965 w 257639"/>
              <a:gd name="connsiteY1" fmla="*/ 67518 h 257783"/>
              <a:gd name="connsiteX2" fmla="*/ 954 w 257639"/>
              <a:gd name="connsiteY2" fmla="*/ 71001 h 257783"/>
              <a:gd name="connsiteX3" fmla="*/ 33 w 257639"/>
              <a:gd name="connsiteY3" fmla="*/ 75722 h 257783"/>
              <a:gd name="connsiteX4" fmla="*/ 33 w 257639"/>
              <a:gd name="connsiteY4" fmla="*/ 186763 h 257783"/>
              <a:gd name="connsiteX5" fmla="*/ 3936 w 257639"/>
              <a:gd name="connsiteY5" fmla="*/ 193811 h 257783"/>
              <a:gd name="connsiteX6" fmla="*/ 100399 w 257639"/>
              <a:gd name="connsiteY6" fmla="*/ 256322 h 257783"/>
              <a:gd name="connsiteX7" fmla="*/ 104636 w 257639"/>
              <a:gd name="connsiteY7" fmla="*/ 257708 h 257783"/>
              <a:gd name="connsiteX8" fmla="*/ 112666 w 257639"/>
              <a:gd name="connsiteY8" fmla="*/ 249389 h 257783"/>
              <a:gd name="connsiteX9" fmla="*/ 112666 w 257639"/>
              <a:gd name="connsiteY9" fmla="*/ 125176 h 257783"/>
              <a:gd name="connsiteX10" fmla="*/ 108428 w 257639"/>
              <a:gd name="connsiteY10" fmla="*/ 117665 h 257783"/>
              <a:gd name="connsiteX11" fmla="*/ 96719 w 257639"/>
              <a:gd name="connsiteY11" fmla="*/ 234483 h 257783"/>
              <a:gd name="connsiteX12" fmla="*/ 16203 w 257639"/>
              <a:gd name="connsiteY12" fmla="*/ 182025 h 257783"/>
              <a:gd name="connsiteX13" fmla="*/ 16203 w 257639"/>
              <a:gd name="connsiteY13" fmla="*/ 89587 h 257783"/>
              <a:gd name="connsiteX14" fmla="*/ 96719 w 257639"/>
              <a:gd name="connsiteY14" fmla="*/ 130607 h 257783"/>
              <a:gd name="connsiteX15" fmla="*/ 254181 w 257639"/>
              <a:gd name="connsiteY15" fmla="*/ 66363 h 257783"/>
              <a:gd name="connsiteX16" fmla="*/ 246487 w 257639"/>
              <a:gd name="connsiteY16" fmla="*/ 66363 h 257783"/>
              <a:gd name="connsiteX17" fmla="*/ 133854 w 257639"/>
              <a:gd name="connsiteY17" fmla="*/ 117665 h 257783"/>
              <a:gd name="connsiteX18" fmla="*/ 129059 w 257639"/>
              <a:gd name="connsiteY18" fmla="*/ 125292 h 257783"/>
              <a:gd name="connsiteX19" fmla="*/ 129059 w 257639"/>
              <a:gd name="connsiteY19" fmla="*/ 249505 h 257783"/>
              <a:gd name="connsiteX20" fmla="*/ 137127 w 257639"/>
              <a:gd name="connsiteY20" fmla="*/ 257783 h 257783"/>
              <a:gd name="connsiteX21" fmla="*/ 141103 w 257639"/>
              <a:gd name="connsiteY21" fmla="*/ 256668 h 257783"/>
              <a:gd name="connsiteX22" fmla="*/ 253624 w 257639"/>
              <a:gd name="connsiteY22" fmla="*/ 189882 h 257783"/>
              <a:gd name="connsiteX23" fmla="*/ 257639 w 257639"/>
              <a:gd name="connsiteY23" fmla="*/ 182718 h 257783"/>
              <a:gd name="connsiteX24" fmla="*/ 257639 w 257639"/>
              <a:gd name="connsiteY24" fmla="*/ 73411 h 257783"/>
              <a:gd name="connsiteX25" fmla="*/ 254070 w 257639"/>
              <a:gd name="connsiteY25" fmla="*/ 66363 h 257783"/>
              <a:gd name="connsiteX26" fmla="*/ 241803 w 257639"/>
              <a:gd name="connsiteY26" fmla="*/ 177403 h 257783"/>
              <a:gd name="connsiteX27" fmla="*/ 145006 w 257639"/>
              <a:gd name="connsiteY27" fmla="*/ 234483 h 257783"/>
              <a:gd name="connsiteX28" fmla="*/ 145006 w 257639"/>
              <a:gd name="connsiteY28" fmla="*/ 130491 h 257783"/>
              <a:gd name="connsiteX29" fmla="*/ 241692 w 257639"/>
              <a:gd name="connsiteY29" fmla="*/ 86121 h 257783"/>
              <a:gd name="connsiteX30" fmla="*/ 240911 w 257639"/>
              <a:gd name="connsiteY30" fmla="*/ 44986 h 257783"/>
              <a:gd name="connsiteX31" fmla="*/ 235447 w 257639"/>
              <a:gd name="connsiteY31" fmla="*/ 37476 h 257783"/>
              <a:gd name="connsiteX32" fmla="*/ 133854 w 257639"/>
              <a:gd name="connsiteY32" fmla="*/ 385 h 257783"/>
              <a:gd name="connsiteX33" fmla="*/ 129059 w 257639"/>
              <a:gd name="connsiteY33" fmla="*/ 385 h 257783"/>
              <a:gd name="connsiteX34" fmla="*/ 20329 w 257639"/>
              <a:gd name="connsiteY34" fmla="*/ 39787 h 257783"/>
              <a:gd name="connsiteX35" fmla="*/ 15236 w 257639"/>
              <a:gd name="connsiteY35" fmla="*/ 50302 h 257783"/>
              <a:gd name="connsiteX36" fmla="*/ 19325 w 257639"/>
              <a:gd name="connsiteY36" fmla="*/ 55154 h 257783"/>
              <a:gd name="connsiteX37" fmla="*/ 116011 w 257639"/>
              <a:gd name="connsiteY37" fmla="*/ 105302 h 257783"/>
              <a:gd name="connsiteX38" fmla="*/ 119580 w 257639"/>
              <a:gd name="connsiteY38" fmla="*/ 106111 h 257783"/>
              <a:gd name="connsiteX39" fmla="*/ 122814 w 257639"/>
              <a:gd name="connsiteY39" fmla="*/ 106111 h 257783"/>
              <a:gd name="connsiteX40" fmla="*/ 235558 w 257639"/>
              <a:gd name="connsiteY40" fmla="*/ 54346 h 257783"/>
              <a:gd name="connsiteX41" fmla="*/ 240911 w 257639"/>
              <a:gd name="connsiteY41" fmla="*/ 44986 h 257783"/>
              <a:gd name="connsiteX42" fmla="*/ 120137 w 257639"/>
              <a:gd name="connsiteY42" fmla="*/ 88085 h 257783"/>
              <a:gd name="connsiteX43" fmla="*/ 43859 w 257639"/>
              <a:gd name="connsiteY43" fmla="*/ 49146 h 257783"/>
              <a:gd name="connsiteX44" fmla="*/ 131066 w 257639"/>
              <a:gd name="connsiteY44" fmla="*/ 17486 h 257783"/>
              <a:gd name="connsiteX45" fmla="*/ 210801 w 257639"/>
              <a:gd name="connsiteY45" fmla="*/ 45795 h 257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7639" h="257783">
                <a:moveTo>
                  <a:pt x="108651" y="117665"/>
                </a:moveTo>
                <a:lnTo>
                  <a:pt x="11965" y="67518"/>
                </a:lnTo>
                <a:cubicBezTo>
                  <a:pt x="7996" y="65329"/>
                  <a:pt x="3067" y="66889"/>
                  <a:pt x="954" y="71001"/>
                </a:cubicBezTo>
                <a:cubicBezTo>
                  <a:pt x="211" y="72449"/>
                  <a:pt x="-109" y="74089"/>
                  <a:pt x="33" y="75722"/>
                </a:cubicBezTo>
                <a:lnTo>
                  <a:pt x="33" y="186763"/>
                </a:lnTo>
                <a:cubicBezTo>
                  <a:pt x="63" y="189655"/>
                  <a:pt x="1541" y="192324"/>
                  <a:pt x="3936" y="193811"/>
                </a:cubicBezTo>
                <a:lnTo>
                  <a:pt x="100399" y="256322"/>
                </a:lnTo>
                <a:cubicBezTo>
                  <a:pt x="101662" y="257177"/>
                  <a:pt x="103128" y="257656"/>
                  <a:pt x="104636" y="257708"/>
                </a:cubicBezTo>
                <a:cubicBezTo>
                  <a:pt x="109071" y="257708"/>
                  <a:pt x="112666" y="253984"/>
                  <a:pt x="112666" y="249389"/>
                </a:cubicBezTo>
                <a:lnTo>
                  <a:pt x="112666" y="125176"/>
                </a:lnTo>
                <a:cubicBezTo>
                  <a:pt x="112730" y="122046"/>
                  <a:pt x="111092" y="119143"/>
                  <a:pt x="108428" y="117665"/>
                </a:cubicBezTo>
                <a:close/>
                <a:moveTo>
                  <a:pt x="96719" y="234483"/>
                </a:moveTo>
                <a:lnTo>
                  <a:pt x="16203" y="182025"/>
                </a:lnTo>
                <a:lnTo>
                  <a:pt x="16203" y="89587"/>
                </a:lnTo>
                <a:lnTo>
                  <a:pt x="96719" y="130607"/>
                </a:lnTo>
                <a:close/>
                <a:moveTo>
                  <a:pt x="254181" y="66363"/>
                </a:moveTo>
                <a:cubicBezTo>
                  <a:pt x="251784" y="65006"/>
                  <a:pt x="248885" y="65006"/>
                  <a:pt x="246487" y="66363"/>
                </a:cubicBezTo>
                <a:lnTo>
                  <a:pt x="133854" y="117665"/>
                </a:lnTo>
                <a:cubicBezTo>
                  <a:pt x="130936" y="118996"/>
                  <a:pt x="129054" y="121989"/>
                  <a:pt x="129059" y="125292"/>
                </a:cubicBezTo>
                <a:lnTo>
                  <a:pt x="129059" y="249505"/>
                </a:lnTo>
                <a:cubicBezTo>
                  <a:pt x="129081" y="254099"/>
                  <a:pt x="132693" y="257806"/>
                  <a:pt x="137127" y="257783"/>
                </a:cubicBezTo>
                <a:cubicBezTo>
                  <a:pt x="138523" y="257776"/>
                  <a:pt x="139894" y="257392"/>
                  <a:pt x="141103" y="256668"/>
                </a:cubicBezTo>
                <a:lnTo>
                  <a:pt x="253624" y="189882"/>
                </a:lnTo>
                <a:cubicBezTo>
                  <a:pt x="256096" y="188404"/>
                  <a:pt x="257624" y="185676"/>
                  <a:pt x="257639" y="182718"/>
                </a:cubicBezTo>
                <a:lnTo>
                  <a:pt x="257639" y="73411"/>
                </a:lnTo>
                <a:cubicBezTo>
                  <a:pt x="257681" y="70586"/>
                  <a:pt x="256337" y="67932"/>
                  <a:pt x="254070" y="66363"/>
                </a:cubicBezTo>
                <a:close/>
                <a:moveTo>
                  <a:pt x="241803" y="177403"/>
                </a:moveTo>
                <a:lnTo>
                  <a:pt x="145006" y="234483"/>
                </a:lnTo>
                <a:lnTo>
                  <a:pt x="145006" y="130491"/>
                </a:lnTo>
                <a:lnTo>
                  <a:pt x="241692" y="86121"/>
                </a:lnTo>
                <a:close/>
                <a:moveTo>
                  <a:pt x="240911" y="44986"/>
                </a:moveTo>
                <a:cubicBezTo>
                  <a:pt x="240761" y="41554"/>
                  <a:pt x="238590" y="38570"/>
                  <a:pt x="235447" y="37476"/>
                </a:cubicBezTo>
                <a:lnTo>
                  <a:pt x="133854" y="385"/>
                </a:lnTo>
                <a:cubicBezTo>
                  <a:pt x="132294" y="-128"/>
                  <a:pt x="130619" y="-128"/>
                  <a:pt x="129059" y="385"/>
                </a:cubicBezTo>
                <a:lnTo>
                  <a:pt x="20329" y="39787"/>
                </a:lnTo>
                <a:cubicBezTo>
                  <a:pt x="16120" y="41233"/>
                  <a:pt x="13840" y="45941"/>
                  <a:pt x="15236" y="50302"/>
                </a:cubicBezTo>
                <a:cubicBezTo>
                  <a:pt x="15915" y="52423"/>
                  <a:pt x="17389" y="54172"/>
                  <a:pt x="19325" y="55154"/>
                </a:cubicBezTo>
                <a:lnTo>
                  <a:pt x="116011" y="105302"/>
                </a:lnTo>
                <a:cubicBezTo>
                  <a:pt x="117125" y="105852"/>
                  <a:pt x="118346" y="106129"/>
                  <a:pt x="119580" y="106111"/>
                </a:cubicBezTo>
                <a:cubicBezTo>
                  <a:pt x="120647" y="106332"/>
                  <a:pt x="121746" y="106332"/>
                  <a:pt x="122814" y="106111"/>
                </a:cubicBezTo>
                <a:lnTo>
                  <a:pt x="235558" y="54346"/>
                </a:lnTo>
                <a:cubicBezTo>
                  <a:pt x="239337" y="53034"/>
                  <a:pt x="241615" y="49050"/>
                  <a:pt x="240911" y="44986"/>
                </a:cubicBezTo>
                <a:close/>
                <a:moveTo>
                  <a:pt x="120137" y="88085"/>
                </a:moveTo>
                <a:lnTo>
                  <a:pt x="43859" y="49146"/>
                </a:lnTo>
                <a:lnTo>
                  <a:pt x="131066" y="17486"/>
                </a:lnTo>
                <a:lnTo>
                  <a:pt x="210801" y="45795"/>
                </a:lnTo>
                <a:close/>
              </a:path>
            </a:pathLst>
          </a:custGeom>
          <a:solidFill>
            <a:schemeClr val="tx1"/>
          </a:solidFill>
          <a:ln w="242" cap="flat">
            <a:noFill/>
            <a:prstDash val="solid"/>
            <a:miter/>
          </a:ln>
        </p:spPr>
        <p:txBody>
          <a:bodyPr rtlCol="0" anchor="ctr"/>
          <a:lstStyle/>
          <a:p>
            <a:endParaRPr lang="zh-CN" altLang="en-US" dirty="0">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77" name="图形 122"/>
          <p:cNvSpPr/>
          <p:nvPr/>
        </p:nvSpPr>
        <p:spPr>
          <a:xfrm>
            <a:off x="7037389" y="3620521"/>
            <a:ext cx="243290" cy="242287"/>
          </a:xfrm>
          <a:custGeom>
            <a:avLst/>
            <a:gdLst>
              <a:gd name="connsiteX0" fmla="*/ 103755 w 207030"/>
              <a:gd name="connsiteY0" fmla="*/ 115938 h 206176"/>
              <a:gd name="connsiteX1" fmla="*/ 158761 w 207030"/>
              <a:gd name="connsiteY1" fmla="*/ 115938 h 206176"/>
              <a:gd name="connsiteX2" fmla="*/ 193974 w 207030"/>
              <a:gd name="connsiteY2" fmla="*/ 125296 h 206176"/>
              <a:gd name="connsiteX3" fmla="*/ 203332 w 207030"/>
              <a:gd name="connsiteY3" fmla="*/ 90082 h 206176"/>
              <a:gd name="connsiteX4" fmla="*/ 168119 w 207030"/>
              <a:gd name="connsiteY4" fmla="*/ 80724 h 206176"/>
              <a:gd name="connsiteX5" fmla="*/ 155283 w 207030"/>
              <a:gd name="connsiteY5" fmla="*/ 103056 h 206176"/>
              <a:gd name="connsiteX6" fmla="*/ 103755 w 207030"/>
              <a:gd name="connsiteY6" fmla="*/ 103056 h 206176"/>
              <a:gd name="connsiteX7" fmla="*/ 103755 w 207030"/>
              <a:gd name="connsiteY7" fmla="*/ 29242 h 206176"/>
              <a:gd name="connsiteX8" fmla="*/ 159792 w 207030"/>
              <a:gd name="connsiteY8" fmla="*/ 29242 h 206176"/>
              <a:gd name="connsiteX9" fmla="*/ 188411 w 207030"/>
              <a:gd name="connsiteY9" fmla="*/ 47041 h 206176"/>
              <a:gd name="connsiteX10" fmla="*/ 206210 w 207030"/>
              <a:gd name="connsiteY10" fmla="*/ 18421 h 206176"/>
              <a:gd name="connsiteX11" fmla="*/ 182979 w 207030"/>
              <a:gd name="connsiteY11" fmla="*/ 0 h 206176"/>
              <a:gd name="connsiteX12" fmla="*/ 161853 w 207030"/>
              <a:gd name="connsiteY12" fmla="*/ 12882 h 206176"/>
              <a:gd name="connsiteX13" fmla="*/ 97185 w 207030"/>
              <a:gd name="connsiteY13" fmla="*/ 12882 h 206176"/>
              <a:gd name="connsiteX14" fmla="*/ 90744 w 207030"/>
              <a:gd name="connsiteY14" fmla="*/ 21126 h 206176"/>
              <a:gd name="connsiteX15" fmla="*/ 90744 w 207030"/>
              <a:gd name="connsiteY15" fmla="*/ 103056 h 206176"/>
              <a:gd name="connsiteX16" fmla="*/ 48105 w 207030"/>
              <a:gd name="connsiteY16" fmla="*/ 103056 h 206176"/>
              <a:gd name="connsiteX17" fmla="*/ 22195 w 207030"/>
              <a:gd name="connsiteY17" fmla="*/ 80937 h 206176"/>
              <a:gd name="connsiteX18" fmla="*/ 76 w 207030"/>
              <a:gd name="connsiteY18" fmla="*/ 106847 h 206176"/>
              <a:gd name="connsiteX19" fmla="*/ 25986 w 207030"/>
              <a:gd name="connsiteY19" fmla="*/ 128966 h 206176"/>
              <a:gd name="connsiteX20" fmla="*/ 45529 w 207030"/>
              <a:gd name="connsiteY20" fmla="*/ 115938 h 206176"/>
              <a:gd name="connsiteX21" fmla="*/ 90873 w 207030"/>
              <a:gd name="connsiteY21" fmla="*/ 115938 h 206176"/>
              <a:gd name="connsiteX22" fmla="*/ 90873 w 207030"/>
              <a:gd name="connsiteY22" fmla="*/ 184985 h 206176"/>
              <a:gd name="connsiteX23" fmla="*/ 97314 w 207030"/>
              <a:gd name="connsiteY23" fmla="*/ 193229 h 206176"/>
              <a:gd name="connsiteX24" fmla="*/ 158375 w 207030"/>
              <a:gd name="connsiteY24" fmla="*/ 193229 h 206176"/>
              <a:gd name="connsiteX25" fmla="*/ 181047 w 207030"/>
              <a:gd name="connsiteY25" fmla="*/ 206111 h 206176"/>
              <a:gd name="connsiteX26" fmla="*/ 206966 w 207030"/>
              <a:gd name="connsiteY26" fmla="*/ 183723 h 206176"/>
              <a:gd name="connsiteX27" fmla="*/ 184577 w 207030"/>
              <a:gd name="connsiteY27" fmla="*/ 157804 h 206176"/>
              <a:gd name="connsiteX28" fmla="*/ 181047 w 207030"/>
              <a:gd name="connsiteY28" fmla="*/ 157804 h 206176"/>
              <a:gd name="connsiteX29" fmla="*/ 155283 w 207030"/>
              <a:gd name="connsiteY29" fmla="*/ 176869 h 206176"/>
              <a:gd name="connsiteX30" fmla="*/ 103755 w 207030"/>
              <a:gd name="connsiteY30" fmla="*/ 176869 h 206176"/>
              <a:gd name="connsiteX31" fmla="*/ 181047 w 207030"/>
              <a:gd name="connsiteY31" fmla="*/ 93394 h 206176"/>
              <a:gd name="connsiteX32" fmla="*/ 188518 w 207030"/>
              <a:gd name="connsiteY32" fmla="*/ 97388 h 206176"/>
              <a:gd name="connsiteX33" fmla="*/ 188518 w 207030"/>
              <a:gd name="connsiteY33" fmla="*/ 105374 h 206176"/>
              <a:gd name="connsiteX34" fmla="*/ 181047 w 207030"/>
              <a:gd name="connsiteY34" fmla="*/ 109368 h 206176"/>
              <a:gd name="connsiteX35" fmla="*/ 171975 w 207030"/>
              <a:gd name="connsiteY35" fmla="*/ 102337 h 206176"/>
              <a:gd name="connsiteX36" fmla="*/ 179006 w 207030"/>
              <a:gd name="connsiteY36" fmla="*/ 93265 h 206176"/>
              <a:gd name="connsiteX37" fmla="*/ 181047 w 207030"/>
              <a:gd name="connsiteY37" fmla="*/ 93265 h 206176"/>
              <a:gd name="connsiteX38" fmla="*/ 182979 w 207030"/>
              <a:gd name="connsiteY38" fmla="*/ 16102 h 206176"/>
              <a:gd name="connsiteX39" fmla="*/ 190690 w 207030"/>
              <a:gd name="connsiteY39" fmla="*/ 24604 h 206176"/>
              <a:gd name="connsiteX40" fmla="*/ 182189 w 207030"/>
              <a:gd name="connsiteY40" fmla="*/ 32314 h 206176"/>
              <a:gd name="connsiteX41" fmla="*/ 174477 w 207030"/>
              <a:gd name="connsiteY41" fmla="*/ 23832 h 206176"/>
              <a:gd name="connsiteX42" fmla="*/ 182701 w 207030"/>
              <a:gd name="connsiteY42" fmla="*/ 16089 h 206176"/>
              <a:gd name="connsiteX43" fmla="*/ 182979 w 207030"/>
              <a:gd name="connsiteY43" fmla="*/ 16102 h 206176"/>
              <a:gd name="connsiteX44" fmla="*/ 31358 w 207030"/>
              <a:gd name="connsiteY44" fmla="*/ 108595 h 206176"/>
              <a:gd name="connsiteX45" fmla="*/ 24531 w 207030"/>
              <a:gd name="connsiteY45" fmla="*/ 112588 h 206176"/>
              <a:gd name="connsiteX46" fmla="*/ 16480 w 207030"/>
              <a:gd name="connsiteY46" fmla="*/ 104537 h 206176"/>
              <a:gd name="connsiteX47" fmla="*/ 24531 w 207030"/>
              <a:gd name="connsiteY47" fmla="*/ 96486 h 206176"/>
              <a:gd name="connsiteX48" fmla="*/ 31358 w 207030"/>
              <a:gd name="connsiteY48" fmla="*/ 100479 h 206176"/>
              <a:gd name="connsiteX49" fmla="*/ 31358 w 207030"/>
              <a:gd name="connsiteY49" fmla="*/ 108595 h 206176"/>
              <a:gd name="connsiteX50" fmla="*/ 181047 w 207030"/>
              <a:gd name="connsiteY50" fmla="*/ 173778 h 206176"/>
              <a:gd name="connsiteX51" fmla="*/ 188630 w 207030"/>
              <a:gd name="connsiteY51" fmla="*/ 182393 h 206176"/>
              <a:gd name="connsiteX52" fmla="*/ 180015 w 207030"/>
              <a:gd name="connsiteY52" fmla="*/ 189976 h 206176"/>
              <a:gd name="connsiteX53" fmla="*/ 172416 w 207030"/>
              <a:gd name="connsiteY53" fmla="*/ 181764 h 206176"/>
              <a:gd name="connsiteX54" fmla="*/ 181047 w 207030"/>
              <a:gd name="connsiteY54" fmla="*/ 173778 h 206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07030" h="206176">
                <a:moveTo>
                  <a:pt x="103755" y="115938"/>
                </a:moveTo>
                <a:lnTo>
                  <a:pt x="158761" y="115938"/>
                </a:lnTo>
                <a:cubicBezTo>
                  <a:pt x="165901" y="128246"/>
                  <a:pt x="181666" y="132435"/>
                  <a:pt x="193974" y="125296"/>
                </a:cubicBezTo>
                <a:cubicBezTo>
                  <a:pt x="206282" y="118156"/>
                  <a:pt x="210472" y="102390"/>
                  <a:pt x="203332" y="90082"/>
                </a:cubicBezTo>
                <a:cubicBezTo>
                  <a:pt x="196193" y="77774"/>
                  <a:pt x="180427" y="73584"/>
                  <a:pt x="168119" y="80724"/>
                </a:cubicBezTo>
                <a:cubicBezTo>
                  <a:pt x="160159" y="85342"/>
                  <a:pt x="155267" y="93854"/>
                  <a:pt x="155283" y="103056"/>
                </a:cubicBezTo>
                <a:lnTo>
                  <a:pt x="103755" y="103056"/>
                </a:lnTo>
                <a:lnTo>
                  <a:pt x="103755" y="29242"/>
                </a:lnTo>
                <a:lnTo>
                  <a:pt x="159792" y="29242"/>
                </a:lnTo>
                <a:cubicBezTo>
                  <a:pt x="162780" y="42060"/>
                  <a:pt x="175593" y="50029"/>
                  <a:pt x="188411" y="47041"/>
                </a:cubicBezTo>
                <a:cubicBezTo>
                  <a:pt x="201229" y="44053"/>
                  <a:pt x="209198" y="31239"/>
                  <a:pt x="206210" y="18421"/>
                </a:cubicBezTo>
                <a:cubicBezTo>
                  <a:pt x="203693" y="7625"/>
                  <a:pt x="194065" y="-10"/>
                  <a:pt x="182979" y="0"/>
                </a:cubicBezTo>
                <a:cubicBezTo>
                  <a:pt x="174077" y="-14"/>
                  <a:pt x="165917" y="4961"/>
                  <a:pt x="161853" y="12882"/>
                </a:cubicBezTo>
                <a:lnTo>
                  <a:pt x="97185" y="12882"/>
                </a:lnTo>
                <a:cubicBezTo>
                  <a:pt x="93151" y="13418"/>
                  <a:pt x="90288" y="17083"/>
                  <a:pt x="90744" y="21126"/>
                </a:cubicBezTo>
                <a:lnTo>
                  <a:pt x="90744" y="103056"/>
                </a:lnTo>
                <a:lnTo>
                  <a:pt x="48105" y="103056"/>
                </a:lnTo>
                <a:cubicBezTo>
                  <a:pt x="47058" y="89793"/>
                  <a:pt x="35458" y="79890"/>
                  <a:pt x="22195" y="80937"/>
                </a:cubicBezTo>
                <a:cubicBezTo>
                  <a:pt x="8932" y="81984"/>
                  <a:pt x="-971" y="93584"/>
                  <a:pt x="76" y="106847"/>
                </a:cubicBezTo>
                <a:cubicBezTo>
                  <a:pt x="1123" y="120110"/>
                  <a:pt x="12723" y="130013"/>
                  <a:pt x="25986" y="128966"/>
                </a:cubicBezTo>
                <a:cubicBezTo>
                  <a:pt x="34320" y="128308"/>
                  <a:pt x="41716" y="123377"/>
                  <a:pt x="45529" y="115938"/>
                </a:cubicBezTo>
                <a:lnTo>
                  <a:pt x="90873" y="115938"/>
                </a:lnTo>
                <a:lnTo>
                  <a:pt x="90873" y="184985"/>
                </a:lnTo>
                <a:cubicBezTo>
                  <a:pt x="90417" y="189028"/>
                  <a:pt x="93280" y="192694"/>
                  <a:pt x="97314" y="193229"/>
                </a:cubicBezTo>
                <a:lnTo>
                  <a:pt x="158375" y="193229"/>
                </a:lnTo>
                <a:cubicBezTo>
                  <a:pt x="163041" y="201313"/>
                  <a:pt x="171714" y="206241"/>
                  <a:pt x="181047" y="206111"/>
                </a:cubicBezTo>
                <a:cubicBezTo>
                  <a:pt x="194386" y="207086"/>
                  <a:pt x="205991" y="197062"/>
                  <a:pt x="206966" y="183723"/>
                </a:cubicBezTo>
                <a:cubicBezTo>
                  <a:pt x="207940" y="170383"/>
                  <a:pt x="197917" y="158779"/>
                  <a:pt x="184577" y="157804"/>
                </a:cubicBezTo>
                <a:cubicBezTo>
                  <a:pt x="183402" y="157718"/>
                  <a:pt x="182222" y="157718"/>
                  <a:pt x="181047" y="157804"/>
                </a:cubicBezTo>
                <a:cubicBezTo>
                  <a:pt x="169070" y="157394"/>
                  <a:pt x="158392" y="165296"/>
                  <a:pt x="155283" y="176869"/>
                </a:cubicBezTo>
                <a:lnTo>
                  <a:pt x="103755" y="176869"/>
                </a:lnTo>
                <a:close/>
                <a:moveTo>
                  <a:pt x="181047" y="93394"/>
                </a:moveTo>
                <a:cubicBezTo>
                  <a:pt x="184058" y="93352"/>
                  <a:pt x="186880" y="94861"/>
                  <a:pt x="188518" y="97388"/>
                </a:cubicBezTo>
                <a:cubicBezTo>
                  <a:pt x="190030" y="99835"/>
                  <a:pt x="190030" y="102927"/>
                  <a:pt x="188518" y="105374"/>
                </a:cubicBezTo>
                <a:cubicBezTo>
                  <a:pt x="186880" y="107901"/>
                  <a:pt x="184058" y="109410"/>
                  <a:pt x="181047" y="109368"/>
                </a:cubicBezTo>
                <a:cubicBezTo>
                  <a:pt x="176600" y="109931"/>
                  <a:pt x="172539" y="106784"/>
                  <a:pt x="171975" y="102337"/>
                </a:cubicBezTo>
                <a:cubicBezTo>
                  <a:pt x="171412" y="97890"/>
                  <a:pt x="174559" y="93829"/>
                  <a:pt x="179006" y="93265"/>
                </a:cubicBezTo>
                <a:cubicBezTo>
                  <a:pt x="179683" y="93179"/>
                  <a:pt x="180369" y="93179"/>
                  <a:pt x="181047" y="93265"/>
                </a:cubicBezTo>
                <a:close/>
                <a:moveTo>
                  <a:pt x="182979" y="16102"/>
                </a:moveTo>
                <a:cubicBezTo>
                  <a:pt x="187456" y="16321"/>
                  <a:pt x="190908" y="20127"/>
                  <a:pt x="190690" y="24604"/>
                </a:cubicBezTo>
                <a:cubicBezTo>
                  <a:pt x="190472" y="29081"/>
                  <a:pt x="186665" y="32533"/>
                  <a:pt x="182189" y="32314"/>
                </a:cubicBezTo>
                <a:cubicBezTo>
                  <a:pt x="177719" y="32097"/>
                  <a:pt x="174269" y="28302"/>
                  <a:pt x="174477" y="23832"/>
                </a:cubicBezTo>
                <a:cubicBezTo>
                  <a:pt x="174610" y="19423"/>
                  <a:pt x="178292" y="15956"/>
                  <a:pt x="182701" y="16089"/>
                </a:cubicBezTo>
                <a:cubicBezTo>
                  <a:pt x="182794" y="16092"/>
                  <a:pt x="182886" y="16096"/>
                  <a:pt x="182979" y="16102"/>
                </a:cubicBezTo>
                <a:close/>
                <a:moveTo>
                  <a:pt x="31358" y="108595"/>
                </a:moveTo>
                <a:cubicBezTo>
                  <a:pt x="29967" y="111058"/>
                  <a:pt x="27360" y="112583"/>
                  <a:pt x="24531" y="112588"/>
                </a:cubicBezTo>
                <a:cubicBezTo>
                  <a:pt x="20084" y="112588"/>
                  <a:pt x="16480" y="108984"/>
                  <a:pt x="16480" y="104537"/>
                </a:cubicBezTo>
                <a:cubicBezTo>
                  <a:pt x="16480" y="100090"/>
                  <a:pt x="20084" y="96486"/>
                  <a:pt x="24531" y="96486"/>
                </a:cubicBezTo>
                <a:cubicBezTo>
                  <a:pt x="27360" y="96491"/>
                  <a:pt x="29967" y="98016"/>
                  <a:pt x="31358" y="100479"/>
                </a:cubicBezTo>
                <a:cubicBezTo>
                  <a:pt x="32808" y="102990"/>
                  <a:pt x="32808" y="106084"/>
                  <a:pt x="31358" y="108595"/>
                </a:cubicBezTo>
                <a:close/>
                <a:moveTo>
                  <a:pt x="181047" y="173778"/>
                </a:moveTo>
                <a:cubicBezTo>
                  <a:pt x="185520" y="174063"/>
                  <a:pt x="188915" y="177920"/>
                  <a:pt x="188630" y="182393"/>
                </a:cubicBezTo>
                <a:cubicBezTo>
                  <a:pt x="188345" y="186866"/>
                  <a:pt x="184488" y="190261"/>
                  <a:pt x="180015" y="189976"/>
                </a:cubicBezTo>
                <a:cubicBezTo>
                  <a:pt x="175698" y="189701"/>
                  <a:pt x="172356" y="186089"/>
                  <a:pt x="172416" y="181764"/>
                </a:cubicBezTo>
                <a:cubicBezTo>
                  <a:pt x="172625" y="177190"/>
                  <a:pt x="176470" y="173632"/>
                  <a:pt x="181047" y="173778"/>
                </a:cubicBezTo>
                <a:close/>
              </a:path>
            </a:pathLst>
          </a:custGeom>
          <a:solidFill>
            <a:schemeClr val="tx1"/>
          </a:solidFill>
          <a:ln w="251"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78" name="任意多边形: 形状 77"/>
          <p:cNvSpPr/>
          <p:nvPr/>
        </p:nvSpPr>
        <p:spPr>
          <a:xfrm>
            <a:off x="8981094" y="3144972"/>
            <a:ext cx="211083" cy="210996"/>
          </a:xfrm>
          <a:custGeom>
            <a:avLst/>
            <a:gdLst>
              <a:gd name="connsiteX0" fmla="*/ 10204 w 162260"/>
              <a:gd name="connsiteY0" fmla="*/ 101370 h 162193"/>
              <a:gd name="connsiteX1" fmla="*/ 20341 w 162260"/>
              <a:gd name="connsiteY1" fmla="*/ 111507 h 162193"/>
              <a:gd name="connsiteX2" fmla="*/ 20341 w 162260"/>
              <a:gd name="connsiteY2" fmla="*/ 152056 h 162193"/>
              <a:gd name="connsiteX3" fmla="*/ 10204 w 162260"/>
              <a:gd name="connsiteY3" fmla="*/ 162193 h 162193"/>
              <a:gd name="connsiteX4" fmla="*/ 67 w 162260"/>
              <a:gd name="connsiteY4" fmla="*/ 152056 h 162193"/>
              <a:gd name="connsiteX5" fmla="*/ 67 w 162260"/>
              <a:gd name="connsiteY5" fmla="*/ 111507 h 162193"/>
              <a:gd name="connsiteX6" fmla="*/ 10204 w 162260"/>
              <a:gd name="connsiteY6" fmla="*/ 101370 h 162193"/>
              <a:gd name="connsiteX7" fmla="*/ 104985 w 162260"/>
              <a:gd name="connsiteY7" fmla="*/ 86165 h 162193"/>
              <a:gd name="connsiteX8" fmla="*/ 115122 w 162260"/>
              <a:gd name="connsiteY8" fmla="*/ 96302 h 162193"/>
              <a:gd name="connsiteX9" fmla="*/ 115122 w 162260"/>
              <a:gd name="connsiteY9" fmla="*/ 152056 h 162193"/>
              <a:gd name="connsiteX10" fmla="*/ 104985 w 162260"/>
              <a:gd name="connsiteY10" fmla="*/ 162193 h 162193"/>
              <a:gd name="connsiteX11" fmla="*/ 94848 w 162260"/>
              <a:gd name="connsiteY11" fmla="*/ 152056 h 162193"/>
              <a:gd name="connsiteX12" fmla="*/ 94848 w 162260"/>
              <a:gd name="connsiteY12" fmla="*/ 96302 h 162193"/>
              <a:gd name="connsiteX13" fmla="*/ 104985 w 162260"/>
              <a:gd name="connsiteY13" fmla="*/ 86165 h 162193"/>
              <a:gd name="connsiteX14" fmla="*/ 152123 w 162260"/>
              <a:gd name="connsiteY14" fmla="*/ 70959 h 162193"/>
              <a:gd name="connsiteX15" fmla="*/ 162260 w 162260"/>
              <a:gd name="connsiteY15" fmla="*/ 81096 h 162193"/>
              <a:gd name="connsiteX16" fmla="*/ 162260 w 162260"/>
              <a:gd name="connsiteY16" fmla="*/ 152056 h 162193"/>
              <a:gd name="connsiteX17" fmla="*/ 152123 w 162260"/>
              <a:gd name="connsiteY17" fmla="*/ 162193 h 162193"/>
              <a:gd name="connsiteX18" fmla="*/ 141986 w 162260"/>
              <a:gd name="connsiteY18" fmla="*/ 152056 h 162193"/>
              <a:gd name="connsiteX19" fmla="*/ 141986 w 162260"/>
              <a:gd name="connsiteY19" fmla="*/ 81096 h 162193"/>
              <a:gd name="connsiteX20" fmla="*/ 152123 w 162260"/>
              <a:gd name="connsiteY20" fmla="*/ 70959 h 162193"/>
              <a:gd name="connsiteX21" fmla="*/ 57341 w 162260"/>
              <a:gd name="connsiteY21" fmla="*/ 65890 h 162193"/>
              <a:gd name="connsiteX22" fmla="*/ 67478 w 162260"/>
              <a:gd name="connsiteY22" fmla="*/ 76028 h 162193"/>
              <a:gd name="connsiteX23" fmla="*/ 67478 w 162260"/>
              <a:gd name="connsiteY23" fmla="*/ 152056 h 162193"/>
              <a:gd name="connsiteX24" fmla="*/ 57341 w 162260"/>
              <a:gd name="connsiteY24" fmla="*/ 162193 h 162193"/>
              <a:gd name="connsiteX25" fmla="*/ 47204 w 162260"/>
              <a:gd name="connsiteY25" fmla="*/ 152056 h 162193"/>
              <a:gd name="connsiteX26" fmla="*/ 47204 w 162260"/>
              <a:gd name="connsiteY26" fmla="*/ 76028 h 162193"/>
              <a:gd name="connsiteX27" fmla="*/ 57341 w 162260"/>
              <a:gd name="connsiteY27" fmla="*/ 65890 h 162193"/>
              <a:gd name="connsiteX28" fmla="*/ 121712 w 162260"/>
              <a:gd name="connsiteY28" fmla="*/ 0 h 162193"/>
              <a:gd name="connsiteX29" fmla="*/ 152123 w 162260"/>
              <a:gd name="connsiteY29" fmla="*/ 0 h 162193"/>
              <a:gd name="connsiteX30" fmla="*/ 155164 w 162260"/>
              <a:gd name="connsiteY30" fmla="*/ 3041 h 162193"/>
              <a:gd name="connsiteX31" fmla="*/ 159219 w 162260"/>
              <a:gd name="connsiteY31" fmla="*/ 3041 h 162193"/>
              <a:gd name="connsiteX32" fmla="*/ 159219 w 162260"/>
              <a:gd name="connsiteY32" fmla="*/ 7096 h 162193"/>
              <a:gd name="connsiteX33" fmla="*/ 162260 w 162260"/>
              <a:gd name="connsiteY33" fmla="*/ 10137 h 162193"/>
              <a:gd name="connsiteX34" fmla="*/ 162260 w 162260"/>
              <a:gd name="connsiteY34" fmla="*/ 40548 h 162193"/>
              <a:gd name="connsiteX35" fmla="*/ 152123 w 162260"/>
              <a:gd name="connsiteY35" fmla="*/ 50685 h 162193"/>
              <a:gd name="connsiteX36" fmla="*/ 141986 w 162260"/>
              <a:gd name="connsiteY36" fmla="*/ 40548 h 162193"/>
              <a:gd name="connsiteX37" fmla="*/ 141986 w 162260"/>
              <a:gd name="connsiteY37" fmla="*/ 34466 h 162193"/>
              <a:gd name="connsiteX38" fmla="*/ 114109 w 162260"/>
              <a:gd name="connsiteY38" fmla="*/ 62343 h 162193"/>
              <a:gd name="connsiteX39" fmla="*/ 113602 w 162260"/>
              <a:gd name="connsiteY39" fmla="*/ 62850 h 162193"/>
              <a:gd name="connsiteX40" fmla="*/ 106506 w 162260"/>
              <a:gd name="connsiteY40" fmla="*/ 65891 h 162193"/>
              <a:gd name="connsiteX41" fmla="*/ 99917 w 162260"/>
              <a:gd name="connsiteY41" fmla="*/ 63357 h 162193"/>
              <a:gd name="connsiteX42" fmla="*/ 65799 w 162260"/>
              <a:gd name="connsiteY42" fmla="*/ 33504 h 162193"/>
              <a:gd name="connsiteX43" fmla="*/ 16793 w 162260"/>
              <a:gd name="connsiteY43" fmla="*/ 78055 h 162193"/>
              <a:gd name="connsiteX44" fmla="*/ 10204 w 162260"/>
              <a:gd name="connsiteY44" fmla="*/ 81096 h 162193"/>
              <a:gd name="connsiteX45" fmla="*/ 2601 w 162260"/>
              <a:gd name="connsiteY45" fmla="*/ 77548 h 162193"/>
              <a:gd name="connsiteX46" fmla="*/ 3108 w 162260"/>
              <a:gd name="connsiteY46" fmla="*/ 63356 h 162193"/>
              <a:gd name="connsiteX47" fmla="*/ 58862 w 162260"/>
              <a:gd name="connsiteY47" fmla="*/ 12671 h 162193"/>
              <a:gd name="connsiteX48" fmla="*/ 67992 w 162260"/>
              <a:gd name="connsiteY48" fmla="*/ 12997 h 162193"/>
              <a:gd name="connsiteX49" fmla="*/ 72547 w 162260"/>
              <a:gd name="connsiteY49" fmla="*/ 12672 h 162193"/>
              <a:gd name="connsiteX50" fmla="*/ 106067 w 162260"/>
              <a:gd name="connsiteY50" fmla="*/ 42001 h 162193"/>
              <a:gd name="connsiteX51" fmla="*/ 127794 w 162260"/>
              <a:gd name="connsiteY51" fmla="*/ 20274 h 162193"/>
              <a:gd name="connsiteX52" fmla="*/ 121712 w 162260"/>
              <a:gd name="connsiteY52" fmla="*/ 20274 h 162193"/>
              <a:gd name="connsiteX53" fmla="*/ 111575 w 162260"/>
              <a:gd name="connsiteY53" fmla="*/ 10137 h 162193"/>
              <a:gd name="connsiteX54" fmla="*/ 121712 w 162260"/>
              <a:gd name="connsiteY54" fmla="*/ 0 h 16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2260" h="162193">
                <a:moveTo>
                  <a:pt x="10204" y="101370"/>
                </a:moveTo>
                <a:cubicBezTo>
                  <a:pt x="15779" y="101370"/>
                  <a:pt x="20341" y="105932"/>
                  <a:pt x="20341" y="111507"/>
                </a:cubicBezTo>
                <a:lnTo>
                  <a:pt x="20341" y="152056"/>
                </a:lnTo>
                <a:cubicBezTo>
                  <a:pt x="20341" y="157631"/>
                  <a:pt x="15779" y="162193"/>
                  <a:pt x="10204" y="162193"/>
                </a:cubicBezTo>
                <a:cubicBezTo>
                  <a:pt x="4628" y="162193"/>
                  <a:pt x="67" y="157631"/>
                  <a:pt x="67" y="152056"/>
                </a:cubicBezTo>
                <a:lnTo>
                  <a:pt x="67" y="111507"/>
                </a:lnTo>
                <a:cubicBezTo>
                  <a:pt x="67" y="105932"/>
                  <a:pt x="4628" y="101370"/>
                  <a:pt x="10204" y="101370"/>
                </a:cubicBezTo>
                <a:close/>
                <a:moveTo>
                  <a:pt x="104985" y="86165"/>
                </a:moveTo>
                <a:cubicBezTo>
                  <a:pt x="110561" y="86165"/>
                  <a:pt x="115122" y="90726"/>
                  <a:pt x="115122" y="96302"/>
                </a:cubicBezTo>
                <a:lnTo>
                  <a:pt x="115122" y="152056"/>
                </a:lnTo>
                <a:cubicBezTo>
                  <a:pt x="115122" y="157631"/>
                  <a:pt x="110561" y="162193"/>
                  <a:pt x="104985" y="162193"/>
                </a:cubicBezTo>
                <a:cubicBezTo>
                  <a:pt x="99410" y="162193"/>
                  <a:pt x="94848" y="157631"/>
                  <a:pt x="94848" y="152056"/>
                </a:cubicBezTo>
                <a:lnTo>
                  <a:pt x="94848" y="96302"/>
                </a:lnTo>
                <a:cubicBezTo>
                  <a:pt x="94848" y="90726"/>
                  <a:pt x="99410" y="86165"/>
                  <a:pt x="104985" y="86165"/>
                </a:cubicBezTo>
                <a:close/>
                <a:moveTo>
                  <a:pt x="152123" y="70959"/>
                </a:moveTo>
                <a:cubicBezTo>
                  <a:pt x="157698" y="70959"/>
                  <a:pt x="162260" y="75521"/>
                  <a:pt x="162260" y="81096"/>
                </a:cubicBezTo>
                <a:lnTo>
                  <a:pt x="162260" y="152056"/>
                </a:lnTo>
                <a:cubicBezTo>
                  <a:pt x="162260" y="157631"/>
                  <a:pt x="157698" y="162193"/>
                  <a:pt x="152123" y="162193"/>
                </a:cubicBezTo>
                <a:cubicBezTo>
                  <a:pt x="146547" y="162193"/>
                  <a:pt x="141986" y="157631"/>
                  <a:pt x="141986" y="152056"/>
                </a:cubicBezTo>
                <a:lnTo>
                  <a:pt x="141986" y="81096"/>
                </a:lnTo>
                <a:cubicBezTo>
                  <a:pt x="141986" y="75521"/>
                  <a:pt x="146547" y="70959"/>
                  <a:pt x="152123" y="70959"/>
                </a:cubicBezTo>
                <a:close/>
                <a:moveTo>
                  <a:pt x="57341" y="65890"/>
                </a:moveTo>
                <a:cubicBezTo>
                  <a:pt x="62916" y="65890"/>
                  <a:pt x="67478" y="70452"/>
                  <a:pt x="67478" y="76028"/>
                </a:cubicBezTo>
                <a:lnTo>
                  <a:pt x="67478" y="152056"/>
                </a:lnTo>
                <a:cubicBezTo>
                  <a:pt x="67478" y="157631"/>
                  <a:pt x="62916" y="162193"/>
                  <a:pt x="57341" y="162193"/>
                </a:cubicBezTo>
                <a:cubicBezTo>
                  <a:pt x="51766" y="162193"/>
                  <a:pt x="47204" y="157631"/>
                  <a:pt x="47204" y="152056"/>
                </a:cubicBezTo>
                <a:lnTo>
                  <a:pt x="47204" y="76028"/>
                </a:lnTo>
                <a:cubicBezTo>
                  <a:pt x="47204" y="70452"/>
                  <a:pt x="51766" y="65890"/>
                  <a:pt x="57341" y="65890"/>
                </a:cubicBezTo>
                <a:close/>
                <a:moveTo>
                  <a:pt x="121712" y="0"/>
                </a:moveTo>
                <a:lnTo>
                  <a:pt x="152123" y="0"/>
                </a:lnTo>
                <a:lnTo>
                  <a:pt x="155164" y="3041"/>
                </a:lnTo>
                <a:lnTo>
                  <a:pt x="159219" y="3041"/>
                </a:lnTo>
                <a:lnTo>
                  <a:pt x="159219" y="7096"/>
                </a:lnTo>
                <a:lnTo>
                  <a:pt x="162260" y="10137"/>
                </a:lnTo>
                <a:lnTo>
                  <a:pt x="162260" y="40548"/>
                </a:lnTo>
                <a:cubicBezTo>
                  <a:pt x="162260" y="46124"/>
                  <a:pt x="157698" y="50685"/>
                  <a:pt x="152123" y="50685"/>
                </a:cubicBezTo>
                <a:cubicBezTo>
                  <a:pt x="146548" y="50685"/>
                  <a:pt x="141986" y="46124"/>
                  <a:pt x="141986" y="40548"/>
                </a:cubicBezTo>
                <a:lnTo>
                  <a:pt x="141986" y="34466"/>
                </a:lnTo>
                <a:lnTo>
                  <a:pt x="114109" y="62343"/>
                </a:lnTo>
                <a:lnTo>
                  <a:pt x="113602" y="62850"/>
                </a:lnTo>
                <a:cubicBezTo>
                  <a:pt x="111575" y="64877"/>
                  <a:pt x="109040" y="65891"/>
                  <a:pt x="106506" y="65891"/>
                </a:cubicBezTo>
                <a:cubicBezTo>
                  <a:pt x="103972" y="65891"/>
                  <a:pt x="101944" y="64878"/>
                  <a:pt x="99917" y="63357"/>
                </a:cubicBezTo>
                <a:lnTo>
                  <a:pt x="65799" y="33504"/>
                </a:lnTo>
                <a:lnTo>
                  <a:pt x="16793" y="78055"/>
                </a:lnTo>
                <a:cubicBezTo>
                  <a:pt x="15272" y="80082"/>
                  <a:pt x="12738" y="81096"/>
                  <a:pt x="10204" y="81096"/>
                </a:cubicBezTo>
                <a:cubicBezTo>
                  <a:pt x="7669" y="81096"/>
                  <a:pt x="4628" y="80082"/>
                  <a:pt x="2601" y="77548"/>
                </a:cubicBezTo>
                <a:cubicBezTo>
                  <a:pt x="-947" y="73493"/>
                  <a:pt x="-947" y="66904"/>
                  <a:pt x="3108" y="63356"/>
                </a:cubicBezTo>
                <a:lnTo>
                  <a:pt x="58862" y="12671"/>
                </a:lnTo>
                <a:lnTo>
                  <a:pt x="67992" y="12997"/>
                </a:lnTo>
                <a:lnTo>
                  <a:pt x="72547" y="12672"/>
                </a:lnTo>
                <a:lnTo>
                  <a:pt x="106067" y="42001"/>
                </a:lnTo>
                <a:lnTo>
                  <a:pt x="127794" y="20274"/>
                </a:lnTo>
                <a:lnTo>
                  <a:pt x="121712" y="20274"/>
                </a:lnTo>
                <a:cubicBezTo>
                  <a:pt x="116137" y="20274"/>
                  <a:pt x="111575" y="15712"/>
                  <a:pt x="111575" y="10137"/>
                </a:cubicBezTo>
                <a:cubicBezTo>
                  <a:pt x="111575" y="4562"/>
                  <a:pt x="116137" y="0"/>
                  <a:pt x="121712" y="0"/>
                </a:cubicBezTo>
                <a:close/>
              </a:path>
            </a:pathLst>
          </a:custGeom>
          <a:solidFill>
            <a:schemeClr val="tx1"/>
          </a:solidFill>
          <a:ln w="233"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8" name="文本框 47"/>
          <p:cNvSpPr txBox="1"/>
          <p:nvPr/>
        </p:nvSpPr>
        <p:spPr>
          <a:xfrm>
            <a:off x="4682446" y="2494838"/>
            <a:ext cx="1298900" cy="276999"/>
          </a:xfrm>
          <a:prstGeom prst="rect">
            <a:avLst/>
          </a:prstGeom>
          <a:noFill/>
        </p:spPr>
        <p:txBody>
          <a:bodyPr wrap="squar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模型评估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9" name="文本框 48"/>
          <p:cNvSpPr txBox="1"/>
          <p:nvPr/>
        </p:nvSpPr>
        <p:spPr>
          <a:xfrm>
            <a:off x="6101763" y="2494838"/>
            <a:ext cx="1234668" cy="276999"/>
          </a:xfrm>
          <a:prstGeom prst="rect">
            <a:avLst/>
          </a:prstGeom>
          <a:noFill/>
        </p:spPr>
        <p:txBody>
          <a:bodyPr wrap="squar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智能决策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标题 1"/>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产品数据模型</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3" name="图形 68"/>
          <p:cNvSpPr/>
          <p:nvPr/>
        </p:nvSpPr>
        <p:spPr>
          <a:xfrm>
            <a:off x="3986042" y="1607657"/>
            <a:ext cx="239820" cy="230454"/>
          </a:xfrm>
          <a:custGeom>
            <a:avLst/>
            <a:gdLst>
              <a:gd name="connsiteX0" fmla="*/ 223242 w 1451967"/>
              <a:gd name="connsiteY0" fmla="*/ 446484 h 1395263"/>
              <a:gd name="connsiteX1" fmla="*/ 429909 w 1451967"/>
              <a:gd name="connsiteY1" fmla="*/ 306958 h 1395263"/>
              <a:gd name="connsiteX2" fmla="*/ 1395543 w 1451967"/>
              <a:gd name="connsiteY2" fmla="*/ 306958 h 1395263"/>
              <a:gd name="connsiteX3" fmla="*/ 1451353 w 1451967"/>
              <a:gd name="connsiteY3" fmla="*/ 251147 h 1395263"/>
              <a:gd name="connsiteX4" fmla="*/ 1395543 w 1451967"/>
              <a:gd name="connsiteY4" fmla="*/ 195337 h 1395263"/>
              <a:gd name="connsiteX5" fmla="*/ 443694 w 1451967"/>
              <a:gd name="connsiteY5" fmla="*/ 195337 h 1395263"/>
              <a:gd name="connsiteX6" fmla="*/ 223242 w 1451967"/>
              <a:gd name="connsiteY6" fmla="*/ 0 h 1395263"/>
              <a:gd name="connsiteX7" fmla="*/ 0 w 1451967"/>
              <a:gd name="connsiteY7" fmla="*/ 223242 h 1395263"/>
              <a:gd name="connsiteX8" fmla="*/ 223242 w 1451967"/>
              <a:gd name="connsiteY8" fmla="*/ 446484 h 1395263"/>
              <a:gd name="connsiteX9" fmla="*/ 223242 w 1451967"/>
              <a:gd name="connsiteY9" fmla="*/ 111621 h 1395263"/>
              <a:gd name="connsiteX10" fmla="*/ 334863 w 1451967"/>
              <a:gd name="connsiteY10" fmla="*/ 223298 h 1395263"/>
              <a:gd name="connsiteX11" fmla="*/ 223186 w 1451967"/>
              <a:gd name="connsiteY11" fmla="*/ 334919 h 1395263"/>
              <a:gd name="connsiteX12" fmla="*/ 111565 w 1451967"/>
              <a:gd name="connsiteY12" fmla="*/ 223242 h 1395263"/>
              <a:gd name="connsiteX13" fmla="*/ 223242 w 1451967"/>
              <a:gd name="connsiteY13" fmla="*/ 111621 h 1395263"/>
              <a:gd name="connsiteX14" fmla="*/ 1396157 w 1451967"/>
              <a:gd name="connsiteY14" fmla="*/ 948779 h 1395263"/>
              <a:gd name="connsiteX15" fmla="*/ 446484 w 1451967"/>
              <a:gd name="connsiteY15" fmla="*/ 948779 h 1395263"/>
              <a:gd name="connsiteX16" fmla="*/ 439062 w 1451967"/>
              <a:gd name="connsiteY16" fmla="*/ 950286 h 1395263"/>
              <a:gd name="connsiteX17" fmla="*/ 223242 w 1451967"/>
              <a:gd name="connsiteY17" fmla="*/ 781348 h 1395263"/>
              <a:gd name="connsiteX18" fmla="*/ 0 w 1451967"/>
              <a:gd name="connsiteY18" fmla="*/ 1004590 h 1395263"/>
              <a:gd name="connsiteX19" fmla="*/ 223242 w 1451967"/>
              <a:gd name="connsiteY19" fmla="*/ 1227832 h 1395263"/>
              <a:gd name="connsiteX20" fmla="*/ 439062 w 1451967"/>
              <a:gd name="connsiteY20" fmla="*/ 1058894 h 1395263"/>
              <a:gd name="connsiteX21" fmla="*/ 446484 w 1451967"/>
              <a:gd name="connsiteY21" fmla="*/ 1060400 h 1395263"/>
              <a:gd name="connsiteX22" fmla="*/ 1396157 w 1451967"/>
              <a:gd name="connsiteY22" fmla="*/ 1060400 h 1395263"/>
              <a:gd name="connsiteX23" fmla="*/ 1451967 w 1451967"/>
              <a:gd name="connsiteY23" fmla="*/ 1004590 h 1395263"/>
              <a:gd name="connsiteX24" fmla="*/ 1396157 w 1451967"/>
              <a:gd name="connsiteY24" fmla="*/ 948779 h 1395263"/>
              <a:gd name="connsiteX25" fmla="*/ 223242 w 1451967"/>
              <a:gd name="connsiteY25" fmla="*/ 1116211 h 1395263"/>
              <a:gd name="connsiteX26" fmla="*/ 111621 w 1451967"/>
              <a:gd name="connsiteY26" fmla="*/ 1004534 h 1395263"/>
              <a:gd name="connsiteX27" fmla="*/ 223298 w 1451967"/>
              <a:gd name="connsiteY27" fmla="*/ 892913 h 1395263"/>
              <a:gd name="connsiteX28" fmla="*/ 334919 w 1451967"/>
              <a:gd name="connsiteY28" fmla="*/ 1004590 h 1395263"/>
              <a:gd name="connsiteX29" fmla="*/ 223242 w 1451967"/>
              <a:gd name="connsiteY29" fmla="*/ 1116211 h 1395263"/>
              <a:gd name="connsiteX30" fmla="*/ 1396157 w 1451967"/>
              <a:gd name="connsiteY30" fmla="*/ 558106 h 1395263"/>
              <a:gd name="connsiteX31" fmla="*/ 892969 w 1451967"/>
              <a:gd name="connsiteY31" fmla="*/ 558106 h 1395263"/>
              <a:gd name="connsiteX32" fmla="*/ 837158 w 1451967"/>
              <a:gd name="connsiteY32" fmla="*/ 613916 h 1395263"/>
              <a:gd name="connsiteX33" fmla="*/ 892969 w 1451967"/>
              <a:gd name="connsiteY33" fmla="*/ 669727 h 1395263"/>
              <a:gd name="connsiteX34" fmla="*/ 1396157 w 1451967"/>
              <a:gd name="connsiteY34" fmla="*/ 669727 h 1395263"/>
              <a:gd name="connsiteX35" fmla="*/ 1451967 w 1451967"/>
              <a:gd name="connsiteY35" fmla="*/ 613916 h 1395263"/>
              <a:gd name="connsiteX36" fmla="*/ 1396157 w 1451967"/>
              <a:gd name="connsiteY36" fmla="*/ 558106 h 1395263"/>
              <a:gd name="connsiteX37" fmla="*/ 1396157 w 1451967"/>
              <a:gd name="connsiteY37" fmla="*/ 1283643 h 1395263"/>
              <a:gd name="connsiteX38" fmla="*/ 892969 w 1451967"/>
              <a:gd name="connsiteY38" fmla="*/ 1283643 h 1395263"/>
              <a:gd name="connsiteX39" fmla="*/ 837158 w 1451967"/>
              <a:gd name="connsiteY39" fmla="*/ 1339453 h 1395263"/>
              <a:gd name="connsiteX40" fmla="*/ 892969 w 1451967"/>
              <a:gd name="connsiteY40" fmla="*/ 1395264 h 1395263"/>
              <a:gd name="connsiteX41" fmla="*/ 1396157 w 1451967"/>
              <a:gd name="connsiteY41" fmla="*/ 1395264 h 1395263"/>
              <a:gd name="connsiteX42" fmla="*/ 1451967 w 1451967"/>
              <a:gd name="connsiteY42" fmla="*/ 1339453 h 1395263"/>
              <a:gd name="connsiteX43" fmla="*/ 1396157 w 1451967"/>
              <a:gd name="connsiteY43" fmla="*/ 1283643 h 1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51967" h="1395263">
                <a:moveTo>
                  <a:pt x="223242" y="446484"/>
                </a:moveTo>
                <a:cubicBezTo>
                  <a:pt x="314130" y="446445"/>
                  <a:pt x="395897" y="391242"/>
                  <a:pt x="429909" y="306958"/>
                </a:cubicBezTo>
                <a:lnTo>
                  <a:pt x="1395543" y="306958"/>
                </a:lnTo>
                <a:cubicBezTo>
                  <a:pt x="1426366" y="306958"/>
                  <a:pt x="1451353" y="281971"/>
                  <a:pt x="1451353" y="251147"/>
                </a:cubicBezTo>
                <a:cubicBezTo>
                  <a:pt x="1451353" y="220324"/>
                  <a:pt x="1426366" y="195337"/>
                  <a:pt x="1395543" y="195337"/>
                </a:cubicBezTo>
                <a:lnTo>
                  <a:pt x="443694" y="195337"/>
                </a:lnTo>
                <a:cubicBezTo>
                  <a:pt x="429797" y="85390"/>
                  <a:pt x="336984" y="0"/>
                  <a:pt x="223242" y="0"/>
                </a:cubicBezTo>
                <a:cubicBezTo>
                  <a:pt x="99949" y="0"/>
                  <a:pt x="0" y="99949"/>
                  <a:pt x="0" y="223242"/>
                </a:cubicBezTo>
                <a:cubicBezTo>
                  <a:pt x="0" y="346535"/>
                  <a:pt x="99949" y="446484"/>
                  <a:pt x="223242" y="446484"/>
                </a:cubicBezTo>
                <a:close/>
                <a:moveTo>
                  <a:pt x="223242" y="111621"/>
                </a:moveTo>
                <a:cubicBezTo>
                  <a:pt x="284904" y="111637"/>
                  <a:pt x="334879" y="161636"/>
                  <a:pt x="334863" y="223298"/>
                </a:cubicBezTo>
                <a:cubicBezTo>
                  <a:pt x="334848" y="284960"/>
                  <a:pt x="284848" y="334934"/>
                  <a:pt x="223186" y="334919"/>
                </a:cubicBezTo>
                <a:cubicBezTo>
                  <a:pt x="161524" y="334904"/>
                  <a:pt x="111550" y="284904"/>
                  <a:pt x="111565" y="223242"/>
                </a:cubicBezTo>
                <a:cubicBezTo>
                  <a:pt x="111581" y="161580"/>
                  <a:pt x="161580" y="111606"/>
                  <a:pt x="223242" y="111621"/>
                </a:cubicBezTo>
                <a:close/>
                <a:moveTo>
                  <a:pt x="1396157" y="948779"/>
                </a:moveTo>
                <a:lnTo>
                  <a:pt x="446484" y="948779"/>
                </a:lnTo>
                <a:cubicBezTo>
                  <a:pt x="443861" y="948779"/>
                  <a:pt x="441573" y="949951"/>
                  <a:pt x="439062" y="950286"/>
                </a:cubicBezTo>
                <a:cubicBezTo>
                  <a:pt x="414365" y="851151"/>
                  <a:pt x="325407" y="781517"/>
                  <a:pt x="223242" y="781348"/>
                </a:cubicBezTo>
                <a:cubicBezTo>
                  <a:pt x="99949" y="781348"/>
                  <a:pt x="0" y="881297"/>
                  <a:pt x="0" y="1004590"/>
                </a:cubicBezTo>
                <a:cubicBezTo>
                  <a:pt x="0" y="1127883"/>
                  <a:pt x="99949" y="1227832"/>
                  <a:pt x="223242" y="1227832"/>
                </a:cubicBezTo>
                <a:cubicBezTo>
                  <a:pt x="325407" y="1227663"/>
                  <a:pt x="414365" y="1158029"/>
                  <a:pt x="439062" y="1058894"/>
                </a:cubicBezTo>
                <a:cubicBezTo>
                  <a:pt x="441573" y="1059228"/>
                  <a:pt x="443861" y="1060400"/>
                  <a:pt x="446484" y="1060400"/>
                </a:cubicBezTo>
                <a:lnTo>
                  <a:pt x="1396157" y="1060400"/>
                </a:lnTo>
                <a:cubicBezTo>
                  <a:pt x="1426980" y="1060400"/>
                  <a:pt x="1451967" y="1035413"/>
                  <a:pt x="1451967" y="1004590"/>
                </a:cubicBezTo>
                <a:cubicBezTo>
                  <a:pt x="1451967" y="973767"/>
                  <a:pt x="1426980" y="948779"/>
                  <a:pt x="1396157" y="948779"/>
                </a:cubicBezTo>
                <a:close/>
                <a:moveTo>
                  <a:pt x="223242" y="1116211"/>
                </a:moveTo>
                <a:cubicBezTo>
                  <a:pt x="161580" y="1116196"/>
                  <a:pt x="111606" y="1066196"/>
                  <a:pt x="111621" y="1004534"/>
                </a:cubicBezTo>
                <a:cubicBezTo>
                  <a:pt x="111637" y="942872"/>
                  <a:pt x="161636" y="892897"/>
                  <a:pt x="223298" y="892913"/>
                </a:cubicBezTo>
                <a:cubicBezTo>
                  <a:pt x="284960" y="892928"/>
                  <a:pt x="334934" y="942928"/>
                  <a:pt x="334919" y="1004590"/>
                </a:cubicBezTo>
                <a:cubicBezTo>
                  <a:pt x="334904" y="1066252"/>
                  <a:pt x="284904" y="1116226"/>
                  <a:pt x="223242" y="1116211"/>
                </a:cubicBezTo>
                <a:close/>
                <a:moveTo>
                  <a:pt x="1396157" y="558106"/>
                </a:moveTo>
                <a:lnTo>
                  <a:pt x="892969" y="558106"/>
                </a:lnTo>
                <a:cubicBezTo>
                  <a:pt x="862145" y="558106"/>
                  <a:pt x="837158" y="583093"/>
                  <a:pt x="837158" y="613916"/>
                </a:cubicBezTo>
                <a:cubicBezTo>
                  <a:pt x="837158" y="644739"/>
                  <a:pt x="862145" y="669727"/>
                  <a:pt x="892969" y="669727"/>
                </a:cubicBezTo>
                <a:lnTo>
                  <a:pt x="1396157" y="669727"/>
                </a:lnTo>
                <a:cubicBezTo>
                  <a:pt x="1426980" y="669727"/>
                  <a:pt x="1451967" y="644739"/>
                  <a:pt x="1451967" y="613916"/>
                </a:cubicBezTo>
                <a:cubicBezTo>
                  <a:pt x="1451967" y="583093"/>
                  <a:pt x="1426980" y="558106"/>
                  <a:pt x="1396157" y="558106"/>
                </a:cubicBezTo>
                <a:close/>
                <a:moveTo>
                  <a:pt x="1396157" y="1283643"/>
                </a:moveTo>
                <a:lnTo>
                  <a:pt x="892969" y="1283643"/>
                </a:lnTo>
                <a:cubicBezTo>
                  <a:pt x="862145" y="1283643"/>
                  <a:pt x="837158" y="1308630"/>
                  <a:pt x="837158" y="1339453"/>
                </a:cubicBezTo>
                <a:cubicBezTo>
                  <a:pt x="837158" y="1370277"/>
                  <a:pt x="862145" y="1395264"/>
                  <a:pt x="892969" y="1395264"/>
                </a:cubicBezTo>
                <a:lnTo>
                  <a:pt x="1396157" y="1395264"/>
                </a:lnTo>
                <a:cubicBezTo>
                  <a:pt x="1426980" y="1395264"/>
                  <a:pt x="1451967" y="1370277"/>
                  <a:pt x="1451967" y="1339453"/>
                </a:cubicBezTo>
                <a:cubicBezTo>
                  <a:pt x="1451967" y="1308630"/>
                  <a:pt x="1426980" y="1283643"/>
                  <a:pt x="1396157" y="1283643"/>
                </a:cubicBezTo>
                <a:close/>
              </a:path>
            </a:pathLst>
          </a:custGeom>
          <a:solidFill>
            <a:schemeClr val="tx1"/>
          </a:solidFill>
          <a:ln w="186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4" name="图形 72"/>
          <p:cNvSpPr/>
          <p:nvPr/>
        </p:nvSpPr>
        <p:spPr>
          <a:xfrm>
            <a:off x="5203154" y="2004517"/>
            <a:ext cx="257484" cy="292098"/>
          </a:xfrm>
          <a:custGeom>
            <a:avLst/>
            <a:gdLst>
              <a:gd name="connsiteX0" fmla="*/ 174046 w 174521"/>
              <a:gd name="connsiteY0" fmla="*/ 46091 h 186608"/>
              <a:gd name="connsiteX1" fmla="*/ 87280 w 174521"/>
              <a:gd name="connsiteY1" fmla="*/ 104 h 186608"/>
              <a:gd name="connsiteX2" fmla="*/ 86444 w 174521"/>
              <a:gd name="connsiteY2" fmla="*/ 102 h 186608"/>
              <a:gd name="connsiteX3" fmla="*/ 479 w 174521"/>
              <a:gd name="connsiteY3" fmla="*/ 45256 h 186608"/>
              <a:gd name="connsiteX4" fmla="*/ 0 w 174521"/>
              <a:gd name="connsiteY4" fmla="*/ 46048 h 186608"/>
              <a:gd name="connsiteX5" fmla="*/ 0 w 174521"/>
              <a:gd name="connsiteY5" fmla="*/ 139492 h 186608"/>
              <a:gd name="connsiteX6" fmla="*/ 468 w 174521"/>
              <a:gd name="connsiteY6" fmla="*/ 140278 h 186608"/>
              <a:gd name="connsiteX7" fmla="*/ 85577 w 174521"/>
              <a:gd name="connsiteY7" fmla="*/ 186500 h 186608"/>
              <a:gd name="connsiteX8" fmla="*/ 86424 w 174521"/>
              <a:gd name="connsiteY8" fmla="*/ 186504 h 186608"/>
              <a:gd name="connsiteX9" fmla="*/ 91630 w 174521"/>
              <a:gd name="connsiteY9" fmla="*/ 183738 h 186608"/>
              <a:gd name="connsiteX10" fmla="*/ 92206 w 174521"/>
              <a:gd name="connsiteY10" fmla="*/ 183433 h 186608"/>
              <a:gd name="connsiteX11" fmla="*/ 174046 w 174521"/>
              <a:gd name="connsiteY11" fmla="*/ 139946 h 186608"/>
              <a:gd name="connsiteX12" fmla="*/ 174521 w 174521"/>
              <a:gd name="connsiteY12" fmla="*/ 139155 h 186608"/>
              <a:gd name="connsiteX13" fmla="*/ 174522 w 174521"/>
              <a:gd name="connsiteY13" fmla="*/ 46881 h 186608"/>
              <a:gd name="connsiteX14" fmla="*/ 174046 w 174521"/>
              <a:gd name="connsiteY14" fmla="*/ 46091 h 186608"/>
              <a:gd name="connsiteX15" fmla="*/ 163540 w 174521"/>
              <a:gd name="connsiteY15" fmla="*/ 62313 h 186608"/>
              <a:gd name="connsiteX16" fmla="*/ 163540 w 174521"/>
              <a:gd name="connsiteY16" fmla="*/ 133092 h 186608"/>
              <a:gd name="connsiteX17" fmla="*/ 92422 w 174521"/>
              <a:gd name="connsiteY17" fmla="*/ 170882 h 186608"/>
              <a:gd name="connsiteX18" fmla="*/ 92422 w 174521"/>
              <a:gd name="connsiteY18" fmla="*/ 136101 h 186608"/>
              <a:gd name="connsiteX19" fmla="*/ 126488 w 174521"/>
              <a:gd name="connsiteY19" fmla="*/ 116967 h 186608"/>
              <a:gd name="connsiteX20" fmla="*/ 126945 w 174521"/>
              <a:gd name="connsiteY20" fmla="*/ 116187 h 186608"/>
              <a:gd name="connsiteX21" fmla="*/ 126945 w 174521"/>
              <a:gd name="connsiteY21" fmla="*/ 78859 h 186608"/>
              <a:gd name="connsiteX22" fmla="*/ 163540 w 174521"/>
              <a:gd name="connsiteY22" fmla="*/ 62313 h 186608"/>
              <a:gd name="connsiteX23" fmla="*/ 54423 w 174521"/>
              <a:gd name="connsiteY23" fmla="*/ 110489 h 186608"/>
              <a:gd name="connsiteX24" fmla="*/ 54423 w 174521"/>
              <a:gd name="connsiteY24" fmla="*/ 81381 h 186608"/>
              <a:gd name="connsiteX25" fmla="*/ 81439 w 174521"/>
              <a:gd name="connsiteY25" fmla="*/ 93595 h 186608"/>
              <a:gd name="connsiteX26" fmla="*/ 81439 w 174521"/>
              <a:gd name="connsiteY26" fmla="*/ 125998 h 186608"/>
              <a:gd name="connsiteX27" fmla="*/ 54423 w 174521"/>
              <a:gd name="connsiteY27" fmla="*/ 110489 h 186608"/>
              <a:gd name="connsiteX28" fmla="*/ 10983 w 174521"/>
              <a:gd name="connsiteY28" fmla="*/ 133491 h 186608"/>
              <a:gd name="connsiteX29" fmla="*/ 10983 w 174521"/>
              <a:gd name="connsiteY29" fmla="*/ 61739 h 186608"/>
              <a:gd name="connsiteX30" fmla="*/ 43441 w 174521"/>
              <a:gd name="connsiteY30" fmla="*/ 76414 h 186608"/>
              <a:gd name="connsiteX31" fmla="*/ 43441 w 174521"/>
              <a:gd name="connsiteY31" fmla="*/ 116329 h 186608"/>
              <a:gd name="connsiteX32" fmla="*/ 43891 w 174521"/>
              <a:gd name="connsiteY32" fmla="*/ 117105 h 186608"/>
              <a:gd name="connsiteX33" fmla="*/ 81440 w 174521"/>
              <a:gd name="connsiteY33" fmla="*/ 138661 h 186608"/>
              <a:gd name="connsiteX34" fmla="*/ 81440 w 174521"/>
              <a:gd name="connsiteY34" fmla="*/ 171755 h 186608"/>
              <a:gd name="connsiteX35" fmla="*/ 10983 w 174521"/>
              <a:gd name="connsiteY35" fmla="*/ 133491 h 186608"/>
              <a:gd name="connsiteX36" fmla="*/ 10983 w 174521"/>
              <a:gd name="connsiteY36" fmla="*/ 133491 h 186608"/>
              <a:gd name="connsiteX37" fmla="*/ 124170 w 174521"/>
              <a:gd name="connsiteY37" fmla="*/ 68061 h 186608"/>
              <a:gd name="connsiteX38" fmla="*/ 85458 w 174521"/>
              <a:gd name="connsiteY38" fmla="*/ 46374 h 186608"/>
              <a:gd name="connsiteX39" fmla="*/ 85021 w 174521"/>
              <a:gd name="connsiteY39" fmla="*/ 46261 h 186608"/>
              <a:gd name="connsiteX40" fmla="*/ 84585 w 174521"/>
              <a:gd name="connsiteY40" fmla="*/ 46373 h 186608"/>
              <a:gd name="connsiteX41" fmla="*/ 48260 w 174521"/>
              <a:gd name="connsiteY41" fmla="*/ 66541 h 186608"/>
              <a:gd name="connsiteX42" fmla="*/ 13496 w 174521"/>
              <a:gd name="connsiteY42" fmla="*/ 50823 h 186608"/>
              <a:gd name="connsiteX43" fmla="*/ 86839 w 174521"/>
              <a:gd name="connsiteY43" fmla="*/ 12300 h 186608"/>
              <a:gd name="connsiteX44" fmla="*/ 160800 w 174521"/>
              <a:gd name="connsiteY44" fmla="*/ 51499 h 186608"/>
              <a:gd name="connsiteX45" fmla="*/ 124170 w 174521"/>
              <a:gd name="connsiteY45" fmla="*/ 68061 h 186608"/>
              <a:gd name="connsiteX46" fmla="*/ 84998 w 174521"/>
              <a:gd name="connsiteY46" fmla="*/ 58704 h 186608"/>
              <a:gd name="connsiteX47" fmla="*/ 111734 w 174521"/>
              <a:gd name="connsiteY47" fmla="*/ 73684 h 186608"/>
              <a:gd name="connsiteX48" fmla="*/ 87896 w 174521"/>
              <a:gd name="connsiteY48" fmla="*/ 84462 h 186608"/>
              <a:gd name="connsiteX49" fmla="*/ 60730 w 174521"/>
              <a:gd name="connsiteY49" fmla="*/ 72180 h 186608"/>
              <a:gd name="connsiteX50" fmla="*/ 84998 w 174521"/>
              <a:gd name="connsiteY50" fmla="*/ 58704 h 186608"/>
              <a:gd name="connsiteX51" fmla="*/ 115962 w 174521"/>
              <a:gd name="connsiteY51" fmla="*/ 83825 h 186608"/>
              <a:gd name="connsiteX52" fmla="*/ 115962 w 174521"/>
              <a:gd name="connsiteY52" fmla="*/ 110283 h 186608"/>
              <a:gd name="connsiteX53" fmla="*/ 92423 w 174521"/>
              <a:gd name="connsiteY53" fmla="*/ 123505 h 186608"/>
              <a:gd name="connsiteX54" fmla="*/ 92423 w 174521"/>
              <a:gd name="connsiteY54" fmla="*/ 94468 h 186608"/>
              <a:gd name="connsiteX55" fmla="*/ 115962 w 174521"/>
              <a:gd name="connsiteY55" fmla="*/ 83825 h 18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4521" h="186608">
                <a:moveTo>
                  <a:pt x="174046" y="46091"/>
                </a:moveTo>
                <a:lnTo>
                  <a:pt x="87280" y="104"/>
                </a:lnTo>
                <a:cubicBezTo>
                  <a:pt x="87018" y="-34"/>
                  <a:pt x="86706" y="-35"/>
                  <a:pt x="86444" y="102"/>
                </a:cubicBezTo>
                <a:lnTo>
                  <a:pt x="479" y="45256"/>
                </a:lnTo>
                <a:cubicBezTo>
                  <a:pt x="184" y="45410"/>
                  <a:pt x="0" y="45716"/>
                  <a:pt x="0" y="46048"/>
                </a:cubicBezTo>
                <a:lnTo>
                  <a:pt x="0" y="139492"/>
                </a:lnTo>
                <a:cubicBezTo>
                  <a:pt x="0" y="139820"/>
                  <a:pt x="179" y="140122"/>
                  <a:pt x="468" y="140278"/>
                </a:cubicBezTo>
                <a:lnTo>
                  <a:pt x="85577" y="186500"/>
                </a:lnTo>
                <a:cubicBezTo>
                  <a:pt x="85841" y="186643"/>
                  <a:pt x="86159" y="186645"/>
                  <a:pt x="86424" y="186504"/>
                </a:cubicBezTo>
                <a:lnTo>
                  <a:pt x="91630" y="183738"/>
                </a:lnTo>
                <a:cubicBezTo>
                  <a:pt x="91853" y="183713"/>
                  <a:pt x="92059" y="183604"/>
                  <a:pt x="92206" y="183433"/>
                </a:cubicBezTo>
                <a:lnTo>
                  <a:pt x="174046" y="139946"/>
                </a:lnTo>
                <a:cubicBezTo>
                  <a:pt x="174338" y="139790"/>
                  <a:pt x="174521" y="139486"/>
                  <a:pt x="174521" y="139155"/>
                </a:cubicBezTo>
                <a:lnTo>
                  <a:pt x="174522" y="46881"/>
                </a:lnTo>
                <a:cubicBezTo>
                  <a:pt x="174522" y="46550"/>
                  <a:pt x="174339" y="46246"/>
                  <a:pt x="174046" y="46091"/>
                </a:cubicBezTo>
                <a:close/>
                <a:moveTo>
                  <a:pt x="163540" y="62313"/>
                </a:moveTo>
                <a:lnTo>
                  <a:pt x="163540" y="133092"/>
                </a:lnTo>
                <a:lnTo>
                  <a:pt x="92422" y="170882"/>
                </a:lnTo>
                <a:lnTo>
                  <a:pt x="92422" y="136101"/>
                </a:lnTo>
                <a:lnTo>
                  <a:pt x="126488" y="116967"/>
                </a:lnTo>
                <a:cubicBezTo>
                  <a:pt x="126770" y="116809"/>
                  <a:pt x="126945" y="116510"/>
                  <a:pt x="126945" y="116187"/>
                </a:cubicBezTo>
                <a:lnTo>
                  <a:pt x="126945" y="78859"/>
                </a:lnTo>
                <a:lnTo>
                  <a:pt x="163540" y="62313"/>
                </a:lnTo>
                <a:close/>
                <a:moveTo>
                  <a:pt x="54423" y="110489"/>
                </a:moveTo>
                <a:lnTo>
                  <a:pt x="54423" y="81381"/>
                </a:lnTo>
                <a:lnTo>
                  <a:pt x="81439" y="93595"/>
                </a:lnTo>
                <a:lnTo>
                  <a:pt x="81439" y="125998"/>
                </a:lnTo>
                <a:lnTo>
                  <a:pt x="54423" y="110489"/>
                </a:lnTo>
                <a:close/>
                <a:moveTo>
                  <a:pt x="10983" y="133491"/>
                </a:moveTo>
                <a:lnTo>
                  <a:pt x="10983" y="61739"/>
                </a:lnTo>
                <a:lnTo>
                  <a:pt x="43441" y="76414"/>
                </a:lnTo>
                <a:lnTo>
                  <a:pt x="43441" y="116329"/>
                </a:lnTo>
                <a:cubicBezTo>
                  <a:pt x="43441" y="116649"/>
                  <a:pt x="43612" y="116946"/>
                  <a:pt x="43891" y="117105"/>
                </a:cubicBezTo>
                <a:lnTo>
                  <a:pt x="81440" y="138661"/>
                </a:lnTo>
                <a:lnTo>
                  <a:pt x="81440" y="171755"/>
                </a:lnTo>
                <a:lnTo>
                  <a:pt x="10983" y="133491"/>
                </a:lnTo>
                <a:lnTo>
                  <a:pt x="10983" y="133491"/>
                </a:lnTo>
                <a:close/>
                <a:moveTo>
                  <a:pt x="124170" y="68061"/>
                </a:moveTo>
                <a:lnTo>
                  <a:pt x="85458" y="46374"/>
                </a:lnTo>
                <a:cubicBezTo>
                  <a:pt x="85324" y="46300"/>
                  <a:pt x="85174" y="46261"/>
                  <a:pt x="85021" y="46261"/>
                </a:cubicBezTo>
                <a:cubicBezTo>
                  <a:pt x="84871" y="46261"/>
                  <a:pt x="84721" y="46298"/>
                  <a:pt x="84585" y="46373"/>
                </a:cubicBezTo>
                <a:lnTo>
                  <a:pt x="48260" y="66541"/>
                </a:lnTo>
                <a:lnTo>
                  <a:pt x="13496" y="50823"/>
                </a:lnTo>
                <a:lnTo>
                  <a:pt x="86839" y="12300"/>
                </a:lnTo>
                <a:lnTo>
                  <a:pt x="160800" y="51499"/>
                </a:lnTo>
                <a:lnTo>
                  <a:pt x="124170" y="68061"/>
                </a:lnTo>
                <a:close/>
                <a:moveTo>
                  <a:pt x="84998" y="58704"/>
                </a:moveTo>
                <a:lnTo>
                  <a:pt x="111734" y="73684"/>
                </a:lnTo>
                <a:lnTo>
                  <a:pt x="87896" y="84462"/>
                </a:lnTo>
                <a:lnTo>
                  <a:pt x="60730" y="72180"/>
                </a:lnTo>
                <a:lnTo>
                  <a:pt x="84998" y="58704"/>
                </a:lnTo>
                <a:close/>
                <a:moveTo>
                  <a:pt x="115962" y="83825"/>
                </a:moveTo>
                <a:lnTo>
                  <a:pt x="115962" y="110283"/>
                </a:lnTo>
                <a:lnTo>
                  <a:pt x="92423" y="123505"/>
                </a:lnTo>
                <a:lnTo>
                  <a:pt x="92423" y="94468"/>
                </a:lnTo>
                <a:lnTo>
                  <a:pt x="115962" y="83825"/>
                </a:lnTo>
                <a:close/>
              </a:path>
            </a:pathLst>
          </a:custGeom>
          <a:solidFill>
            <a:schemeClr val="tx1"/>
          </a:solidFill>
          <a:ln w="186"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5" name="图形 76"/>
          <p:cNvSpPr/>
          <p:nvPr/>
        </p:nvSpPr>
        <p:spPr>
          <a:xfrm>
            <a:off x="6576741" y="2033529"/>
            <a:ext cx="284713" cy="234075"/>
          </a:xfrm>
          <a:custGeom>
            <a:avLst/>
            <a:gdLst>
              <a:gd name="connsiteX0" fmla="*/ 118004 w 212744"/>
              <a:gd name="connsiteY0" fmla="*/ 60738 h 212795"/>
              <a:gd name="connsiteX1" fmla="*/ 130232 w 212744"/>
              <a:gd name="connsiteY1" fmla="*/ 75858 h 212795"/>
              <a:gd name="connsiteX2" fmla="*/ 118599 w 212744"/>
              <a:gd name="connsiteY2" fmla="*/ 91753 h 212795"/>
              <a:gd name="connsiteX3" fmla="*/ 106370 w 212744"/>
              <a:gd name="connsiteY3" fmla="*/ 76633 h 212795"/>
              <a:gd name="connsiteX4" fmla="*/ 106367 w 212744"/>
              <a:gd name="connsiteY4" fmla="*/ 76237 h 212795"/>
              <a:gd name="connsiteX5" fmla="*/ 118004 w 212744"/>
              <a:gd name="connsiteY5" fmla="*/ 60738 h 212795"/>
              <a:gd name="connsiteX6" fmla="*/ 114206 w 212744"/>
              <a:gd name="connsiteY6" fmla="*/ 19453 h 212795"/>
              <a:gd name="connsiteX7" fmla="*/ 61851 w 212744"/>
              <a:gd name="connsiteY7" fmla="*/ 89675 h 212795"/>
              <a:gd name="connsiteX8" fmla="*/ 61851 w 212744"/>
              <a:gd name="connsiteY8" fmla="*/ 91749 h 212795"/>
              <a:gd name="connsiteX9" fmla="*/ 60192 w 212744"/>
              <a:gd name="connsiteY9" fmla="*/ 99810 h 212795"/>
              <a:gd name="connsiteX10" fmla="*/ 55309 w 212744"/>
              <a:gd name="connsiteY10" fmla="*/ 102962 h 212795"/>
              <a:gd name="connsiteX11" fmla="*/ 48927 w 212744"/>
              <a:gd name="connsiteY11" fmla="*/ 102962 h 212795"/>
              <a:gd name="connsiteX12" fmla="*/ 14378 w 212744"/>
              <a:gd name="connsiteY12" fmla="*/ 148989 h 212795"/>
              <a:gd name="connsiteX13" fmla="*/ 48927 w 212744"/>
              <a:gd name="connsiteY13" fmla="*/ 195016 h 212795"/>
              <a:gd name="connsiteX14" fmla="*/ 60628 w 212744"/>
              <a:gd name="connsiteY14" fmla="*/ 195016 h 212795"/>
              <a:gd name="connsiteX15" fmla="*/ 65850 w 212744"/>
              <a:gd name="connsiteY15" fmla="*/ 198030 h 212795"/>
              <a:gd name="connsiteX16" fmla="*/ 67276 w 212744"/>
              <a:gd name="connsiteY16" fmla="*/ 203394 h 212795"/>
              <a:gd name="connsiteX17" fmla="*/ 60192 w 212744"/>
              <a:gd name="connsiteY17" fmla="*/ 212740 h 212795"/>
              <a:gd name="connsiteX18" fmla="*/ 60160 w 212744"/>
              <a:gd name="connsiteY18" fmla="*/ 212741 h 212795"/>
              <a:gd name="connsiteX19" fmla="*/ 48661 w 212744"/>
              <a:gd name="connsiteY19" fmla="*/ 212741 h 212795"/>
              <a:gd name="connsiteX20" fmla="*/ 14240 w 212744"/>
              <a:gd name="connsiteY20" fmla="*/ 193758 h 212795"/>
              <a:gd name="connsiteX21" fmla="*/ 14006 w 212744"/>
              <a:gd name="connsiteY21" fmla="*/ 102506 h 212795"/>
              <a:gd name="connsiteX22" fmla="*/ 47480 w 212744"/>
              <a:gd name="connsiteY22" fmla="*/ 83205 h 212795"/>
              <a:gd name="connsiteX23" fmla="*/ 114217 w 212744"/>
              <a:gd name="connsiteY23" fmla="*/ 0 h 212795"/>
              <a:gd name="connsiteX24" fmla="*/ 160041 w 212744"/>
              <a:gd name="connsiteY24" fmla="*/ 24361 h 212795"/>
              <a:gd name="connsiteX25" fmla="*/ 160509 w 212744"/>
              <a:gd name="connsiteY25" fmla="*/ 24832 h 212795"/>
              <a:gd name="connsiteX26" fmla="*/ 162051 w 212744"/>
              <a:gd name="connsiteY26" fmla="*/ 26726 h 212795"/>
              <a:gd name="connsiteX27" fmla="*/ 164870 w 212744"/>
              <a:gd name="connsiteY27" fmla="*/ 34800 h 212795"/>
              <a:gd name="connsiteX28" fmla="*/ 157786 w 212744"/>
              <a:gd name="connsiteY28" fmla="*/ 44243 h 212795"/>
              <a:gd name="connsiteX29" fmla="*/ 151606 w 212744"/>
              <a:gd name="connsiteY29" fmla="*/ 40095 h 212795"/>
              <a:gd name="connsiteX30" fmla="*/ 150297 w 212744"/>
              <a:gd name="connsiteY30" fmla="*/ 38505 h 212795"/>
              <a:gd name="connsiteX31" fmla="*/ 149595 w 212744"/>
              <a:gd name="connsiteY31" fmla="*/ 37551 h 212795"/>
              <a:gd name="connsiteX32" fmla="*/ 114217 w 212744"/>
              <a:gd name="connsiteY32" fmla="*/ 19370 h 212795"/>
              <a:gd name="connsiteX33" fmla="*/ 141373 w 212744"/>
              <a:gd name="connsiteY33" fmla="*/ 202897 h 212795"/>
              <a:gd name="connsiteX34" fmla="*/ 138639 w 212744"/>
              <a:gd name="connsiteY34" fmla="*/ 199896 h 212795"/>
              <a:gd name="connsiteX35" fmla="*/ 119695 w 212744"/>
              <a:gd name="connsiteY35" fmla="*/ 175010 h 212795"/>
              <a:gd name="connsiteX36" fmla="*/ 117099 w 212744"/>
              <a:gd name="connsiteY36" fmla="*/ 173627 h 212795"/>
              <a:gd name="connsiteX37" fmla="*/ 109866 w 212744"/>
              <a:gd name="connsiteY37" fmla="*/ 173627 h 212795"/>
              <a:gd name="connsiteX38" fmla="*/ 100399 w 212744"/>
              <a:gd name="connsiteY38" fmla="*/ 180457 h 212795"/>
              <a:gd name="connsiteX39" fmla="*/ 91400 w 212744"/>
              <a:gd name="connsiteY39" fmla="*/ 175065 h 212795"/>
              <a:gd name="connsiteX40" fmla="*/ 88794 w 212744"/>
              <a:gd name="connsiteY40" fmla="*/ 161737 h 212795"/>
              <a:gd name="connsiteX41" fmla="*/ 100282 w 212744"/>
              <a:gd name="connsiteY41" fmla="*/ 148906 h 212795"/>
              <a:gd name="connsiteX42" fmla="*/ 100399 w 212744"/>
              <a:gd name="connsiteY42" fmla="*/ 148906 h 212795"/>
              <a:gd name="connsiteX43" fmla="*/ 109515 w 212744"/>
              <a:gd name="connsiteY43" fmla="*/ 155238 h 212795"/>
              <a:gd name="connsiteX44" fmla="*/ 123024 w 212744"/>
              <a:gd name="connsiteY44" fmla="*/ 155238 h 212795"/>
              <a:gd name="connsiteX45" fmla="*/ 125864 w 212744"/>
              <a:gd name="connsiteY45" fmla="*/ 156842 h 212795"/>
              <a:gd name="connsiteX46" fmla="*/ 148596 w 212744"/>
              <a:gd name="connsiteY46" fmla="*/ 187259 h 212795"/>
              <a:gd name="connsiteX47" fmla="*/ 151319 w 212744"/>
              <a:gd name="connsiteY47" fmla="*/ 188849 h 212795"/>
              <a:gd name="connsiteX48" fmla="*/ 174050 w 212744"/>
              <a:gd name="connsiteY48" fmla="*/ 188849 h 212795"/>
              <a:gd name="connsiteX49" fmla="*/ 183517 w 212744"/>
              <a:gd name="connsiteY49" fmla="*/ 181867 h 212795"/>
              <a:gd name="connsiteX50" fmla="*/ 192526 w 212744"/>
              <a:gd name="connsiteY50" fmla="*/ 187107 h 212795"/>
              <a:gd name="connsiteX51" fmla="*/ 195122 w 212744"/>
              <a:gd name="connsiteY51" fmla="*/ 200104 h 212795"/>
              <a:gd name="connsiteX52" fmla="*/ 183634 w 212744"/>
              <a:gd name="connsiteY52" fmla="*/ 212796 h 212795"/>
              <a:gd name="connsiteX53" fmla="*/ 174401 w 212744"/>
              <a:gd name="connsiteY53" fmla="*/ 206450 h 212795"/>
              <a:gd name="connsiteX54" fmla="*/ 147755 w 212744"/>
              <a:gd name="connsiteY54" fmla="*/ 206450 h 212795"/>
              <a:gd name="connsiteX55" fmla="*/ 141373 w 212744"/>
              <a:gd name="connsiteY55" fmla="*/ 202966 h 212795"/>
              <a:gd name="connsiteX56" fmla="*/ 86061 w 212744"/>
              <a:gd name="connsiteY56" fmla="*/ 133117 h 212795"/>
              <a:gd name="connsiteX57" fmla="*/ 74456 w 212744"/>
              <a:gd name="connsiteY57" fmla="*/ 117785 h 212795"/>
              <a:gd name="connsiteX58" fmla="*/ 74456 w 212744"/>
              <a:gd name="connsiteY58" fmla="*/ 117784 h 212795"/>
              <a:gd name="connsiteX59" fmla="*/ 85345 w 212744"/>
              <a:gd name="connsiteY59" fmla="*/ 102324 h 212795"/>
              <a:gd name="connsiteX60" fmla="*/ 86071 w 212744"/>
              <a:gd name="connsiteY60" fmla="*/ 102312 h 212795"/>
              <a:gd name="connsiteX61" fmla="*/ 94241 w 212744"/>
              <a:gd name="connsiteY61" fmla="*/ 107069 h 212795"/>
              <a:gd name="connsiteX62" fmla="*/ 94709 w 212744"/>
              <a:gd name="connsiteY62" fmla="*/ 107234 h 212795"/>
              <a:gd name="connsiteX63" fmla="*/ 127279 w 212744"/>
              <a:gd name="connsiteY63" fmla="*/ 107234 h 212795"/>
              <a:gd name="connsiteX64" fmla="*/ 130364 w 212744"/>
              <a:gd name="connsiteY64" fmla="*/ 105313 h 212795"/>
              <a:gd name="connsiteX65" fmla="*/ 145628 w 212744"/>
              <a:gd name="connsiteY65" fmla="*/ 84339 h 212795"/>
              <a:gd name="connsiteX66" fmla="*/ 152010 w 212744"/>
              <a:gd name="connsiteY66" fmla="*/ 80854 h 212795"/>
              <a:gd name="connsiteX67" fmla="*/ 171082 w 212744"/>
              <a:gd name="connsiteY67" fmla="*/ 80854 h 212795"/>
              <a:gd name="connsiteX68" fmla="*/ 180432 w 212744"/>
              <a:gd name="connsiteY68" fmla="*/ 74508 h 212795"/>
              <a:gd name="connsiteX69" fmla="*/ 184570 w 212744"/>
              <a:gd name="connsiteY69" fmla="*/ 75476 h 212795"/>
              <a:gd name="connsiteX70" fmla="*/ 190952 w 212744"/>
              <a:gd name="connsiteY70" fmla="*/ 83869 h 212795"/>
              <a:gd name="connsiteX71" fmla="*/ 191186 w 212744"/>
              <a:gd name="connsiteY71" fmla="*/ 95607 h 212795"/>
              <a:gd name="connsiteX72" fmla="*/ 180177 w 212744"/>
              <a:gd name="connsiteY72" fmla="*/ 105437 h 212795"/>
              <a:gd name="connsiteX73" fmla="*/ 176145 w 212744"/>
              <a:gd name="connsiteY73" fmla="*/ 104331 h 212795"/>
              <a:gd name="connsiteX74" fmla="*/ 170699 w 212744"/>
              <a:gd name="connsiteY74" fmla="*/ 98455 h 212795"/>
              <a:gd name="connsiteX75" fmla="*/ 155807 w 212744"/>
              <a:gd name="connsiteY75" fmla="*/ 98455 h 212795"/>
              <a:gd name="connsiteX76" fmla="*/ 153095 w 212744"/>
              <a:gd name="connsiteY76" fmla="*/ 100059 h 212795"/>
              <a:gd name="connsiteX77" fmla="*/ 137214 w 212744"/>
              <a:gd name="connsiteY77" fmla="*/ 121074 h 212795"/>
              <a:gd name="connsiteX78" fmla="*/ 130832 w 212744"/>
              <a:gd name="connsiteY78" fmla="*/ 124434 h 212795"/>
              <a:gd name="connsiteX79" fmla="*/ 96485 w 212744"/>
              <a:gd name="connsiteY79" fmla="*/ 124434 h 212795"/>
              <a:gd name="connsiteX80" fmla="*/ 86061 w 212744"/>
              <a:gd name="connsiteY80" fmla="*/ 133158 h 212795"/>
              <a:gd name="connsiteX81" fmla="*/ 165030 w 212744"/>
              <a:gd name="connsiteY81" fmla="*/ 151091 h 212795"/>
              <a:gd name="connsiteX82" fmla="*/ 155797 w 212744"/>
              <a:gd name="connsiteY82" fmla="*/ 157437 h 212795"/>
              <a:gd name="connsiteX83" fmla="*/ 144090 w 212744"/>
              <a:gd name="connsiteY83" fmla="*/ 142683 h 212795"/>
              <a:gd name="connsiteX84" fmla="*/ 144096 w 212744"/>
              <a:gd name="connsiteY84" fmla="*/ 141896 h 212795"/>
              <a:gd name="connsiteX85" fmla="*/ 155701 w 212744"/>
              <a:gd name="connsiteY85" fmla="*/ 126356 h 212795"/>
              <a:gd name="connsiteX86" fmla="*/ 155807 w 212744"/>
              <a:gd name="connsiteY86" fmla="*/ 126356 h 212795"/>
              <a:gd name="connsiteX87" fmla="*/ 165285 w 212744"/>
              <a:gd name="connsiteY87" fmla="*/ 133269 h 212795"/>
              <a:gd name="connsiteX88" fmla="*/ 191569 w 212744"/>
              <a:gd name="connsiteY88" fmla="*/ 133269 h 212795"/>
              <a:gd name="connsiteX89" fmla="*/ 201036 w 212744"/>
              <a:gd name="connsiteY89" fmla="*/ 126480 h 212795"/>
              <a:gd name="connsiteX90" fmla="*/ 212743 w 212744"/>
              <a:gd name="connsiteY90" fmla="*/ 141235 h 212795"/>
              <a:gd name="connsiteX91" fmla="*/ 212737 w 212744"/>
              <a:gd name="connsiteY91" fmla="*/ 142007 h 212795"/>
              <a:gd name="connsiteX92" fmla="*/ 201132 w 212744"/>
              <a:gd name="connsiteY92" fmla="*/ 157561 h 212795"/>
              <a:gd name="connsiteX93" fmla="*/ 191782 w 212744"/>
              <a:gd name="connsiteY93" fmla="*/ 151049 h 212795"/>
              <a:gd name="connsiteX94" fmla="*/ 165040 w 212744"/>
              <a:gd name="connsiteY94" fmla="*/ 151049 h 21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212744" h="212795">
                <a:moveTo>
                  <a:pt x="118004" y="60738"/>
                </a:moveTo>
                <a:cubicBezTo>
                  <a:pt x="124593" y="60524"/>
                  <a:pt x="130068" y="67294"/>
                  <a:pt x="130232" y="75858"/>
                </a:cubicBezTo>
                <a:cubicBezTo>
                  <a:pt x="130397" y="84423"/>
                  <a:pt x="125189" y="91540"/>
                  <a:pt x="118599" y="91753"/>
                </a:cubicBezTo>
                <a:cubicBezTo>
                  <a:pt x="112010" y="91967"/>
                  <a:pt x="106535" y="85197"/>
                  <a:pt x="106370" y="76633"/>
                </a:cubicBezTo>
                <a:cubicBezTo>
                  <a:pt x="106368" y="76501"/>
                  <a:pt x="106367" y="76369"/>
                  <a:pt x="106367" y="76237"/>
                </a:cubicBezTo>
                <a:cubicBezTo>
                  <a:pt x="106290" y="67781"/>
                  <a:pt x="111498" y="60844"/>
                  <a:pt x="118004" y="60738"/>
                </a:cubicBezTo>
                <a:close/>
                <a:moveTo>
                  <a:pt x="114206" y="19453"/>
                </a:moveTo>
                <a:cubicBezTo>
                  <a:pt x="85242" y="19453"/>
                  <a:pt x="61691" y="50935"/>
                  <a:pt x="61851" y="89675"/>
                </a:cubicBezTo>
                <a:lnTo>
                  <a:pt x="61851" y="91749"/>
                </a:lnTo>
                <a:cubicBezTo>
                  <a:pt x="61968" y="94266"/>
                  <a:pt x="62096" y="96962"/>
                  <a:pt x="60192" y="99810"/>
                </a:cubicBezTo>
                <a:cubicBezTo>
                  <a:pt x="58971" y="101696"/>
                  <a:pt x="57203" y="102838"/>
                  <a:pt x="55309" y="102962"/>
                </a:cubicBezTo>
                <a:lnTo>
                  <a:pt x="48927" y="102962"/>
                </a:lnTo>
                <a:cubicBezTo>
                  <a:pt x="29780" y="102962"/>
                  <a:pt x="14378" y="123521"/>
                  <a:pt x="14378" y="148989"/>
                </a:cubicBezTo>
                <a:cubicBezTo>
                  <a:pt x="14378" y="174456"/>
                  <a:pt x="29908" y="195016"/>
                  <a:pt x="48927" y="195016"/>
                </a:cubicBezTo>
                <a:lnTo>
                  <a:pt x="60628" y="195016"/>
                </a:lnTo>
                <a:cubicBezTo>
                  <a:pt x="62620" y="195004"/>
                  <a:pt x="64521" y="196101"/>
                  <a:pt x="65850" y="198030"/>
                </a:cubicBezTo>
                <a:cubicBezTo>
                  <a:pt x="66871" y="199488"/>
                  <a:pt x="67387" y="201428"/>
                  <a:pt x="67276" y="203394"/>
                </a:cubicBezTo>
                <a:cubicBezTo>
                  <a:pt x="67305" y="208518"/>
                  <a:pt x="64134" y="212702"/>
                  <a:pt x="60192" y="212740"/>
                </a:cubicBezTo>
                <a:cubicBezTo>
                  <a:pt x="60181" y="212741"/>
                  <a:pt x="60170" y="212741"/>
                  <a:pt x="60160" y="212741"/>
                </a:cubicBezTo>
                <a:lnTo>
                  <a:pt x="48661" y="212741"/>
                </a:lnTo>
                <a:cubicBezTo>
                  <a:pt x="35680" y="212752"/>
                  <a:pt x="23254" y="205899"/>
                  <a:pt x="14240" y="193758"/>
                </a:cubicBezTo>
                <a:cubicBezTo>
                  <a:pt x="-4656" y="168346"/>
                  <a:pt x="-4759" y="128081"/>
                  <a:pt x="14006" y="102506"/>
                </a:cubicBezTo>
                <a:cubicBezTo>
                  <a:pt x="22731" y="90516"/>
                  <a:pt x="34786" y="83565"/>
                  <a:pt x="47480" y="83205"/>
                </a:cubicBezTo>
                <a:cubicBezTo>
                  <a:pt x="49746" y="36542"/>
                  <a:pt x="79072" y="0"/>
                  <a:pt x="114217" y="0"/>
                </a:cubicBezTo>
                <a:cubicBezTo>
                  <a:pt x="131359" y="-8"/>
                  <a:pt x="147817" y="8741"/>
                  <a:pt x="160041" y="24361"/>
                </a:cubicBezTo>
                <a:lnTo>
                  <a:pt x="160509" y="24832"/>
                </a:lnTo>
                <a:cubicBezTo>
                  <a:pt x="161056" y="25416"/>
                  <a:pt x="161572" y="26049"/>
                  <a:pt x="162051" y="26726"/>
                </a:cubicBezTo>
                <a:cubicBezTo>
                  <a:pt x="163788" y="28815"/>
                  <a:pt x="164804" y="31725"/>
                  <a:pt x="164870" y="34800"/>
                </a:cubicBezTo>
                <a:cubicBezTo>
                  <a:pt x="164888" y="39934"/>
                  <a:pt x="161735" y="44138"/>
                  <a:pt x="157786" y="44243"/>
                </a:cubicBezTo>
                <a:cubicBezTo>
                  <a:pt x="155321" y="44295"/>
                  <a:pt x="153000" y="42738"/>
                  <a:pt x="151606" y="40095"/>
                </a:cubicBezTo>
                <a:cubicBezTo>
                  <a:pt x="151094" y="39681"/>
                  <a:pt x="150650" y="39141"/>
                  <a:pt x="150297" y="38505"/>
                </a:cubicBezTo>
                <a:cubicBezTo>
                  <a:pt x="150063" y="38353"/>
                  <a:pt x="149946" y="38035"/>
                  <a:pt x="149595" y="37551"/>
                </a:cubicBezTo>
                <a:cubicBezTo>
                  <a:pt x="140023" y="25837"/>
                  <a:pt x="127364" y="19332"/>
                  <a:pt x="114217" y="19370"/>
                </a:cubicBezTo>
                <a:close/>
                <a:moveTo>
                  <a:pt x="141373" y="202897"/>
                </a:moveTo>
                <a:lnTo>
                  <a:pt x="138639" y="199896"/>
                </a:lnTo>
                <a:lnTo>
                  <a:pt x="119695" y="175010"/>
                </a:lnTo>
                <a:cubicBezTo>
                  <a:pt x="119007" y="174115"/>
                  <a:pt x="118072" y="173617"/>
                  <a:pt x="117099" y="173627"/>
                </a:cubicBezTo>
                <a:lnTo>
                  <a:pt x="109866" y="173627"/>
                </a:lnTo>
                <a:cubicBezTo>
                  <a:pt x="107866" y="177925"/>
                  <a:pt x="104264" y="180525"/>
                  <a:pt x="100399" y="180457"/>
                </a:cubicBezTo>
                <a:cubicBezTo>
                  <a:pt x="96923" y="180544"/>
                  <a:pt x="93607" y="178558"/>
                  <a:pt x="91400" y="175065"/>
                </a:cubicBezTo>
                <a:cubicBezTo>
                  <a:pt x="89123" y="171299"/>
                  <a:pt x="88177" y="166458"/>
                  <a:pt x="88794" y="161737"/>
                </a:cubicBezTo>
                <a:cubicBezTo>
                  <a:pt x="89739" y="154416"/>
                  <a:pt x="94572" y="149017"/>
                  <a:pt x="100282" y="148906"/>
                </a:cubicBezTo>
                <a:lnTo>
                  <a:pt x="100399" y="148906"/>
                </a:lnTo>
                <a:cubicBezTo>
                  <a:pt x="104035" y="149036"/>
                  <a:pt x="107412" y="151381"/>
                  <a:pt x="109515" y="155238"/>
                </a:cubicBezTo>
                <a:lnTo>
                  <a:pt x="123024" y="155238"/>
                </a:lnTo>
                <a:cubicBezTo>
                  <a:pt x="124097" y="155262"/>
                  <a:pt x="125119" y="155839"/>
                  <a:pt x="125864" y="156842"/>
                </a:cubicBezTo>
                <a:lnTo>
                  <a:pt x="148596" y="187259"/>
                </a:lnTo>
                <a:cubicBezTo>
                  <a:pt x="149326" y="188199"/>
                  <a:pt x="150293" y="188764"/>
                  <a:pt x="151319" y="188849"/>
                </a:cubicBezTo>
                <a:lnTo>
                  <a:pt x="174050" y="188849"/>
                </a:lnTo>
                <a:cubicBezTo>
                  <a:pt x="176038" y="184515"/>
                  <a:pt x="179635" y="181862"/>
                  <a:pt x="183517" y="181867"/>
                </a:cubicBezTo>
                <a:cubicBezTo>
                  <a:pt x="186980" y="181724"/>
                  <a:pt x="190301" y="183656"/>
                  <a:pt x="192526" y="187107"/>
                </a:cubicBezTo>
                <a:cubicBezTo>
                  <a:pt x="194815" y="190736"/>
                  <a:pt x="195763" y="195486"/>
                  <a:pt x="195122" y="200104"/>
                </a:cubicBezTo>
                <a:cubicBezTo>
                  <a:pt x="194216" y="207432"/>
                  <a:pt x="189344" y="212815"/>
                  <a:pt x="183634" y="212796"/>
                </a:cubicBezTo>
                <a:cubicBezTo>
                  <a:pt x="179951" y="212731"/>
                  <a:pt x="176516" y="210370"/>
                  <a:pt x="174401" y="206450"/>
                </a:cubicBezTo>
                <a:lnTo>
                  <a:pt x="147755" y="206450"/>
                </a:lnTo>
                <a:cubicBezTo>
                  <a:pt x="145356" y="206438"/>
                  <a:pt x="143059" y="205184"/>
                  <a:pt x="141373" y="202966"/>
                </a:cubicBezTo>
                <a:close/>
                <a:moveTo>
                  <a:pt x="86061" y="133117"/>
                </a:moveTo>
                <a:cubicBezTo>
                  <a:pt x="79599" y="133048"/>
                  <a:pt x="74403" y="126184"/>
                  <a:pt x="74456" y="117785"/>
                </a:cubicBezTo>
                <a:cubicBezTo>
                  <a:pt x="74456" y="117784"/>
                  <a:pt x="74456" y="117784"/>
                  <a:pt x="74456" y="117784"/>
                </a:cubicBezTo>
                <a:cubicBezTo>
                  <a:pt x="74178" y="109606"/>
                  <a:pt x="79054" y="102684"/>
                  <a:pt x="85345" y="102324"/>
                </a:cubicBezTo>
                <a:cubicBezTo>
                  <a:pt x="85587" y="102310"/>
                  <a:pt x="85829" y="102306"/>
                  <a:pt x="86071" y="102312"/>
                </a:cubicBezTo>
                <a:cubicBezTo>
                  <a:pt x="89191" y="102312"/>
                  <a:pt x="92164" y="104042"/>
                  <a:pt x="94241" y="107069"/>
                </a:cubicBezTo>
                <a:lnTo>
                  <a:pt x="94709" y="107234"/>
                </a:lnTo>
                <a:lnTo>
                  <a:pt x="127279" y="107234"/>
                </a:lnTo>
                <a:cubicBezTo>
                  <a:pt x="128466" y="107167"/>
                  <a:pt x="129580" y="106473"/>
                  <a:pt x="130364" y="105313"/>
                </a:cubicBezTo>
                <a:lnTo>
                  <a:pt x="145628" y="84339"/>
                </a:lnTo>
                <a:cubicBezTo>
                  <a:pt x="147316" y="82124"/>
                  <a:pt x="149612" y="80871"/>
                  <a:pt x="152010" y="80854"/>
                </a:cubicBezTo>
                <a:lnTo>
                  <a:pt x="171082" y="80854"/>
                </a:lnTo>
                <a:cubicBezTo>
                  <a:pt x="173132" y="76761"/>
                  <a:pt x="176676" y="74355"/>
                  <a:pt x="180432" y="74508"/>
                </a:cubicBezTo>
                <a:cubicBezTo>
                  <a:pt x="181844" y="74519"/>
                  <a:pt x="183244" y="74847"/>
                  <a:pt x="184570" y="75476"/>
                </a:cubicBezTo>
                <a:cubicBezTo>
                  <a:pt x="187460" y="77080"/>
                  <a:pt x="189751" y="80093"/>
                  <a:pt x="190952" y="83869"/>
                </a:cubicBezTo>
                <a:cubicBezTo>
                  <a:pt x="192147" y="87608"/>
                  <a:pt x="192231" y="91792"/>
                  <a:pt x="191186" y="95607"/>
                </a:cubicBezTo>
                <a:cubicBezTo>
                  <a:pt x="189407" y="101501"/>
                  <a:pt x="185048" y="105394"/>
                  <a:pt x="180177" y="105437"/>
                </a:cubicBezTo>
                <a:cubicBezTo>
                  <a:pt x="178793" y="105384"/>
                  <a:pt x="177427" y="105010"/>
                  <a:pt x="176145" y="104331"/>
                </a:cubicBezTo>
                <a:cubicBezTo>
                  <a:pt x="173837" y="103308"/>
                  <a:pt x="171898" y="101216"/>
                  <a:pt x="170699" y="98455"/>
                </a:cubicBezTo>
                <a:lnTo>
                  <a:pt x="155807" y="98455"/>
                </a:lnTo>
                <a:cubicBezTo>
                  <a:pt x="154771" y="98477"/>
                  <a:pt x="153789" y="99058"/>
                  <a:pt x="153095" y="100059"/>
                </a:cubicBezTo>
                <a:lnTo>
                  <a:pt x="137214" y="121074"/>
                </a:lnTo>
                <a:cubicBezTo>
                  <a:pt x="135511" y="123246"/>
                  <a:pt x="133217" y="124454"/>
                  <a:pt x="130832" y="124434"/>
                </a:cubicBezTo>
                <a:lnTo>
                  <a:pt x="96485" y="124434"/>
                </a:lnTo>
                <a:cubicBezTo>
                  <a:pt x="94720" y="129851"/>
                  <a:pt x="90585" y="133311"/>
                  <a:pt x="86061" y="133158"/>
                </a:cubicBezTo>
                <a:close/>
                <a:moveTo>
                  <a:pt x="165030" y="151091"/>
                </a:moveTo>
                <a:cubicBezTo>
                  <a:pt x="162937" y="155043"/>
                  <a:pt x="159488" y="157413"/>
                  <a:pt x="155797" y="157437"/>
                </a:cubicBezTo>
                <a:cubicBezTo>
                  <a:pt x="149429" y="157564"/>
                  <a:pt x="144188" y="150959"/>
                  <a:pt x="144090" y="142683"/>
                </a:cubicBezTo>
                <a:cubicBezTo>
                  <a:pt x="144086" y="142420"/>
                  <a:pt x="144089" y="142158"/>
                  <a:pt x="144096" y="141896"/>
                </a:cubicBezTo>
                <a:cubicBezTo>
                  <a:pt x="144096" y="133020"/>
                  <a:pt x="149064" y="126356"/>
                  <a:pt x="155701" y="126356"/>
                </a:cubicBezTo>
                <a:lnTo>
                  <a:pt x="155807" y="126356"/>
                </a:lnTo>
                <a:cubicBezTo>
                  <a:pt x="159675" y="126367"/>
                  <a:pt x="163262" y="128983"/>
                  <a:pt x="165285" y="133269"/>
                </a:cubicBezTo>
                <a:lnTo>
                  <a:pt x="191569" y="133269"/>
                </a:lnTo>
                <a:cubicBezTo>
                  <a:pt x="193592" y="129007"/>
                  <a:pt x="197183" y="126432"/>
                  <a:pt x="201036" y="126480"/>
                </a:cubicBezTo>
                <a:cubicBezTo>
                  <a:pt x="207403" y="126353"/>
                  <a:pt x="212645" y="132959"/>
                  <a:pt x="212743" y="141235"/>
                </a:cubicBezTo>
                <a:cubicBezTo>
                  <a:pt x="212746" y="141492"/>
                  <a:pt x="212744" y="141750"/>
                  <a:pt x="212737" y="142007"/>
                </a:cubicBezTo>
                <a:cubicBezTo>
                  <a:pt x="212737" y="150883"/>
                  <a:pt x="207758" y="157561"/>
                  <a:pt x="201132" y="157561"/>
                </a:cubicBezTo>
                <a:cubicBezTo>
                  <a:pt x="197345" y="157709"/>
                  <a:pt x="193784" y="155229"/>
                  <a:pt x="191782" y="151049"/>
                </a:cubicBezTo>
                <a:lnTo>
                  <a:pt x="165040" y="151049"/>
                </a:lnTo>
                <a:close/>
              </a:path>
            </a:pathLst>
          </a:custGeom>
          <a:solidFill>
            <a:schemeClr val="tx1"/>
          </a:solidFill>
          <a:ln w="15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nvSpPr>
        <p:spPr>
          <a:xfrm>
            <a:off x="4788958" y="894080"/>
            <a:ext cx="2614083" cy="4068031"/>
          </a:xfrm>
          <a:custGeom>
            <a:avLst/>
            <a:gdLst>
              <a:gd name="connsiteX0" fmla="*/ 1307042 w 2614083"/>
              <a:gd name="connsiteY0" fmla="*/ 0 h 3922171"/>
              <a:gd name="connsiteX1" fmla="*/ 1969559 w 2614083"/>
              <a:gd name="connsiteY1" fmla="*/ 468100 h 3922171"/>
              <a:gd name="connsiteX2" fmla="*/ 1695296 w 2614083"/>
              <a:gd name="connsiteY2" fmla="*/ 468100 h 3922171"/>
              <a:gd name="connsiteX3" fmla="*/ 1705565 w 2614083"/>
              <a:gd name="connsiteY3" fmla="*/ 555789 h 3922171"/>
              <a:gd name="connsiteX4" fmla="*/ 2614083 w 2614083"/>
              <a:gd name="connsiteY4" fmla="*/ 3853453 h 3922171"/>
              <a:gd name="connsiteX5" fmla="*/ 2614083 w 2614083"/>
              <a:gd name="connsiteY5" fmla="*/ 3922171 h 3922171"/>
              <a:gd name="connsiteX6" fmla="*/ 1307041 w 2614083"/>
              <a:gd name="connsiteY6" fmla="*/ 3909982 h 3922171"/>
              <a:gd name="connsiteX7" fmla="*/ 0 w 2614083"/>
              <a:gd name="connsiteY7" fmla="*/ 3922171 h 3922171"/>
              <a:gd name="connsiteX8" fmla="*/ 0 w 2614083"/>
              <a:gd name="connsiteY8" fmla="*/ 3853453 h 3922171"/>
              <a:gd name="connsiteX9" fmla="*/ 907859 w 2614083"/>
              <a:gd name="connsiteY9" fmla="*/ 555789 h 3922171"/>
              <a:gd name="connsiteX10" fmla="*/ 918129 w 2614083"/>
              <a:gd name="connsiteY10" fmla="*/ 468100 h 3922171"/>
              <a:gd name="connsiteX11" fmla="*/ 644525 w 2614083"/>
              <a:gd name="connsiteY11" fmla="*/ 46810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4083" h="3922171">
                <a:moveTo>
                  <a:pt x="1307042" y="0"/>
                </a:moveTo>
                <a:lnTo>
                  <a:pt x="1969559" y="468100"/>
                </a:lnTo>
                <a:lnTo>
                  <a:pt x="1695296" y="468100"/>
                </a:lnTo>
                <a:lnTo>
                  <a:pt x="1705565" y="555789"/>
                </a:lnTo>
                <a:cubicBezTo>
                  <a:pt x="1928458" y="2186312"/>
                  <a:pt x="2540552" y="3760154"/>
                  <a:pt x="2614083" y="3853453"/>
                </a:cubicBezTo>
                <a:lnTo>
                  <a:pt x="2614083" y="3922171"/>
                </a:lnTo>
                <a:lnTo>
                  <a:pt x="1307041" y="3909982"/>
                </a:lnTo>
                <a:lnTo>
                  <a:pt x="0" y="3922171"/>
                </a:lnTo>
                <a:lnTo>
                  <a:pt x="0" y="3853453"/>
                </a:lnTo>
                <a:cubicBezTo>
                  <a:pt x="72897" y="3760154"/>
                  <a:pt x="684957" y="2186312"/>
                  <a:pt x="907859" y="555789"/>
                </a:cubicBezTo>
                <a:lnTo>
                  <a:pt x="918129" y="468100"/>
                </a:lnTo>
                <a:lnTo>
                  <a:pt x="644525" y="468100"/>
                </a:lnTo>
                <a:close/>
              </a:path>
            </a:pathLst>
          </a:custGeom>
          <a:gradFill>
            <a:gsLst>
              <a:gs pos="0">
                <a:schemeClr val="accent1">
                  <a:alpha val="29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6" name="组合 5"/>
          <p:cNvGrpSpPr/>
          <p:nvPr/>
        </p:nvGrpSpPr>
        <p:grpSpPr>
          <a:xfrm>
            <a:off x="2785004" y="1788071"/>
            <a:ext cx="6621991" cy="2521163"/>
            <a:chOff x="2772833" y="1788071"/>
            <a:chExt cx="6621991" cy="2521163"/>
          </a:xfrm>
        </p:grpSpPr>
        <p:sp>
          <p:nvSpPr>
            <p:cNvPr id="7" name="任意多边形: 形状 6"/>
            <p:cNvSpPr/>
            <p:nvPr/>
          </p:nvSpPr>
          <p:spPr>
            <a:xfrm>
              <a:off x="2772833" y="2120561"/>
              <a:ext cx="6608233" cy="1824904"/>
            </a:xfrm>
            <a:custGeom>
              <a:avLst/>
              <a:gdLst>
                <a:gd name="connsiteX0" fmla="*/ 0 w 6608233"/>
                <a:gd name="connsiteY0" fmla="*/ 0 h 1824904"/>
                <a:gd name="connsiteX1" fmla="*/ 11483 w 6608233"/>
                <a:gd name="connsiteY1" fmla="*/ 0 h 1824904"/>
                <a:gd name="connsiteX2" fmla="*/ 4300 w 6608233"/>
                <a:gd name="connsiteY2" fmla="*/ 10332 h 1824904"/>
                <a:gd name="connsiteX3" fmla="*/ 1 w 6608233"/>
                <a:gd name="connsiteY3" fmla="*/ 28931 h 1824904"/>
                <a:gd name="connsiteX4" fmla="*/ 3304118 w 6608233"/>
                <a:gd name="connsiteY4" fmla="*/ 390353 h 1824904"/>
                <a:gd name="connsiteX5" fmla="*/ 6603936 w 6608233"/>
                <a:gd name="connsiteY5" fmla="*/ 47530 h 1824904"/>
                <a:gd name="connsiteX6" fmla="*/ 6608233 w 6608233"/>
                <a:gd name="connsiteY6" fmla="*/ 28940 h 1824904"/>
                <a:gd name="connsiteX7" fmla="*/ 6608233 w 6608233"/>
                <a:gd name="connsiteY7" fmla="*/ 1824904 h 1824904"/>
                <a:gd name="connsiteX8" fmla="*/ 6607693 w 6608233"/>
                <a:gd name="connsiteY8" fmla="*/ 1824904 h 1824904"/>
                <a:gd name="connsiteX9" fmla="*/ 6603936 w 6608233"/>
                <a:gd name="connsiteY9" fmla="*/ 1808652 h 1824904"/>
                <a:gd name="connsiteX10" fmla="*/ 3304118 w 6608233"/>
                <a:gd name="connsiteY10" fmla="*/ 1465829 h 1824904"/>
                <a:gd name="connsiteX11" fmla="*/ 4300 w 6608233"/>
                <a:gd name="connsiteY11" fmla="*/ 1808652 h 1824904"/>
                <a:gd name="connsiteX12" fmla="*/ 544 w 6608233"/>
                <a:gd name="connsiteY12" fmla="*/ 1824904 h 1824904"/>
                <a:gd name="connsiteX13" fmla="*/ 0 w 6608233"/>
                <a:gd name="connsiteY13" fmla="*/ 1824904 h 1824904"/>
                <a:gd name="connsiteX14" fmla="*/ 0 w 6608233"/>
                <a:gd name="connsiteY14" fmla="*/ 0 h 1824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08233" h="1824904">
                  <a:moveTo>
                    <a:pt x="0" y="0"/>
                  </a:moveTo>
                  <a:lnTo>
                    <a:pt x="11483" y="0"/>
                  </a:lnTo>
                  <a:lnTo>
                    <a:pt x="4300" y="10332"/>
                  </a:lnTo>
                  <a:cubicBezTo>
                    <a:pt x="1446" y="16492"/>
                    <a:pt x="1" y="22693"/>
                    <a:pt x="1" y="28931"/>
                  </a:cubicBezTo>
                  <a:cubicBezTo>
                    <a:pt x="1" y="228539"/>
                    <a:pt x="1479305" y="390353"/>
                    <a:pt x="3304118" y="390353"/>
                  </a:cubicBezTo>
                  <a:cubicBezTo>
                    <a:pt x="5071906" y="390353"/>
                    <a:pt x="6515441" y="238494"/>
                    <a:pt x="6603936" y="47530"/>
                  </a:cubicBezTo>
                  <a:lnTo>
                    <a:pt x="6608233" y="28940"/>
                  </a:lnTo>
                  <a:lnTo>
                    <a:pt x="6608233" y="1824904"/>
                  </a:lnTo>
                  <a:lnTo>
                    <a:pt x="6607693" y="1824904"/>
                  </a:lnTo>
                  <a:lnTo>
                    <a:pt x="6603936" y="1808652"/>
                  </a:lnTo>
                  <a:cubicBezTo>
                    <a:pt x="6515441" y="1617688"/>
                    <a:pt x="5071906" y="1465829"/>
                    <a:pt x="3304118" y="1465829"/>
                  </a:cubicBezTo>
                  <a:cubicBezTo>
                    <a:pt x="1536331" y="1465829"/>
                    <a:pt x="92795" y="1617688"/>
                    <a:pt x="4300" y="1808652"/>
                  </a:cubicBezTo>
                  <a:lnTo>
                    <a:pt x="544" y="1824904"/>
                  </a:lnTo>
                  <a:lnTo>
                    <a:pt x="0" y="1824904"/>
                  </a:lnTo>
                  <a:lnTo>
                    <a:pt x="0" y="0"/>
                  </a:lnTo>
                  <a:close/>
                </a:path>
              </a:pathLst>
            </a:custGeom>
            <a:gradFill>
              <a:gsLst>
                <a:gs pos="11000">
                  <a:schemeClr val="accent2">
                    <a:alpha val="0"/>
                  </a:schemeClr>
                </a:gs>
                <a:gs pos="44232">
                  <a:schemeClr val="accent2">
                    <a:alpha val="6000"/>
                  </a:schemeClr>
                </a:gs>
                <a:gs pos="78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8" name="组合 7"/>
            <p:cNvGrpSpPr/>
            <p:nvPr/>
          </p:nvGrpSpPr>
          <p:grpSpPr>
            <a:xfrm>
              <a:off x="2772833" y="1898312"/>
              <a:ext cx="931334" cy="2298334"/>
              <a:chOff x="2772833" y="1898312"/>
              <a:chExt cx="931334" cy="2298334"/>
            </a:xfrm>
          </p:grpSpPr>
          <p:sp>
            <p:nvSpPr>
              <p:cNvPr id="15" name="任意多边形: 形状 14"/>
              <p:cNvSpPr/>
              <p:nvPr/>
            </p:nvSpPr>
            <p:spPr>
              <a:xfrm>
                <a:off x="2772833" y="189831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17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6" name="任意多边形: 形状 15"/>
              <p:cNvSpPr/>
              <p:nvPr/>
            </p:nvSpPr>
            <p:spPr>
              <a:xfrm flipV="1">
                <a:off x="2772833" y="214949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9" name="组合 8"/>
            <p:cNvGrpSpPr/>
            <p:nvPr/>
          </p:nvGrpSpPr>
          <p:grpSpPr>
            <a:xfrm flipH="1">
              <a:off x="8463490" y="1898312"/>
              <a:ext cx="931334" cy="2298334"/>
              <a:chOff x="2772833" y="1898312"/>
              <a:chExt cx="931334" cy="2298334"/>
            </a:xfrm>
          </p:grpSpPr>
          <p:sp>
            <p:nvSpPr>
              <p:cNvPr id="13" name="任意多边形: 形状 12"/>
              <p:cNvSpPr/>
              <p:nvPr/>
            </p:nvSpPr>
            <p:spPr>
              <a:xfrm>
                <a:off x="2772833" y="189831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17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4" name="任意多边形: 形状 13"/>
              <p:cNvSpPr/>
              <p:nvPr/>
            </p:nvSpPr>
            <p:spPr>
              <a:xfrm flipV="1">
                <a:off x="2772833" y="214949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sp>
          <p:nvSpPr>
            <p:cNvPr id="10" name="弧形 9"/>
            <p:cNvSpPr/>
            <p:nvPr/>
          </p:nvSpPr>
          <p:spPr>
            <a:xfrm>
              <a:off x="2772833" y="1788071"/>
              <a:ext cx="6608234" cy="722843"/>
            </a:xfrm>
            <a:prstGeom prst="arc">
              <a:avLst>
                <a:gd name="adj1" fmla="val 21241313"/>
                <a:gd name="adj2" fmla="val 11160399"/>
              </a:avLst>
            </a:prstGeom>
            <a:noFill/>
            <a:ln>
              <a:gradFill>
                <a:gsLst>
                  <a:gs pos="70000">
                    <a:schemeClr val="accent2"/>
                  </a:gs>
                  <a:gs pos="3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弧形 10"/>
            <p:cNvSpPr/>
            <p:nvPr/>
          </p:nvSpPr>
          <p:spPr>
            <a:xfrm>
              <a:off x="2772833" y="3586391"/>
              <a:ext cx="6608234" cy="722843"/>
            </a:xfrm>
            <a:prstGeom prst="arc">
              <a:avLst>
                <a:gd name="adj1" fmla="val 10437849"/>
                <a:gd name="adj2" fmla="val 358707"/>
              </a:avLst>
            </a:prstGeom>
            <a:noFill/>
            <a:ln>
              <a:solidFill>
                <a:schemeClr val="accent2">
                  <a:alpha val="5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 name="任意多边形: 形状 11"/>
            <p:cNvSpPr/>
            <p:nvPr/>
          </p:nvSpPr>
          <p:spPr>
            <a:xfrm>
              <a:off x="9369585" y="2120562"/>
              <a:ext cx="11480" cy="28922"/>
            </a:xfrm>
            <a:custGeom>
              <a:avLst/>
              <a:gdLst>
                <a:gd name="connsiteX0" fmla="*/ 0 w 11480"/>
                <a:gd name="connsiteY0" fmla="*/ 0 h 28922"/>
                <a:gd name="connsiteX1" fmla="*/ 11480 w 11480"/>
                <a:gd name="connsiteY1" fmla="*/ 0 h 28922"/>
                <a:gd name="connsiteX2" fmla="*/ 11480 w 11480"/>
                <a:gd name="connsiteY2" fmla="*/ 28922 h 28922"/>
                <a:gd name="connsiteX3" fmla="*/ 7183 w 11480"/>
                <a:gd name="connsiteY3" fmla="*/ 10332 h 28922"/>
                <a:gd name="connsiteX4" fmla="*/ 0 w 11480"/>
                <a:gd name="connsiteY4" fmla="*/ 0 h 28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80" h="28922">
                  <a:moveTo>
                    <a:pt x="0" y="0"/>
                  </a:moveTo>
                  <a:lnTo>
                    <a:pt x="11480" y="0"/>
                  </a:lnTo>
                  <a:lnTo>
                    <a:pt x="11480" y="28922"/>
                  </a:lnTo>
                  <a:lnTo>
                    <a:pt x="7183" y="10332"/>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8" name="椭圆 17"/>
          <p:cNvSpPr/>
          <p:nvPr/>
        </p:nvSpPr>
        <p:spPr>
          <a:xfrm>
            <a:off x="4729481" y="3570109"/>
            <a:ext cx="2733038"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9" name="椭圆 18"/>
          <p:cNvSpPr/>
          <p:nvPr/>
        </p:nvSpPr>
        <p:spPr>
          <a:xfrm>
            <a:off x="4827588" y="2786006"/>
            <a:ext cx="253682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0" name="椭圆 19"/>
          <p:cNvSpPr/>
          <p:nvPr/>
        </p:nvSpPr>
        <p:spPr>
          <a:xfrm>
            <a:off x="4693178" y="4458892"/>
            <a:ext cx="280564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1" name="椭圆 20"/>
          <p:cNvSpPr/>
          <p:nvPr/>
        </p:nvSpPr>
        <p:spPr>
          <a:xfrm>
            <a:off x="4827588" y="1689645"/>
            <a:ext cx="253682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 name="椭圆 21"/>
          <p:cNvSpPr/>
          <p:nvPr/>
        </p:nvSpPr>
        <p:spPr>
          <a:xfrm>
            <a:off x="4693178" y="1800770"/>
            <a:ext cx="2805642" cy="320676"/>
          </a:xfrm>
          <a:prstGeom prst="ellipse">
            <a:avLst/>
          </a:prstGeom>
          <a:noFill/>
          <a:ln>
            <a:gradFill>
              <a:gsLst>
                <a:gs pos="26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3" name="弧形 22"/>
          <p:cNvSpPr/>
          <p:nvPr/>
        </p:nvSpPr>
        <p:spPr>
          <a:xfrm>
            <a:off x="1813092" y="5035699"/>
            <a:ext cx="8564880" cy="1313536"/>
          </a:xfrm>
          <a:prstGeom prst="arc">
            <a:avLst>
              <a:gd name="adj1" fmla="val 21339292"/>
              <a:gd name="adj2" fmla="val 11046363"/>
            </a:avLst>
          </a:prstGeom>
          <a:noFill/>
          <a:ln w="190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 name="弧形 73"/>
          <p:cNvSpPr/>
          <p:nvPr/>
        </p:nvSpPr>
        <p:spPr>
          <a:xfrm>
            <a:off x="2842001" y="5333492"/>
            <a:ext cx="2688342" cy="266071"/>
          </a:xfrm>
          <a:custGeom>
            <a:avLst/>
            <a:gdLst>
              <a:gd name="connsiteX0" fmla="*/ 3955543 w 9042400"/>
              <a:gd name="connsiteY0" fmla="*/ 817741 h 820966"/>
              <a:gd name="connsiteX1" fmla="*/ 1267201 w 9042400"/>
              <a:gd name="connsiteY1" fmla="*/ 695467 h 820966"/>
              <a:gd name="connsiteX2" fmla="*/ 4521200 w 9042400"/>
              <a:gd name="connsiteY2" fmla="*/ 410483 h 820966"/>
              <a:gd name="connsiteX3" fmla="*/ 3955543 w 9042400"/>
              <a:gd name="connsiteY3" fmla="*/ 817741 h 820966"/>
              <a:gd name="connsiteX0-1" fmla="*/ 3955543 w 9042400"/>
              <a:gd name="connsiteY0-2" fmla="*/ 817741 h 820966"/>
              <a:gd name="connsiteX1-3" fmla="*/ 1267201 w 9042400"/>
              <a:gd name="connsiteY1-4" fmla="*/ 695467 h 820966"/>
              <a:gd name="connsiteX0-5" fmla="*/ 3253999 w 3345439"/>
              <a:gd name="connsiteY0-6" fmla="*/ 0 h 407258"/>
              <a:gd name="connsiteX1-7" fmla="*/ 2688342 w 3345439"/>
              <a:gd name="connsiteY1-8" fmla="*/ 407258 h 407258"/>
              <a:gd name="connsiteX2-9" fmla="*/ 0 w 3345439"/>
              <a:gd name="connsiteY2-10" fmla="*/ 284984 h 407258"/>
              <a:gd name="connsiteX3-11" fmla="*/ 3345439 w 3345439"/>
              <a:gd name="connsiteY3-12" fmla="*/ 91440 h 407258"/>
              <a:gd name="connsiteX0-13" fmla="*/ 2688342 w 3345439"/>
              <a:gd name="connsiteY0-14" fmla="*/ 407258 h 407258"/>
              <a:gd name="connsiteX1-15" fmla="*/ 0 w 3345439"/>
              <a:gd name="connsiteY1-16" fmla="*/ 284984 h 407258"/>
              <a:gd name="connsiteX0-17" fmla="*/ 3253999 w 3253999"/>
              <a:gd name="connsiteY0-18" fmla="*/ 0 h 407258"/>
              <a:gd name="connsiteX1-19" fmla="*/ 2688342 w 3253999"/>
              <a:gd name="connsiteY1-20" fmla="*/ 407258 h 407258"/>
              <a:gd name="connsiteX2-21" fmla="*/ 0 w 3253999"/>
              <a:gd name="connsiteY2-22" fmla="*/ 284984 h 407258"/>
              <a:gd name="connsiteX0-23" fmla="*/ 2688342 w 3253999"/>
              <a:gd name="connsiteY0-24" fmla="*/ 407258 h 407258"/>
              <a:gd name="connsiteX1-25" fmla="*/ 0 w 3253999"/>
              <a:gd name="connsiteY1-26" fmla="*/ 284984 h 407258"/>
              <a:gd name="connsiteX0-27" fmla="*/ 2688342 w 2688342"/>
              <a:gd name="connsiteY0-28" fmla="*/ 122274 h 122274"/>
              <a:gd name="connsiteX1-29" fmla="*/ 0 w 2688342"/>
              <a:gd name="connsiteY1-30" fmla="*/ 0 h 122274"/>
              <a:gd name="connsiteX0-31" fmla="*/ 2688342 w 2688342"/>
              <a:gd name="connsiteY0-32" fmla="*/ 122274 h 122274"/>
              <a:gd name="connsiteX1-33" fmla="*/ 0 w 2688342"/>
              <a:gd name="connsiteY1-34" fmla="*/ 0 h 122274"/>
            </a:gdLst>
            <a:ahLst/>
            <a:cxnLst>
              <a:cxn ang="0">
                <a:pos x="connsiteX0-1" y="connsiteY0-2"/>
              </a:cxn>
              <a:cxn ang="0">
                <a:pos x="connsiteX1-3" y="connsiteY1-4"/>
              </a:cxn>
            </a:cxnLst>
            <a:rect l="l" t="t" r="r" b="b"/>
            <a:pathLst>
              <a:path w="2688342" h="122274" stroke="0" extrusionOk="0">
                <a:moveTo>
                  <a:pt x="2688342" y="122274"/>
                </a:moveTo>
                <a:cubicBezTo>
                  <a:pt x="1664822" y="110556"/>
                  <a:pt x="716221" y="67410"/>
                  <a:pt x="0" y="0"/>
                </a:cubicBezTo>
              </a:path>
              <a:path w="2688342" h="122274" fill="none">
                <a:moveTo>
                  <a:pt x="2688342" y="122274"/>
                </a:moveTo>
                <a:cubicBezTo>
                  <a:pt x="1664822" y="110556"/>
                  <a:pt x="716221" y="67410"/>
                  <a:pt x="0" y="0"/>
                </a:cubicBezTo>
              </a:path>
            </a:pathLst>
          </a:custGeom>
          <a:noFill/>
          <a:ln w="15875">
            <a:gradFill>
              <a:gsLst>
                <a:gs pos="100000">
                  <a:schemeClr val="accent1"/>
                </a:gs>
                <a:gs pos="16000">
                  <a:schemeClr val="accent1">
                    <a:alpha val="0"/>
                  </a:schemeClr>
                </a:gs>
              </a:gsLst>
              <a:lin ang="5400000" scaled="1"/>
            </a:gradFill>
            <a:headEnd type="arrow"/>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 name="弧形 75"/>
          <p:cNvSpPr/>
          <p:nvPr/>
        </p:nvSpPr>
        <p:spPr>
          <a:xfrm>
            <a:off x="6641697" y="5337167"/>
            <a:ext cx="2687840" cy="262396"/>
          </a:xfrm>
          <a:custGeom>
            <a:avLst/>
            <a:gdLst>
              <a:gd name="connsiteX0" fmla="*/ 7754737 w 9042400"/>
              <a:gd name="connsiteY0" fmla="*/ 697380 h 820966"/>
              <a:gd name="connsiteX1" fmla="*/ 5066897 w 9042400"/>
              <a:gd name="connsiteY1" fmla="*/ 817965 h 820966"/>
              <a:gd name="connsiteX2" fmla="*/ 4521200 w 9042400"/>
              <a:gd name="connsiteY2" fmla="*/ 410483 h 820966"/>
              <a:gd name="connsiteX3" fmla="*/ 7754737 w 9042400"/>
              <a:gd name="connsiteY3" fmla="*/ 697380 h 820966"/>
              <a:gd name="connsiteX0-1" fmla="*/ 7754737 w 9042400"/>
              <a:gd name="connsiteY0-2" fmla="*/ 697380 h 820966"/>
              <a:gd name="connsiteX1-3" fmla="*/ 5066897 w 9042400"/>
              <a:gd name="connsiteY1-4" fmla="*/ 817965 h 820966"/>
              <a:gd name="connsiteX0-5" fmla="*/ 0 w 3233537"/>
              <a:gd name="connsiteY0-6" fmla="*/ 0 h 407482"/>
              <a:gd name="connsiteX1-7" fmla="*/ 3233537 w 3233537"/>
              <a:gd name="connsiteY1-8" fmla="*/ 286897 h 407482"/>
              <a:gd name="connsiteX2-9" fmla="*/ 545697 w 3233537"/>
              <a:gd name="connsiteY2-10" fmla="*/ 407482 h 407482"/>
              <a:gd name="connsiteX3-11" fmla="*/ 91440 w 3233537"/>
              <a:gd name="connsiteY3-12" fmla="*/ 91440 h 407482"/>
              <a:gd name="connsiteX0-13" fmla="*/ 3233537 w 3233537"/>
              <a:gd name="connsiteY0-14" fmla="*/ 286897 h 407482"/>
              <a:gd name="connsiteX1-15" fmla="*/ 545697 w 3233537"/>
              <a:gd name="connsiteY1-16" fmla="*/ 407482 h 407482"/>
              <a:gd name="connsiteX0-17" fmla="*/ 0 w 3233537"/>
              <a:gd name="connsiteY0-18" fmla="*/ 0 h 407482"/>
              <a:gd name="connsiteX1-19" fmla="*/ 3233537 w 3233537"/>
              <a:gd name="connsiteY1-20" fmla="*/ 286897 h 407482"/>
              <a:gd name="connsiteX2-21" fmla="*/ 545697 w 3233537"/>
              <a:gd name="connsiteY2-22" fmla="*/ 407482 h 407482"/>
              <a:gd name="connsiteX0-23" fmla="*/ 3233537 w 3233537"/>
              <a:gd name="connsiteY0-24" fmla="*/ 286897 h 407482"/>
              <a:gd name="connsiteX1-25" fmla="*/ 545697 w 3233537"/>
              <a:gd name="connsiteY1-26" fmla="*/ 407482 h 407482"/>
              <a:gd name="connsiteX0-27" fmla="*/ 2687840 w 2687840"/>
              <a:gd name="connsiteY0-28" fmla="*/ 0 h 120585"/>
              <a:gd name="connsiteX1-29" fmla="*/ 0 w 2687840"/>
              <a:gd name="connsiteY1-30" fmla="*/ 120585 h 120585"/>
              <a:gd name="connsiteX0-31" fmla="*/ 2687840 w 2687840"/>
              <a:gd name="connsiteY0-32" fmla="*/ 0 h 120585"/>
              <a:gd name="connsiteX1-33" fmla="*/ 0 w 2687840"/>
              <a:gd name="connsiteY1-34" fmla="*/ 120585 h 120585"/>
            </a:gdLst>
            <a:ahLst/>
            <a:cxnLst>
              <a:cxn ang="0">
                <a:pos x="connsiteX0-1" y="connsiteY0-2"/>
              </a:cxn>
              <a:cxn ang="0">
                <a:pos x="connsiteX1-3" y="connsiteY1-4"/>
              </a:cxn>
            </a:cxnLst>
            <a:rect l="l" t="t" r="r" b="b"/>
            <a:pathLst>
              <a:path w="2687840" h="120585" stroke="0" extrusionOk="0">
                <a:moveTo>
                  <a:pt x="2687840" y="0"/>
                </a:moveTo>
                <a:cubicBezTo>
                  <a:pt x="1969031" y="66780"/>
                  <a:pt x="1020930" y="109315"/>
                  <a:pt x="0" y="120585"/>
                </a:cubicBezTo>
              </a:path>
              <a:path w="2687840" h="120585" fill="none">
                <a:moveTo>
                  <a:pt x="2687840" y="0"/>
                </a:moveTo>
                <a:cubicBezTo>
                  <a:pt x="1969031" y="66780"/>
                  <a:pt x="1020930" y="109315"/>
                  <a:pt x="0" y="120585"/>
                </a:cubicBezTo>
              </a:path>
            </a:pathLst>
          </a:custGeom>
          <a:noFill/>
          <a:ln w="15875">
            <a:gradFill>
              <a:gsLst>
                <a:gs pos="0">
                  <a:schemeClr val="accent1"/>
                </a:gs>
                <a:gs pos="100000">
                  <a:schemeClr val="accent1">
                    <a:alpha val="0"/>
                  </a:schemeClr>
                </a:gs>
              </a:gsLst>
              <a:lin ang="5400000" scaled="1"/>
            </a:gradFill>
            <a:headEnd type="arrow"/>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6" name="椭圆 25"/>
          <p:cNvSpPr/>
          <p:nvPr/>
        </p:nvSpPr>
        <p:spPr>
          <a:xfrm>
            <a:off x="1832877" y="4783644"/>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7" name="椭圆 26"/>
          <p:cNvSpPr/>
          <p:nvPr/>
        </p:nvSpPr>
        <p:spPr>
          <a:xfrm>
            <a:off x="5664700" y="5098890"/>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8" name="椭圆 27"/>
          <p:cNvSpPr/>
          <p:nvPr/>
        </p:nvSpPr>
        <p:spPr>
          <a:xfrm>
            <a:off x="9464048" y="4783644"/>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9" name="文本框 28"/>
          <p:cNvSpPr txBox="1"/>
          <p:nvPr/>
        </p:nvSpPr>
        <p:spPr>
          <a:xfrm>
            <a:off x="5285521" y="1531978"/>
            <a:ext cx="1620957"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忠诚度培养阶段</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1" name="文本框 30"/>
          <p:cNvSpPr txBox="1"/>
          <p:nvPr/>
        </p:nvSpPr>
        <p:spPr>
          <a:xfrm>
            <a:off x="5388114" y="2632455"/>
            <a:ext cx="1415772"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购买决策阶段</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2" name="文本框 31"/>
          <p:cNvSpPr txBox="1"/>
          <p:nvPr/>
        </p:nvSpPr>
        <p:spPr>
          <a:xfrm>
            <a:off x="5388113" y="3473948"/>
            <a:ext cx="1415772"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产生兴趣阶段</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文本框 32"/>
          <p:cNvSpPr txBox="1"/>
          <p:nvPr/>
        </p:nvSpPr>
        <p:spPr>
          <a:xfrm>
            <a:off x="5388113" y="4326744"/>
            <a:ext cx="1415772"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产品认知阶段</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4" name="等腰三角形 33"/>
          <p:cNvSpPr/>
          <p:nvPr/>
        </p:nvSpPr>
        <p:spPr>
          <a:xfrm>
            <a:off x="5998948" y="2334961"/>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5" name="等腰三角形 34"/>
          <p:cNvSpPr/>
          <p:nvPr/>
        </p:nvSpPr>
        <p:spPr>
          <a:xfrm>
            <a:off x="5998948" y="4111731"/>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9" name="等腰三角形 78"/>
          <p:cNvSpPr/>
          <p:nvPr/>
        </p:nvSpPr>
        <p:spPr>
          <a:xfrm>
            <a:off x="5998948" y="3347200"/>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0" name="文本框 79"/>
          <p:cNvSpPr txBox="1"/>
          <p:nvPr/>
        </p:nvSpPr>
        <p:spPr>
          <a:xfrm>
            <a:off x="2882443" y="3153891"/>
            <a:ext cx="687424" cy="374571"/>
          </a:xfrm>
          <a:prstGeom prst="roundRect">
            <a:avLst>
              <a:gd name="adj" fmla="val 50000"/>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b="1">
                <a:solidFill>
                  <a:schemeClr val="accent3"/>
                </a:solidFill>
                <a:latin typeface="+mn-ea"/>
              </a:defRPr>
            </a:lvl1pP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线上</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1" name="文本框 80"/>
          <p:cNvSpPr txBox="1"/>
          <p:nvPr/>
        </p:nvSpPr>
        <p:spPr>
          <a:xfrm>
            <a:off x="8532938" y="3153891"/>
            <a:ext cx="687424" cy="374571"/>
          </a:xfrm>
          <a:prstGeom prst="roundRect">
            <a:avLst>
              <a:gd name="adj" fmla="val 50000"/>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b="1">
                <a:solidFill>
                  <a:schemeClr val="accent3"/>
                </a:solidFill>
                <a:latin typeface="+mn-ea"/>
              </a:defRPr>
            </a:lvl1pPr>
          </a:lstStyle>
          <a:p>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线下</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2" name="文本框 81"/>
          <p:cNvSpPr txBox="1"/>
          <p:nvPr/>
        </p:nvSpPr>
        <p:spPr>
          <a:xfrm rot="183898">
            <a:off x="3609335" y="5671154"/>
            <a:ext cx="902811" cy="307777"/>
          </a:xfrm>
          <a:prstGeom prst="rect">
            <a:avLst/>
          </a:prstGeom>
          <a:noFill/>
        </p:spPr>
        <p:txBody>
          <a:bodyPr wrap="none" rtlCol="0">
            <a:spAutoFit/>
          </a:bodyP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渠道支持</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3" name="文本框 82"/>
          <p:cNvSpPr txBox="1"/>
          <p:nvPr/>
        </p:nvSpPr>
        <p:spPr>
          <a:xfrm rot="21446429">
            <a:off x="7505243" y="5673162"/>
            <a:ext cx="902811" cy="307777"/>
          </a:xfrm>
          <a:prstGeom prst="rect">
            <a:avLst/>
          </a:prstGeom>
          <a:noFill/>
        </p:spPr>
        <p:txBody>
          <a:bodyPr wrap="none" rtlCol="0">
            <a:spAutoFit/>
          </a:bodyPr>
          <a:lstStyle/>
          <a:p>
            <a:pPr algn="ctr"/>
            <a:r>
              <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rPr>
              <a:t>情况反馈</a:t>
            </a:r>
            <a:endParaRPr lang="zh-CN" altLang="en-US" sz="14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4" name="图形 2"/>
          <p:cNvSpPr/>
          <p:nvPr/>
        </p:nvSpPr>
        <p:spPr>
          <a:xfrm>
            <a:off x="2136872" y="4945263"/>
            <a:ext cx="257078" cy="256408"/>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tx1"/>
          </a:solidFill>
          <a:ln w="83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5" name="文本框 84"/>
          <p:cNvSpPr txBox="1"/>
          <p:nvPr/>
        </p:nvSpPr>
        <p:spPr>
          <a:xfrm>
            <a:off x="1994857" y="5214730"/>
            <a:ext cx="543739" cy="307777"/>
          </a:xfrm>
          <a:prstGeom prst="rect">
            <a:avLst/>
          </a:prstGeom>
          <a:noFill/>
        </p:spPr>
        <p:txBody>
          <a:bodyPr wrap="none" rtlCol="0">
            <a:spAutoFit/>
          </a:bodyPr>
          <a:lstStyle/>
          <a:p>
            <a:pPr algn="ctr"/>
            <a:r>
              <a:rPr lang="zh-CN" altLang="en-US" sz="1400" b="1" dirty="0">
                <a:latin typeface="Arial" panose="020B0604020202090204" pitchFamily="34" charset="0"/>
                <a:ea typeface="微软雅黑" panose="020B0502040204020203" pitchFamily="34" charset="-122"/>
                <a:cs typeface="Arial" panose="020B0604020202090204" pitchFamily="34" charset="0"/>
              </a:rPr>
              <a:t>业务</a:t>
            </a:r>
            <a:endParaRPr lang="zh-CN" altLang="en-US" sz="1400" b="1" dirty="0">
              <a:latin typeface="Arial" panose="020B0604020202090204" pitchFamily="34" charset="0"/>
              <a:ea typeface="微软雅黑" panose="020B0502040204020203" pitchFamily="34" charset="-122"/>
              <a:cs typeface="Arial" panose="020B0604020202090204" pitchFamily="34" charset="0"/>
            </a:endParaRPr>
          </a:p>
        </p:txBody>
      </p:sp>
      <p:sp>
        <p:nvSpPr>
          <p:cNvPr id="86" name="文本框 85"/>
          <p:cNvSpPr txBox="1"/>
          <p:nvPr/>
        </p:nvSpPr>
        <p:spPr>
          <a:xfrm>
            <a:off x="5824130" y="5540620"/>
            <a:ext cx="543739" cy="307777"/>
          </a:xfrm>
          <a:prstGeom prst="rect">
            <a:avLst/>
          </a:prstGeom>
          <a:noFill/>
        </p:spPr>
        <p:txBody>
          <a:bodyPr wrap="none" rtlCol="0">
            <a:spAutoFit/>
          </a:bodyPr>
          <a:lstStyle/>
          <a:p>
            <a:pPr algn="ctr"/>
            <a:r>
              <a:rPr lang="zh-CN" altLang="en-US" sz="1400" b="1" dirty="0">
                <a:latin typeface="Arial" panose="020B0604020202090204" pitchFamily="34" charset="0"/>
                <a:ea typeface="微软雅黑" panose="020B0502040204020203" pitchFamily="34" charset="-122"/>
                <a:cs typeface="Arial" panose="020B0604020202090204" pitchFamily="34" charset="0"/>
              </a:rPr>
              <a:t>门市</a:t>
            </a:r>
            <a:endParaRPr lang="zh-CN" altLang="en-US" sz="1400" b="1" dirty="0">
              <a:latin typeface="Arial" panose="020B0604020202090204" pitchFamily="34" charset="0"/>
              <a:ea typeface="微软雅黑" panose="020B0502040204020203" pitchFamily="34" charset="-122"/>
              <a:cs typeface="Arial" panose="020B0604020202090204" pitchFamily="34" charset="0"/>
            </a:endParaRPr>
          </a:p>
        </p:txBody>
      </p:sp>
      <p:sp>
        <p:nvSpPr>
          <p:cNvPr id="87" name="文本框 86"/>
          <p:cNvSpPr txBox="1"/>
          <p:nvPr/>
        </p:nvSpPr>
        <p:spPr>
          <a:xfrm>
            <a:off x="9618374" y="5214730"/>
            <a:ext cx="543739" cy="307777"/>
          </a:xfrm>
          <a:prstGeom prst="rect">
            <a:avLst/>
          </a:prstGeom>
          <a:noFill/>
        </p:spPr>
        <p:txBody>
          <a:bodyPr wrap="none" rtlCol="0">
            <a:spAutoFit/>
          </a:bodyPr>
          <a:lstStyle/>
          <a:p>
            <a:pPr algn="ctr"/>
            <a:r>
              <a:rPr lang="zh-CN" altLang="en-US" sz="1400" b="1" dirty="0">
                <a:latin typeface="Arial" panose="020B0604020202090204" pitchFamily="34" charset="0"/>
                <a:ea typeface="微软雅黑" panose="020B0502040204020203" pitchFamily="34" charset="-122"/>
                <a:cs typeface="Arial" panose="020B0604020202090204" pitchFamily="34" charset="0"/>
              </a:rPr>
              <a:t>产品</a:t>
            </a:r>
            <a:endParaRPr lang="zh-CN" altLang="en-US" sz="1400" b="1" dirty="0">
              <a:latin typeface="Arial" panose="020B0604020202090204" pitchFamily="34" charset="0"/>
              <a:ea typeface="微软雅黑" panose="020B0502040204020203" pitchFamily="34" charset="-122"/>
              <a:cs typeface="Arial" panose="020B0604020202090204" pitchFamily="34" charset="0"/>
            </a:endParaRPr>
          </a:p>
        </p:txBody>
      </p:sp>
      <p:sp>
        <p:nvSpPr>
          <p:cNvPr id="88" name="图形 18"/>
          <p:cNvSpPr/>
          <p:nvPr/>
        </p:nvSpPr>
        <p:spPr>
          <a:xfrm>
            <a:off x="5971846" y="5277447"/>
            <a:ext cx="248306" cy="233692"/>
          </a:xfrm>
          <a:custGeom>
            <a:avLst/>
            <a:gdLst>
              <a:gd name="connsiteX0" fmla="*/ 221947 w 224015"/>
              <a:gd name="connsiteY0" fmla="*/ 64108 h 201063"/>
              <a:gd name="connsiteX1" fmla="*/ 221947 w 224015"/>
              <a:gd name="connsiteY1" fmla="*/ 64108 h 201063"/>
              <a:gd name="connsiteX2" fmla="*/ 221460 w 224015"/>
              <a:gd name="connsiteY2" fmla="*/ 62651 h 201063"/>
              <a:gd name="connsiteX3" fmla="*/ 202519 w 224015"/>
              <a:gd name="connsiteY3" fmla="*/ 15541 h 201063"/>
              <a:gd name="connsiteX4" fmla="*/ 178722 w 224015"/>
              <a:gd name="connsiteY4" fmla="*/ 0 h 201063"/>
              <a:gd name="connsiteX5" fmla="*/ 46623 w 224015"/>
              <a:gd name="connsiteY5" fmla="*/ 0 h 201063"/>
              <a:gd name="connsiteX6" fmla="*/ 23312 w 224015"/>
              <a:gd name="connsiteY6" fmla="*/ 15055 h 201063"/>
              <a:gd name="connsiteX7" fmla="*/ 2915 w 224015"/>
              <a:gd name="connsiteY7" fmla="*/ 63136 h 201063"/>
              <a:gd name="connsiteX8" fmla="*/ 2428 w 224015"/>
              <a:gd name="connsiteY8" fmla="*/ 64107 h 201063"/>
              <a:gd name="connsiteX9" fmla="*/ 0 w 224015"/>
              <a:gd name="connsiteY9" fmla="*/ 77706 h 201063"/>
              <a:gd name="connsiteX10" fmla="*/ 23312 w 224015"/>
              <a:gd name="connsiteY10" fmla="*/ 116558 h 201063"/>
              <a:gd name="connsiteX11" fmla="*/ 23312 w 224015"/>
              <a:gd name="connsiteY11" fmla="*/ 116558 h 201063"/>
              <a:gd name="connsiteX12" fmla="*/ 23312 w 224015"/>
              <a:gd name="connsiteY12" fmla="*/ 116558 h 201063"/>
              <a:gd name="connsiteX13" fmla="*/ 23312 w 224015"/>
              <a:gd name="connsiteY13" fmla="*/ 116558 h 201063"/>
              <a:gd name="connsiteX14" fmla="*/ 23312 w 224015"/>
              <a:gd name="connsiteY14" fmla="*/ 116558 h 201063"/>
              <a:gd name="connsiteX15" fmla="*/ 44195 w 224015"/>
              <a:gd name="connsiteY15" fmla="*/ 121415 h 201063"/>
              <a:gd name="connsiteX16" fmla="*/ 78191 w 224015"/>
              <a:gd name="connsiteY16" fmla="*/ 105387 h 201063"/>
              <a:gd name="connsiteX17" fmla="*/ 111702 w 224015"/>
              <a:gd name="connsiteY17" fmla="*/ 120929 h 201063"/>
              <a:gd name="connsiteX18" fmla="*/ 145213 w 224015"/>
              <a:gd name="connsiteY18" fmla="*/ 105387 h 201063"/>
              <a:gd name="connsiteX19" fmla="*/ 179209 w 224015"/>
              <a:gd name="connsiteY19" fmla="*/ 120929 h 201063"/>
              <a:gd name="connsiteX20" fmla="*/ 200578 w 224015"/>
              <a:gd name="connsiteY20" fmla="*/ 116073 h 201063"/>
              <a:gd name="connsiteX21" fmla="*/ 223889 w 224015"/>
              <a:gd name="connsiteY21" fmla="*/ 77219 h 201063"/>
              <a:gd name="connsiteX22" fmla="*/ 221947 w 224015"/>
              <a:gd name="connsiteY22" fmla="*/ 64108 h 201063"/>
              <a:gd name="connsiteX23" fmla="*/ 221947 w 224015"/>
              <a:gd name="connsiteY23" fmla="*/ 64108 h 201063"/>
              <a:gd name="connsiteX24" fmla="*/ 221947 w 224015"/>
              <a:gd name="connsiteY24" fmla="*/ 64108 h 201063"/>
              <a:gd name="connsiteX25" fmla="*/ 221947 w 224015"/>
              <a:gd name="connsiteY25" fmla="*/ 64108 h 201063"/>
              <a:gd name="connsiteX26" fmla="*/ 193292 w 224015"/>
              <a:gd name="connsiteY26" fmla="*/ 102475 h 201063"/>
              <a:gd name="connsiteX27" fmla="*/ 179693 w 224015"/>
              <a:gd name="connsiteY27" fmla="*/ 105388 h 201063"/>
              <a:gd name="connsiteX28" fmla="*/ 155896 w 224015"/>
              <a:gd name="connsiteY28" fmla="*/ 91790 h 201063"/>
              <a:gd name="connsiteX29" fmla="*/ 153953 w 224015"/>
              <a:gd name="connsiteY29" fmla="*/ 88390 h 201063"/>
              <a:gd name="connsiteX30" fmla="*/ 146184 w 224015"/>
              <a:gd name="connsiteY30" fmla="*/ 84990 h 201063"/>
              <a:gd name="connsiteX31" fmla="*/ 138413 w 224015"/>
              <a:gd name="connsiteY31" fmla="*/ 88390 h 201063"/>
              <a:gd name="connsiteX32" fmla="*/ 136470 w 224015"/>
              <a:gd name="connsiteY32" fmla="*/ 91790 h 201063"/>
              <a:gd name="connsiteX33" fmla="*/ 112673 w 224015"/>
              <a:gd name="connsiteY33" fmla="*/ 105388 h 201063"/>
              <a:gd name="connsiteX34" fmla="*/ 88876 w 224015"/>
              <a:gd name="connsiteY34" fmla="*/ 91790 h 201063"/>
              <a:gd name="connsiteX35" fmla="*/ 86933 w 224015"/>
              <a:gd name="connsiteY35" fmla="*/ 88877 h 201063"/>
              <a:gd name="connsiteX36" fmla="*/ 71392 w 224015"/>
              <a:gd name="connsiteY36" fmla="*/ 88391 h 201063"/>
              <a:gd name="connsiteX37" fmla="*/ 68963 w 224015"/>
              <a:gd name="connsiteY37" fmla="*/ 91790 h 201063"/>
              <a:gd name="connsiteX38" fmla="*/ 45166 w 224015"/>
              <a:gd name="connsiteY38" fmla="*/ 105388 h 201063"/>
              <a:gd name="connsiteX39" fmla="*/ 32053 w 224015"/>
              <a:gd name="connsiteY39" fmla="*/ 102475 h 201063"/>
              <a:gd name="connsiteX40" fmla="*/ 32053 w 224015"/>
              <a:gd name="connsiteY40" fmla="*/ 102475 h 201063"/>
              <a:gd name="connsiteX41" fmla="*/ 32053 w 224015"/>
              <a:gd name="connsiteY41" fmla="*/ 102475 h 201063"/>
              <a:gd name="connsiteX42" fmla="*/ 16998 w 224015"/>
              <a:gd name="connsiteY42" fmla="*/ 77707 h 201063"/>
              <a:gd name="connsiteX43" fmla="*/ 18455 w 224015"/>
              <a:gd name="connsiteY43" fmla="*/ 68479 h 201063"/>
              <a:gd name="connsiteX44" fmla="*/ 18455 w 224015"/>
              <a:gd name="connsiteY44" fmla="*/ 67993 h 201063"/>
              <a:gd name="connsiteX45" fmla="*/ 38367 w 224015"/>
              <a:gd name="connsiteY45" fmla="*/ 20885 h 201063"/>
              <a:gd name="connsiteX46" fmla="*/ 46138 w 224015"/>
              <a:gd name="connsiteY46" fmla="*/ 16028 h 201063"/>
              <a:gd name="connsiteX47" fmla="*/ 178722 w 224015"/>
              <a:gd name="connsiteY47" fmla="*/ 16028 h 201063"/>
              <a:gd name="connsiteX48" fmla="*/ 187464 w 224015"/>
              <a:gd name="connsiteY48" fmla="*/ 21370 h 201063"/>
              <a:gd name="connsiteX49" fmla="*/ 206405 w 224015"/>
              <a:gd name="connsiteY49" fmla="*/ 67993 h 201063"/>
              <a:gd name="connsiteX50" fmla="*/ 206405 w 224015"/>
              <a:gd name="connsiteY50" fmla="*/ 68965 h 201063"/>
              <a:gd name="connsiteX51" fmla="*/ 207862 w 224015"/>
              <a:gd name="connsiteY51" fmla="*/ 78192 h 201063"/>
              <a:gd name="connsiteX52" fmla="*/ 193292 w 224015"/>
              <a:gd name="connsiteY52" fmla="*/ 102475 h 201063"/>
              <a:gd name="connsiteX53" fmla="*/ 193292 w 224015"/>
              <a:gd name="connsiteY53" fmla="*/ 102475 h 201063"/>
              <a:gd name="connsiteX54" fmla="*/ 193292 w 224015"/>
              <a:gd name="connsiteY54" fmla="*/ 102475 h 201063"/>
              <a:gd name="connsiteX55" fmla="*/ 193292 w 224015"/>
              <a:gd name="connsiteY55" fmla="*/ 102475 h 201063"/>
              <a:gd name="connsiteX56" fmla="*/ 199606 w 224015"/>
              <a:gd name="connsiteY56" fmla="*/ 128700 h 201063"/>
              <a:gd name="connsiteX57" fmla="*/ 191351 w 224015"/>
              <a:gd name="connsiteY57" fmla="*/ 136956 h 201063"/>
              <a:gd name="connsiteX58" fmla="*/ 191351 w 224015"/>
              <a:gd name="connsiteY58" fmla="*/ 180665 h 201063"/>
              <a:gd name="connsiteX59" fmla="*/ 186979 w 224015"/>
              <a:gd name="connsiteY59" fmla="*/ 185037 h 201063"/>
              <a:gd name="connsiteX60" fmla="*/ 35453 w 224015"/>
              <a:gd name="connsiteY60" fmla="*/ 185037 h 201063"/>
              <a:gd name="connsiteX61" fmla="*/ 31083 w 224015"/>
              <a:gd name="connsiteY61" fmla="*/ 180665 h 201063"/>
              <a:gd name="connsiteX62" fmla="*/ 31083 w 224015"/>
              <a:gd name="connsiteY62" fmla="*/ 137442 h 201063"/>
              <a:gd name="connsiteX63" fmla="*/ 22826 w 224015"/>
              <a:gd name="connsiteY63" fmla="*/ 129185 h 201063"/>
              <a:gd name="connsiteX64" fmla="*/ 22826 w 224015"/>
              <a:gd name="connsiteY64" fmla="*/ 129185 h 201063"/>
              <a:gd name="connsiteX65" fmla="*/ 14570 w 224015"/>
              <a:gd name="connsiteY65" fmla="*/ 137442 h 201063"/>
              <a:gd name="connsiteX66" fmla="*/ 14570 w 224015"/>
              <a:gd name="connsiteY66" fmla="*/ 180665 h 201063"/>
              <a:gd name="connsiteX67" fmla="*/ 34968 w 224015"/>
              <a:gd name="connsiteY67" fmla="*/ 201063 h 201063"/>
              <a:gd name="connsiteX68" fmla="*/ 186493 w 224015"/>
              <a:gd name="connsiteY68" fmla="*/ 201063 h 201063"/>
              <a:gd name="connsiteX69" fmla="*/ 206891 w 224015"/>
              <a:gd name="connsiteY69" fmla="*/ 180180 h 201063"/>
              <a:gd name="connsiteX70" fmla="*/ 206891 w 224015"/>
              <a:gd name="connsiteY70" fmla="*/ 136471 h 201063"/>
              <a:gd name="connsiteX71" fmla="*/ 199606 w 224015"/>
              <a:gd name="connsiteY71" fmla="*/ 128700 h 201063"/>
              <a:gd name="connsiteX72" fmla="*/ 199606 w 224015"/>
              <a:gd name="connsiteY72" fmla="*/ 128700 h 201063"/>
              <a:gd name="connsiteX73" fmla="*/ 199606 w 224015"/>
              <a:gd name="connsiteY73" fmla="*/ 128700 h 201063"/>
              <a:gd name="connsiteX74" fmla="*/ 199606 w 224015"/>
              <a:gd name="connsiteY74" fmla="*/ 128700 h 201063"/>
              <a:gd name="connsiteX75" fmla="*/ 175323 w 224015"/>
              <a:gd name="connsiteY75" fmla="*/ 71879 h 201063"/>
              <a:gd name="connsiteX76" fmla="*/ 46623 w 224015"/>
              <a:gd name="connsiteY76" fmla="*/ 71879 h 201063"/>
              <a:gd name="connsiteX77" fmla="*/ 38367 w 224015"/>
              <a:gd name="connsiteY77" fmla="*/ 63621 h 201063"/>
              <a:gd name="connsiteX78" fmla="*/ 46623 w 224015"/>
              <a:gd name="connsiteY78" fmla="*/ 55366 h 201063"/>
              <a:gd name="connsiteX79" fmla="*/ 175322 w 224015"/>
              <a:gd name="connsiteY79" fmla="*/ 55366 h 201063"/>
              <a:gd name="connsiteX80" fmla="*/ 183579 w 224015"/>
              <a:gd name="connsiteY80" fmla="*/ 63621 h 201063"/>
              <a:gd name="connsiteX81" fmla="*/ 175323 w 224015"/>
              <a:gd name="connsiteY81" fmla="*/ 71879 h 201063"/>
              <a:gd name="connsiteX82" fmla="*/ 175323 w 224015"/>
              <a:gd name="connsiteY82" fmla="*/ 71879 h 201063"/>
              <a:gd name="connsiteX83" fmla="*/ 175323 w 224015"/>
              <a:gd name="connsiteY83" fmla="*/ 71879 h 201063"/>
              <a:gd name="connsiteX84" fmla="*/ 175323 w 224015"/>
              <a:gd name="connsiteY84" fmla="*/ 71879 h 201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24015" h="201063">
                <a:moveTo>
                  <a:pt x="221947" y="64108"/>
                </a:moveTo>
                <a:lnTo>
                  <a:pt x="221947" y="64108"/>
                </a:lnTo>
                <a:cubicBezTo>
                  <a:pt x="221947" y="63136"/>
                  <a:pt x="221460" y="62651"/>
                  <a:pt x="221460" y="62651"/>
                </a:cubicBezTo>
                <a:lnTo>
                  <a:pt x="202519" y="15541"/>
                </a:lnTo>
                <a:cubicBezTo>
                  <a:pt x="199120" y="5828"/>
                  <a:pt x="189892" y="0"/>
                  <a:pt x="178722" y="0"/>
                </a:cubicBezTo>
                <a:lnTo>
                  <a:pt x="46623" y="0"/>
                </a:lnTo>
                <a:cubicBezTo>
                  <a:pt x="35453" y="0"/>
                  <a:pt x="26712" y="5828"/>
                  <a:pt x="23312" y="15055"/>
                </a:cubicBezTo>
                <a:lnTo>
                  <a:pt x="2915" y="63136"/>
                </a:lnTo>
                <a:cubicBezTo>
                  <a:pt x="2915" y="63621"/>
                  <a:pt x="2915" y="63621"/>
                  <a:pt x="2428" y="64107"/>
                </a:cubicBezTo>
                <a:cubicBezTo>
                  <a:pt x="971" y="68478"/>
                  <a:pt x="0" y="73335"/>
                  <a:pt x="0" y="77706"/>
                </a:cubicBezTo>
                <a:cubicBezTo>
                  <a:pt x="0" y="94217"/>
                  <a:pt x="9227" y="109273"/>
                  <a:pt x="23312" y="116558"/>
                </a:cubicBezTo>
                <a:lnTo>
                  <a:pt x="23312" y="116558"/>
                </a:lnTo>
                <a:lnTo>
                  <a:pt x="23312" y="116558"/>
                </a:lnTo>
                <a:lnTo>
                  <a:pt x="23312" y="116558"/>
                </a:lnTo>
                <a:lnTo>
                  <a:pt x="23312" y="116558"/>
                </a:lnTo>
                <a:cubicBezTo>
                  <a:pt x="29140" y="119957"/>
                  <a:pt x="36424" y="121415"/>
                  <a:pt x="44195" y="121415"/>
                </a:cubicBezTo>
                <a:cubicBezTo>
                  <a:pt x="57308" y="121415"/>
                  <a:pt x="69450" y="115586"/>
                  <a:pt x="78191" y="105387"/>
                </a:cubicBezTo>
                <a:cubicBezTo>
                  <a:pt x="86448" y="115101"/>
                  <a:pt x="98589" y="120929"/>
                  <a:pt x="111702" y="120929"/>
                </a:cubicBezTo>
                <a:cubicBezTo>
                  <a:pt x="124815" y="120929"/>
                  <a:pt x="136955" y="115101"/>
                  <a:pt x="145213" y="105387"/>
                </a:cubicBezTo>
                <a:cubicBezTo>
                  <a:pt x="153468" y="115101"/>
                  <a:pt x="165610" y="120929"/>
                  <a:pt x="179209" y="120929"/>
                </a:cubicBezTo>
                <a:cubicBezTo>
                  <a:pt x="187465" y="120929"/>
                  <a:pt x="194264" y="118986"/>
                  <a:pt x="200578" y="116073"/>
                </a:cubicBezTo>
                <a:cubicBezTo>
                  <a:pt x="214661" y="108302"/>
                  <a:pt x="223889" y="93247"/>
                  <a:pt x="223889" y="77219"/>
                </a:cubicBezTo>
                <a:cubicBezTo>
                  <a:pt x="224375" y="73335"/>
                  <a:pt x="223403" y="68479"/>
                  <a:pt x="221947" y="64108"/>
                </a:cubicBezTo>
                <a:lnTo>
                  <a:pt x="221947" y="64108"/>
                </a:lnTo>
                <a:lnTo>
                  <a:pt x="221947" y="64108"/>
                </a:lnTo>
                <a:lnTo>
                  <a:pt x="221947" y="64108"/>
                </a:lnTo>
                <a:close/>
                <a:moveTo>
                  <a:pt x="193292" y="102475"/>
                </a:moveTo>
                <a:cubicBezTo>
                  <a:pt x="189407" y="104418"/>
                  <a:pt x="185036" y="105388"/>
                  <a:pt x="179693" y="105388"/>
                </a:cubicBezTo>
                <a:cubicBezTo>
                  <a:pt x="169981" y="105388"/>
                  <a:pt x="160752" y="100532"/>
                  <a:pt x="155896" y="91790"/>
                </a:cubicBezTo>
                <a:cubicBezTo>
                  <a:pt x="155411" y="90818"/>
                  <a:pt x="154925" y="89848"/>
                  <a:pt x="153953" y="88390"/>
                </a:cubicBezTo>
                <a:cubicBezTo>
                  <a:pt x="152497" y="86934"/>
                  <a:pt x="150068" y="84990"/>
                  <a:pt x="146184" y="84990"/>
                </a:cubicBezTo>
                <a:cubicBezTo>
                  <a:pt x="142784" y="84990"/>
                  <a:pt x="139870" y="86448"/>
                  <a:pt x="138413" y="88390"/>
                </a:cubicBezTo>
                <a:cubicBezTo>
                  <a:pt x="137442" y="89848"/>
                  <a:pt x="136955" y="90818"/>
                  <a:pt x="136470" y="91790"/>
                </a:cubicBezTo>
                <a:cubicBezTo>
                  <a:pt x="131128" y="100047"/>
                  <a:pt x="122385" y="105388"/>
                  <a:pt x="112673" y="105388"/>
                </a:cubicBezTo>
                <a:cubicBezTo>
                  <a:pt x="102960" y="105388"/>
                  <a:pt x="94218" y="100532"/>
                  <a:pt x="88876" y="91790"/>
                </a:cubicBezTo>
                <a:cubicBezTo>
                  <a:pt x="88390" y="90818"/>
                  <a:pt x="87904" y="89848"/>
                  <a:pt x="86933" y="88877"/>
                </a:cubicBezTo>
                <a:cubicBezTo>
                  <a:pt x="83048" y="84506"/>
                  <a:pt x="74791" y="84506"/>
                  <a:pt x="71392" y="88391"/>
                </a:cubicBezTo>
                <a:cubicBezTo>
                  <a:pt x="69935" y="89849"/>
                  <a:pt x="69450" y="90819"/>
                  <a:pt x="68963" y="91790"/>
                </a:cubicBezTo>
                <a:cubicBezTo>
                  <a:pt x="63621" y="100047"/>
                  <a:pt x="54880" y="104903"/>
                  <a:pt x="45166" y="105388"/>
                </a:cubicBezTo>
                <a:cubicBezTo>
                  <a:pt x="39824" y="105388"/>
                  <a:pt x="35453" y="104418"/>
                  <a:pt x="32053" y="102475"/>
                </a:cubicBezTo>
                <a:lnTo>
                  <a:pt x="32053" y="102475"/>
                </a:lnTo>
                <a:lnTo>
                  <a:pt x="32053" y="102475"/>
                </a:lnTo>
                <a:cubicBezTo>
                  <a:pt x="22826" y="97619"/>
                  <a:pt x="16998" y="87905"/>
                  <a:pt x="16998" y="77707"/>
                </a:cubicBezTo>
                <a:cubicBezTo>
                  <a:pt x="16998" y="74792"/>
                  <a:pt x="17483" y="71393"/>
                  <a:pt x="18455" y="68479"/>
                </a:cubicBezTo>
                <a:lnTo>
                  <a:pt x="18455" y="67993"/>
                </a:lnTo>
                <a:lnTo>
                  <a:pt x="38367" y="20885"/>
                </a:lnTo>
                <a:cubicBezTo>
                  <a:pt x="38852" y="19913"/>
                  <a:pt x="39824" y="16028"/>
                  <a:pt x="46138" y="16028"/>
                </a:cubicBezTo>
                <a:lnTo>
                  <a:pt x="178722" y="16028"/>
                </a:lnTo>
                <a:cubicBezTo>
                  <a:pt x="181151" y="16028"/>
                  <a:pt x="185521" y="16514"/>
                  <a:pt x="187464" y="21370"/>
                </a:cubicBezTo>
                <a:lnTo>
                  <a:pt x="206405" y="67993"/>
                </a:lnTo>
                <a:lnTo>
                  <a:pt x="206405" y="68965"/>
                </a:lnTo>
                <a:cubicBezTo>
                  <a:pt x="207376" y="71879"/>
                  <a:pt x="207862" y="75279"/>
                  <a:pt x="207862" y="78192"/>
                </a:cubicBezTo>
                <a:cubicBezTo>
                  <a:pt x="207862" y="88390"/>
                  <a:pt x="202519" y="97619"/>
                  <a:pt x="193292" y="102475"/>
                </a:cubicBezTo>
                <a:lnTo>
                  <a:pt x="193292" y="102475"/>
                </a:lnTo>
                <a:lnTo>
                  <a:pt x="193292" y="102475"/>
                </a:lnTo>
                <a:lnTo>
                  <a:pt x="193292" y="102475"/>
                </a:lnTo>
                <a:close/>
                <a:moveTo>
                  <a:pt x="199606" y="128700"/>
                </a:moveTo>
                <a:cubicBezTo>
                  <a:pt x="195235" y="128700"/>
                  <a:pt x="191351" y="132100"/>
                  <a:pt x="191351" y="136956"/>
                </a:cubicBezTo>
                <a:lnTo>
                  <a:pt x="191351" y="180665"/>
                </a:lnTo>
                <a:cubicBezTo>
                  <a:pt x="191351" y="183094"/>
                  <a:pt x="189408" y="185037"/>
                  <a:pt x="186979" y="185037"/>
                </a:cubicBezTo>
                <a:lnTo>
                  <a:pt x="35453" y="185037"/>
                </a:lnTo>
                <a:cubicBezTo>
                  <a:pt x="33024" y="185037"/>
                  <a:pt x="31083" y="183094"/>
                  <a:pt x="31083" y="180665"/>
                </a:cubicBezTo>
                <a:lnTo>
                  <a:pt x="31083" y="137442"/>
                </a:lnTo>
                <a:cubicBezTo>
                  <a:pt x="31083" y="133071"/>
                  <a:pt x="27683" y="129185"/>
                  <a:pt x="22826" y="129185"/>
                </a:cubicBezTo>
                <a:lnTo>
                  <a:pt x="22826" y="129185"/>
                </a:lnTo>
                <a:cubicBezTo>
                  <a:pt x="18455" y="129185"/>
                  <a:pt x="14570" y="132585"/>
                  <a:pt x="14570" y="137442"/>
                </a:cubicBezTo>
                <a:lnTo>
                  <a:pt x="14570" y="180665"/>
                </a:lnTo>
                <a:cubicBezTo>
                  <a:pt x="14570" y="191836"/>
                  <a:pt x="23797" y="201063"/>
                  <a:pt x="34968" y="201063"/>
                </a:cubicBezTo>
                <a:lnTo>
                  <a:pt x="186493" y="201063"/>
                </a:lnTo>
                <a:cubicBezTo>
                  <a:pt x="197664" y="201063"/>
                  <a:pt x="206891" y="191836"/>
                  <a:pt x="206891" y="180180"/>
                </a:cubicBezTo>
                <a:lnTo>
                  <a:pt x="206891" y="136471"/>
                </a:lnTo>
                <a:cubicBezTo>
                  <a:pt x="207377" y="132100"/>
                  <a:pt x="203977" y="128700"/>
                  <a:pt x="199606" y="128700"/>
                </a:cubicBezTo>
                <a:lnTo>
                  <a:pt x="199606" y="128700"/>
                </a:lnTo>
                <a:lnTo>
                  <a:pt x="199606" y="128700"/>
                </a:lnTo>
                <a:lnTo>
                  <a:pt x="199606" y="128700"/>
                </a:lnTo>
                <a:close/>
                <a:moveTo>
                  <a:pt x="175323" y="71879"/>
                </a:moveTo>
                <a:lnTo>
                  <a:pt x="46623" y="71879"/>
                </a:lnTo>
                <a:cubicBezTo>
                  <a:pt x="42252" y="71879"/>
                  <a:pt x="38367" y="68479"/>
                  <a:pt x="38367" y="63621"/>
                </a:cubicBezTo>
                <a:cubicBezTo>
                  <a:pt x="38367" y="59251"/>
                  <a:pt x="41766" y="55366"/>
                  <a:pt x="46623" y="55366"/>
                </a:cubicBezTo>
                <a:lnTo>
                  <a:pt x="175322" y="55366"/>
                </a:lnTo>
                <a:cubicBezTo>
                  <a:pt x="179693" y="55366"/>
                  <a:pt x="183579" y="58765"/>
                  <a:pt x="183579" y="63621"/>
                </a:cubicBezTo>
                <a:cubicBezTo>
                  <a:pt x="183580" y="68479"/>
                  <a:pt x="179694" y="71879"/>
                  <a:pt x="175323" y="71879"/>
                </a:cubicBezTo>
                <a:lnTo>
                  <a:pt x="175323" y="71879"/>
                </a:lnTo>
                <a:lnTo>
                  <a:pt x="175323" y="71879"/>
                </a:lnTo>
                <a:lnTo>
                  <a:pt x="175323" y="71879"/>
                </a:lnTo>
                <a:close/>
              </a:path>
            </a:pathLst>
          </a:custGeom>
          <a:solidFill>
            <a:schemeClr val="tx1"/>
          </a:solidFill>
          <a:ln w="3175"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9" name="图形 21"/>
          <p:cNvSpPr/>
          <p:nvPr/>
        </p:nvSpPr>
        <p:spPr>
          <a:xfrm>
            <a:off x="9775157" y="4941433"/>
            <a:ext cx="240382" cy="264068"/>
          </a:xfrm>
          <a:custGeom>
            <a:avLst/>
            <a:gdLst>
              <a:gd name="connsiteX0" fmla="*/ 186960 w 204487"/>
              <a:gd name="connsiteY0" fmla="*/ 65728 h 232239"/>
              <a:gd name="connsiteX1" fmla="*/ 191342 w 204487"/>
              <a:gd name="connsiteY1" fmla="*/ 61346 h 232239"/>
              <a:gd name="connsiteX2" fmla="*/ 192802 w 204487"/>
              <a:gd name="connsiteY2" fmla="*/ 52582 h 232239"/>
              <a:gd name="connsiteX3" fmla="*/ 186960 w 204487"/>
              <a:gd name="connsiteY3" fmla="*/ 45279 h 232239"/>
              <a:gd name="connsiteX4" fmla="*/ 115389 w 204487"/>
              <a:gd name="connsiteY4" fmla="*/ 4382 h 232239"/>
              <a:gd name="connsiteX5" fmla="*/ 86177 w 204487"/>
              <a:gd name="connsiteY5" fmla="*/ 4382 h 232239"/>
              <a:gd name="connsiteX6" fmla="*/ 16067 w 204487"/>
              <a:gd name="connsiteY6" fmla="*/ 45279 h 232239"/>
              <a:gd name="connsiteX7" fmla="*/ 11685 w 204487"/>
              <a:gd name="connsiteY7" fmla="*/ 49661 h 232239"/>
              <a:gd name="connsiteX8" fmla="*/ 10224 w 204487"/>
              <a:gd name="connsiteY8" fmla="*/ 58425 h 232239"/>
              <a:gd name="connsiteX9" fmla="*/ 16067 w 204487"/>
              <a:gd name="connsiteY9" fmla="*/ 65728 h 232239"/>
              <a:gd name="connsiteX10" fmla="*/ 87637 w 204487"/>
              <a:gd name="connsiteY10" fmla="*/ 106626 h 232239"/>
              <a:gd name="connsiteX11" fmla="*/ 102244 w 204487"/>
              <a:gd name="connsiteY11" fmla="*/ 111007 h 232239"/>
              <a:gd name="connsiteX12" fmla="*/ 116850 w 204487"/>
              <a:gd name="connsiteY12" fmla="*/ 106626 h 232239"/>
              <a:gd name="connsiteX13" fmla="*/ 186960 w 204487"/>
              <a:gd name="connsiteY13" fmla="*/ 65728 h 232239"/>
              <a:gd name="connsiteX14" fmla="*/ 93480 w 204487"/>
              <a:gd name="connsiteY14" fmla="*/ 93480 h 232239"/>
              <a:gd name="connsiteX15" fmla="*/ 27752 w 204487"/>
              <a:gd name="connsiteY15" fmla="*/ 55504 h 232239"/>
              <a:gd name="connsiteX16" fmla="*/ 94941 w 204487"/>
              <a:gd name="connsiteY16" fmla="*/ 17527 h 232239"/>
              <a:gd name="connsiteX17" fmla="*/ 109547 w 204487"/>
              <a:gd name="connsiteY17" fmla="*/ 17527 h 232239"/>
              <a:gd name="connsiteX18" fmla="*/ 175275 w 204487"/>
              <a:gd name="connsiteY18" fmla="*/ 55504 h 232239"/>
              <a:gd name="connsiteX19" fmla="*/ 108086 w 204487"/>
              <a:gd name="connsiteY19" fmla="*/ 93480 h 232239"/>
              <a:gd name="connsiteX20" fmla="*/ 93480 w 204487"/>
              <a:gd name="connsiteY20" fmla="*/ 93480 h 232239"/>
              <a:gd name="connsiteX21" fmla="*/ 80334 w 204487"/>
              <a:gd name="connsiteY21" fmla="*/ 118311 h 232239"/>
              <a:gd name="connsiteX22" fmla="*/ 21909 w 204487"/>
              <a:gd name="connsiteY22" fmla="*/ 84716 h 232239"/>
              <a:gd name="connsiteX23" fmla="*/ 14606 w 204487"/>
              <a:gd name="connsiteY23" fmla="*/ 83256 h 232239"/>
              <a:gd name="connsiteX24" fmla="*/ 0 w 204487"/>
              <a:gd name="connsiteY24" fmla="*/ 97862 h 232239"/>
              <a:gd name="connsiteX25" fmla="*/ 0 w 204487"/>
              <a:gd name="connsiteY25" fmla="*/ 172354 h 232239"/>
              <a:gd name="connsiteX26" fmla="*/ 14606 w 204487"/>
              <a:gd name="connsiteY26" fmla="*/ 197184 h 232239"/>
              <a:gd name="connsiteX27" fmla="*/ 73031 w 204487"/>
              <a:gd name="connsiteY27" fmla="*/ 230779 h 232239"/>
              <a:gd name="connsiteX28" fmla="*/ 80334 w 204487"/>
              <a:gd name="connsiteY28" fmla="*/ 232239 h 232239"/>
              <a:gd name="connsiteX29" fmla="*/ 94941 w 204487"/>
              <a:gd name="connsiteY29" fmla="*/ 217633 h 232239"/>
              <a:gd name="connsiteX30" fmla="*/ 94941 w 204487"/>
              <a:gd name="connsiteY30" fmla="*/ 143141 h 232239"/>
              <a:gd name="connsiteX31" fmla="*/ 80334 w 204487"/>
              <a:gd name="connsiteY31" fmla="*/ 118311 h 232239"/>
              <a:gd name="connsiteX32" fmla="*/ 80334 w 204487"/>
              <a:gd name="connsiteY32" fmla="*/ 219094 h 232239"/>
              <a:gd name="connsiteX33" fmla="*/ 21909 w 204487"/>
              <a:gd name="connsiteY33" fmla="*/ 185499 h 232239"/>
              <a:gd name="connsiteX34" fmla="*/ 14606 w 204487"/>
              <a:gd name="connsiteY34" fmla="*/ 172354 h 232239"/>
              <a:gd name="connsiteX35" fmla="*/ 14606 w 204487"/>
              <a:gd name="connsiteY35" fmla="*/ 97862 h 232239"/>
              <a:gd name="connsiteX36" fmla="*/ 17527 w 204487"/>
              <a:gd name="connsiteY36" fmla="*/ 92019 h 232239"/>
              <a:gd name="connsiteX37" fmla="*/ 14606 w 204487"/>
              <a:gd name="connsiteY37" fmla="*/ 97862 h 232239"/>
              <a:gd name="connsiteX38" fmla="*/ 73031 w 204487"/>
              <a:gd name="connsiteY38" fmla="*/ 131456 h 232239"/>
              <a:gd name="connsiteX39" fmla="*/ 80334 w 204487"/>
              <a:gd name="connsiteY39" fmla="*/ 144602 h 232239"/>
              <a:gd name="connsiteX40" fmla="*/ 80334 w 204487"/>
              <a:gd name="connsiteY40" fmla="*/ 219094 h 232239"/>
              <a:gd name="connsiteX41" fmla="*/ 189881 w 204487"/>
              <a:gd name="connsiteY41" fmla="*/ 83256 h 232239"/>
              <a:gd name="connsiteX42" fmla="*/ 182578 w 204487"/>
              <a:gd name="connsiteY42" fmla="*/ 84716 h 232239"/>
              <a:gd name="connsiteX43" fmla="*/ 124153 w 204487"/>
              <a:gd name="connsiteY43" fmla="*/ 118311 h 232239"/>
              <a:gd name="connsiteX44" fmla="*/ 109547 w 204487"/>
              <a:gd name="connsiteY44" fmla="*/ 143141 h 232239"/>
              <a:gd name="connsiteX45" fmla="*/ 109547 w 204487"/>
              <a:gd name="connsiteY45" fmla="*/ 217633 h 232239"/>
              <a:gd name="connsiteX46" fmla="*/ 124153 w 204487"/>
              <a:gd name="connsiteY46" fmla="*/ 232239 h 232239"/>
              <a:gd name="connsiteX47" fmla="*/ 131456 w 204487"/>
              <a:gd name="connsiteY47" fmla="*/ 230779 h 232239"/>
              <a:gd name="connsiteX48" fmla="*/ 189881 w 204487"/>
              <a:gd name="connsiteY48" fmla="*/ 197184 h 232239"/>
              <a:gd name="connsiteX49" fmla="*/ 204487 w 204487"/>
              <a:gd name="connsiteY49" fmla="*/ 172354 h 232239"/>
              <a:gd name="connsiteX50" fmla="*/ 204487 w 204487"/>
              <a:gd name="connsiteY50" fmla="*/ 97862 h 232239"/>
              <a:gd name="connsiteX51" fmla="*/ 189881 w 204487"/>
              <a:gd name="connsiteY51" fmla="*/ 83256 h 232239"/>
              <a:gd name="connsiteX52" fmla="*/ 189881 w 204487"/>
              <a:gd name="connsiteY52" fmla="*/ 172354 h 232239"/>
              <a:gd name="connsiteX53" fmla="*/ 182578 w 204487"/>
              <a:gd name="connsiteY53" fmla="*/ 185499 h 232239"/>
              <a:gd name="connsiteX54" fmla="*/ 124153 w 204487"/>
              <a:gd name="connsiteY54" fmla="*/ 219094 h 232239"/>
              <a:gd name="connsiteX55" fmla="*/ 124153 w 204487"/>
              <a:gd name="connsiteY55" fmla="*/ 144602 h 232239"/>
              <a:gd name="connsiteX56" fmla="*/ 131456 w 204487"/>
              <a:gd name="connsiteY56" fmla="*/ 131456 h 232239"/>
              <a:gd name="connsiteX57" fmla="*/ 189881 w 204487"/>
              <a:gd name="connsiteY57" fmla="*/ 97862 h 232239"/>
              <a:gd name="connsiteX58" fmla="*/ 189881 w 204487"/>
              <a:gd name="connsiteY58" fmla="*/ 172354 h 23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04487" h="232239">
                <a:moveTo>
                  <a:pt x="186960" y="65728"/>
                </a:moveTo>
                <a:lnTo>
                  <a:pt x="191342" y="61346"/>
                </a:lnTo>
                <a:cubicBezTo>
                  <a:pt x="192802" y="58425"/>
                  <a:pt x="192802" y="55504"/>
                  <a:pt x="192802" y="52582"/>
                </a:cubicBezTo>
                <a:cubicBezTo>
                  <a:pt x="191342" y="49661"/>
                  <a:pt x="189881" y="46740"/>
                  <a:pt x="186960" y="45279"/>
                </a:cubicBezTo>
                <a:lnTo>
                  <a:pt x="115389" y="4382"/>
                </a:lnTo>
                <a:cubicBezTo>
                  <a:pt x="106626" y="-1461"/>
                  <a:pt x="94941" y="-1461"/>
                  <a:pt x="86177" y="4382"/>
                </a:cubicBezTo>
                <a:lnTo>
                  <a:pt x="16067" y="45279"/>
                </a:lnTo>
                <a:cubicBezTo>
                  <a:pt x="13146" y="45279"/>
                  <a:pt x="11685" y="46740"/>
                  <a:pt x="11685" y="49661"/>
                </a:cubicBezTo>
                <a:cubicBezTo>
                  <a:pt x="10224" y="52582"/>
                  <a:pt x="8764" y="55504"/>
                  <a:pt x="10224" y="58425"/>
                </a:cubicBezTo>
                <a:cubicBezTo>
                  <a:pt x="11685" y="61346"/>
                  <a:pt x="13146" y="64267"/>
                  <a:pt x="16067" y="65728"/>
                </a:cubicBezTo>
                <a:lnTo>
                  <a:pt x="87637" y="106626"/>
                </a:lnTo>
                <a:cubicBezTo>
                  <a:pt x="92019" y="109547"/>
                  <a:pt x="97862" y="111007"/>
                  <a:pt x="102244" y="111007"/>
                </a:cubicBezTo>
                <a:cubicBezTo>
                  <a:pt x="106626" y="111007"/>
                  <a:pt x="112468" y="109547"/>
                  <a:pt x="116850" y="106626"/>
                </a:cubicBezTo>
                <a:lnTo>
                  <a:pt x="186960" y="65728"/>
                </a:lnTo>
                <a:close/>
                <a:moveTo>
                  <a:pt x="93480" y="93480"/>
                </a:moveTo>
                <a:lnTo>
                  <a:pt x="27752" y="55504"/>
                </a:lnTo>
                <a:lnTo>
                  <a:pt x="94941" y="17527"/>
                </a:lnTo>
                <a:cubicBezTo>
                  <a:pt x="99322" y="14606"/>
                  <a:pt x="105165" y="14606"/>
                  <a:pt x="109547" y="17527"/>
                </a:cubicBezTo>
                <a:lnTo>
                  <a:pt x="175275" y="55504"/>
                </a:lnTo>
                <a:lnTo>
                  <a:pt x="108086" y="93480"/>
                </a:lnTo>
                <a:cubicBezTo>
                  <a:pt x="103704" y="96401"/>
                  <a:pt x="97862" y="96401"/>
                  <a:pt x="93480" y="93480"/>
                </a:cubicBezTo>
                <a:close/>
                <a:moveTo>
                  <a:pt x="80334" y="118311"/>
                </a:moveTo>
                <a:lnTo>
                  <a:pt x="21909" y="84716"/>
                </a:lnTo>
                <a:cubicBezTo>
                  <a:pt x="18988" y="84716"/>
                  <a:pt x="17527" y="83256"/>
                  <a:pt x="14606" y="83256"/>
                </a:cubicBezTo>
                <a:cubicBezTo>
                  <a:pt x="5842" y="83256"/>
                  <a:pt x="0" y="90559"/>
                  <a:pt x="0" y="97862"/>
                </a:cubicBezTo>
                <a:lnTo>
                  <a:pt x="0" y="172354"/>
                </a:lnTo>
                <a:cubicBezTo>
                  <a:pt x="0" y="182578"/>
                  <a:pt x="5842" y="192802"/>
                  <a:pt x="14606" y="197184"/>
                </a:cubicBezTo>
                <a:lnTo>
                  <a:pt x="73031" y="230779"/>
                </a:lnTo>
                <a:cubicBezTo>
                  <a:pt x="75952" y="232239"/>
                  <a:pt x="77413" y="232239"/>
                  <a:pt x="80334" y="232239"/>
                </a:cubicBezTo>
                <a:cubicBezTo>
                  <a:pt x="89098" y="232239"/>
                  <a:pt x="94941" y="226397"/>
                  <a:pt x="94941" y="217633"/>
                </a:cubicBezTo>
                <a:lnTo>
                  <a:pt x="94941" y="143141"/>
                </a:lnTo>
                <a:cubicBezTo>
                  <a:pt x="94941" y="132917"/>
                  <a:pt x="89098" y="124153"/>
                  <a:pt x="80334" y="118311"/>
                </a:cubicBezTo>
                <a:close/>
                <a:moveTo>
                  <a:pt x="80334" y="219094"/>
                </a:moveTo>
                <a:lnTo>
                  <a:pt x="21909" y="185499"/>
                </a:lnTo>
                <a:cubicBezTo>
                  <a:pt x="17527" y="182578"/>
                  <a:pt x="14606" y="178196"/>
                  <a:pt x="14606" y="172354"/>
                </a:cubicBezTo>
                <a:lnTo>
                  <a:pt x="14606" y="97862"/>
                </a:lnTo>
                <a:lnTo>
                  <a:pt x="17527" y="92019"/>
                </a:lnTo>
                <a:lnTo>
                  <a:pt x="14606" y="97862"/>
                </a:lnTo>
                <a:lnTo>
                  <a:pt x="73031" y="131456"/>
                </a:lnTo>
                <a:cubicBezTo>
                  <a:pt x="77413" y="134377"/>
                  <a:pt x="80334" y="138759"/>
                  <a:pt x="80334" y="144602"/>
                </a:cubicBezTo>
                <a:lnTo>
                  <a:pt x="80334" y="219094"/>
                </a:lnTo>
                <a:close/>
                <a:moveTo>
                  <a:pt x="189881" y="83256"/>
                </a:moveTo>
                <a:cubicBezTo>
                  <a:pt x="186960" y="83256"/>
                  <a:pt x="185499" y="83256"/>
                  <a:pt x="182578" y="84716"/>
                </a:cubicBezTo>
                <a:lnTo>
                  <a:pt x="124153" y="118311"/>
                </a:lnTo>
                <a:cubicBezTo>
                  <a:pt x="115389" y="124153"/>
                  <a:pt x="109547" y="132917"/>
                  <a:pt x="109547" y="143141"/>
                </a:cubicBezTo>
                <a:lnTo>
                  <a:pt x="109547" y="217633"/>
                </a:lnTo>
                <a:cubicBezTo>
                  <a:pt x="109547" y="226397"/>
                  <a:pt x="115389" y="232239"/>
                  <a:pt x="124153" y="232239"/>
                </a:cubicBezTo>
                <a:cubicBezTo>
                  <a:pt x="127074" y="232239"/>
                  <a:pt x="128535" y="232239"/>
                  <a:pt x="131456" y="230779"/>
                </a:cubicBezTo>
                <a:lnTo>
                  <a:pt x="189881" y="197184"/>
                </a:lnTo>
                <a:cubicBezTo>
                  <a:pt x="198645" y="191342"/>
                  <a:pt x="204487" y="182578"/>
                  <a:pt x="204487" y="172354"/>
                </a:cubicBezTo>
                <a:lnTo>
                  <a:pt x="204487" y="97862"/>
                </a:lnTo>
                <a:cubicBezTo>
                  <a:pt x="204487" y="90559"/>
                  <a:pt x="198645" y="83256"/>
                  <a:pt x="189881" y="83256"/>
                </a:cubicBezTo>
                <a:close/>
                <a:moveTo>
                  <a:pt x="189881" y="172354"/>
                </a:moveTo>
                <a:cubicBezTo>
                  <a:pt x="189881" y="178196"/>
                  <a:pt x="186960" y="182578"/>
                  <a:pt x="182578" y="185499"/>
                </a:cubicBezTo>
                <a:lnTo>
                  <a:pt x="124153" y="219094"/>
                </a:lnTo>
                <a:lnTo>
                  <a:pt x="124153" y="144602"/>
                </a:lnTo>
                <a:cubicBezTo>
                  <a:pt x="124153" y="138759"/>
                  <a:pt x="127074" y="134377"/>
                  <a:pt x="131456" y="131456"/>
                </a:cubicBezTo>
                <a:lnTo>
                  <a:pt x="189881" y="97862"/>
                </a:lnTo>
                <a:lnTo>
                  <a:pt x="189881" y="172354"/>
                </a:lnTo>
                <a:close/>
              </a:path>
            </a:pathLst>
          </a:custGeom>
          <a:solidFill>
            <a:schemeClr val="tx1"/>
          </a:solidFill>
          <a:ln w="242"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93" name="组合 92"/>
          <p:cNvGrpSpPr/>
          <p:nvPr/>
        </p:nvGrpSpPr>
        <p:grpSpPr>
          <a:xfrm>
            <a:off x="3072805" y="2756365"/>
            <a:ext cx="306700" cy="305860"/>
            <a:chOff x="1289722" y="1232638"/>
            <a:chExt cx="969418" cy="966762"/>
          </a:xfrm>
          <a:solidFill>
            <a:schemeClr val="accent1"/>
          </a:solidFill>
        </p:grpSpPr>
        <p:sp>
          <p:nvSpPr>
            <p:cNvPr id="94" name="任意多边形: 形状 93"/>
            <p:cNvSpPr/>
            <p:nvPr/>
          </p:nvSpPr>
          <p:spPr>
            <a:xfrm>
              <a:off x="1289722" y="1232638"/>
              <a:ext cx="969418" cy="966762"/>
            </a:xfrm>
            <a:custGeom>
              <a:avLst/>
              <a:gdLst>
                <a:gd name="connsiteX0" fmla="*/ 783395 w 969418"/>
                <a:gd name="connsiteY0" fmla="*/ 0 h 966762"/>
                <a:gd name="connsiteX1" fmla="*/ 186023 w 969418"/>
                <a:gd name="connsiteY1" fmla="*/ 0 h 966762"/>
                <a:gd name="connsiteX2" fmla="*/ 0 w 969418"/>
                <a:gd name="connsiteY2" fmla="*/ 186011 h 966762"/>
                <a:gd name="connsiteX3" fmla="*/ 0 w 969418"/>
                <a:gd name="connsiteY3" fmla="*/ 571273 h 966762"/>
                <a:gd name="connsiteX4" fmla="*/ 186023 w 969418"/>
                <a:gd name="connsiteY4" fmla="*/ 757296 h 966762"/>
                <a:gd name="connsiteX5" fmla="*/ 783395 w 969418"/>
                <a:gd name="connsiteY5" fmla="*/ 757296 h 966762"/>
                <a:gd name="connsiteX6" fmla="*/ 969418 w 969418"/>
                <a:gd name="connsiteY6" fmla="*/ 571273 h 966762"/>
                <a:gd name="connsiteX7" fmla="*/ 969418 w 969418"/>
                <a:gd name="connsiteY7" fmla="*/ 186011 h 966762"/>
                <a:gd name="connsiteX8" fmla="*/ 783395 w 969418"/>
                <a:gd name="connsiteY8" fmla="*/ 0 h 966762"/>
                <a:gd name="connsiteX9" fmla="*/ 888337 w 969418"/>
                <a:gd name="connsiteY9" fmla="*/ 571273 h 966762"/>
                <a:gd name="connsiteX10" fmla="*/ 783395 w 969418"/>
                <a:gd name="connsiteY10" fmla="*/ 676227 h 966762"/>
                <a:gd name="connsiteX11" fmla="*/ 186023 w 969418"/>
                <a:gd name="connsiteY11" fmla="*/ 676227 h 966762"/>
                <a:gd name="connsiteX12" fmla="*/ 81070 w 969418"/>
                <a:gd name="connsiteY12" fmla="*/ 571273 h 966762"/>
                <a:gd name="connsiteX13" fmla="*/ 81070 w 969418"/>
                <a:gd name="connsiteY13" fmla="*/ 186011 h 966762"/>
                <a:gd name="connsiteX14" fmla="*/ 186023 w 969418"/>
                <a:gd name="connsiteY14" fmla="*/ 81070 h 966762"/>
                <a:gd name="connsiteX15" fmla="*/ 783395 w 969418"/>
                <a:gd name="connsiteY15" fmla="*/ 81070 h 966762"/>
                <a:gd name="connsiteX16" fmla="*/ 888337 w 969418"/>
                <a:gd name="connsiteY16" fmla="*/ 186011 h 966762"/>
                <a:gd name="connsiteX17" fmla="*/ 888337 w 969418"/>
                <a:gd name="connsiteY17" fmla="*/ 571273 h 966762"/>
                <a:gd name="connsiteX18" fmla="*/ 798337 w 969418"/>
                <a:gd name="connsiteY18" fmla="*/ 885681 h 966762"/>
                <a:gd name="connsiteX19" fmla="*/ 171081 w 969418"/>
                <a:gd name="connsiteY19" fmla="*/ 885681 h 966762"/>
                <a:gd name="connsiteX20" fmla="*/ 130540 w 969418"/>
                <a:gd name="connsiteY20" fmla="*/ 926222 h 966762"/>
                <a:gd name="connsiteX21" fmla="*/ 171081 w 969418"/>
                <a:gd name="connsiteY21" fmla="*/ 966763 h 966762"/>
                <a:gd name="connsiteX22" fmla="*/ 798337 w 969418"/>
                <a:gd name="connsiteY22" fmla="*/ 966763 h 966762"/>
                <a:gd name="connsiteX23" fmla="*/ 838878 w 969418"/>
                <a:gd name="connsiteY23" fmla="*/ 926222 h 966762"/>
                <a:gd name="connsiteX24" fmla="*/ 798337 w 969418"/>
                <a:gd name="connsiteY24" fmla="*/ 885681 h 9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69418" h="966762">
                  <a:moveTo>
                    <a:pt x="783395" y="0"/>
                  </a:moveTo>
                  <a:lnTo>
                    <a:pt x="186023" y="0"/>
                  </a:lnTo>
                  <a:cubicBezTo>
                    <a:pt x="83451" y="0"/>
                    <a:pt x="0" y="83439"/>
                    <a:pt x="0" y="186011"/>
                  </a:cubicBezTo>
                  <a:lnTo>
                    <a:pt x="0" y="571273"/>
                  </a:lnTo>
                  <a:cubicBezTo>
                    <a:pt x="0" y="673846"/>
                    <a:pt x="83451" y="757296"/>
                    <a:pt x="186023" y="757296"/>
                  </a:cubicBezTo>
                  <a:lnTo>
                    <a:pt x="783395" y="757296"/>
                  </a:lnTo>
                  <a:cubicBezTo>
                    <a:pt x="885967" y="757296"/>
                    <a:pt x="969418" y="673846"/>
                    <a:pt x="969418" y="571273"/>
                  </a:cubicBezTo>
                  <a:lnTo>
                    <a:pt x="969418" y="186011"/>
                  </a:lnTo>
                  <a:cubicBezTo>
                    <a:pt x="969418" y="83439"/>
                    <a:pt x="885967" y="0"/>
                    <a:pt x="783395" y="0"/>
                  </a:cubicBezTo>
                  <a:close/>
                  <a:moveTo>
                    <a:pt x="888337" y="571273"/>
                  </a:moveTo>
                  <a:cubicBezTo>
                    <a:pt x="888337" y="629138"/>
                    <a:pt x="841259" y="676227"/>
                    <a:pt x="783395" y="676227"/>
                  </a:cubicBezTo>
                  <a:lnTo>
                    <a:pt x="186023" y="676227"/>
                  </a:lnTo>
                  <a:cubicBezTo>
                    <a:pt x="128147" y="676227"/>
                    <a:pt x="81070" y="629138"/>
                    <a:pt x="81070" y="571273"/>
                  </a:cubicBezTo>
                  <a:lnTo>
                    <a:pt x="81070" y="186011"/>
                  </a:lnTo>
                  <a:cubicBezTo>
                    <a:pt x="81070" y="128147"/>
                    <a:pt x="128147" y="81070"/>
                    <a:pt x="186023" y="81070"/>
                  </a:cubicBezTo>
                  <a:lnTo>
                    <a:pt x="783395" y="81070"/>
                  </a:lnTo>
                  <a:cubicBezTo>
                    <a:pt x="841259" y="81070"/>
                    <a:pt x="888337" y="128135"/>
                    <a:pt x="888337" y="186011"/>
                  </a:cubicBezTo>
                  <a:lnTo>
                    <a:pt x="888337" y="571273"/>
                  </a:lnTo>
                  <a:close/>
                  <a:moveTo>
                    <a:pt x="798337" y="885681"/>
                  </a:moveTo>
                  <a:lnTo>
                    <a:pt x="171081" y="885681"/>
                  </a:lnTo>
                  <a:cubicBezTo>
                    <a:pt x="148697" y="885681"/>
                    <a:pt x="130540" y="903827"/>
                    <a:pt x="130540" y="926222"/>
                  </a:cubicBezTo>
                  <a:cubicBezTo>
                    <a:pt x="130540" y="948618"/>
                    <a:pt x="148697" y="966763"/>
                    <a:pt x="171081" y="966763"/>
                  </a:cubicBezTo>
                  <a:lnTo>
                    <a:pt x="798337" y="966763"/>
                  </a:lnTo>
                  <a:cubicBezTo>
                    <a:pt x="820721" y="966763"/>
                    <a:pt x="838878" y="948618"/>
                    <a:pt x="838878" y="926222"/>
                  </a:cubicBezTo>
                  <a:cubicBezTo>
                    <a:pt x="838878" y="903827"/>
                    <a:pt x="820721" y="885681"/>
                    <a:pt x="798337" y="885681"/>
                  </a:cubicBezTo>
                  <a:close/>
                </a:path>
              </a:pathLst>
            </a:custGeom>
            <a:grpFill/>
            <a:ln w="1181"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5" name="任意多边形: 形状 94"/>
            <p:cNvSpPr/>
            <p:nvPr/>
          </p:nvSpPr>
          <p:spPr>
            <a:xfrm>
              <a:off x="1618763" y="1452290"/>
              <a:ext cx="311340" cy="347454"/>
            </a:xfrm>
            <a:custGeom>
              <a:avLst/>
              <a:gdLst>
                <a:gd name="connsiteX0" fmla="*/ 295918 w 311340"/>
                <a:gd name="connsiteY0" fmla="*/ 99293 h 347454"/>
                <a:gd name="connsiteX1" fmla="*/ 181201 w 311340"/>
                <a:gd name="connsiteY1" fmla="*/ 8722 h 347454"/>
                <a:gd name="connsiteX2" fmla="*/ 131290 w 311340"/>
                <a:gd name="connsiteY2" fmla="*/ 8460 h 347454"/>
                <a:gd name="connsiteX3" fmla="*/ 15752 w 311340"/>
                <a:gd name="connsiteY3" fmla="*/ 97745 h 347454"/>
                <a:gd name="connsiteX4" fmla="*/ 8466 w 311340"/>
                <a:gd name="connsiteY4" fmla="*/ 154609 h 347454"/>
                <a:gd name="connsiteX5" fmla="*/ 65330 w 311340"/>
                <a:gd name="connsiteY5" fmla="*/ 161907 h 347454"/>
                <a:gd name="connsiteX6" fmla="*/ 115134 w 311340"/>
                <a:gd name="connsiteY6" fmla="*/ 123426 h 347454"/>
                <a:gd name="connsiteX7" fmla="*/ 115134 w 311340"/>
                <a:gd name="connsiteY7" fmla="*/ 306914 h 347454"/>
                <a:gd name="connsiteX8" fmla="*/ 155674 w 311340"/>
                <a:gd name="connsiteY8" fmla="*/ 347454 h 347454"/>
                <a:gd name="connsiteX9" fmla="*/ 196215 w 311340"/>
                <a:gd name="connsiteY9" fmla="*/ 306914 h 347454"/>
                <a:gd name="connsiteX10" fmla="*/ 196215 w 311340"/>
                <a:gd name="connsiteY10" fmla="*/ 123867 h 347454"/>
                <a:gd name="connsiteX11" fmla="*/ 245686 w 311340"/>
                <a:gd name="connsiteY11" fmla="*/ 162919 h 347454"/>
                <a:gd name="connsiteX12" fmla="*/ 270784 w 311340"/>
                <a:gd name="connsiteY12" fmla="*/ 171647 h 347454"/>
                <a:gd name="connsiteX13" fmla="*/ 302621 w 311340"/>
                <a:gd name="connsiteY13" fmla="*/ 156216 h 347454"/>
                <a:gd name="connsiteX14" fmla="*/ 295918 w 311340"/>
                <a:gd name="connsiteY14" fmla="*/ 99293 h 34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340" h="347454">
                  <a:moveTo>
                    <a:pt x="295918" y="99293"/>
                  </a:moveTo>
                  <a:lnTo>
                    <a:pt x="181201" y="8722"/>
                  </a:lnTo>
                  <a:cubicBezTo>
                    <a:pt x="166592" y="-2827"/>
                    <a:pt x="146018" y="-2899"/>
                    <a:pt x="131290" y="8460"/>
                  </a:cubicBezTo>
                  <a:lnTo>
                    <a:pt x="15752" y="97745"/>
                  </a:lnTo>
                  <a:cubicBezTo>
                    <a:pt x="-1964" y="111437"/>
                    <a:pt x="-5227" y="136892"/>
                    <a:pt x="8466" y="154609"/>
                  </a:cubicBezTo>
                  <a:cubicBezTo>
                    <a:pt x="22158" y="172349"/>
                    <a:pt x="47625" y="175588"/>
                    <a:pt x="65330" y="161907"/>
                  </a:cubicBezTo>
                  <a:lnTo>
                    <a:pt x="115134" y="123426"/>
                  </a:lnTo>
                  <a:lnTo>
                    <a:pt x="115134" y="306914"/>
                  </a:lnTo>
                  <a:cubicBezTo>
                    <a:pt x="115134" y="329309"/>
                    <a:pt x="133291" y="347454"/>
                    <a:pt x="155674" y="347454"/>
                  </a:cubicBezTo>
                  <a:cubicBezTo>
                    <a:pt x="178058" y="347454"/>
                    <a:pt x="196215" y="329309"/>
                    <a:pt x="196215" y="306914"/>
                  </a:cubicBezTo>
                  <a:lnTo>
                    <a:pt x="196215" y="123867"/>
                  </a:lnTo>
                  <a:lnTo>
                    <a:pt x="245686" y="162919"/>
                  </a:lnTo>
                  <a:cubicBezTo>
                    <a:pt x="252828" y="168575"/>
                    <a:pt x="261673" y="171651"/>
                    <a:pt x="270784" y="171647"/>
                  </a:cubicBezTo>
                  <a:cubicBezTo>
                    <a:pt x="282762" y="171647"/>
                    <a:pt x="294632" y="166360"/>
                    <a:pt x="302621" y="156216"/>
                  </a:cubicBezTo>
                  <a:cubicBezTo>
                    <a:pt x="316492" y="138655"/>
                    <a:pt x="313492" y="113163"/>
                    <a:pt x="295918" y="99293"/>
                  </a:cubicBezTo>
                  <a:close/>
                </a:path>
              </a:pathLst>
            </a:custGeom>
            <a:grpFill/>
            <a:ln w="1181"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96" name="图形 36"/>
          <p:cNvSpPr/>
          <p:nvPr/>
        </p:nvSpPr>
        <p:spPr>
          <a:xfrm>
            <a:off x="8723315" y="2755961"/>
            <a:ext cx="306670" cy="306668"/>
          </a:xfrm>
          <a:custGeom>
            <a:avLst/>
            <a:gdLst>
              <a:gd name="connsiteX0" fmla="*/ 141839 w 306670"/>
              <a:gd name="connsiteY0" fmla="*/ 191160 h 306668"/>
              <a:gd name="connsiteX1" fmla="*/ 163466 w 306670"/>
              <a:gd name="connsiteY1" fmla="*/ 192414 h 306668"/>
              <a:gd name="connsiteX2" fmla="*/ 164720 w 306670"/>
              <a:gd name="connsiteY2" fmla="*/ 191160 h 306668"/>
              <a:gd name="connsiteX3" fmla="*/ 230242 w 306670"/>
              <a:gd name="connsiteY3" fmla="*/ 76825 h 306668"/>
              <a:gd name="connsiteX4" fmla="*/ 153268 w 306670"/>
              <a:gd name="connsiteY4" fmla="*/ 0 h 306668"/>
              <a:gd name="connsiteX5" fmla="*/ 76316 w 306670"/>
              <a:gd name="connsiteY5" fmla="*/ 76817 h 306668"/>
              <a:gd name="connsiteX6" fmla="*/ 141839 w 306670"/>
              <a:gd name="connsiteY6" fmla="*/ 191160 h 306668"/>
              <a:gd name="connsiteX7" fmla="*/ 153283 w 306670"/>
              <a:gd name="connsiteY7" fmla="*/ 31221 h 306668"/>
              <a:gd name="connsiteX8" fmla="*/ 199299 w 306670"/>
              <a:gd name="connsiteY8" fmla="*/ 77124 h 306668"/>
              <a:gd name="connsiteX9" fmla="*/ 166627 w 306670"/>
              <a:gd name="connsiteY9" fmla="*/ 149565 h 306668"/>
              <a:gd name="connsiteX10" fmla="*/ 160907 w 306670"/>
              <a:gd name="connsiteY10" fmla="*/ 170548 h 306668"/>
              <a:gd name="connsiteX11" fmla="*/ 139924 w 306670"/>
              <a:gd name="connsiteY11" fmla="*/ 164828 h 306668"/>
              <a:gd name="connsiteX12" fmla="*/ 139924 w 306670"/>
              <a:gd name="connsiteY12" fmla="*/ 149565 h 306668"/>
              <a:gd name="connsiteX13" fmla="*/ 107260 w 306670"/>
              <a:gd name="connsiteY13" fmla="*/ 77124 h 306668"/>
              <a:gd name="connsiteX14" fmla="*/ 153276 w 306670"/>
              <a:gd name="connsiteY14" fmla="*/ 31221 h 306668"/>
              <a:gd name="connsiteX15" fmla="*/ 291741 w 306670"/>
              <a:gd name="connsiteY15" fmla="*/ 76974 h 306668"/>
              <a:gd name="connsiteX16" fmla="*/ 291217 w 306670"/>
              <a:gd name="connsiteY16" fmla="*/ 76974 h 306668"/>
              <a:gd name="connsiteX17" fmla="*/ 283491 w 306670"/>
              <a:gd name="connsiteY17" fmla="*/ 79031 h 306668"/>
              <a:gd name="connsiteX18" fmla="*/ 260693 w 306670"/>
              <a:gd name="connsiteY18" fmla="*/ 92173 h 306668"/>
              <a:gd name="connsiteX19" fmla="*/ 255040 w 306670"/>
              <a:gd name="connsiteY19" fmla="*/ 113054 h 306668"/>
              <a:gd name="connsiteX20" fmla="*/ 255068 w 306670"/>
              <a:gd name="connsiteY20" fmla="*/ 113102 h 306668"/>
              <a:gd name="connsiteX21" fmla="*/ 275914 w 306670"/>
              <a:gd name="connsiteY21" fmla="*/ 118756 h 306668"/>
              <a:gd name="connsiteX22" fmla="*/ 275914 w 306670"/>
              <a:gd name="connsiteY22" fmla="*/ 236241 h 306668"/>
              <a:gd name="connsiteX23" fmla="*/ 201999 w 306670"/>
              <a:gd name="connsiteY23" fmla="*/ 273976 h 306668"/>
              <a:gd name="connsiteX24" fmla="*/ 109773 w 306670"/>
              <a:gd name="connsiteY24" fmla="*/ 225605 h 306668"/>
              <a:gd name="connsiteX25" fmla="*/ 100738 w 306670"/>
              <a:gd name="connsiteY25" fmla="*/ 222575 h 306668"/>
              <a:gd name="connsiteX26" fmla="*/ 90797 w 306670"/>
              <a:gd name="connsiteY26" fmla="*/ 225754 h 306668"/>
              <a:gd name="connsiteX27" fmla="*/ 30637 w 306670"/>
              <a:gd name="connsiteY27" fmla="*/ 258179 h 306668"/>
              <a:gd name="connsiteX28" fmla="*/ 30637 w 306670"/>
              <a:gd name="connsiteY28" fmla="*/ 137022 h 306668"/>
              <a:gd name="connsiteX29" fmla="*/ 45904 w 306670"/>
              <a:gd name="connsiteY29" fmla="*/ 128226 h 306668"/>
              <a:gd name="connsiteX30" fmla="*/ 51556 w 306670"/>
              <a:gd name="connsiteY30" fmla="*/ 107345 h 306668"/>
              <a:gd name="connsiteX31" fmla="*/ 51528 w 306670"/>
              <a:gd name="connsiteY31" fmla="*/ 107297 h 306668"/>
              <a:gd name="connsiteX32" fmla="*/ 30563 w 306670"/>
              <a:gd name="connsiteY32" fmla="*/ 101687 h 306668"/>
              <a:gd name="connsiteX33" fmla="*/ 7764 w 306670"/>
              <a:gd name="connsiteY33" fmla="*/ 114814 h 306668"/>
              <a:gd name="connsiteX34" fmla="*/ 1309 w 306670"/>
              <a:gd name="connsiteY34" fmla="*/ 122115 h 306668"/>
              <a:gd name="connsiteX35" fmla="*/ 0 w 306670"/>
              <a:gd name="connsiteY35" fmla="*/ 128330 h 306668"/>
              <a:gd name="connsiteX36" fmla="*/ 0 w 306670"/>
              <a:gd name="connsiteY36" fmla="*/ 283558 h 306668"/>
              <a:gd name="connsiteX37" fmla="*/ 860 w 306670"/>
              <a:gd name="connsiteY37" fmla="*/ 288614 h 306668"/>
              <a:gd name="connsiteX38" fmla="*/ 935 w 306670"/>
              <a:gd name="connsiteY38" fmla="*/ 288801 h 306668"/>
              <a:gd name="connsiteX39" fmla="*/ 973 w 306670"/>
              <a:gd name="connsiteY39" fmla="*/ 288876 h 306668"/>
              <a:gd name="connsiteX40" fmla="*/ 20569 w 306670"/>
              <a:gd name="connsiteY40" fmla="*/ 298211 h 306668"/>
              <a:gd name="connsiteX41" fmla="*/ 22499 w 306670"/>
              <a:gd name="connsiteY41" fmla="*/ 297373 h 306668"/>
              <a:gd name="connsiteX42" fmla="*/ 100513 w 306670"/>
              <a:gd name="connsiteY42" fmla="*/ 255337 h 306668"/>
              <a:gd name="connsiteX43" fmla="*/ 195132 w 306670"/>
              <a:gd name="connsiteY43" fmla="*/ 304935 h 306668"/>
              <a:gd name="connsiteX44" fmla="*/ 211558 w 306670"/>
              <a:gd name="connsiteY44" fmla="*/ 303514 h 306668"/>
              <a:gd name="connsiteX45" fmla="*/ 298346 w 306670"/>
              <a:gd name="connsiteY45" fmla="*/ 259189 h 306668"/>
              <a:gd name="connsiteX46" fmla="*/ 305960 w 306670"/>
              <a:gd name="connsiteY46" fmla="*/ 249936 h 306668"/>
              <a:gd name="connsiteX47" fmla="*/ 306671 w 306670"/>
              <a:gd name="connsiteY47" fmla="*/ 245336 h 306668"/>
              <a:gd name="connsiteX48" fmla="*/ 306671 w 306670"/>
              <a:gd name="connsiteY48" fmla="*/ 92248 h 306668"/>
              <a:gd name="connsiteX49" fmla="*/ 291741 w 306670"/>
              <a:gd name="connsiteY49" fmla="*/ 76974 h 30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06670" h="306668">
                <a:moveTo>
                  <a:pt x="141839" y="191160"/>
                </a:moveTo>
                <a:cubicBezTo>
                  <a:pt x="147465" y="197479"/>
                  <a:pt x="157148" y="198040"/>
                  <a:pt x="163466" y="192414"/>
                </a:cubicBezTo>
                <a:cubicBezTo>
                  <a:pt x="163908" y="192020"/>
                  <a:pt x="164326" y="191602"/>
                  <a:pt x="164720" y="191160"/>
                </a:cubicBezTo>
                <a:cubicBezTo>
                  <a:pt x="186172" y="170868"/>
                  <a:pt x="230242" y="123513"/>
                  <a:pt x="230242" y="76825"/>
                </a:cubicBezTo>
                <a:cubicBezTo>
                  <a:pt x="230265" y="34407"/>
                  <a:pt x="195798" y="0"/>
                  <a:pt x="153268" y="0"/>
                </a:cubicBezTo>
                <a:cubicBezTo>
                  <a:pt x="110746" y="0"/>
                  <a:pt x="76316" y="34407"/>
                  <a:pt x="76316" y="76817"/>
                </a:cubicBezTo>
                <a:cubicBezTo>
                  <a:pt x="76316" y="123513"/>
                  <a:pt x="120417" y="170868"/>
                  <a:pt x="141839" y="191160"/>
                </a:cubicBezTo>
                <a:close/>
                <a:moveTo>
                  <a:pt x="153283" y="31221"/>
                </a:moveTo>
                <a:cubicBezTo>
                  <a:pt x="178669" y="31221"/>
                  <a:pt x="199299" y="51775"/>
                  <a:pt x="199299" y="77124"/>
                </a:cubicBezTo>
                <a:cubicBezTo>
                  <a:pt x="199299" y="102054"/>
                  <a:pt x="180210" y="131636"/>
                  <a:pt x="166627" y="149565"/>
                </a:cubicBezTo>
                <a:cubicBezTo>
                  <a:pt x="170842" y="156939"/>
                  <a:pt x="168281" y="166333"/>
                  <a:pt x="160907" y="170548"/>
                </a:cubicBezTo>
                <a:cubicBezTo>
                  <a:pt x="153533" y="174763"/>
                  <a:pt x="144139" y="172202"/>
                  <a:pt x="139924" y="164828"/>
                </a:cubicBezTo>
                <a:cubicBezTo>
                  <a:pt x="137222" y="160099"/>
                  <a:pt x="137222" y="154294"/>
                  <a:pt x="139924" y="149565"/>
                </a:cubicBezTo>
                <a:cubicBezTo>
                  <a:pt x="126348" y="131674"/>
                  <a:pt x="107260" y="102054"/>
                  <a:pt x="107260" y="77124"/>
                </a:cubicBezTo>
                <a:cubicBezTo>
                  <a:pt x="107314" y="51751"/>
                  <a:pt x="127902" y="31212"/>
                  <a:pt x="153276" y="31221"/>
                </a:cubicBezTo>
                <a:close/>
                <a:moveTo>
                  <a:pt x="291741" y="76974"/>
                </a:moveTo>
                <a:lnTo>
                  <a:pt x="291217" y="76974"/>
                </a:lnTo>
                <a:cubicBezTo>
                  <a:pt x="288600" y="76974"/>
                  <a:pt x="285929" y="77610"/>
                  <a:pt x="283491" y="79031"/>
                </a:cubicBezTo>
                <a:lnTo>
                  <a:pt x="260693" y="92173"/>
                </a:lnTo>
                <a:cubicBezTo>
                  <a:pt x="253366" y="96378"/>
                  <a:pt x="250835" y="105727"/>
                  <a:pt x="255040" y="113054"/>
                </a:cubicBezTo>
                <a:cubicBezTo>
                  <a:pt x="255049" y="113070"/>
                  <a:pt x="255058" y="113086"/>
                  <a:pt x="255068" y="113102"/>
                </a:cubicBezTo>
                <a:cubicBezTo>
                  <a:pt x="259285" y="120391"/>
                  <a:pt x="268591" y="122916"/>
                  <a:pt x="275914" y="118756"/>
                </a:cubicBezTo>
                <a:lnTo>
                  <a:pt x="275914" y="236241"/>
                </a:lnTo>
                <a:lnTo>
                  <a:pt x="201999" y="273976"/>
                </a:lnTo>
                <a:lnTo>
                  <a:pt x="109773" y="225605"/>
                </a:lnTo>
                <a:cubicBezTo>
                  <a:pt x="107155" y="223660"/>
                  <a:pt x="103961" y="222613"/>
                  <a:pt x="100738" y="222575"/>
                </a:cubicBezTo>
                <a:cubicBezTo>
                  <a:pt x="97158" y="222464"/>
                  <a:pt x="93648" y="223587"/>
                  <a:pt x="90797" y="225754"/>
                </a:cubicBezTo>
                <a:lnTo>
                  <a:pt x="30637" y="258179"/>
                </a:lnTo>
                <a:lnTo>
                  <a:pt x="30637" y="137022"/>
                </a:lnTo>
                <a:lnTo>
                  <a:pt x="45904" y="128226"/>
                </a:lnTo>
                <a:cubicBezTo>
                  <a:pt x="53230" y="124021"/>
                  <a:pt x="55761" y="114672"/>
                  <a:pt x="51556" y="107345"/>
                </a:cubicBezTo>
                <a:cubicBezTo>
                  <a:pt x="51547" y="107329"/>
                  <a:pt x="51538" y="107313"/>
                  <a:pt x="51528" y="107297"/>
                </a:cubicBezTo>
                <a:cubicBezTo>
                  <a:pt x="47285" y="99963"/>
                  <a:pt x="37902" y="97453"/>
                  <a:pt x="30563" y="101687"/>
                </a:cubicBezTo>
                <a:lnTo>
                  <a:pt x="7764" y="114814"/>
                </a:lnTo>
                <a:cubicBezTo>
                  <a:pt x="4765" y="116535"/>
                  <a:pt x="2588" y="119123"/>
                  <a:pt x="1309" y="122115"/>
                </a:cubicBezTo>
                <a:cubicBezTo>
                  <a:pt x="435" y="124069"/>
                  <a:pt x="-12" y="126189"/>
                  <a:pt x="0" y="128330"/>
                </a:cubicBezTo>
                <a:lnTo>
                  <a:pt x="0" y="283558"/>
                </a:lnTo>
                <a:cubicBezTo>
                  <a:pt x="0" y="285323"/>
                  <a:pt x="299" y="286999"/>
                  <a:pt x="860" y="288614"/>
                </a:cubicBezTo>
                <a:lnTo>
                  <a:pt x="935" y="288801"/>
                </a:lnTo>
                <a:cubicBezTo>
                  <a:pt x="935" y="288839"/>
                  <a:pt x="973" y="288876"/>
                  <a:pt x="973" y="288876"/>
                </a:cubicBezTo>
                <a:cubicBezTo>
                  <a:pt x="3806" y="296865"/>
                  <a:pt x="12580" y="301044"/>
                  <a:pt x="20569" y="298211"/>
                </a:cubicBezTo>
                <a:cubicBezTo>
                  <a:pt x="21231" y="297976"/>
                  <a:pt x="21876" y="297696"/>
                  <a:pt x="22499" y="297373"/>
                </a:cubicBezTo>
                <a:lnTo>
                  <a:pt x="100513" y="255337"/>
                </a:lnTo>
                <a:lnTo>
                  <a:pt x="195132" y="304935"/>
                </a:lnTo>
                <a:cubicBezTo>
                  <a:pt x="200608" y="307777"/>
                  <a:pt x="206988" y="306999"/>
                  <a:pt x="211558" y="303514"/>
                </a:cubicBezTo>
                <a:lnTo>
                  <a:pt x="298346" y="259189"/>
                </a:lnTo>
                <a:cubicBezTo>
                  <a:pt x="302168" y="257207"/>
                  <a:pt x="304831" y="253796"/>
                  <a:pt x="305960" y="249936"/>
                </a:cubicBezTo>
                <a:cubicBezTo>
                  <a:pt x="306409" y="248478"/>
                  <a:pt x="306671" y="246944"/>
                  <a:pt x="306671" y="245336"/>
                </a:cubicBezTo>
                <a:lnTo>
                  <a:pt x="306671" y="92248"/>
                </a:lnTo>
                <a:cubicBezTo>
                  <a:pt x="306633" y="83961"/>
                  <a:pt x="300025" y="77200"/>
                  <a:pt x="291741" y="76974"/>
                </a:cubicBezTo>
                <a:close/>
              </a:path>
            </a:pathLst>
          </a:custGeom>
          <a:solidFill>
            <a:schemeClr val="accent1"/>
          </a:solidFill>
          <a:ln w="298"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文本框 29"/>
          <p:cNvSpPr txBox="1"/>
          <p:nvPr/>
        </p:nvSpPr>
        <p:spPr>
          <a:xfrm>
            <a:off x="975758" y="2403124"/>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rPr>
              <a:t>统一通知</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36" name="文本框 35"/>
          <p:cNvSpPr txBox="1"/>
          <p:nvPr/>
        </p:nvSpPr>
        <p:spPr>
          <a:xfrm>
            <a:off x="975758" y="2921516"/>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社交媒体</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7" name="文本框 36"/>
          <p:cNvSpPr txBox="1"/>
          <p:nvPr/>
        </p:nvSpPr>
        <p:spPr>
          <a:xfrm>
            <a:off x="975758" y="3447126"/>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内容营销</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1" name="任意多边形: 形状 40"/>
          <p:cNvSpPr/>
          <p:nvPr/>
        </p:nvSpPr>
        <p:spPr>
          <a:xfrm>
            <a:off x="1181692" y="2483813"/>
            <a:ext cx="161580" cy="161616"/>
          </a:xfrm>
          <a:custGeom>
            <a:avLst/>
            <a:gdLst>
              <a:gd name="connsiteX0" fmla="*/ 247211 w 306630"/>
              <a:gd name="connsiteY0" fmla="*/ 255375 h 306699"/>
              <a:gd name="connsiteX1" fmla="*/ 233800 w 306630"/>
              <a:gd name="connsiteY1" fmla="*/ 272654 h 306699"/>
              <a:gd name="connsiteX2" fmla="*/ 249797 w 306630"/>
              <a:gd name="connsiteY2" fmla="*/ 287138 h 306699"/>
              <a:gd name="connsiteX3" fmla="*/ 252384 w 306630"/>
              <a:gd name="connsiteY3" fmla="*/ 287138 h 306699"/>
              <a:gd name="connsiteX4" fmla="*/ 265795 w 306630"/>
              <a:gd name="connsiteY4" fmla="*/ 269860 h 306699"/>
              <a:gd name="connsiteX5" fmla="*/ 249797 w 306630"/>
              <a:gd name="connsiteY5" fmla="*/ 255375 h 306699"/>
              <a:gd name="connsiteX6" fmla="*/ 247211 w 306630"/>
              <a:gd name="connsiteY6" fmla="*/ 255375 h 306699"/>
              <a:gd name="connsiteX7" fmla="*/ 93774 w 306630"/>
              <a:gd name="connsiteY7" fmla="*/ 255365 h 306699"/>
              <a:gd name="connsiteX8" fmla="*/ 79481 w 306630"/>
              <a:gd name="connsiteY8" fmla="*/ 271318 h 306699"/>
              <a:gd name="connsiteX9" fmla="*/ 79488 w 306630"/>
              <a:gd name="connsiteY9" fmla="*/ 271694 h 306699"/>
              <a:gd name="connsiteX10" fmla="*/ 94696 w 306630"/>
              <a:gd name="connsiteY10" fmla="*/ 287138 h 306699"/>
              <a:gd name="connsiteX11" fmla="*/ 97283 w 306630"/>
              <a:gd name="connsiteY11" fmla="*/ 287138 h 306699"/>
              <a:gd name="connsiteX12" fmla="*/ 110693 w 306630"/>
              <a:gd name="connsiteY12" fmla="*/ 269860 h 306699"/>
              <a:gd name="connsiteX13" fmla="*/ 94696 w 306630"/>
              <a:gd name="connsiteY13" fmla="*/ 255375 h 306699"/>
              <a:gd name="connsiteX14" fmla="*/ 94582 w 306630"/>
              <a:gd name="connsiteY14" fmla="*/ 255375 h 306699"/>
              <a:gd name="connsiteX15" fmla="*/ 93774 w 306630"/>
              <a:gd name="connsiteY15" fmla="*/ 255365 h 306699"/>
              <a:gd name="connsiteX16" fmla="*/ 171565 w 306630"/>
              <a:gd name="connsiteY16" fmla="*/ 113239 h 306699"/>
              <a:gd name="connsiteX17" fmla="*/ 152830 w 306630"/>
              <a:gd name="connsiteY17" fmla="*/ 130898 h 306699"/>
              <a:gd name="connsiteX18" fmla="*/ 152830 w 306630"/>
              <a:gd name="connsiteY18" fmla="*/ 132983 h 306699"/>
              <a:gd name="connsiteX19" fmla="*/ 190414 w 306630"/>
              <a:gd name="connsiteY19" fmla="*/ 132983 h 306699"/>
              <a:gd name="connsiteX20" fmla="*/ 190414 w 306630"/>
              <a:gd name="connsiteY20" fmla="*/ 131021 h 306699"/>
              <a:gd name="connsiteX21" fmla="*/ 171565 w 306630"/>
              <a:gd name="connsiteY21" fmla="*/ 113239 h 306699"/>
              <a:gd name="connsiteX22" fmla="*/ 170316 w 306630"/>
              <a:gd name="connsiteY22" fmla="*/ 98767 h 306699"/>
              <a:gd name="connsiteX23" fmla="*/ 172814 w 306630"/>
              <a:gd name="connsiteY23" fmla="*/ 98767 h 306699"/>
              <a:gd name="connsiteX24" fmla="*/ 199497 w 306630"/>
              <a:gd name="connsiteY24" fmla="*/ 109069 h 306699"/>
              <a:gd name="connsiteX25" fmla="*/ 209943 w 306630"/>
              <a:gd name="connsiteY25" fmla="*/ 135926 h 306699"/>
              <a:gd name="connsiteX26" fmla="*/ 202109 w 306630"/>
              <a:gd name="connsiteY26" fmla="*/ 143652 h 306699"/>
              <a:gd name="connsiteX27" fmla="*/ 153966 w 306630"/>
              <a:gd name="connsiteY27" fmla="*/ 143652 h 306699"/>
              <a:gd name="connsiteX28" fmla="*/ 153966 w 306630"/>
              <a:gd name="connsiteY28" fmla="*/ 145737 h 306699"/>
              <a:gd name="connsiteX29" fmla="*/ 175993 w 306630"/>
              <a:gd name="connsiteY29" fmla="*/ 162661 h 306699"/>
              <a:gd name="connsiteX30" fmla="*/ 192798 w 306630"/>
              <a:gd name="connsiteY30" fmla="*/ 157020 h 306699"/>
              <a:gd name="connsiteX31" fmla="*/ 200178 w 306630"/>
              <a:gd name="connsiteY31" fmla="*/ 154077 h 306699"/>
              <a:gd name="connsiteX32" fmla="*/ 206196 w 306630"/>
              <a:gd name="connsiteY32" fmla="*/ 157878 h 306699"/>
              <a:gd name="connsiteX33" fmla="*/ 206196 w 306630"/>
              <a:gd name="connsiteY33" fmla="*/ 163887 h 306699"/>
              <a:gd name="connsiteX34" fmla="*/ 175993 w 306630"/>
              <a:gd name="connsiteY34" fmla="*/ 177868 h 306699"/>
              <a:gd name="connsiteX35" fmla="*/ 173609 w 306630"/>
              <a:gd name="connsiteY35" fmla="*/ 177868 h 306699"/>
              <a:gd name="connsiteX36" fmla="*/ 134890 w 306630"/>
              <a:gd name="connsiteY36" fmla="*/ 138624 h 306699"/>
              <a:gd name="connsiteX37" fmla="*/ 145450 w 306630"/>
              <a:gd name="connsiteY37" fmla="*/ 109559 h 306699"/>
              <a:gd name="connsiteX38" fmla="*/ 170316 w 306630"/>
              <a:gd name="connsiteY38" fmla="*/ 98767 h 306699"/>
              <a:gd name="connsiteX39" fmla="*/ 59384 w 306630"/>
              <a:gd name="connsiteY39" fmla="*/ 82826 h 306699"/>
              <a:gd name="connsiteX40" fmla="*/ 62790 w 306630"/>
              <a:gd name="connsiteY40" fmla="*/ 100853 h 306699"/>
              <a:gd name="connsiteX41" fmla="*/ 68127 w 306630"/>
              <a:gd name="connsiteY41" fmla="*/ 124399 h 306699"/>
              <a:gd name="connsiteX42" fmla="*/ 81979 w 306630"/>
              <a:gd name="connsiteY42" fmla="*/ 196264 h 306699"/>
              <a:gd name="connsiteX43" fmla="*/ 261152 w 306630"/>
              <a:gd name="connsiteY43" fmla="*/ 196264 h 306699"/>
              <a:gd name="connsiteX44" fmla="*/ 277616 w 306630"/>
              <a:gd name="connsiteY44" fmla="*/ 124399 h 306699"/>
              <a:gd name="connsiteX45" fmla="*/ 282725 w 306630"/>
              <a:gd name="connsiteY45" fmla="*/ 100853 h 306699"/>
              <a:gd name="connsiteX46" fmla="*/ 286472 w 306630"/>
              <a:gd name="connsiteY46" fmla="*/ 82826 h 306699"/>
              <a:gd name="connsiteX47" fmla="*/ 9197 w 306630"/>
              <a:gd name="connsiteY47" fmla="*/ 46 h 306699"/>
              <a:gd name="connsiteX48" fmla="*/ 28273 w 306630"/>
              <a:gd name="connsiteY48" fmla="*/ 46 h 306699"/>
              <a:gd name="connsiteX49" fmla="*/ 43374 w 306630"/>
              <a:gd name="connsiteY49" fmla="*/ 8630 h 306699"/>
              <a:gd name="connsiteX50" fmla="*/ 45418 w 306630"/>
              <a:gd name="connsiteY50" fmla="*/ 15989 h 306699"/>
              <a:gd name="connsiteX51" fmla="*/ 55637 w 306630"/>
              <a:gd name="connsiteY51" fmla="*/ 62345 h 306699"/>
              <a:gd name="connsiteX52" fmla="*/ 289765 w 306630"/>
              <a:gd name="connsiteY52" fmla="*/ 62345 h 306699"/>
              <a:gd name="connsiteX53" fmla="*/ 302936 w 306630"/>
              <a:gd name="connsiteY53" fmla="*/ 67864 h 306699"/>
              <a:gd name="connsiteX54" fmla="*/ 306569 w 306630"/>
              <a:gd name="connsiteY54" fmla="*/ 80128 h 306699"/>
              <a:gd name="connsiteX55" fmla="*/ 306569 w 306630"/>
              <a:gd name="connsiteY55" fmla="*/ 81231 h 306699"/>
              <a:gd name="connsiteX56" fmla="*/ 279887 w 306630"/>
              <a:gd name="connsiteY56" fmla="*/ 199698 h 306699"/>
              <a:gd name="connsiteX57" fmla="*/ 261152 w 306630"/>
              <a:gd name="connsiteY57" fmla="*/ 215273 h 306699"/>
              <a:gd name="connsiteX58" fmla="*/ 86294 w 306630"/>
              <a:gd name="connsiteY58" fmla="*/ 215273 h 306699"/>
              <a:gd name="connsiteX59" fmla="*/ 89927 w 306630"/>
              <a:gd name="connsiteY59" fmla="*/ 234650 h 306699"/>
              <a:gd name="connsiteX60" fmla="*/ 95150 w 306630"/>
              <a:gd name="connsiteY60" fmla="*/ 234650 h 306699"/>
              <a:gd name="connsiteX61" fmla="*/ 127056 w 306630"/>
              <a:gd name="connsiteY61" fmla="*/ 259177 h 306699"/>
              <a:gd name="connsiteX62" fmla="*/ 127056 w 306630"/>
              <a:gd name="connsiteY62" fmla="*/ 260403 h 306699"/>
              <a:gd name="connsiteX63" fmla="*/ 217891 w 306630"/>
              <a:gd name="connsiteY63" fmla="*/ 260403 h 306699"/>
              <a:gd name="connsiteX64" fmla="*/ 217891 w 306630"/>
              <a:gd name="connsiteY64" fmla="*/ 259177 h 306699"/>
              <a:gd name="connsiteX65" fmla="*/ 249797 w 306630"/>
              <a:gd name="connsiteY65" fmla="*/ 234650 h 306699"/>
              <a:gd name="connsiteX66" fmla="*/ 253689 w 306630"/>
              <a:gd name="connsiteY66" fmla="*/ 234650 h 306699"/>
              <a:gd name="connsiteX67" fmla="*/ 285069 w 306630"/>
              <a:gd name="connsiteY67" fmla="*/ 272745 h 306699"/>
              <a:gd name="connsiteX68" fmla="*/ 249797 w 306630"/>
              <a:gd name="connsiteY68" fmla="*/ 306637 h 306699"/>
              <a:gd name="connsiteX69" fmla="*/ 217551 w 306630"/>
              <a:gd name="connsiteY69" fmla="*/ 282233 h 306699"/>
              <a:gd name="connsiteX70" fmla="*/ 217551 w 306630"/>
              <a:gd name="connsiteY70" fmla="*/ 281006 h 306699"/>
              <a:gd name="connsiteX71" fmla="*/ 126715 w 306630"/>
              <a:gd name="connsiteY71" fmla="*/ 281006 h 306699"/>
              <a:gd name="connsiteX72" fmla="*/ 126715 w 306630"/>
              <a:gd name="connsiteY72" fmla="*/ 282110 h 306699"/>
              <a:gd name="connsiteX73" fmla="*/ 94809 w 306630"/>
              <a:gd name="connsiteY73" fmla="*/ 306637 h 306699"/>
              <a:gd name="connsiteX74" fmla="*/ 70630 w 306630"/>
              <a:gd name="connsiteY74" fmla="*/ 295361 h 306699"/>
              <a:gd name="connsiteX75" fmla="*/ 71873 w 306630"/>
              <a:gd name="connsiteY75" fmla="*/ 244215 h 306699"/>
              <a:gd name="connsiteX76" fmla="*/ 71873 w 306630"/>
              <a:gd name="connsiteY76" fmla="*/ 243602 h 306699"/>
              <a:gd name="connsiteX77" fmla="*/ 62336 w 306630"/>
              <a:gd name="connsiteY77" fmla="*/ 193444 h 306699"/>
              <a:gd name="connsiteX78" fmla="*/ 38719 w 306630"/>
              <a:gd name="connsiteY78" fmla="*/ 73628 h 306699"/>
              <a:gd name="connsiteX79" fmla="*/ 27137 w 306630"/>
              <a:gd name="connsiteY79" fmla="*/ 19545 h 306699"/>
              <a:gd name="connsiteX80" fmla="*/ 9197 w 306630"/>
              <a:gd name="connsiteY80" fmla="*/ 19545 h 306699"/>
              <a:gd name="connsiteX81" fmla="*/ 0 w 306630"/>
              <a:gd name="connsiteY81" fmla="*/ 9611 h 306699"/>
              <a:gd name="connsiteX82" fmla="*/ 2 w 306630"/>
              <a:gd name="connsiteY82" fmla="*/ 9485 h 306699"/>
              <a:gd name="connsiteX83" fmla="*/ 9197 w 306630"/>
              <a:gd name="connsiteY83" fmla="*/ 46 h 30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06630" h="306699">
                <a:moveTo>
                  <a:pt x="247211" y="255375"/>
                </a:moveTo>
                <a:cubicBezTo>
                  <a:pt x="239090" y="256147"/>
                  <a:pt x="233086" y="263883"/>
                  <a:pt x="233800" y="272654"/>
                </a:cubicBezTo>
                <a:cubicBezTo>
                  <a:pt x="234514" y="281425"/>
                  <a:pt x="241677" y="287910"/>
                  <a:pt x="249797" y="287138"/>
                </a:cubicBezTo>
                <a:cubicBezTo>
                  <a:pt x="250658" y="287220"/>
                  <a:pt x="251523" y="287220"/>
                  <a:pt x="252384" y="287138"/>
                </a:cubicBezTo>
                <a:cubicBezTo>
                  <a:pt x="260505" y="286367"/>
                  <a:pt x="266509" y="278631"/>
                  <a:pt x="265795" y="269860"/>
                </a:cubicBezTo>
                <a:cubicBezTo>
                  <a:pt x="265080" y="261089"/>
                  <a:pt x="257918" y="254604"/>
                  <a:pt x="249797" y="255375"/>
                </a:cubicBezTo>
                <a:cubicBezTo>
                  <a:pt x="248937" y="255294"/>
                  <a:pt x="248071" y="255294"/>
                  <a:pt x="247211" y="255375"/>
                </a:cubicBezTo>
                <a:close/>
                <a:moveTo>
                  <a:pt x="93774" y="255365"/>
                </a:moveTo>
                <a:cubicBezTo>
                  <a:pt x="85749" y="255507"/>
                  <a:pt x="79349" y="262650"/>
                  <a:pt x="79481" y="271318"/>
                </a:cubicBezTo>
                <a:cubicBezTo>
                  <a:pt x="79482" y="271443"/>
                  <a:pt x="79484" y="271569"/>
                  <a:pt x="79488" y="271694"/>
                </a:cubicBezTo>
                <a:cubicBezTo>
                  <a:pt x="79739" y="280495"/>
                  <a:pt x="86548" y="287409"/>
                  <a:pt x="94696" y="287138"/>
                </a:cubicBezTo>
                <a:cubicBezTo>
                  <a:pt x="95556" y="287220"/>
                  <a:pt x="96422" y="287220"/>
                  <a:pt x="97283" y="287138"/>
                </a:cubicBezTo>
                <a:cubicBezTo>
                  <a:pt x="105403" y="286367"/>
                  <a:pt x="111408" y="278631"/>
                  <a:pt x="110693" y="269860"/>
                </a:cubicBezTo>
                <a:cubicBezTo>
                  <a:pt x="109979" y="261089"/>
                  <a:pt x="102817" y="254604"/>
                  <a:pt x="94696" y="255375"/>
                </a:cubicBezTo>
                <a:lnTo>
                  <a:pt x="94582" y="255375"/>
                </a:lnTo>
                <a:cubicBezTo>
                  <a:pt x="94313" y="255364"/>
                  <a:pt x="94044" y="255361"/>
                  <a:pt x="93774" y="255365"/>
                </a:cubicBezTo>
                <a:close/>
                <a:moveTo>
                  <a:pt x="171565" y="113239"/>
                </a:moveTo>
                <a:cubicBezTo>
                  <a:pt x="162004" y="112925"/>
                  <a:pt x="153836" y="120624"/>
                  <a:pt x="152830" y="130898"/>
                </a:cubicBezTo>
                <a:lnTo>
                  <a:pt x="152830" y="132983"/>
                </a:lnTo>
                <a:lnTo>
                  <a:pt x="190414" y="132983"/>
                </a:lnTo>
                <a:lnTo>
                  <a:pt x="190414" y="131021"/>
                </a:lnTo>
                <a:cubicBezTo>
                  <a:pt x="189628" y="120557"/>
                  <a:pt x="181271" y="112673"/>
                  <a:pt x="171565" y="113239"/>
                </a:cubicBezTo>
                <a:close/>
                <a:moveTo>
                  <a:pt x="170316" y="98767"/>
                </a:moveTo>
                <a:lnTo>
                  <a:pt x="172814" y="98767"/>
                </a:lnTo>
                <a:cubicBezTo>
                  <a:pt x="182618" y="98270"/>
                  <a:pt x="192207" y="101972"/>
                  <a:pt x="199497" y="109069"/>
                </a:cubicBezTo>
                <a:cubicBezTo>
                  <a:pt x="206252" y="116088"/>
                  <a:pt x="210031" y="125803"/>
                  <a:pt x="209943" y="135926"/>
                </a:cubicBezTo>
                <a:cubicBezTo>
                  <a:pt x="209943" y="141322"/>
                  <a:pt x="207559" y="143652"/>
                  <a:pt x="202109" y="143652"/>
                </a:cubicBezTo>
                <a:lnTo>
                  <a:pt x="153966" y="143652"/>
                </a:lnTo>
                <a:lnTo>
                  <a:pt x="153966" y="145737"/>
                </a:lnTo>
                <a:cubicBezTo>
                  <a:pt x="156313" y="156566"/>
                  <a:pt x="165752" y="163819"/>
                  <a:pt x="175993" y="162661"/>
                </a:cubicBezTo>
                <a:cubicBezTo>
                  <a:pt x="181925" y="162216"/>
                  <a:pt x="187678" y="160285"/>
                  <a:pt x="192798" y="157020"/>
                </a:cubicBezTo>
                <a:cubicBezTo>
                  <a:pt x="195100" y="155626"/>
                  <a:pt x="197590" y="154632"/>
                  <a:pt x="200178" y="154077"/>
                </a:cubicBezTo>
                <a:cubicBezTo>
                  <a:pt x="202599" y="154343"/>
                  <a:pt x="204795" y="155730"/>
                  <a:pt x="206196" y="157878"/>
                </a:cubicBezTo>
                <a:cubicBezTo>
                  <a:pt x="207003" y="159787"/>
                  <a:pt x="207003" y="161979"/>
                  <a:pt x="206196" y="163887"/>
                </a:cubicBezTo>
                <a:cubicBezTo>
                  <a:pt x="198909" y="173684"/>
                  <a:pt x="187587" y="178925"/>
                  <a:pt x="175993" y="177868"/>
                </a:cubicBezTo>
                <a:lnTo>
                  <a:pt x="173609" y="177868"/>
                </a:lnTo>
                <a:cubicBezTo>
                  <a:pt x="149083" y="176519"/>
                  <a:pt x="134890" y="162171"/>
                  <a:pt x="134890" y="138624"/>
                </a:cubicBezTo>
                <a:cubicBezTo>
                  <a:pt x="134756" y="127817"/>
                  <a:pt x="138547" y="117384"/>
                  <a:pt x="145450" y="109559"/>
                </a:cubicBezTo>
                <a:cubicBezTo>
                  <a:pt x="152076" y="102527"/>
                  <a:pt x="161027" y="98642"/>
                  <a:pt x="170316" y="98767"/>
                </a:cubicBezTo>
                <a:close/>
                <a:moveTo>
                  <a:pt x="59384" y="82826"/>
                </a:moveTo>
                <a:lnTo>
                  <a:pt x="62790" y="100853"/>
                </a:lnTo>
                <a:lnTo>
                  <a:pt x="68127" y="124399"/>
                </a:lnTo>
                <a:lnTo>
                  <a:pt x="81979" y="196264"/>
                </a:lnTo>
                <a:lnTo>
                  <a:pt x="261152" y="196264"/>
                </a:lnTo>
                <a:lnTo>
                  <a:pt x="277616" y="124399"/>
                </a:lnTo>
                <a:lnTo>
                  <a:pt x="282725" y="100853"/>
                </a:lnTo>
                <a:lnTo>
                  <a:pt x="286472" y="82826"/>
                </a:lnTo>
                <a:close/>
                <a:moveTo>
                  <a:pt x="9197" y="46"/>
                </a:moveTo>
                <a:lnTo>
                  <a:pt x="28273" y="46"/>
                </a:lnTo>
                <a:cubicBezTo>
                  <a:pt x="34411" y="-440"/>
                  <a:pt x="40270" y="2890"/>
                  <a:pt x="43374" y="8630"/>
                </a:cubicBezTo>
                <a:cubicBezTo>
                  <a:pt x="44672" y="10832"/>
                  <a:pt x="45380" y="13379"/>
                  <a:pt x="45418" y="15989"/>
                </a:cubicBezTo>
                <a:lnTo>
                  <a:pt x="55637" y="62345"/>
                </a:lnTo>
                <a:lnTo>
                  <a:pt x="289765" y="62345"/>
                </a:lnTo>
                <a:cubicBezTo>
                  <a:pt x="294695" y="61988"/>
                  <a:pt x="299518" y="64009"/>
                  <a:pt x="302936" y="67864"/>
                </a:cubicBezTo>
                <a:cubicBezTo>
                  <a:pt x="305630" y="71255"/>
                  <a:pt x="306940" y="75678"/>
                  <a:pt x="306569" y="80128"/>
                </a:cubicBezTo>
                <a:lnTo>
                  <a:pt x="306569" y="81231"/>
                </a:lnTo>
                <a:lnTo>
                  <a:pt x="279887" y="199698"/>
                </a:lnTo>
                <a:cubicBezTo>
                  <a:pt x="277807" y="209001"/>
                  <a:pt x="270010" y="215483"/>
                  <a:pt x="261152" y="215273"/>
                </a:cubicBezTo>
                <a:lnTo>
                  <a:pt x="86294" y="215273"/>
                </a:lnTo>
                <a:lnTo>
                  <a:pt x="89927" y="234650"/>
                </a:lnTo>
                <a:lnTo>
                  <a:pt x="95150" y="234650"/>
                </a:lnTo>
                <a:cubicBezTo>
                  <a:pt x="109597" y="234443"/>
                  <a:pt x="122505" y="244366"/>
                  <a:pt x="127056" y="259177"/>
                </a:cubicBezTo>
                <a:lnTo>
                  <a:pt x="127056" y="260403"/>
                </a:lnTo>
                <a:lnTo>
                  <a:pt x="217891" y="260403"/>
                </a:lnTo>
                <a:lnTo>
                  <a:pt x="217891" y="259177"/>
                </a:lnTo>
                <a:cubicBezTo>
                  <a:pt x="222677" y="244555"/>
                  <a:pt x="235439" y="234745"/>
                  <a:pt x="249797" y="234650"/>
                </a:cubicBezTo>
                <a:cubicBezTo>
                  <a:pt x="251094" y="234568"/>
                  <a:pt x="252393" y="234568"/>
                  <a:pt x="253689" y="234650"/>
                </a:cubicBezTo>
                <a:cubicBezTo>
                  <a:pt x="272094" y="235811"/>
                  <a:pt x="286143" y="252867"/>
                  <a:pt x="285069" y="272745"/>
                </a:cubicBezTo>
                <a:cubicBezTo>
                  <a:pt x="283994" y="292624"/>
                  <a:pt x="268202" y="307798"/>
                  <a:pt x="249797" y="306637"/>
                </a:cubicBezTo>
                <a:cubicBezTo>
                  <a:pt x="235233" y="307104"/>
                  <a:pt x="222116" y="297178"/>
                  <a:pt x="217551" y="282233"/>
                </a:cubicBezTo>
                <a:lnTo>
                  <a:pt x="217551" y="281006"/>
                </a:lnTo>
                <a:lnTo>
                  <a:pt x="126715" y="281006"/>
                </a:lnTo>
                <a:lnTo>
                  <a:pt x="126715" y="282110"/>
                </a:lnTo>
                <a:cubicBezTo>
                  <a:pt x="121929" y="296732"/>
                  <a:pt x="109168" y="306542"/>
                  <a:pt x="94809" y="306637"/>
                </a:cubicBezTo>
                <a:cubicBezTo>
                  <a:pt x="85662" y="306602"/>
                  <a:pt x="76926" y="302528"/>
                  <a:pt x="70630" y="295361"/>
                </a:cubicBezTo>
                <a:cubicBezTo>
                  <a:pt x="57897" y="280866"/>
                  <a:pt x="58454" y="257968"/>
                  <a:pt x="71873" y="244215"/>
                </a:cubicBezTo>
                <a:lnTo>
                  <a:pt x="71873" y="243602"/>
                </a:lnTo>
                <a:lnTo>
                  <a:pt x="62336" y="193444"/>
                </a:lnTo>
                <a:lnTo>
                  <a:pt x="38719" y="73628"/>
                </a:lnTo>
                <a:lnTo>
                  <a:pt x="27137" y="19545"/>
                </a:lnTo>
                <a:lnTo>
                  <a:pt x="9197" y="19545"/>
                </a:lnTo>
                <a:cubicBezTo>
                  <a:pt x="4118" y="19545"/>
                  <a:pt x="0" y="15098"/>
                  <a:pt x="0" y="9611"/>
                </a:cubicBezTo>
                <a:cubicBezTo>
                  <a:pt x="0" y="9569"/>
                  <a:pt x="1" y="9527"/>
                  <a:pt x="2" y="9485"/>
                </a:cubicBezTo>
                <a:cubicBezTo>
                  <a:pt x="128" y="4136"/>
                  <a:pt x="4245" y="-90"/>
                  <a:pt x="9197" y="46"/>
                </a:cubicBezTo>
                <a:close/>
              </a:path>
            </a:pathLst>
          </a:custGeom>
          <a:solidFill>
            <a:schemeClr val="accent1"/>
          </a:solidFill>
          <a:ln w="276" cap="flat">
            <a:solidFill>
              <a:schemeClr val="accent2"/>
            </a:solid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2" name="图形 59"/>
          <p:cNvSpPr/>
          <p:nvPr/>
        </p:nvSpPr>
        <p:spPr>
          <a:xfrm>
            <a:off x="1181692" y="3015029"/>
            <a:ext cx="150834" cy="151178"/>
          </a:xfrm>
          <a:custGeom>
            <a:avLst/>
            <a:gdLst>
              <a:gd name="connsiteX0" fmla="*/ 35894 w 134414"/>
              <a:gd name="connsiteY0" fmla="*/ 126643 h 134721"/>
              <a:gd name="connsiteX1" fmla="*/ 211 w 134414"/>
              <a:gd name="connsiteY1" fmla="*/ 134722 h 134721"/>
              <a:gd name="connsiteX2" fmla="*/ 8290 w 134414"/>
              <a:gd name="connsiteY2" fmla="*/ 99039 h 134721"/>
              <a:gd name="connsiteX3" fmla="*/ 1558 w 134414"/>
              <a:gd name="connsiteY3" fmla="*/ 52585 h 134721"/>
              <a:gd name="connsiteX4" fmla="*/ 27141 w 134414"/>
              <a:gd name="connsiteY4" fmla="*/ 13537 h 134721"/>
              <a:gd name="connsiteX5" fmla="*/ 72249 w 134414"/>
              <a:gd name="connsiteY5" fmla="*/ 72 h 134721"/>
              <a:gd name="connsiteX6" fmla="*/ 114664 w 134414"/>
              <a:gd name="connsiteY6" fmla="*/ 19596 h 134721"/>
              <a:gd name="connsiteX7" fmla="*/ 134188 w 134414"/>
              <a:gd name="connsiteY7" fmla="*/ 62011 h 134721"/>
              <a:gd name="connsiteX8" fmla="*/ 121396 w 134414"/>
              <a:gd name="connsiteY8" fmla="*/ 107118 h 134721"/>
              <a:gd name="connsiteX9" fmla="*/ 82348 w 134414"/>
              <a:gd name="connsiteY9" fmla="*/ 132702 h 134721"/>
              <a:gd name="connsiteX10" fmla="*/ 35894 w 134414"/>
              <a:gd name="connsiteY10" fmla="*/ 126643 h 134721"/>
              <a:gd name="connsiteX11" fmla="*/ 37913 w 134414"/>
              <a:gd name="connsiteY11" fmla="*/ 112504 h 134721"/>
              <a:gd name="connsiteX12" fmla="*/ 42626 w 134414"/>
              <a:gd name="connsiteY12" fmla="*/ 115197 h 134721"/>
              <a:gd name="connsiteX13" fmla="*/ 67536 w 134414"/>
              <a:gd name="connsiteY13" fmla="*/ 121257 h 134721"/>
              <a:gd name="connsiteX14" fmla="*/ 99852 w 134414"/>
              <a:gd name="connsiteY14" fmla="*/ 110485 h 134721"/>
              <a:gd name="connsiteX15" fmla="*/ 119377 w 134414"/>
              <a:gd name="connsiteY15" fmla="*/ 82208 h 134721"/>
              <a:gd name="connsiteX16" fmla="*/ 117357 w 134414"/>
              <a:gd name="connsiteY16" fmla="*/ 47872 h 134721"/>
              <a:gd name="connsiteX17" fmla="*/ 95140 w 134414"/>
              <a:gd name="connsiteY17" fmla="*/ 21616 h 134721"/>
              <a:gd name="connsiteX18" fmla="*/ 61477 w 134414"/>
              <a:gd name="connsiteY18" fmla="*/ 14210 h 134721"/>
              <a:gd name="connsiteX19" fmla="*/ 30508 w 134414"/>
              <a:gd name="connsiteY19" fmla="*/ 28348 h 134721"/>
              <a:gd name="connsiteX20" fmla="*/ 14350 w 134414"/>
              <a:gd name="connsiteY20" fmla="*/ 58644 h 134721"/>
              <a:gd name="connsiteX21" fmla="*/ 19736 w 134414"/>
              <a:gd name="connsiteY21" fmla="*/ 92307 h 134721"/>
              <a:gd name="connsiteX22" fmla="*/ 21755 w 134414"/>
              <a:gd name="connsiteY22" fmla="*/ 97020 h 134721"/>
              <a:gd name="connsiteX23" fmla="*/ 17043 w 134414"/>
              <a:gd name="connsiteY23" fmla="*/ 116544 h 134721"/>
              <a:gd name="connsiteX24" fmla="*/ 37913 w 134414"/>
              <a:gd name="connsiteY24" fmla="*/ 112504 h 134721"/>
              <a:gd name="connsiteX25" fmla="*/ 33874 w 134414"/>
              <a:gd name="connsiteY25" fmla="*/ 67397 h 134721"/>
              <a:gd name="connsiteX26" fmla="*/ 47339 w 134414"/>
              <a:gd name="connsiteY26" fmla="*/ 67397 h 134721"/>
              <a:gd name="connsiteX27" fmla="*/ 53398 w 134414"/>
              <a:gd name="connsiteY27" fmla="*/ 81535 h 134721"/>
              <a:gd name="connsiteX28" fmla="*/ 67536 w 134414"/>
              <a:gd name="connsiteY28" fmla="*/ 87594 h 134721"/>
              <a:gd name="connsiteX29" fmla="*/ 81675 w 134414"/>
              <a:gd name="connsiteY29" fmla="*/ 81535 h 134721"/>
              <a:gd name="connsiteX30" fmla="*/ 87734 w 134414"/>
              <a:gd name="connsiteY30" fmla="*/ 67397 h 134721"/>
              <a:gd name="connsiteX31" fmla="*/ 101199 w 134414"/>
              <a:gd name="connsiteY31" fmla="*/ 67397 h 134721"/>
              <a:gd name="connsiteX32" fmla="*/ 91100 w 134414"/>
              <a:gd name="connsiteY32" fmla="*/ 90960 h 134721"/>
              <a:gd name="connsiteX33" fmla="*/ 67536 w 134414"/>
              <a:gd name="connsiteY33" fmla="*/ 101059 h 134721"/>
              <a:gd name="connsiteX34" fmla="*/ 43973 w 134414"/>
              <a:gd name="connsiteY34" fmla="*/ 90960 h 134721"/>
              <a:gd name="connsiteX35" fmla="*/ 33874 w 134414"/>
              <a:gd name="connsiteY35" fmla="*/ 67397 h 134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4414" h="134721">
                <a:moveTo>
                  <a:pt x="35894" y="126643"/>
                </a:moveTo>
                <a:lnTo>
                  <a:pt x="211" y="134722"/>
                </a:lnTo>
                <a:lnTo>
                  <a:pt x="8290" y="99039"/>
                </a:lnTo>
                <a:cubicBezTo>
                  <a:pt x="211" y="84901"/>
                  <a:pt x="-1808" y="68070"/>
                  <a:pt x="1558" y="52585"/>
                </a:cubicBezTo>
                <a:cubicBezTo>
                  <a:pt x="5597" y="37100"/>
                  <a:pt x="14350" y="22962"/>
                  <a:pt x="27141" y="13537"/>
                </a:cubicBezTo>
                <a:cubicBezTo>
                  <a:pt x="40606" y="3438"/>
                  <a:pt x="56091" y="-602"/>
                  <a:pt x="72249" y="72"/>
                </a:cubicBezTo>
                <a:cubicBezTo>
                  <a:pt x="88407" y="1418"/>
                  <a:pt x="103219" y="8151"/>
                  <a:pt x="114664" y="19596"/>
                </a:cubicBezTo>
                <a:cubicBezTo>
                  <a:pt x="126109" y="31041"/>
                  <a:pt x="132842" y="45853"/>
                  <a:pt x="134188" y="62011"/>
                </a:cubicBezTo>
                <a:cubicBezTo>
                  <a:pt x="135535" y="78169"/>
                  <a:pt x="130822" y="94327"/>
                  <a:pt x="121396" y="107118"/>
                </a:cubicBezTo>
                <a:cubicBezTo>
                  <a:pt x="111971" y="119910"/>
                  <a:pt x="97833" y="129336"/>
                  <a:pt x="82348" y="132702"/>
                </a:cubicBezTo>
                <a:cubicBezTo>
                  <a:pt x="66863" y="136741"/>
                  <a:pt x="50032" y="134722"/>
                  <a:pt x="35894" y="126643"/>
                </a:cubicBezTo>
                <a:close/>
                <a:moveTo>
                  <a:pt x="37913" y="112504"/>
                </a:moveTo>
                <a:lnTo>
                  <a:pt x="42626" y="115197"/>
                </a:lnTo>
                <a:cubicBezTo>
                  <a:pt x="50032" y="119237"/>
                  <a:pt x="58784" y="121257"/>
                  <a:pt x="67536" y="121257"/>
                </a:cubicBezTo>
                <a:cubicBezTo>
                  <a:pt x="78982" y="121257"/>
                  <a:pt x="91100" y="117217"/>
                  <a:pt x="99852" y="110485"/>
                </a:cubicBezTo>
                <a:cubicBezTo>
                  <a:pt x="109278" y="103079"/>
                  <a:pt x="116010" y="93653"/>
                  <a:pt x="119377" y="82208"/>
                </a:cubicBezTo>
                <a:cubicBezTo>
                  <a:pt x="122743" y="70763"/>
                  <a:pt x="122070" y="58644"/>
                  <a:pt x="117357" y="47872"/>
                </a:cubicBezTo>
                <a:cubicBezTo>
                  <a:pt x="113317" y="37100"/>
                  <a:pt x="105238" y="27675"/>
                  <a:pt x="95140" y="21616"/>
                </a:cubicBezTo>
                <a:cubicBezTo>
                  <a:pt x="85041" y="15556"/>
                  <a:pt x="72922" y="12863"/>
                  <a:pt x="61477" y="14210"/>
                </a:cubicBezTo>
                <a:cubicBezTo>
                  <a:pt x="50032" y="14883"/>
                  <a:pt x="39260" y="20269"/>
                  <a:pt x="30508" y="28348"/>
                </a:cubicBezTo>
                <a:cubicBezTo>
                  <a:pt x="21755" y="36427"/>
                  <a:pt x="16369" y="47199"/>
                  <a:pt x="14350" y="58644"/>
                </a:cubicBezTo>
                <a:cubicBezTo>
                  <a:pt x="12330" y="70090"/>
                  <a:pt x="14350" y="82208"/>
                  <a:pt x="19736" y="92307"/>
                </a:cubicBezTo>
                <a:lnTo>
                  <a:pt x="21755" y="97020"/>
                </a:lnTo>
                <a:lnTo>
                  <a:pt x="17043" y="116544"/>
                </a:lnTo>
                <a:lnTo>
                  <a:pt x="37913" y="112504"/>
                </a:lnTo>
                <a:close/>
                <a:moveTo>
                  <a:pt x="33874" y="67397"/>
                </a:moveTo>
                <a:lnTo>
                  <a:pt x="47339" y="67397"/>
                </a:lnTo>
                <a:cubicBezTo>
                  <a:pt x="47339" y="72783"/>
                  <a:pt x="49359" y="78169"/>
                  <a:pt x="53398" y="81535"/>
                </a:cubicBezTo>
                <a:cubicBezTo>
                  <a:pt x="57438" y="85574"/>
                  <a:pt x="62150" y="87594"/>
                  <a:pt x="67536" y="87594"/>
                </a:cubicBezTo>
                <a:cubicBezTo>
                  <a:pt x="72922" y="87594"/>
                  <a:pt x="78308" y="85574"/>
                  <a:pt x="81675" y="81535"/>
                </a:cubicBezTo>
                <a:cubicBezTo>
                  <a:pt x="85041" y="77495"/>
                  <a:pt x="87734" y="72783"/>
                  <a:pt x="87734" y="67397"/>
                </a:cubicBezTo>
                <a:lnTo>
                  <a:pt x="101199" y="67397"/>
                </a:lnTo>
                <a:cubicBezTo>
                  <a:pt x="101199" y="76149"/>
                  <a:pt x="97833" y="84901"/>
                  <a:pt x="91100" y="90960"/>
                </a:cubicBezTo>
                <a:cubicBezTo>
                  <a:pt x="85041" y="97693"/>
                  <a:pt x="76289" y="101059"/>
                  <a:pt x="67536" y="101059"/>
                </a:cubicBezTo>
                <a:cubicBezTo>
                  <a:pt x="58784" y="101059"/>
                  <a:pt x="50032" y="97693"/>
                  <a:pt x="43973" y="90960"/>
                </a:cubicBezTo>
                <a:cubicBezTo>
                  <a:pt x="37240" y="84901"/>
                  <a:pt x="33874" y="76149"/>
                  <a:pt x="33874" y="67397"/>
                </a:cubicBezTo>
                <a:close/>
              </a:path>
            </a:pathLst>
          </a:custGeom>
          <a:solidFill>
            <a:schemeClr val="accent1"/>
          </a:solidFill>
          <a:ln w="149"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任意多边形: 形状 42"/>
          <p:cNvSpPr/>
          <p:nvPr/>
        </p:nvSpPr>
        <p:spPr>
          <a:xfrm>
            <a:off x="1181692" y="3534942"/>
            <a:ext cx="159964" cy="159964"/>
          </a:xfrm>
          <a:custGeom>
            <a:avLst/>
            <a:gdLst>
              <a:gd name="connsiteX0" fmla="*/ 56149 w 159964"/>
              <a:gd name="connsiteY0" fmla="*/ 107452 h 159964"/>
              <a:gd name="connsiteX1" fmla="*/ 135728 w 159964"/>
              <a:gd name="connsiteY1" fmla="*/ 107452 h 159964"/>
              <a:gd name="connsiteX2" fmla="*/ 140171 w 159964"/>
              <a:gd name="connsiteY2" fmla="*/ 111814 h 159964"/>
              <a:gd name="connsiteX3" fmla="*/ 135728 w 159964"/>
              <a:gd name="connsiteY3" fmla="*/ 116177 h 159964"/>
              <a:gd name="connsiteX4" fmla="*/ 56149 w 159964"/>
              <a:gd name="connsiteY4" fmla="*/ 116177 h 159964"/>
              <a:gd name="connsiteX5" fmla="*/ 51706 w 159964"/>
              <a:gd name="connsiteY5" fmla="*/ 111814 h 159964"/>
              <a:gd name="connsiteX6" fmla="*/ 56149 w 159964"/>
              <a:gd name="connsiteY6" fmla="*/ 107452 h 159964"/>
              <a:gd name="connsiteX7" fmla="*/ 8725 w 159964"/>
              <a:gd name="connsiteY7" fmla="*/ 76427 h 159964"/>
              <a:gd name="connsiteX8" fmla="*/ 8725 w 159964"/>
              <a:gd name="connsiteY8" fmla="*/ 139686 h 159964"/>
              <a:gd name="connsiteX9" fmla="*/ 20278 w 159964"/>
              <a:gd name="connsiteY9" fmla="*/ 151158 h 159964"/>
              <a:gd name="connsiteX10" fmla="*/ 31831 w 159964"/>
              <a:gd name="connsiteY10" fmla="*/ 139686 h 159964"/>
              <a:gd name="connsiteX11" fmla="*/ 31831 w 159964"/>
              <a:gd name="connsiteY11" fmla="*/ 76427 h 159964"/>
              <a:gd name="connsiteX12" fmla="*/ 56149 w 159964"/>
              <a:gd name="connsiteY12" fmla="*/ 75620 h 159964"/>
              <a:gd name="connsiteX13" fmla="*/ 135728 w 159964"/>
              <a:gd name="connsiteY13" fmla="*/ 75620 h 159964"/>
              <a:gd name="connsiteX14" fmla="*/ 140171 w 159964"/>
              <a:gd name="connsiteY14" fmla="*/ 79983 h 159964"/>
              <a:gd name="connsiteX15" fmla="*/ 135728 w 159964"/>
              <a:gd name="connsiteY15" fmla="*/ 84346 h 159964"/>
              <a:gd name="connsiteX16" fmla="*/ 56149 w 159964"/>
              <a:gd name="connsiteY16" fmla="*/ 84346 h 159964"/>
              <a:gd name="connsiteX17" fmla="*/ 51706 w 159964"/>
              <a:gd name="connsiteY17" fmla="*/ 79983 h 159964"/>
              <a:gd name="connsiteX18" fmla="*/ 56149 w 159964"/>
              <a:gd name="connsiteY18" fmla="*/ 75620 h 159964"/>
              <a:gd name="connsiteX19" fmla="*/ 95817 w 159964"/>
              <a:gd name="connsiteY19" fmla="*/ 43789 h 159964"/>
              <a:gd name="connsiteX20" fmla="*/ 135728 w 159964"/>
              <a:gd name="connsiteY20" fmla="*/ 43789 h 159964"/>
              <a:gd name="connsiteX21" fmla="*/ 140090 w 159964"/>
              <a:gd name="connsiteY21" fmla="*/ 48152 h 159964"/>
              <a:gd name="connsiteX22" fmla="*/ 135728 w 159964"/>
              <a:gd name="connsiteY22" fmla="*/ 52514 h 159964"/>
              <a:gd name="connsiteX23" fmla="*/ 95817 w 159964"/>
              <a:gd name="connsiteY23" fmla="*/ 52514 h 159964"/>
              <a:gd name="connsiteX24" fmla="*/ 91535 w 159964"/>
              <a:gd name="connsiteY24" fmla="*/ 48152 h 159964"/>
              <a:gd name="connsiteX25" fmla="*/ 95817 w 159964"/>
              <a:gd name="connsiteY25" fmla="*/ 43789 h 159964"/>
              <a:gd name="connsiteX26" fmla="*/ 56069 w 159964"/>
              <a:gd name="connsiteY26" fmla="*/ 43789 h 159964"/>
              <a:gd name="connsiteX27" fmla="*/ 72065 w 159964"/>
              <a:gd name="connsiteY27" fmla="*/ 43789 h 159964"/>
              <a:gd name="connsiteX28" fmla="*/ 76428 w 159964"/>
              <a:gd name="connsiteY28" fmla="*/ 48152 h 159964"/>
              <a:gd name="connsiteX29" fmla="*/ 72065 w 159964"/>
              <a:gd name="connsiteY29" fmla="*/ 52514 h 159964"/>
              <a:gd name="connsiteX30" fmla="*/ 56069 w 159964"/>
              <a:gd name="connsiteY30" fmla="*/ 52514 h 159964"/>
              <a:gd name="connsiteX31" fmla="*/ 51706 w 159964"/>
              <a:gd name="connsiteY31" fmla="*/ 48152 h 159964"/>
              <a:gd name="connsiteX32" fmla="*/ 56069 w 159964"/>
              <a:gd name="connsiteY32" fmla="*/ 43789 h 159964"/>
              <a:gd name="connsiteX33" fmla="*/ 44192 w 159964"/>
              <a:gd name="connsiteY33" fmla="*/ 8806 h 159964"/>
              <a:gd name="connsiteX34" fmla="*/ 41688 w 159964"/>
              <a:gd name="connsiteY34" fmla="*/ 9776 h 159964"/>
              <a:gd name="connsiteX35" fmla="*/ 40637 w 159964"/>
              <a:gd name="connsiteY35" fmla="*/ 12280 h 159964"/>
              <a:gd name="connsiteX36" fmla="*/ 40637 w 159964"/>
              <a:gd name="connsiteY36" fmla="*/ 139686 h 159964"/>
              <a:gd name="connsiteX37" fmla="*/ 37083 w 159964"/>
              <a:gd name="connsiteY37" fmla="*/ 151158 h 159964"/>
              <a:gd name="connsiteX38" fmla="*/ 147603 w 159964"/>
              <a:gd name="connsiteY38" fmla="*/ 151158 h 159964"/>
              <a:gd name="connsiteX39" fmla="*/ 150108 w 159964"/>
              <a:gd name="connsiteY39" fmla="*/ 150189 h 159964"/>
              <a:gd name="connsiteX40" fmla="*/ 151158 w 159964"/>
              <a:gd name="connsiteY40" fmla="*/ 147684 h 159964"/>
              <a:gd name="connsiteX41" fmla="*/ 151158 w 159964"/>
              <a:gd name="connsiteY41" fmla="*/ 12361 h 159964"/>
              <a:gd name="connsiteX42" fmla="*/ 147523 w 159964"/>
              <a:gd name="connsiteY42" fmla="*/ 8806 h 159964"/>
              <a:gd name="connsiteX43" fmla="*/ 44111 w 159964"/>
              <a:gd name="connsiteY43" fmla="*/ 0 h 159964"/>
              <a:gd name="connsiteX44" fmla="*/ 44192 w 159964"/>
              <a:gd name="connsiteY44" fmla="*/ 0 h 159964"/>
              <a:gd name="connsiteX45" fmla="*/ 147523 w 159964"/>
              <a:gd name="connsiteY45" fmla="*/ 0 h 159964"/>
              <a:gd name="connsiteX46" fmla="*/ 159964 w 159964"/>
              <a:gd name="connsiteY46" fmla="*/ 12280 h 159964"/>
              <a:gd name="connsiteX47" fmla="*/ 159964 w 159964"/>
              <a:gd name="connsiteY47" fmla="*/ 147684 h 159964"/>
              <a:gd name="connsiteX48" fmla="*/ 156329 w 159964"/>
              <a:gd name="connsiteY48" fmla="*/ 156409 h 159964"/>
              <a:gd name="connsiteX49" fmla="*/ 147603 w 159964"/>
              <a:gd name="connsiteY49" fmla="*/ 159964 h 159964"/>
              <a:gd name="connsiteX50" fmla="*/ 20278 w 159964"/>
              <a:gd name="connsiteY50" fmla="*/ 159964 h 159964"/>
              <a:gd name="connsiteX51" fmla="*/ 0 w 159964"/>
              <a:gd name="connsiteY51" fmla="*/ 139686 h 159964"/>
              <a:gd name="connsiteX52" fmla="*/ 0 w 159964"/>
              <a:gd name="connsiteY52" fmla="*/ 67540 h 159964"/>
              <a:gd name="connsiteX53" fmla="*/ 8806 w 159964"/>
              <a:gd name="connsiteY53" fmla="*/ 67540 h 159964"/>
              <a:gd name="connsiteX54" fmla="*/ 8806 w 159964"/>
              <a:gd name="connsiteY54" fmla="*/ 67621 h 159964"/>
              <a:gd name="connsiteX55" fmla="*/ 31750 w 159964"/>
              <a:gd name="connsiteY55" fmla="*/ 67621 h 159964"/>
              <a:gd name="connsiteX56" fmla="*/ 31750 w 159964"/>
              <a:gd name="connsiteY56" fmla="*/ 12280 h 159964"/>
              <a:gd name="connsiteX57" fmla="*/ 44111 w 159964"/>
              <a:gd name="connsiteY57" fmla="*/ 0 h 159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9964" h="159964">
                <a:moveTo>
                  <a:pt x="56149" y="107452"/>
                </a:moveTo>
                <a:lnTo>
                  <a:pt x="135728" y="107452"/>
                </a:lnTo>
                <a:cubicBezTo>
                  <a:pt x="138151" y="107452"/>
                  <a:pt x="140171" y="109471"/>
                  <a:pt x="140171" y="111814"/>
                </a:cubicBezTo>
                <a:cubicBezTo>
                  <a:pt x="140171" y="114238"/>
                  <a:pt x="138151" y="116177"/>
                  <a:pt x="135728" y="116177"/>
                </a:cubicBezTo>
                <a:lnTo>
                  <a:pt x="56149" y="116177"/>
                </a:lnTo>
                <a:cubicBezTo>
                  <a:pt x="53726" y="116177"/>
                  <a:pt x="51706" y="114238"/>
                  <a:pt x="51706" y="111814"/>
                </a:cubicBezTo>
                <a:cubicBezTo>
                  <a:pt x="51706" y="109390"/>
                  <a:pt x="53726" y="107452"/>
                  <a:pt x="56149" y="107452"/>
                </a:cubicBezTo>
                <a:close/>
                <a:moveTo>
                  <a:pt x="8725" y="76427"/>
                </a:moveTo>
                <a:lnTo>
                  <a:pt x="8725" y="139686"/>
                </a:lnTo>
                <a:cubicBezTo>
                  <a:pt x="8725" y="145988"/>
                  <a:pt x="13896" y="151158"/>
                  <a:pt x="20278" y="151158"/>
                </a:cubicBezTo>
                <a:cubicBezTo>
                  <a:pt x="26661" y="151158"/>
                  <a:pt x="31831" y="145988"/>
                  <a:pt x="31831" y="139686"/>
                </a:cubicBezTo>
                <a:lnTo>
                  <a:pt x="31831" y="76427"/>
                </a:lnTo>
                <a:close/>
                <a:moveTo>
                  <a:pt x="56149" y="75620"/>
                </a:moveTo>
                <a:lnTo>
                  <a:pt x="135728" y="75620"/>
                </a:lnTo>
                <a:cubicBezTo>
                  <a:pt x="138151" y="75620"/>
                  <a:pt x="140171" y="77640"/>
                  <a:pt x="140171" y="79983"/>
                </a:cubicBezTo>
                <a:cubicBezTo>
                  <a:pt x="140171" y="82407"/>
                  <a:pt x="138151" y="84346"/>
                  <a:pt x="135728" y="84346"/>
                </a:cubicBezTo>
                <a:lnTo>
                  <a:pt x="56149" y="84346"/>
                </a:lnTo>
                <a:cubicBezTo>
                  <a:pt x="53726" y="84346"/>
                  <a:pt x="51706" y="82407"/>
                  <a:pt x="51706" y="79983"/>
                </a:cubicBezTo>
                <a:cubicBezTo>
                  <a:pt x="51706" y="77559"/>
                  <a:pt x="53726" y="75620"/>
                  <a:pt x="56149" y="75620"/>
                </a:cubicBezTo>
                <a:close/>
                <a:moveTo>
                  <a:pt x="95817" y="43789"/>
                </a:moveTo>
                <a:lnTo>
                  <a:pt x="135728" y="43789"/>
                </a:lnTo>
                <a:cubicBezTo>
                  <a:pt x="138151" y="43789"/>
                  <a:pt x="140090" y="45728"/>
                  <a:pt x="140090" y="48152"/>
                </a:cubicBezTo>
                <a:cubicBezTo>
                  <a:pt x="140090" y="50575"/>
                  <a:pt x="138151" y="52514"/>
                  <a:pt x="135728" y="52514"/>
                </a:cubicBezTo>
                <a:lnTo>
                  <a:pt x="95817" y="52514"/>
                </a:lnTo>
                <a:cubicBezTo>
                  <a:pt x="93474" y="52514"/>
                  <a:pt x="91535" y="50575"/>
                  <a:pt x="91535" y="48152"/>
                </a:cubicBezTo>
                <a:cubicBezTo>
                  <a:pt x="91535" y="45809"/>
                  <a:pt x="93474" y="43870"/>
                  <a:pt x="95817" y="43789"/>
                </a:cubicBezTo>
                <a:close/>
                <a:moveTo>
                  <a:pt x="56069" y="43789"/>
                </a:moveTo>
                <a:lnTo>
                  <a:pt x="72065" y="43789"/>
                </a:lnTo>
                <a:cubicBezTo>
                  <a:pt x="74408" y="43789"/>
                  <a:pt x="76428" y="45809"/>
                  <a:pt x="76428" y="48152"/>
                </a:cubicBezTo>
                <a:cubicBezTo>
                  <a:pt x="76428" y="50575"/>
                  <a:pt x="74489" y="52514"/>
                  <a:pt x="72065" y="52514"/>
                </a:cubicBezTo>
                <a:lnTo>
                  <a:pt x="56069" y="52514"/>
                </a:lnTo>
                <a:cubicBezTo>
                  <a:pt x="53645" y="52514"/>
                  <a:pt x="51706" y="50575"/>
                  <a:pt x="51706" y="48152"/>
                </a:cubicBezTo>
                <a:cubicBezTo>
                  <a:pt x="51706" y="45728"/>
                  <a:pt x="53645" y="43789"/>
                  <a:pt x="56069" y="43789"/>
                </a:cubicBezTo>
                <a:close/>
                <a:moveTo>
                  <a:pt x="44192" y="8806"/>
                </a:moveTo>
                <a:cubicBezTo>
                  <a:pt x="43303" y="8725"/>
                  <a:pt x="42334" y="9129"/>
                  <a:pt x="41688" y="9776"/>
                </a:cubicBezTo>
                <a:cubicBezTo>
                  <a:pt x="41041" y="10422"/>
                  <a:pt x="40637" y="11311"/>
                  <a:pt x="40637" y="12280"/>
                </a:cubicBezTo>
                <a:lnTo>
                  <a:pt x="40637" y="139686"/>
                </a:lnTo>
                <a:cubicBezTo>
                  <a:pt x="40637" y="143887"/>
                  <a:pt x="39426" y="147765"/>
                  <a:pt x="37083" y="151158"/>
                </a:cubicBezTo>
                <a:lnTo>
                  <a:pt x="147603" y="151158"/>
                </a:lnTo>
                <a:cubicBezTo>
                  <a:pt x="148492" y="151239"/>
                  <a:pt x="149462" y="150835"/>
                  <a:pt x="150108" y="150189"/>
                </a:cubicBezTo>
                <a:cubicBezTo>
                  <a:pt x="150754" y="149542"/>
                  <a:pt x="151158" y="148654"/>
                  <a:pt x="151158" y="147684"/>
                </a:cubicBezTo>
                <a:lnTo>
                  <a:pt x="151158" y="12361"/>
                </a:lnTo>
                <a:cubicBezTo>
                  <a:pt x="151077" y="10422"/>
                  <a:pt x="149462" y="8806"/>
                  <a:pt x="147523" y="8806"/>
                </a:cubicBezTo>
                <a:close/>
                <a:moveTo>
                  <a:pt x="44111" y="0"/>
                </a:moveTo>
                <a:lnTo>
                  <a:pt x="44192" y="0"/>
                </a:lnTo>
                <a:lnTo>
                  <a:pt x="147523" y="0"/>
                </a:lnTo>
                <a:cubicBezTo>
                  <a:pt x="154390" y="0"/>
                  <a:pt x="159964" y="5494"/>
                  <a:pt x="159964" y="12280"/>
                </a:cubicBezTo>
                <a:lnTo>
                  <a:pt x="159964" y="147684"/>
                </a:lnTo>
                <a:cubicBezTo>
                  <a:pt x="159964" y="150997"/>
                  <a:pt x="158672" y="154067"/>
                  <a:pt x="156329" y="156409"/>
                </a:cubicBezTo>
                <a:cubicBezTo>
                  <a:pt x="153986" y="158672"/>
                  <a:pt x="150916" y="159964"/>
                  <a:pt x="147603" y="159964"/>
                </a:cubicBezTo>
                <a:lnTo>
                  <a:pt x="20278" y="159964"/>
                </a:lnTo>
                <a:cubicBezTo>
                  <a:pt x="9129" y="159964"/>
                  <a:pt x="0" y="150835"/>
                  <a:pt x="0" y="139686"/>
                </a:cubicBezTo>
                <a:lnTo>
                  <a:pt x="0" y="67540"/>
                </a:lnTo>
                <a:lnTo>
                  <a:pt x="8806" y="67540"/>
                </a:lnTo>
                <a:lnTo>
                  <a:pt x="8806" y="67621"/>
                </a:lnTo>
                <a:lnTo>
                  <a:pt x="31750" y="67621"/>
                </a:lnTo>
                <a:lnTo>
                  <a:pt x="31750" y="12280"/>
                </a:lnTo>
                <a:cubicBezTo>
                  <a:pt x="31750" y="5494"/>
                  <a:pt x="37325" y="0"/>
                  <a:pt x="44111" y="0"/>
                </a:cubicBezTo>
                <a:close/>
              </a:path>
            </a:pathLst>
          </a:custGeom>
          <a:solidFill>
            <a:schemeClr val="accent1"/>
          </a:solidFill>
          <a:ln w="3175" cap="flat">
            <a:solidFill>
              <a:schemeClr val="accent2"/>
            </a:solid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4" name="文本框 43"/>
          <p:cNvSpPr txBox="1"/>
          <p:nvPr/>
        </p:nvSpPr>
        <p:spPr>
          <a:xfrm>
            <a:off x="9654649" y="2403124"/>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0" rtlCol="0" anchor="ctr"/>
          <a:lstStyle>
            <a:defPPr>
              <a:defRPr lang="zh-CN"/>
            </a:defPPr>
            <a:lvl1pPr algn="ctr" defTabSz="889000">
              <a:spcBef>
                <a:spcPct val="0"/>
              </a:spcBef>
              <a:defRPr sz="1200" b="1">
                <a:solidFill>
                  <a:schemeClr val="tx2"/>
                </a:solidFill>
                <a:latin typeface="Arial" panose="020B0604020202090204" pitchFamily="34" charset="0"/>
                <a:ea typeface="微软雅黑" panose="020B0502040204020203" pitchFamily="34" charset="-122"/>
                <a:cs typeface="Arial" panose="020B0604020202090204" pitchFamily="34" charset="0"/>
              </a:defRPr>
            </a:lvl1pPr>
          </a:lstStyle>
          <a:p>
            <a:r>
              <a:rPr lang="zh-CN" altLang="en-US" dirty="0">
                <a:latin typeface="Arial" panose="020B0604020202090204" pitchFamily="34" charset="0"/>
                <a:cs typeface="Arial" panose="020B0604020202090204" pitchFamily="34" charset="0"/>
              </a:rPr>
              <a:t>实体店体验</a:t>
            </a:r>
            <a:endParaRPr lang="zh-CN" altLang="en-US" dirty="0">
              <a:latin typeface="Arial" panose="020B0604020202090204" pitchFamily="34" charset="0"/>
              <a:cs typeface="Arial" panose="020B0604020202090204" pitchFamily="34" charset="0"/>
            </a:endParaRPr>
          </a:p>
        </p:txBody>
      </p:sp>
      <p:sp>
        <p:nvSpPr>
          <p:cNvPr id="45" name="文本框 44"/>
          <p:cNvSpPr txBox="1"/>
          <p:nvPr/>
        </p:nvSpPr>
        <p:spPr>
          <a:xfrm>
            <a:off x="9654649" y="2921516"/>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0" rtlCol="0" anchor="ctr"/>
          <a:lstStyle>
            <a:defPPr>
              <a:defRPr lang="zh-CN"/>
            </a:defPPr>
            <a:lvl1pPr algn="ctr" defTabSz="889000">
              <a:spcBef>
                <a:spcPct val="0"/>
              </a:spcBef>
              <a:defRPr sz="1200" b="1">
                <a:solidFill>
                  <a:schemeClr val="tx2"/>
                </a:solidFill>
                <a:latin typeface="Arial" panose="020B0604020202090204" pitchFamily="34" charset="0"/>
                <a:ea typeface="微软雅黑" panose="020B0502040204020203" pitchFamily="34" charset="-122"/>
                <a:cs typeface="Arial" panose="020B0604020202090204" pitchFamily="34" charset="0"/>
              </a:defRPr>
            </a:lvl1pPr>
          </a:lstStyle>
          <a:p>
            <a:r>
              <a:rPr lang="zh-CN" altLang="en-US" dirty="0">
                <a:latin typeface="Arial" panose="020B0604020202090204" pitchFamily="34" charset="0"/>
                <a:cs typeface="Arial" panose="020B0604020202090204" pitchFamily="34" charset="0"/>
              </a:rPr>
              <a:t>线下活动</a:t>
            </a:r>
            <a:endParaRPr lang="zh-CN" altLang="en-US" dirty="0">
              <a:latin typeface="Arial" panose="020B0604020202090204" pitchFamily="34" charset="0"/>
              <a:cs typeface="Arial" panose="020B0604020202090204" pitchFamily="34" charset="0"/>
            </a:endParaRPr>
          </a:p>
        </p:txBody>
      </p:sp>
      <p:sp>
        <p:nvSpPr>
          <p:cNvPr id="46" name="文本框 45"/>
          <p:cNvSpPr txBox="1"/>
          <p:nvPr/>
        </p:nvSpPr>
        <p:spPr>
          <a:xfrm>
            <a:off x="9654649" y="3447126"/>
            <a:ext cx="1559814" cy="340519"/>
          </a:xfrm>
          <a:prstGeom prst="roundRect">
            <a:avLst>
              <a:gd name="adj" fmla="val 50000"/>
            </a:avLst>
          </a:prstGeom>
          <a:solidFill>
            <a:schemeClr val="bg1"/>
          </a:solidFill>
          <a:ln w="12700" cap="flat" cmpd="sng" algn="ctr">
            <a:solidFill>
              <a:schemeClr val="accent1"/>
            </a:solidFill>
            <a:prstDash val="solid"/>
            <a:miter lim="800000"/>
          </a:ln>
          <a:effectLst>
            <a:outerShdw blurRad="88900" dist="38100" dir="5400000" algn="t" rotWithShape="0">
              <a:schemeClr val="accent1">
                <a:alpha val="22000"/>
              </a:schemeClr>
            </a:outerShdw>
          </a:effectLst>
        </p:spPr>
        <p:txBody>
          <a:bodyPr lIns="0" rIns="108000" rtlCol="0" anchor="ctr"/>
          <a:lstStyle>
            <a:defPPr>
              <a:defRPr lang="zh-CN"/>
            </a:defPPr>
            <a:lvl1pPr algn="ctr" defTabSz="889000">
              <a:spcBef>
                <a:spcPct val="0"/>
              </a:spcBef>
              <a:defRPr sz="1200" b="1">
                <a:solidFill>
                  <a:schemeClr val="tx2"/>
                </a:solidFill>
                <a:latin typeface="Arial" panose="020B0604020202090204" pitchFamily="34" charset="0"/>
                <a:ea typeface="微软雅黑" panose="020B0502040204020203" pitchFamily="34" charset="-122"/>
                <a:cs typeface="Arial" panose="020B0604020202090204" pitchFamily="34" charset="0"/>
              </a:defRPr>
            </a:lvl1pPr>
          </a:lstStyle>
          <a:p>
            <a:r>
              <a:rPr lang="zh-CN" altLang="en-US" dirty="0">
                <a:latin typeface="Arial" panose="020B0604020202090204" pitchFamily="34" charset="0"/>
                <a:cs typeface="Arial" panose="020B0604020202090204" pitchFamily="34" charset="0"/>
              </a:rPr>
              <a:t>合作伙伴拓展</a:t>
            </a:r>
            <a:endParaRPr lang="zh-CN" altLang="en-US" dirty="0">
              <a:latin typeface="Arial" panose="020B0604020202090204" pitchFamily="34" charset="0"/>
              <a:cs typeface="Arial" panose="020B0604020202090204" pitchFamily="34" charset="0"/>
            </a:endParaRPr>
          </a:p>
        </p:txBody>
      </p:sp>
      <p:sp>
        <p:nvSpPr>
          <p:cNvPr id="50" name="任意多边形: 形状 49"/>
          <p:cNvSpPr/>
          <p:nvPr/>
        </p:nvSpPr>
        <p:spPr>
          <a:xfrm>
            <a:off x="10882402" y="2499904"/>
            <a:ext cx="157213" cy="149873"/>
          </a:xfrm>
          <a:custGeom>
            <a:avLst/>
            <a:gdLst>
              <a:gd name="connsiteX0" fmla="*/ 125019 w 157213"/>
              <a:gd name="connsiteY0" fmla="*/ 136592 h 149873"/>
              <a:gd name="connsiteX1" fmla="*/ 142580 w 157213"/>
              <a:gd name="connsiteY1" fmla="*/ 143156 h 149873"/>
              <a:gd name="connsiteX2" fmla="*/ 120182 w 157213"/>
              <a:gd name="connsiteY2" fmla="*/ 149873 h 149873"/>
              <a:gd name="connsiteX3" fmla="*/ 97785 w 157213"/>
              <a:gd name="connsiteY3" fmla="*/ 143156 h 149873"/>
              <a:gd name="connsiteX4" fmla="*/ 113925 w 157213"/>
              <a:gd name="connsiteY4" fmla="*/ 136688 h 149873"/>
              <a:gd name="connsiteX5" fmla="*/ 119434 w 157213"/>
              <a:gd name="connsiteY5" fmla="*/ 144230 h 149873"/>
              <a:gd name="connsiteX6" fmla="*/ 59822 w 157213"/>
              <a:gd name="connsiteY6" fmla="*/ 113964 h 149873"/>
              <a:gd name="connsiteX7" fmla="*/ 74754 w 157213"/>
              <a:gd name="connsiteY7" fmla="*/ 113964 h 149873"/>
              <a:gd name="connsiteX8" fmla="*/ 74754 w 157213"/>
              <a:gd name="connsiteY8" fmla="*/ 128895 h 149873"/>
              <a:gd name="connsiteX9" fmla="*/ 59822 w 157213"/>
              <a:gd name="connsiteY9" fmla="*/ 128895 h 149873"/>
              <a:gd name="connsiteX10" fmla="*/ 40956 w 157213"/>
              <a:gd name="connsiteY10" fmla="*/ 113964 h 149873"/>
              <a:gd name="connsiteX11" fmla="*/ 55888 w 157213"/>
              <a:gd name="connsiteY11" fmla="*/ 113964 h 149873"/>
              <a:gd name="connsiteX12" fmla="*/ 55888 w 157213"/>
              <a:gd name="connsiteY12" fmla="*/ 128895 h 149873"/>
              <a:gd name="connsiteX13" fmla="*/ 40956 w 157213"/>
              <a:gd name="connsiteY13" fmla="*/ 128895 h 149873"/>
              <a:gd name="connsiteX14" fmla="*/ 119433 w 157213"/>
              <a:gd name="connsiteY14" fmla="*/ 100587 h 149873"/>
              <a:gd name="connsiteX15" fmla="*/ 111219 w 157213"/>
              <a:gd name="connsiteY15" fmla="*/ 108801 h 149873"/>
              <a:gd name="connsiteX16" fmla="*/ 113618 w 157213"/>
              <a:gd name="connsiteY16" fmla="*/ 114616 h 149873"/>
              <a:gd name="connsiteX17" fmla="*/ 119433 w 157213"/>
              <a:gd name="connsiteY17" fmla="*/ 117015 h 149873"/>
              <a:gd name="connsiteX18" fmla="*/ 127648 w 157213"/>
              <a:gd name="connsiteY18" fmla="*/ 108801 h 149873"/>
              <a:gd name="connsiteX19" fmla="*/ 119433 w 157213"/>
              <a:gd name="connsiteY19" fmla="*/ 100587 h 149873"/>
              <a:gd name="connsiteX20" fmla="*/ 59822 w 157213"/>
              <a:gd name="connsiteY20" fmla="*/ 95079 h 149873"/>
              <a:gd name="connsiteX21" fmla="*/ 74754 w 157213"/>
              <a:gd name="connsiteY21" fmla="*/ 95079 h 149873"/>
              <a:gd name="connsiteX22" fmla="*/ 74754 w 157213"/>
              <a:gd name="connsiteY22" fmla="*/ 110010 h 149873"/>
              <a:gd name="connsiteX23" fmla="*/ 59822 w 157213"/>
              <a:gd name="connsiteY23" fmla="*/ 110010 h 149873"/>
              <a:gd name="connsiteX24" fmla="*/ 40956 w 157213"/>
              <a:gd name="connsiteY24" fmla="*/ 95079 h 149873"/>
              <a:gd name="connsiteX25" fmla="*/ 55888 w 157213"/>
              <a:gd name="connsiteY25" fmla="*/ 95079 h 149873"/>
              <a:gd name="connsiteX26" fmla="*/ 55888 w 157213"/>
              <a:gd name="connsiteY26" fmla="*/ 110010 h 149873"/>
              <a:gd name="connsiteX27" fmla="*/ 40956 w 157213"/>
              <a:gd name="connsiteY27" fmla="*/ 110010 h 149873"/>
              <a:gd name="connsiteX28" fmla="*/ 17926 w 157213"/>
              <a:gd name="connsiteY28" fmla="*/ 92949 h 149873"/>
              <a:gd name="connsiteX29" fmla="*/ 23607 w 157213"/>
              <a:gd name="connsiteY29" fmla="*/ 98687 h 149873"/>
              <a:gd name="connsiteX30" fmla="*/ 23607 w 157213"/>
              <a:gd name="connsiteY30" fmla="*/ 126823 h 149873"/>
              <a:gd name="connsiteX31" fmla="*/ 34738 w 157213"/>
              <a:gd name="connsiteY31" fmla="*/ 139356 h 149873"/>
              <a:gd name="connsiteX32" fmla="*/ 63315 w 157213"/>
              <a:gd name="connsiteY32" fmla="*/ 139356 h 149873"/>
              <a:gd name="connsiteX33" fmla="*/ 68459 w 157213"/>
              <a:gd name="connsiteY33" fmla="*/ 144115 h 149873"/>
              <a:gd name="connsiteX34" fmla="*/ 62797 w 157213"/>
              <a:gd name="connsiteY34" fmla="*/ 149854 h 149873"/>
              <a:gd name="connsiteX35" fmla="*/ 35007 w 157213"/>
              <a:gd name="connsiteY35" fmla="*/ 149854 h 149873"/>
              <a:gd name="connsiteX36" fmla="*/ 13300 w 157213"/>
              <a:gd name="connsiteY36" fmla="*/ 128627 h 149873"/>
              <a:gd name="connsiteX37" fmla="*/ 13300 w 157213"/>
              <a:gd name="connsiteY37" fmla="*/ 100050 h 149873"/>
              <a:gd name="connsiteX38" fmla="*/ 17926 w 157213"/>
              <a:gd name="connsiteY38" fmla="*/ 92949 h 149873"/>
              <a:gd name="connsiteX39" fmla="*/ 119453 w 157213"/>
              <a:gd name="connsiteY39" fmla="*/ 91624 h 149873"/>
              <a:gd name="connsiteX40" fmla="*/ 134634 w 157213"/>
              <a:gd name="connsiteY40" fmla="*/ 100798 h 149873"/>
              <a:gd name="connsiteX41" fmla="*/ 133616 w 157213"/>
              <a:gd name="connsiteY41" fmla="*/ 118512 h 149873"/>
              <a:gd name="connsiteX42" fmla="*/ 133655 w 157213"/>
              <a:gd name="connsiteY42" fmla="*/ 118512 h 149873"/>
              <a:gd name="connsiteX43" fmla="*/ 119453 w 157213"/>
              <a:gd name="connsiteY43" fmla="*/ 137935 h 149873"/>
              <a:gd name="connsiteX44" fmla="*/ 105250 w 157213"/>
              <a:gd name="connsiteY44" fmla="*/ 118512 h 149873"/>
              <a:gd name="connsiteX45" fmla="*/ 105289 w 157213"/>
              <a:gd name="connsiteY45" fmla="*/ 118512 h 149873"/>
              <a:gd name="connsiteX46" fmla="*/ 104271 w 157213"/>
              <a:gd name="connsiteY46" fmla="*/ 100798 h 149873"/>
              <a:gd name="connsiteX47" fmla="*/ 119453 w 157213"/>
              <a:gd name="connsiteY47" fmla="*/ 91624 h 149873"/>
              <a:gd name="connsiteX48" fmla="*/ 24009 w 157213"/>
              <a:gd name="connsiteY48" fmla="*/ 10728 h 149873"/>
              <a:gd name="connsiteX49" fmla="*/ 11189 w 157213"/>
              <a:gd name="connsiteY49" fmla="*/ 59151 h 149873"/>
              <a:gd name="connsiteX50" fmla="*/ 11285 w 157213"/>
              <a:gd name="connsiteY50" fmla="*/ 60187 h 149873"/>
              <a:gd name="connsiteX51" fmla="*/ 22954 w 157213"/>
              <a:gd name="connsiteY51" fmla="*/ 71990 h 149873"/>
              <a:gd name="connsiteX52" fmla="*/ 38192 w 157213"/>
              <a:gd name="connsiteY52" fmla="*/ 60187 h 149873"/>
              <a:gd name="connsiteX53" fmla="*/ 43873 w 157213"/>
              <a:gd name="connsiteY53" fmla="*/ 54449 h 149873"/>
              <a:gd name="connsiteX54" fmla="*/ 49554 w 157213"/>
              <a:gd name="connsiteY54" fmla="*/ 60187 h 149873"/>
              <a:gd name="connsiteX55" fmla="*/ 61223 w 157213"/>
              <a:gd name="connsiteY55" fmla="*/ 71990 h 149873"/>
              <a:gd name="connsiteX56" fmla="*/ 72892 w 157213"/>
              <a:gd name="connsiteY56" fmla="*/ 60187 h 149873"/>
              <a:gd name="connsiteX57" fmla="*/ 78573 w 157213"/>
              <a:gd name="connsiteY57" fmla="*/ 54449 h 149873"/>
              <a:gd name="connsiteX58" fmla="*/ 84254 w 157213"/>
              <a:gd name="connsiteY58" fmla="*/ 60187 h 149873"/>
              <a:gd name="connsiteX59" fmla="*/ 95923 w 157213"/>
              <a:gd name="connsiteY59" fmla="*/ 71990 h 149873"/>
              <a:gd name="connsiteX60" fmla="*/ 107573 w 157213"/>
              <a:gd name="connsiteY60" fmla="*/ 60187 h 149873"/>
              <a:gd name="connsiteX61" fmla="*/ 113254 w 157213"/>
              <a:gd name="connsiteY61" fmla="*/ 54449 h 149873"/>
              <a:gd name="connsiteX62" fmla="*/ 113273 w 157213"/>
              <a:gd name="connsiteY62" fmla="*/ 54449 h 149873"/>
              <a:gd name="connsiteX63" fmla="*/ 118954 w 157213"/>
              <a:gd name="connsiteY63" fmla="*/ 60187 h 149873"/>
              <a:gd name="connsiteX64" fmla="*/ 134212 w 157213"/>
              <a:gd name="connsiteY64" fmla="*/ 71990 h 149873"/>
              <a:gd name="connsiteX65" fmla="*/ 145861 w 157213"/>
              <a:gd name="connsiteY65" fmla="*/ 60590 h 149873"/>
              <a:gd name="connsiteX66" fmla="*/ 134768 w 157213"/>
              <a:gd name="connsiteY66" fmla="*/ 10728 h 149873"/>
              <a:gd name="connsiteX67" fmla="*/ 131198 w 157213"/>
              <a:gd name="connsiteY67" fmla="*/ 10728 h 149873"/>
              <a:gd name="connsiteX68" fmla="*/ 27579 w 157213"/>
              <a:gd name="connsiteY68" fmla="*/ 10728 h 149873"/>
              <a:gd name="connsiteX69" fmla="*/ 24009 w 157213"/>
              <a:gd name="connsiteY69" fmla="*/ 10728 h 149873"/>
              <a:gd name="connsiteX70" fmla="*/ 27291 w 157213"/>
              <a:gd name="connsiteY70" fmla="*/ 0 h 149873"/>
              <a:gd name="connsiteX71" fmla="*/ 129797 w 157213"/>
              <a:gd name="connsiteY71" fmla="*/ 0 h 149873"/>
              <a:gd name="connsiteX72" fmla="*/ 143040 w 157213"/>
              <a:gd name="connsiteY72" fmla="*/ 7312 h 149873"/>
              <a:gd name="connsiteX73" fmla="*/ 156993 w 157213"/>
              <a:gd name="connsiteY73" fmla="*/ 58364 h 149873"/>
              <a:gd name="connsiteX74" fmla="*/ 157204 w 157213"/>
              <a:gd name="connsiteY74" fmla="*/ 60187 h 149873"/>
              <a:gd name="connsiteX75" fmla="*/ 134768 w 157213"/>
              <a:gd name="connsiteY75" fmla="*/ 82201 h 149873"/>
              <a:gd name="connsiteX76" fmla="*/ 113273 w 157213"/>
              <a:gd name="connsiteY76" fmla="*/ 75483 h 149873"/>
              <a:gd name="connsiteX77" fmla="*/ 95462 w 157213"/>
              <a:gd name="connsiteY77" fmla="*/ 82201 h 149873"/>
              <a:gd name="connsiteX78" fmla="*/ 78611 w 157213"/>
              <a:gd name="connsiteY78" fmla="*/ 75483 h 149873"/>
              <a:gd name="connsiteX79" fmla="*/ 63315 w 157213"/>
              <a:gd name="connsiteY79" fmla="*/ 82201 h 149873"/>
              <a:gd name="connsiteX80" fmla="*/ 43931 w 157213"/>
              <a:gd name="connsiteY80" fmla="*/ 75483 h 149873"/>
              <a:gd name="connsiteX81" fmla="*/ 24009 w 157213"/>
              <a:gd name="connsiteY81" fmla="*/ 82201 h 149873"/>
              <a:gd name="connsiteX82" fmla="*/ 19 w 157213"/>
              <a:gd name="connsiteY82" fmla="*/ 60897 h 149873"/>
              <a:gd name="connsiteX83" fmla="*/ 0 w 157213"/>
              <a:gd name="connsiteY83" fmla="*/ 60187 h 149873"/>
              <a:gd name="connsiteX84" fmla="*/ 19 w 157213"/>
              <a:gd name="connsiteY84" fmla="*/ 59803 h 149873"/>
              <a:gd name="connsiteX85" fmla="*/ 96 w 157213"/>
              <a:gd name="connsiteY85" fmla="*/ 59131 h 149873"/>
              <a:gd name="connsiteX86" fmla="*/ 19 w 157213"/>
              <a:gd name="connsiteY86" fmla="*/ 58537 h 149873"/>
              <a:gd name="connsiteX87" fmla="*/ 19 w 157213"/>
              <a:gd name="connsiteY87" fmla="*/ 57558 h 149873"/>
              <a:gd name="connsiteX88" fmla="*/ 211 w 157213"/>
              <a:gd name="connsiteY88" fmla="*/ 56483 h 149873"/>
              <a:gd name="connsiteX89" fmla="*/ 14087 w 157213"/>
              <a:gd name="connsiteY89" fmla="*/ 7485 h 149873"/>
              <a:gd name="connsiteX90" fmla="*/ 27291 w 157213"/>
              <a:gd name="connsiteY90" fmla="*/ 0 h 14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213" h="149873">
                <a:moveTo>
                  <a:pt x="125019" y="136592"/>
                </a:moveTo>
                <a:cubicBezTo>
                  <a:pt x="135056" y="137264"/>
                  <a:pt x="142580" y="139931"/>
                  <a:pt x="142580" y="143156"/>
                </a:cubicBezTo>
                <a:cubicBezTo>
                  <a:pt x="142580" y="146860"/>
                  <a:pt x="132561" y="149873"/>
                  <a:pt x="120182" y="149873"/>
                </a:cubicBezTo>
                <a:cubicBezTo>
                  <a:pt x="107822" y="149873"/>
                  <a:pt x="97785" y="146860"/>
                  <a:pt x="97785" y="143156"/>
                </a:cubicBezTo>
                <a:cubicBezTo>
                  <a:pt x="97785" y="140066"/>
                  <a:pt x="104617" y="137494"/>
                  <a:pt x="113925" y="136688"/>
                </a:cubicBezTo>
                <a:lnTo>
                  <a:pt x="119434" y="144230"/>
                </a:lnTo>
                <a:close/>
                <a:moveTo>
                  <a:pt x="59822" y="113964"/>
                </a:moveTo>
                <a:lnTo>
                  <a:pt x="74754" y="113964"/>
                </a:lnTo>
                <a:lnTo>
                  <a:pt x="74754" y="128895"/>
                </a:lnTo>
                <a:lnTo>
                  <a:pt x="59822" y="128895"/>
                </a:lnTo>
                <a:close/>
                <a:moveTo>
                  <a:pt x="40956" y="113964"/>
                </a:moveTo>
                <a:lnTo>
                  <a:pt x="55888" y="113964"/>
                </a:lnTo>
                <a:lnTo>
                  <a:pt x="55888" y="128895"/>
                </a:lnTo>
                <a:lnTo>
                  <a:pt x="40956" y="128895"/>
                </a:lnTo>
                <a:close/>
                <a:moveTo>
                  <a:pt x="119433" y="100587"/>
                </a:moveTo>
                <a:cubicBezTo>
                  <a:pt x="114904" y="100587"/>
                  <a:pt x="111219" y="104272"/>
                  <a:pt x="111219" y="108801"/>
                </a:cubicBezTo>
                <a:cubicBezTo>
                  <a:pt x="111219" y="110989"/>
                  <a:pt x="112083" y="113081"/>
                  <a:pt x="113618" y="114616"/>
                </a:cubicBezTo>
                <a:cubicBezTo>
                  <a:pt x="115173" y="116152"/>
                  <a:pt x="117265" y="117015"/>
                  <a:pt x="119433" y="117015"/>
                </a:cubicBezTo>
                <a:cubicBezTo>
                  <a:pt x="123982" y="117015"/>
                  <a:pt x="127648" y="113331"/>
                  <a:pt x="127648" y="108801"/>
                </a:cubicBezTo>
                <a:cubicBezTo>
                  <a:pt x="127648" y="104272"/>
                  <a:pt x="123963" y="100587"/>
                  <a:pt x="119433" y="100587"/>
                </a:cubicBezTo>
                <a:close/>
                <a:moveTo>
                  <a:pt x="59822" y="95079"/>
                </a:moveTo>
                <a:lnTo>
                  <a:pt x="74754" y="95079"/>
                </a:lnTo>
                <a:lnTo>
                  <a:pt x="74754" y="110010"/>
                </a:lnTo>
                <a:lnTo>
                  <a:pt x="59822" y="110010"/>
                </a:lnTo>
                <a:close/>
                <a:moveTo>
                  <a:pt x="40956" y="95079"/>
                </a:moveTo>
                <a:lnTo>
                  <a:pt x="55888" y="95079"/>
                </a:lnTo>
                <a:lnTo>
                  <a:pt x="55888" y="110010"/>
                </a:lnTo>
                <a:lnTo>
                  <a:pt x="40956" y="110010"/>
                </a:lnTo>
                <a:close/>
                <a:moveTo>
                  <a:pt x="17926" y="92949"/>
                </a:moveTo>
                <a:cubicBezTo>
                  <a:pt x="21054" y="92949"/>
                  <a:pt x="23607" y="95520"/>
                  <a:pt x="23607" y="98687"/>
                </a:cubicBezTo>
                <a:lnTo>
                  <a:pt x="23607" y="126823"/>
                </a:lnTo>
                <a:cubicBezTo>
                  <a:pt x="23607" y="133195"/>
                  <a:pt x="28443" y="139356"/>
                  <a:pt x="34738" y="139356"/>
                </a:cubicBezTo>
                <a:lnTo>
                  <a:pt x="63315" y="139356"/>
                </a:lnTo>
                <a:cubicBezTo>
                  <a:pt x="66444" y="139356"/>
                  <a:pt x="68459" y="140949"/>
                  <a:pt x="68459" y="144115"/>
                </a:cubicBezTo>
                <a:cubicBezTo>
                  <a:pt x="68459" y="147282"/>
                  <a:pt x="65926" y="149854"/>
                  <a:pt x="62797" y="149854"/>
                </a:cubicBezTo>
                <a:lnTo>
                  <a:pt x="35007" y="149854"/>
                </a:lnTo>
                <a:cubicBezTo>
                  <a:pt x="22455" y="149854"/>
                  <a:pt x="13300" y="141332"/>
                  <a:pt x="13300" y="128627"/>
                </a:cubicBezTo>
                <a:lnTo>
                  <a:pt x="13300" y="100050"/>
                </a:lnTo>
                <a:cubicBezTo>
                  <a:pt x="13281" y="96883"/>
                  <a:pt x="14778" y="92949"/>
                  <a:pt x="17926" y="92949"/>
                </a:cubicBezTo>
                <a:close/>
                <a:moveTo>
                  <a:pt x="119453" y="91624"/>
                </a:moveTo>
                <a:cubicBezTo>
                  <a:pt x="125824" y="91624"/>
                  <a:pt x="131659" y="95155"/>
                  <a:pt x="134634" y="100798"/>
                </a:cubicBezTo>
                <a:cubicBezTo>
                  <a:pt x="137589" y="106421"/>
                  <a:pt x="137205" y="113254"/>
                  <a:pt x="133616" y="118512"/>
                </a:cubicBezTo>
                <a:lnTo>
                  <a:pt x="133655" y="118512"/>
                </a:lnTo>
                <a:lnTo>
                  <a:pt x="119453" y="137935"/>
                </a:lnTo>
                <a:lnTo>
                  <a:pt x="105250" y="118512"/>
                </a:lnTo>
                <a:lnTo>
                  <a:pt x="105289" y="118512"/>
                </a:lnTo>
                <a:cubicBezTo>
                  <a:pt x="101700" y="113254"/>
                  <a:pt x="101297" y="106440"/>
                  <a:pt x="104271" y="100798"/>
                </a:cubicBezTo>
                <a:cubicBezTo>
                  <a:pt x="107246" y="95155"/>
                  <a:pt x="113081" y="91624"/>
                  <a:pt x="119453" y="91624"/>
                </a:cubicBezTo>
                <a:close/>
                <a:moveTo>
                  <a:pt x="24009" y="10728"/>
                </a:moveTo>
                <a:lnTo>
                  <a:pt x="11189" y="59151"/>
                </a:lnTo>
                <a:cubicBezTo>
                  <a:pt x="11246" y="59477"/>
                  <a:pt x="11285" y="59822"/>
                  <a:pt x="11285" y="60187"/>
                </a:cubicBezTo>
                <a:cubicBezTo>
                  <a:pt x="11285" y="66693"/>
                  <a:pt x="16524" y="71990"/>
                  <a:pt x="22954" y="71990"/>
                </a:cubicBezTo>
                <a:cubicBezTo>
                  <a:pt x="29383" y="71990"/>
                  <a:pt x="38192" y="66693"/>
                  <a:pt x="38192" y="60187"/>
                </a:cubicBezTo>
                <a:cubicBezTo>
                  <a:pt x="38192" y="57020"/>
                  <a:pt x="40745" y="54449"/>
                  <a:pt x="43873" y="54449"/>
                </a:cubicBezTo>
                <a:cubicBezTo>
                  <a:pt x="47002" y="54449"/>
                  <a:pt x="49554" y="57020"/>
                  <a:pt x="49554" y="60187"/>
                </a:cubicBezTo>
                <a:cubicBezTo>
                  <a:pt x="49554" y="66693"/>
                  <a:pt x="54794" y="71990"/>
                  <a:pt x="61223" y="71990"/>
                </a:cubicBezTo>
                <a:cubicBezTo>
                  <a:pt x="67653" y="71990"/>
                  <a:pt x="72892" y="66693"/>
                  <a:pt x="72892" y="60187"/>
                </a:cubicBezTo>
                <a:cubicBezTo>
                  <a:pt x="72873" y="57020"/>
                  <a:pt x="75406" y="54468"/>
                  <a:pt x="78573" y="54449"/>
                </a:cubicBezTo>
                <a:cubicBezTo>
                  <a:pt x="81721" y="54468"/>
                  <a:pt x="84273" y="57040"/>
                  <a:pt x="84254" y="60187"/>
                </a:cubicBezTo>
                <a:cubicBezTo>
                  <a:pt x="84254" y="66693"/>
                  <a:pt x="89494" y="71990"/>
                  <a:pt x="95923" y="71990"/>
                </a:cubicBezTo>
                <a:cubicBezTo>
                  <a:pt x="102352" y="71990"/>
                  <a:pt x="107573" y="66693"/>
                  <a:pt x="107573" y="60187"/>
                </a:cubicBezTo>
                <a:cubicBezTo>
                  <a:pt x="107553" y="57020"/>
                  <a:pt x="110087" y="54468"/>
                  <a:pt x="113254" y="54449"/>
                </a:cubicBezTo>
                <a:lnTo>
                  <a:pt x="113273" y="54449"/>
                </a:lnTo>
                <a:cubicBezTo>
                  <a:pt x="116440" y="54468"/>
                  <a:pt x="118973" y="57040"/>
                  <a:pt x="118954" y="60187"/>
                </a:cubicBezTo>
                <a:cubicBezTo>
                  <a:pt x="118954" y="66693"/>
                  <a:pt x="127782" y="71990"/>
                  <a:pt x="134212" y="71990"/>
                </a:cubicBezTo>
                <a:cubicBezTo>
                  <a:pt x="140507" y="71990"/>
                  <a:pt x="145650" y="66904"/>
                  <a:pt x="145861" y="60590"/>
                </a:cubicBezTo>
                <a:lnTo>
                  <a:pt x="134768" y="10728"/>
                </a:lnTo>
                <a:cubicBezTo>
                  <a:pt x="133578" y="10690"/>
                  <a:pt x="132369" y="10690"/>
                  <a:pt x="131198" y="10728"/>
                </a:cubicBezTo>
                <a:lnTo>
                  <a:pt x="27579" y="10728"/>
                </a:lnTo>
                <a:cubicBezTo>
                  <a:pt x="26696" y="10709"/>
                  <a:pt x="24700" y="10690"/>
                  <a:pt x="24009" y="10728"/>
                </a:cubicBezTo>
                <a:close/>
                <a:moveTo>
                  <a:pt x="27291" y="0"/>
                </a:moveTo>
                <a:lnTo>
                  <a:pt x="129797" y="0"/>
                </a:lnTo>
                <a:cubicBezTo>
                  <a:pt x="134499" y="0"/>
                  <a:pt x="140737" y="38"/>
                  <a:pt x="143040" y="7312"/>
                </a:cubicBezTo>
                <a:lnTo>
                  <a:pt x="156993" y="58364"/>
                </a:lnTo>
                <a:cubicBezTo>
                  <a:pt x="157166" y="58959"/>
                  <a:pt x="157242" y="59573"/>
                  <a:pt x="157204" y="60187"/>
                </a:cubicBezTo>
                <a:cubicBezTo>
                  <a:pt x="157223" y="73027"/>
                  <a:pt x="147454" y="82201"/>
                  <a:pt x="134768" y="82201"/>
                </a:cubicBezTo>
                <a:cubicBezTo>
                  <a:pt x="127840" y="82201"/>
                  <a:pt x="117495" y="80377"/>
                  <a:pt x="113273" y="75483"/>
                </a:cubicBezTo>
                <a:cubicBezTo>
                  <a:pt x="109070" y="80377"/>
                  <a:pt x="102372" y="82201"/>
                  <a:pt x="95462" y="82201"/>
                </a:cubicBezTo>
                <a:cubicBezTo>
                  <a:pt x="88572" y="82201"/>
                  <a:pt x="82834" y="80397"/>
                  <a:pt x="78611" y="75483"/>
                </a:cubicBezTo>
                <a:cubicBezTo>
                  <a:pt x="74389" y="80377"/>
                  <a:pt x="70224" y="82201"/>
                  <a:pt x="63315" y="82201"/>
                </a:cubicBezTo>
                <a:cubicBezTo>
                  <a:pt x="56406" y="82201"/>
                  <a:pt x="48153" y="80397"/>
                  <a:pt x="43931" y="75483"/>
                </a:cubicBezTo>
                <a:cubicBezTo>
                  <a:pt x="39709" y="80397"/>
                  <a:pt x="30919" y="82201"/>
                  <a:pt x="24009" y="82201"/>
                </a:cubicBezTo>
                <a:cubicBezTo>
                  <a:pt x="11554" y="82201"/>
                  <a:pt x="441" y="73353"/>
                  <a:pt x="19" y="60897"/>
                </a:cubicBezTo>
                <a:cubicBezTo>
                  <a:pt x="0" y="60667"/>
                  <a:pt x="0" y="60437"/>
                  <a:pt x="0" y="60187"/>
                </a:cubicBezTo>
                <a:cubicBezTo>
                  <a:pt x="0" y="60053"/>
                  <a:pt x="19" y="59938"/>
                  <a:pt x="19" y="59803"/>
                </a:cubicBezTo>
                <a:cubicBezTo>
                  <a:pt x="38" y="59573"/>
                  <a:pt x="57" y="59343"/>
                  <a:pt x="96" y="59131"/>
                </a:cubicBezTo>
                <a:cubicBezTo>
                  <a:pt x="57" y="58940"/>
                  <a:pt x="38" y="58728"/>
                  <a:pt x="19" y="58537"/>
                </a:cubicBezTo>
                <a:lnTo>
                  <a:pt x="19" y="57558"/>
                </a:lnTo>
                <a:cubicBezTo>
                  <a:pt x="57" y="57193"/>
                  <a:pt x="115" y="56848"/>
                  <a:pt x="211" y="56483"/>
                </a:cubicBezTo>
                <a:lnTo>
                  <a:pt x="14087" y="7485"/>
                </a:lnTo>
                <a:cubicBezTo>
                  <a:pt x="17139" y="38"/>
                  <a:pt x="22743" y="0"/>
                  <a:pt x="27291" y="0"/>
                </a:cubicBezTo>
                <a:close/>
              </a:path>
            </a:pathLst>
          </a:custGeom>
          <a:solidFill>
            <a:schemeClr val="accent1"/>
          </a:solidFill>
          <a:ln w="149"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51" name="组合 50"/>
          <p:cNvGrpSpPr/>
          <p:nvPr/>
        </p:nvGrpSpPr>
        <p:grpSpPr>
          <a:xfrm>
            <a:off x="10869416" y="3033847"/>
            <a:ext cx="170199" cy="115856"/>
            <a:chOff x="9974737" y="3040915"/>
            <a:chExt cx="148571" cy="101134"/>
          </a:xfrm>
          <a:solidFill>
            <a:schemeClr val="accent1"/>
          </a:solidFill>
        </p:grpSpPr>
        <p:sp>
          <p:nvSpPr>
            <p:cNvPr id="52" name="任意多边形: 形状 51"/>
            <p:cNvSpPr/>
            <p:nvPr/>
          </p:nvSpPr>
          <p:spPr>
            <a:xfrm>
              <a:off x="10018020" y="3061353"/>
              <a:ext cx="60872" cy="58900"/>
            </a:xfrm>
            <a:custGeom>
              <a:avLst/>
              <a:gdLst>
                <a:gd name="connsiteX0" fmla="*/ 45181 w 60872"/>
                <a:gd name="connsiteY0" fmla="*/ 58901 h 58900"/>
                <a:gd name="connsiteX1" fmla="*/ 42466 w 60872"/>
                <a:gd name="connsiteY1" fmla="*/ 58147 h 58900"/>
                <a:gd name="connsiteX2" fmla="*/ 29871 w 60872"/>
                <a:gd name="connsiteY2" fmla="*/ 51133 h 58900"/>
                <a:gd name="connsiteX3" fmla="*/ 16899 w 60872"/>
                <a:gd name="connsiteY3" fmla="*/ 57619 h 58900"/>
                <a:gd name="connsiteX4" fmla="*/ 11017 w 60872"/>
                <a:gd name="connsiteY4" fmla="*/ 57091 h 58900"/>
                <a:gd name="connsiteX5" fmla="*/ 8980 w 60872"/>
                <a:gd name="connsiteY5" fmla="*/ 51585 h 58900"/>
                <a:gd name="connsiteX6" fmla="*/ 11695 w 60872"/>
                <a:gd name="connsiteY6" fmla="*/ 37407 h 58900"/>
                <a:gd name="connsiteX7" fmla="*/ 1590 w 60872"/>
                <a:gd name="connsiteY7" fmla="*/ 27075 h 58900"/>
                <a:gd name="connsiteX8" fmla="*/ 308 w 60872"/>
                <a:gd name="connsiteY8" fmla="*/ 21343 h 58900"/>
                <a:gd name="connsiteX9" fmla="*/ 4908 w 60872"/>
                <a:gd name="connsiteY9" fmla="*/ 17648 h 58900"/>
                <a:gd name="connsiteX10" fmla="*/ 19162 w 60872"/>
                <a:gd name="connsiteY10" fmla="*/ 15913 h 58900"/>
                <a:gd name="connsiteX11" fmla="*/ 25874 w 60872"/>
                <a:gd name="connsiteY11" fmla="*/ 3017 h 58900"/>
                <a:gd name="connsiteX12" fmla="*/ 30851 w 60872"/>
                <a:gd name="connsiteY12" fmla="*/ 0 h 58900"/>
                <a:gd name="connsiteX13" fmla="*/ 30927 w 60872"/>
                <a:gd name="connsiteY13" fmla="*/ 0 h 58900"/>
                <a:gd name="connsiteX14" fmla="*/ 35904 w 60872"/>
                <a:gd name="connsiteY14" fmla="*/ 3092 h 58900"/>
                <a:gd name="connsiteX15" fmla="*/ 35980 w 60872"/>
                <a:gd name="connsiteY15" fmla="*/ 3168 h 58900"/>
                <a:gd name="connsiteX16" fmla="*/ 41938 w 60872"/>
                <a:gd name="connsiteY16" fmla="*/ 16365 h 58900"/>
                <a:gd name="connsiteX17" fmla="*/ 56267 w 60872"/>
                <a:gd name="connsiteY17" fmla="*/ 18779 h 58900"/>
                <a:gd name="connsiteX18" fmla="*/ 60641 w 60872"/>
                <a:gd name="connsiteY18" fmla="*/ 22625 h 58900"/>
                <a:gd name="connsiteX19" fmla="*/ 59133 w 60872"/>
                <a:gd name="connsiteY19" fmla="*/ 28357 h 58900"/>
                <a:gd name="connsiteX20" fmla="*/ 48499 w 60872"/>
                <a:gd name="connsiteY20" fmla="*/ 38161 h 58900"/>
                <a:gd name="connsiteX21" fmla="*/ 50611 w 60872"/>
                <a:gd name="connsiteY21" fmla="*/ 52566 h 58900"/>
                <a:gd name="connsiteX22" fmla="*/ 48197 w 60872"/>
                <a:gd name="connsiteY22" fmla="*/ 57996 h 58900"/>
                <a:gd name="connsiteX23" fmla="*/ 45181 w 60872"/>
                <a:gd name="connsiteY23" fmla="*/ 58901 h 58900"/>
                <a:gd name="connsiteX24" fmla="*/ 43220 w 60872"/>
                <a:gd name="connsiteY24" fmla="*/ 53621 h 58900"/>
                <a:gd name="connsiteX25" fmla="*/ 43220 w 60872"/>
                <a:gd name="connsiteY25" fmla="*/ 53621 h 58900"/>
                <a:gd name="connsiteX26" fmla="*/ 29871 w 60872"/>
                <a:gd name="connsiteY26" fmla="*/ 43365 h 58900"/>
                <a:gd name="connsiteX27" fmla="*/ 32586 w 60872"/>
                <a:gd name="connsiteY27" fmla="*/ 44119 h 58900"/>
                <a:gd name="connsiteX28" fmla="*/ 42616 w 60872"/>
                <a:gd name="connsiteY28" fmla="*/ 49700 h 58900"/>
                <a:gd name="connsiteX29" fmla="*/ 40957 w 60872"/>
                <a:gd name="connsiteY29" fmla="*/ 38236 h 58900"/>
                <a:gd name="connsiteX30" fmla="*/ 42692 w 60872"/>
                <a:gd name="connsiteY30" fmla="*/ 33410 h 58900"/>
                <a:gd name="connsiteX31" fmla="*/ 51063 w 60872"/>
                <a:gd name="connsiteY31" fmla="*/ 25642 h 58900"/>
                <a:gd name="connsiteX32" fmla="*/ 39751 w 60872"/>
                <a:gd name="connsiteY32" fmla="*/ 23756 h 58900"/>
                <a:gd name="connsiteX33" fmla="*/ 35527 w 60872"/>
                <a:gd name="connsiteY33" fmla="*/ 20589 h 58900"/>
                <a:gd name="connsiteX34" fmla="*/ 30701 w 60872"/>
                <a:gd name="connsiteY34" fmla="*/ 10106 h 58900"/>
                <a:gd name="connsiteX35" fmla="*/ 25421 w 60872"/>
                <a:gd name="connsiteY35" fmla="*/ 20287 h 58900"/>
                <a:gd name="connsiteX36" fmla="*/ 21123 w 60872"/>
                <a:gd name="connsiteY36" fmla="*/ 23379 h 58900"/>
                <a:gd name="connsiteX37" fmla="*/ 9735 w 60872"/>
                <a:gd name="connsiteY37" fmla="*/ 24661 h 58900"/>
                <a:gd name="connsiteX38" fmla="*/ 17804 w 60872"/>
                <a:gd name="connsiteY38" fmla="*/ 32882 h 58900"/>
                <a:gd name="connsiteX39" fmla="*/ 19313 w 60872"/>
                <a:gd name="connsiteY39" fmla="*/ 37558 h 58900"/>
                <a:gd name="connsiteX40" fmla="*/ 19237 w 60872"/>
                <a:gd name="connsiteY40" fmla="*/ 37784 h 58900"/>
                <a:gd name="connsiteX41" fmla="*/ 17050 w 60872"/>
                <a:gd name="connsiteY41" fmla="*/ 49096 h 58900"/>
                <a:gd name="connsiteX42" fmla="*/ 27307 w 60872"/>
                <a:gd name="connsiteY42" fmla="*/ 43968 h 58900"/>
                <a:gd name="connsiteX43" fmla="*/ 29871 w 60872"/>
                <a:gd name="connsiteY43" fmla="*/ 43365 h 58900"/>
                <a:gd name="connsiteX44" fmla="*/ 5813 w 60872"/>
                <a:gd name="connsiteY44" fmla="*/ 25189 h 58900"/>
                <a:gd name="connsiteX45" fmla="*/ 5813 w 60872"/>
                <a:gd name="connsiteY45" fmla="*/ 25189 h 58900"/>
                <a:gd name="connsiteX46" fmla="*/ 6869 w 60872"/>
                <a:gd name="connsiteY46" fmla="*/ 21796 h 58900"/>
                <a:gd name="connsiteX47" fmla="*/ 6869 w 60872"/>
                <a:gd name="connsiteY47" fmla="*/ 21796 h 5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872" h="58900">
                  <a:moveTo>
                    <a:pt x="45181" y="58901"/>
                  </a:moveTo>
                  <a:cubicBezTo>
                    <a:pt x="44276" y="58901"/>
                    <a:pt x="43295" y="58674"/>
                    <a:pt x="42466" y="58147"/>
                  </a:cubicBezTo>
                  <a:lnTo>
                    <a:pt x="29871" y="51133"/>
                  </a:lnTo>
                  <a:lnTo>
                    <a:pt x="16899" y="57619"/>
                  </a:lnTo>
                  <a:cubicBezTo>
                    <a:pt x="14938" y="58599"/>
                    <a:pt x="12751" y="58373"/>
                    <a:pt x="11017" y="57091"/>
                  </a:cubicBezTo>
                  <a:cubicBezTo>
                    <a:pt x="9282" y="55809"/>
                    <a:pt x="8528" y="53697"/>
                    <a:pt x="8980" y="51585"/>
                  </a:cubicBezTo>
                  <a:lnTo>
                    <a:pt x="11695" y="37407"/>
                  </a:lnTo>
                  <a:lnTo>
                    <a:pt x="1590" y="27075"/>
                  </a:lnTo>
                  <a:cubicBezTo>
                    <a:pt x="81" y="25566"/>
                    <a:pt x="-371" y="23379"/>
                    <a:pt x="308" y="21343"/>
                  </a:cubicBezTo>
                  <a:cubicBezTo>
                    <a:pt x="1062" y="19307"/>
                    <a:pt x="2796" y="17874"/>
                    <a:pt x="4908" y="17648"/>
                  </a:cubicBezTo>
                  <a:lnTo>
                    <a:pt x="19162" y="15913"/>
                  </a:lnTo>
                  <a:lnTo>
                    <a:pt x="25874" y="3017"/>
                  </a:lnTo>
                  <a:cubicBezTo>
                    <a:pt x="26854" y="1131"/>
                    <a:pt x="28740" y="0"/>
                    <a:pt x="30851" y="0"/>
                  </a:cubicBezTo>
                  <a:lnTo>
                    <a:pt x="30927" y="0"/>
                  </a:lnTo>
                  <a:cubicBezTo>
                    <a:pt x="33038" y="0"/>
                    <a:pt x="34924" y="1207"/>
                    <a:pt x="35904" y="3092"/>
                  </a:cubicBezTo>
                  <a:lnTo>
                    <a:pt x="35980" y="3168"/>
                  </a:lnTo>
                  <a:lnTo>
                    <a:pt x="41938" y="16365"/>
                  </a:lnTo>
                  <a:lnTo>
                    <a:pt x="56267" y="18779"/>
                  </a:lnTo>
                  <a:cubicBezTo>
                    <a:pt x="58303" y="19080"/>
                    <a:pt x="60038" y="20589"/>
                    <a:pt x="60641" y="22625"/>
                  </a:cubicBezTo>
                  <a:cubicBezTo>
                    <a:pt x="61244" y="24661"/>
                    <a:pt x="60641" y="26848"/>
                    <a:pt x="59133" y="28357"/>
                  </a:cubicBezTo>
                  <a:lnTo>
                    <a:pt x="48499" y="38161"/>
                  </a:lnTo>
                  <a:lnTo>
                    <a:pt x="50611" y="52566"/>
                  </a:lnTo>
                  <a:cubicBezTo>
                    <a:pt x="50912" y="54677"/>
                    <a:pt x="50007" y="56714"/>
                    <a:pt x="48197" y="57996"/>
                  </a:cubicBezTo>
                  <a:cubicBezTo>
                    <a:pt x="47292" y="58599"/>
                    <a:pt x="46236" y="58901"/>
                    <a:pt x="45181" y="58901"/>
                  </a:cubicBezTo>
                  <a:close/>
                  <a:moveTo>
                    <a:pt x="43220" y="53621"/>
                  </a:moveTo>
                  <a:cubicBezTo>
                    <a:pt x="43220" y="53621"/>
                    <a:pt x="43220" y="53697"/>
                    <a:pt x="43220" y="53621"/>
                  </a:cubicBezTo>
                  <a:close/>
                  <a:moveTo>
                    <a:pt x="29871" y="43365"/>
                  </a:moveTo>
                  <a:cubicBezTo>
                    <a:pt x="30776" y="43365"/>
                    <a:pt x="31756" y="43591"/>
                    <a:pt x="32586" y="44119"/>
                  </a:cubicBezTo>
                  <a:lnTo>
                    <a:pt x="42616" y="49700"/>
                  </a:lnTo>
                  <a:lnTo>
                    <a:pt x="40957" y="38236"/>
                  </a:lnTo>
                  <a:cubicBezTo>
                    <a:pt x="40731" y="36351"/>
                    <a:pt x="41410" y="34541"/>
                    <a:pt x="42692" y="33410"/>
                  </a:cubicBezTo>
                  <a:lnTo>
                    <a:pt x="51063" y="25642"/>
                  </a:lnTo>
                  <a:lnTo>
                    <a:pt x="39751" y="23756"/>
                  </a:lnTo>
                  <a:cubicBezTo>
                    <a:pt x="37865" y="23455"/>
                    <a:pt x="36281" y="22323"/>
                    <a:pt x="35527" y="20589"/>
                  </a:cubicBezTo>
                  <a:lnTo>
                    <a:pt x="30701" y="10106"/>
                  </a:lnTo>
                  <a:lnTo>
                    <a:pt x="25421" y="20287"/>
                  </a:lnTo>
                  <a:cubicBezTo>
                    <a:pt x="24667" y="21946"/>
                    <a:pt x="23008" y="23153"/>
                    <a:pt x="21123" y="23379"/>
                  </a:cubicBezTo>
                  <a:lnTo>
                    <a:pt x="9735" y="24661"/>
                  </a:lnTo>
                  <a:lnTo>
                    <a:pt x="17804" y="32882"/>
                  </a:lnTo>
                  <a:cubicBezTo>
                    <a:pt x="19011" y="34013"/>
                    <a:pt x="19539" y="35748"/>
                    <a:pt x="19313" y="37558"/>
                  </a:cubicBezTo>
                  <a:lnTo>
                    <a:pt x="19237" y="37784"/>
                  </a:lnTo>
                  <a:lnTo>
                    <a:pt x="17050" y="49096"/>
                  </a:lnTo>
                  <a:lnTo>
                    <a:pt x="27307" y="43968"/>
                  </a:lnTo>
                  <a:cubicBezTo>
                    <a:pt x="28136" y="43591"/>
                    <a:pt x="28966" y="43365"/>
                    <a:pt x="29871" y="43365"/>
                  </a:cubicBezTo>
                  <a:close/>
                  <a:moveTo>
                    <a:pt x="5813" y="25189"/>
                  </a:moveTo>
                  <a:cubicBezTo>
                    <a:pt x="5738" y="25189"/>
                    <a:pt x="5813" y="25189"/>
                    <a:pt x="5813" y="25189"/>
                  </a:cubicBezTo>
                  <a:close/>
                  <a:moveTo>
                    <a:pt x="6869" y="21796"/>
                  </a:moveTo>
                  <a:cubicBezTo>
                    <a:pt x="6944" y="21796"/>
                    <a:pt x="6869" y="21796"/>
                    <a:pt x="6869" y="21796"/>
                  </a:cubicBezTo>
                  <a:close/>
                </a:path>
              </a:pathLst>
            </a:custGeom>
            <a:grpFill/>
            <a:ln w="3175" cap="flat">
              <a:solidFill>
                <a:schemeClr val="accent2"/>
              </a:solid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53" name="任意多边形: 形状 52"/>
            <p:cNvSpPr/>
            <p:nvPr/>
          </p:nvSpPr>
          <p:spPr>
            <a:xfrm>
              <a:off x="9974737" y="3040915"/>
              <a:ext cx="148571" cy="101134"/>
            </a:xfrm>
            <a:custGeom>
              <a:avLst/>
              <a:gdLst>
                <a:gd name="connsiteX0" fmla="*/ 138390 w 148571"/>
                <a:gd name="connsiteY0" fmla="*/ 101134 h 101134"/>
                <a:gd name="connsiteX1" fmla="*/ 10181 w 148571"/>
                <a:gd name="connsiteY1" fmla="*/ 101134 h 101134"/>
                <a:gd name="connsiteX2" fmla="*/ 0 w 148571"/>
                <a:gd name="connsiteY2" fmla="*/ 90953 h 101134"/>
                <a:gd name="connsiteX3" fmla="*/ 0 w 148571"/>
                <a:gd name="connsiteY3" fmla="*/ 67875 h 101134"/>
                <a:gd name="connsiteX4" fmla="*/ 3243 w 148571"/>
                <a:gd name="connsiteY4" fmla="*/ 67423 h 101134"/>
                <a:gd name="connsiteX5" fmla="*/ 19231 w 148571"/>
                <a:gd name="connsiteY5" fmla="*/ 48946 h 101134"/>
                <a:gd name="connsiteX6" fmla="*/ 3243 w 148571"/>
                <a:gd name="connsiteY6" fmla="*/ 30393 h 101134"/>
                <a:gd name="connsiteX7" fmla="*/ 0 w 148571"/>
                <a:gd name="connsiteY7" fmla="*/ 29941 h 101134"/>
                <a:gd name="connsiteX8" fmla="*/ 0 w 148571"/>
                <a:gd name="connsiteY8" fmla="*/ 10181 h 101134"/>
                <a:gd name="connsiteX9" fmla="*/ 10181 w 148571"/>
                <a:gd name="connsiteY9" fmla="*/ 0 h 101134"/>
                <a:gd name="connsiteX10" fmla="*/ 138390 w 148571"/>
                <a:gd name="connsiteY10" fmla="*/ 0 h 101134"/>
                <a:gd name="connsiteX11" fmla="*/ 148571 w 148571"/>
                <a:gd name="connsiteY11" fmla="*/ 10181 h 101134"/>
                <a:gd name="connsiteX12" fmla="*/ 148571 w 148571"/>
                <a:gd name="connsiteY12" fmla="*/ 29941 h 101134"/>
                <a:gd name="connsiteX13" fmla="*/ 145329 w 148571"/>
                <a:gd name="connsiteY13" fmla="*/ 30393 h 101134"/>
                <a:gd name="connsiteX14" fmla="*/ 129340 w 148571"/>
                <a:gd name="connsiteY14" fmla="*/ 48946 h 101134"/>
                <a:gd name="connsiteX15" fmla="*/ 145329 w 148571"/>
                <a:gd name="connsiteY15" fmla="*/ 67498 h 101134"/>
                <a:gd name="connsiteX16" fmla="*/ 148571 w 148571"/>
                <a:gd name="connsiteY16" fmla="*/ 67951 h 101134"/>
                <a:gd name="connsiteX17" fmla="*/ 148571 w 148571"/>
                <a:gd name="connsiteY17" fmla="*/ 90953 h 101134"/>
                <a:gd name="connsiteX18" fmla="*/ 138390 w 148571"/>
                <a:gd name="connsiteY18" fmla="*/ 101134 h 101134"/>
                <a:gd name="connsiteX19" fmla="*/ 7542 w 148571"/>
                <a:gd name="connsiteY19" fmla="*/ 74286 h 101134"/>
                <a:gd name="connsiteX20" fmla="*/ 7542 w 148571"/>
                <a:gd name="connsiteY20" fmla="*/ 90953 h 101134"/>
                <a:gd name="connsiteX21" fmla="*/ 10181 w 148571"/>
                <a:gd name="connsiteY21" fmla="*/ 93593 h 101134"/>
                <a:gd name="connsiteX22" fmla="*/ 138390 w 148571"/>
                <a:gd name="connsiteY22" fmla="*/ 93593 h 101134"/>
                <a:gd name="connsiteX23" fmla="*/ 141030 w 148571"/>
                <a:gd name="connsiteY23" fmla="*/ 90953 h 101134"/>
                <a:gd name="connsiteX24" fmla="*/ 141030 w 148571"/>
                <a:gd name="connsiteY24" fmla="*/ 74210 h 101134"/>
                <a:gd name="connsiteX25" fmla="*/ 121798 w 148571"/>
                <a:gd name="connsiteY25" fmla="*/ 48946 h 101134"/>
                <a:gd name="connsiteX26" fmla="*/ 141030 w 148571"/>
                <a:gd name="connsiteY26" fmla="*/ 23681 h 101134"/>
                <a:gd name="connsiteX27" fmla="*/ 141030 w 148571"/>
                <a:gd name="connsiteY27" fmla="*/ 10181 h 101134"/>
                <a:gd name="connsiteX28" fmla="*/ 138390 w 148571"/>
                <a:gd name="connsiteY28" fmla="*/ 7542 h 101134"/>
                <a:gd name="connsiteX29" fmla="*/ 10181 w 148571"/>
                <a:gd name="connsiteY29" fmla="*/ 7542 h 101134"/>
                <a:gd name="connsiteX30" fmla="*/ 7542 w 148571"/>
                <a:gd name="connsiteY30" fmla="*/ 10181 h 101134"/>
                <a:gd name="connsiteX31" fmla="*/ 7542 w 148571"/>
                <a:gd name="connsiteY31" fmla="*/ 23681 h 101134"/>
                <a:gd name="connsiteX32" fmla="*/ 26773 w 148571"/>
                <a:gd name="connsiteY32" fmla="*/ 48946 h 101134"/>
                <a:gd name="connsiteX33" fmla="*/ 7542 w 148571"/>
                <a:gd name="connsiteY33" fmla="*/ 74286 h 10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8571" h="101134">
                  <a:moveTo>
                    <a:pt x="138390" y="101134"/>
                  </a:moveTo>
                  <a:lnTo>
                    <a:pt x="10181" y="101134"/>
                  </a:lnTo>
                  <a:cubicBezTo>
                    <a:pt x="4600" y="101134"/>
                    <a:pt x="0" y="96534"/>
                    <a:pt x="0" y="90953"/>
                  </a:cubicBezTo>
                  <a:lnTo>
                    <a:pt x="0" y="67875"/>
                  </a:lnTo>
                  <a:lnTo>
                    <a:pt x="3243" y="67423"/>
                  </a:lnTo>
                  <a:cubicBezTo>
                    <a:pt x="12368" y="66141"/>
                    <a:pt x="19231" y="58222"/>
                    <a:pt x="19231" y="48946"/>
                  </a:cubicBezTo>
                  <a:cubicBezTo>
                    <a:pt x="19231" y="39745"/>
                    <a:pt x="12368" y="31751"/>
                    <a:pt x="3243" y="30393"/>
                  </a:cubicBezTo>
                  <a:lnTo>
                    <a:pt x="0" y="29941"/>
                  </a:lnTo>
                  <a:lnTo>
                    <a:pt x="0" y="10181"/>
                  </a:lnTo>
                  <a:cubicBezTo>
                    <a:pt x="0" y="4600"/>
                    <a:pt x="4600" y="0"/>
                    <a:pt x="10181" y="0"/>
                  </a:cubicBezTo>
                  <a:lnTo>
                    <a:pt x="138390" y="0"/>
                  </a:lnTo>
                  <a:cubicBezTo>
                    <a:pt x="143971" y="0"/>
                    <a:pt x="148571" y="4600"/>
                    <a:pt x="148571" y="10181"/>
                  </a:cubicBezTo>
                  <a:lnTo>
                    <a:pt x="148571" y="29941"/>
                  </a:lnTo>
                  <a:lnTo>
                    <a:pt x="145329" y="30393"/>
                  </a:lnTo>
                  <a:cubicBezTo>
                    <a:pt x="136203" y="31751"/>
                    <a:pt x="129340" y="39669"/>
                    <a:pt x="129340" y="48946"/>
                  </a:cubicBezTo>
                  <a:cubicBezTo>
                    <a:pt x="129340" y="58147"/>
                    <a:pt x="136203" y="66141"/>
                    <a:pt x="145329" y="67498"/>
                  </a:cubicBezTo>
                  <a:lnTo>
                    <a:pt x="148571" y="67951"/>
                  </a:lnTo>
                  <a:lnTo>
                    <a:pt x="148571" y="90953"/>
                  </a:lnTo>
                  <a:cubicBezTo>
                    <a:pt x="148571" y="96534"/>
                    <a:pt x="143971" y="101134"/>
                    <a:pt x="138390" y="101134"/>
                  </a:cubicBezTo>
                  <a:close/>
                  <a:moveTo>
                    <a:pt x="7542" y="74286"/>
                  </a:moveTo>
                  <a:lnTo>
                    <a:pt x="7542" y="90953"/>
                  </a:lnTo>
                  <a:cubicBezTo>
                    <a:pt x="7542" y="92386"/>
                    <a:pt x="8748" y="93593"/>
                    <a:pt x="10181" y="93593"/>
                  </a:cubicBezTo>
                  <a:lnTo>
                    <a:pt x="138390" y="93593"/>
                  </a:lnTo>
                  <a:cubicBezTo>
                    <a:pt x="139823" y="93593"/>
                    <a:pt x="141030" y="92386"/>
                    <a:pt x="141030" y="90953"/>
                  </a:cubicBezTo>
                  <a:lnTo>
                    <a:pt x="141030" y="74210"/>
                  </a:lnTo>
                  <a:cubicBezTo>
                    <a:pt x="129868" y="71118"/>
                    <a:pt x="121798" y="60711"/>
                    <a:pt x="121798" y="48946"/>
                  </a:cubicBezTo>
                  <a:cubicBezTo>
                    <a:pt x="121798" y="37105"/>
                    <a:pt x="129868" y="26773"/>
                    <a:pt x="141030" y="23681"/>
                  </a:cubicBezTo>
                  <a:lnTo>
                    <a:pt x="141030" y="10181"/>
                  </a:lnTo>
                  <a:cubicBezTo>
                    <a:pt x="141030" y="8748"/>
                    <a:pt x="139823" y="7542"/>
                    <a:pt x="138390" y="7542"/>
                  </a:cubicBezTo>
                  <a:lnTo>
                    <a:pt x="10181" y="7542"/>
                  </a:lnTo>
                  <a:cubicBezTo>
                    <a:pt x="8748" y="7542"/>
                    <a:pt x="7542" y="8748"/>
                    <a:pt x="7542" y="10181"/>
                  </a:cubicBezTo>
                  <a:lnTo>
                    <a:pt x="7542" y="23681"/>
                  </a:lnTo>
                  <a:cubicBezTo>
                    <a:pt x="18703" y="26773"/>
                    <a:pt x="26773" y="37181"/>
                    <a:pt x="26773" y="48946"/>
                  </a:cubicBezTo>
                  <a:cubicBezTo>
                    <a:pt x="26773" y="60862"/>
                    <a:pt x="18703" y="71194"/>
                    <a:pt x="7542" y="74286"/>
                  </a:cubicBezTo>
                  <a:close/>
                </a:path>
              </a:pathLst>
            </a:custGeom>
            <a:grpFill/>
            <a:ln w="3175" cap="flat">
              <a:solidFill>
                <a:schemeClr val="accent2"/>
              </a:solid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54" name="图形 111"/>
          <p:cNvSpPr/>
          <p:nvPr/>
        </p:nvSpPr>
        <p:spPr>
          <a:xfrm>
            <a:off x="10891338" y="3542762"/>
            <a:ext cx="148277" cy="149246"/>
          </a:xfrm>
          <a:custGeom>
            <a:avLst/>
            <a:gdLst>
              <a:gd name="connsiteX0" fmla="*/ 84492 w 148277"/>
              <a:gd name="connsiteY0" fmla="*/ 56227 h 149246"/>
              <a:gd name="connsiteX1" fmla="*/ 91770 w 148277"/>
              <a:gd name="connsiteY1" fmla="*/ 34872 h 149246"/>
              <a:gd name="connsiteX2" fmla="*/ 56898 w 148277"/>
              <a:gd name="connsiteY2" fmla="*/ 0 h 149246"/>
              <a:gd name="connsiteX3" fmla="*/ 22026 w 148277"/>
              <a:gd name="connsiteY3" fmla="*/ 34872 h 149246"/>
              <a:gd name="connsiteX4" fmla="*/ 29224 w 148277"/>
              <a:gd name="connsiteY4" fmla="*/ 56147 h 149246"/>
              <a:gd name="connsiteX5" fmla="*/ 1870 w 148277"/>
              <a:gd name="connsiteY5" fmla="*/ 100777 h 149246"/>
              <a:gd name="connsiteX6" fmla="*/ 1070 w 148277"/>
              <a:gd name="connsiteY6" fmla="*/ 124212 h 149246"/>
              <a:gd name="connsiteX7" fmla="*/ 8669 w 148277"/>
              <a:gd name="connsiteY7" fmla="*/ 129091 h 149246"/>
              <a:gd name="connsiteX8" fmla="*/ 13548 w 148277"/>
              <a:gd name="connsiteY8" fmla="*/ 121493 h 149246"/>
              <a:gd name="connsiteX9" fmla="*/ 14267 w 148277"/>
              <a:gd name="connsiteY9" fmla="*/ 104137 h 149246"/>
              <a:gd name="connsiteX10" fmla="*/ 37702 w 148277"/>
              <a:gd name="connsiteY10" fmla="*/ 65745 h 149246"/>
              <a:gd name="connsiteX11" fmla="*/ 56898 w 148277"/>
              <a:gd name="connsiteY11" fmla="*/ 70624 h 149246"/>
              <a:gd name="connsiteX12" fmla="*/ 76013 w 148277"/>
              <a:gd name="connsiteY12" fmla="*/ 65745 h 149246"/>
              <a:gd name="connsiteX13" fmla="*/ 99848 w 148277"/>
              <a:gd name="connsiteY13" fmla="*/ 102457 h 149246"/>
              <a:gd name="connsiteX14" fmla="*/ 96489 w 148277"/>
              <a:gd name="connsiteY14" fmla="*/ 129811 h 149246"/>
              <a:gd name="connsiteX15" fmla="*/ 83212 w 148277"/>
              <a:gd name="connsiteY15" fmla="*/ 136449 h 149246"/>
              <a:gd name="connsiteX16" fmla="*/ 30584 w 148277"/>
              <a:gd name="connsiteY16" fmla="*/ 136449 h 149246"/>
              <a:gd name="connsiteX17" fmla="*/ 24185 w 148277"/>
              <a:gd name="connsiteY17" fmla="*/ 142848 h 149246"/>
              <a:gd name="connsiteX18" fmla="*/ 30584 w 148277"/>
              <a:gd name="connsiteY18" fmla="*/ 149246 h 149246"/>
              <a:gd name="connsiteX19" fmla="*/ 83212 w 148277"/>
              <a:gd name="connsiteY19" fmla="*/ 149246 h 149246"/>
              <a:gd name="connsiteX20" fmla="*/ 106807 w 148277"/>
              <a:gd name="connsiteY20" fmla="*/ 137409 h 149246"/>
              <a:gd name="connsiteX21" fmla="*/ 112165 w 148277"/>
              <a:gd name="connsiteY21" fmla="*/ 98698 h 149246"/>
              <a:gd name="connsiteX22" fmla="*/ 84492 w 148277"/>
              <a:gd name="connsiteY22" fmla="*/ 56227 h 149246"/>
              <a:gd name="connsiteX23" fmla="*/ 56898 w 148277"/>
              <a:gd name="connsiteY23" fmla="*/ 12797 h 149246"/>
              <a:gd name="connsiteX24" fmla="*/ 78973 w 148277"/>
              <a:gd name="connsiteY24" fmla="*/ 34872 h 149246"/>
              <a:gd name="connsiteX25" fmla="*/ 69375 w 148277"/>
              <a:gd name="connsiteY25" fmla="*/ 53108 h 149246"/>
              <a:gd name="connsiteX26" fmla="*/ 56898 w 148277"/>
              <a:gd name="connsiteY26" fmla="*/ 56947 h 149246"/>
              <a:gd name="connsiteX27" fmla="*/ 44421 w 148277"/>
              <a:gd name="connsiteY27" fmla="*/ 53108 h 149246"/>
              <a:gd name="connsiteX28" fmla="*/ 34823 w 148277"/>
              <a:gd name="connsiteY28" fmla="*/ 34872 h 149246"/>
              <a:gd name="connsiteX29" fmla="*/ 56898 w 148277"/>
              <a:gd name="connsiteY29" fmla="*/ 12797 h 149246"/>
              <a:gd name="connsiteX30" fmla="*/ 140879 w 148277"/>
              <a:gd name="connsiteY30" fmla="*/ 77982 h 149246"/>
              <a:gd name="connsiteX31" fmla="*/ 124882 w 148277"/>
              <a:gd name="connsiteY31" fmla="*/ 57267 h 149246"/>
              <a:gd name="connsiteX32" fmla="*/ 133041 w 148277"/>
              <a:gd name="connsiteY32" fmla="*/ 34872 h 149246"/>
              <a:gd name="connsiteX33" fmla="*/ 98168 w 148277"/>
              <a:gd name="connsiteY33" fmla="*/ 0 h 149246"/>
              <a:gd name="connsiteX34" fmla="*/ 91770 w 148277"/>
              <a:gd name="connsiteY34" fmla="*/ 6399 h 149246"/>
              <a:gd name="connsiteX35" fmla="*/ 98168 w 148277"/>
              <a:gd name="connsiteY35" fmla="*/ 12797 h 149246"/>
              <a:gd name="connsiteX36" fmla="*/ 120244 w 148277"/>
              <a:gd name="connsiteY36" fmla="*/ 34872 h 149246"/>
              <a:gd name="connsiteX37" fmla="*/ 111845 w 148277"/>
              <a:gd name="connsiteY37" fmla="*/ 52228 h 149246"/>
              <a:gd name="connsiteX38" fmla="*/ 107846 w 148277"/>
              <a:gd name="connsiteY38" fmla="*/ 56227 h 149246"/>
              <a:gd name="connsiteX39" fmla="*/ 111845 w 148277"/>
              <a:gd name="connsiteY39" fmla="*/ 64386 h 149246"/>
              <a:gd name="connsiteX40" fmla="*/ 129441 w 148277"/>
              <a:gd name="connsiteY40" fmla="*/ 83581 h 149246"/>
              <a:gd name="connsiteX41" fmla="*/ 130881 w 148277"/>
              <a:gd name="connsiteY41" fmla="*/ 136689 h 149246"/>
              <a:gd name="connsiteX42" fmla="*/ 134720 w 148277"/>
              <a:gd name="connsiteY42" fmla="*/ 144847 h 149246"/>
              <a:gd name="connsiteX43" fmla="*/ 136880 w 148277"/>
              <a:gd name="connsiteY43" fmla="*/ 145247 h 149246"/>
              <a:gd name="connsiteX44" fmla="*/ 142878 w 148277"/>
              <a:gd name="connsiteY44" fmla="*/ 141008 h 149246"/>
              <a:gd name="connsiteX45" fmla="*/ 140879 w 148277"/>
              <a:gd name="connsiteY45" fmla="*/ 77982 h 149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48277" h="149246">
                <a:moveTo>
                  <a:pt x="84492" y="56227"/>
                </a:moveTo>
                <a:cubicBezTo>
                  <a:pt x="89131" y="50229"/>
                  <a:pt x="91770" y="42710"/>
                  <a:pt x="91770" y="34872"/>
                </a:cubicBezTo>
                <a:cubicBezTo>
                  <a:pt x="91770" y="15676"/>
                  <a:pt x="76173" y="0"/>
                  <a:pt x="56898" y="0"/>
                </a:cubicBezTo>
                <a:cubicBezTo>
                  <a:pt x="37622" y="0"/>
                  <a:pt x="22026" y="15676"/>
                  <a:pt x="22026" y="34872"/>
                </a:cubicBezTo>
                <a:cubicBezTo>
                  <a:pt x="22026" y="42630"/>
                  <a:pt x="24665" y="50069"/>
                  <a:pt x="29224" y="56147"/>
                </a:cubicBezTo>
                <a:cubicBezTo>
                  <a:pt x="17387" y="65825"/>
                  <a:pt x="5149" y="88700"/>
                  <a:pt x="1870" y="100777"/>
                </a:cubicBezTo>
                <a:cubicBezTo>
                  <a:pt x="-289" y="108696"/>
                  <a:pt x="-609" y="116854"/>
                  <a:pt x="1070" y="124212"/>
                </a:cubicBezTo>
                <a:cubicBezTo>
                  <a:pt x="1790" y="127651"/>
                  <a:pt x="5229" y="129891"/>
                  <a:pt x="8669" y="129091"/>
                </a:cubicBezTo>
                <a:cubicBezTo>
                  <a:pt x="12108" y="128371"/>
                  <a:pt x="14347" y="124932"/>
                  <a:pt x="13548" y="121493"/>
                </a:cubicBezTo>
                <a:cubicBezTo>
                  <a:pt x="12428" y="116214"/>
                  <a:pt x="12668" y="110055"/>
                  <a:pt x="14267" y="104137"/>
                </a:cubicBezTo>
                <a:cubicBezTo>
                  <a:pt x="17947" y="90700"/>
                  <a:pt x="30584" y="71184"/>
                  <a:pt x="37702" y="65745"/>
                </a:cubicBezTo>
                <a:cubicBezTo>
                  <a:pt x="43541" y="68944"/>
                  <a:pt x="50099" y="70624"/>
                  <a:pt x="56898" y="70624"/>
                </a:cubicBezTo>
                <a:cubicBezTo>
                  <a:pt x="63616" y="70624"/>
                  <a:pt x="70175" y="68944"/>
                  <a:pt x="76013" y="65745"/>
                </a:cubicBezTo>
                <a:cubicBezTo>
                  <a:pt x="83212" y="71584"/>
                  <a:pt x="97049" y="93179"/>
                  <a:pt x="99848" y="102457"/>
                </a:cubicBezTo>
                <a:cubicBezTo>
                  <a:pt x="102807" y="112295"/>
                  <a:pt x="101528" y="123012"/>
                  <a:pt x="96489" y="129811"/>
                </a:cubicBezTo>
                <a:cubicBezTo>
                  <a:pt x="93210" y="134210"/>
                  <a:pt x="88731" y="136449"/>
                  <a:pt x="83212" y="136449"/>
                </a:cubicBezTo>
                <a:lnTo>
                  <a:pt x="30584" y="136449"/>
                </a:lnTo>
                <a:cubicBezTo>
                  <a:pt x="27064" y="136449"/>
                  <a:pt x="24185" y="139329"/>
                  <a:pt x="24185" y="142848"/>
                </a:cubicBezTo>
                <a:cubicBezTo>
                  <a:pt x="24185" y="146367"/>
                  <a:pt x="27064" y="149246"/>
                  <a:pt x="30584" y="149246"/>
                </a:cubicBezTo>
                <a:lnTo>
                  <a:pt x="83212" y="149246"/>
                </a:lnTo>
                <a:cubicBezTo>
                  <a:pt x="92730" y="149246"/>
                  <a:pt x="101128" y="145007"/>
                  <a:pt x="106807" y="137409"/>
                </a:cubicBezTo>
                <a:cubicBezTo>
                  <a:pt x="114245" y="127331"/>
                  <a:pt x="116324" y="112535"/>
                  <a:pt x="112165" y="98698"/>
                </a:cubicBezTo>
                <a:cubicBezTo>
                  <a:pt x="109686" y="90700"/>
                  <a:pt x="96409" y="66385"/>
                  <a:pt x="84492" y="56227"/>
                </a:cubicBezTo>
                <a:close/>
                <a:moveTo>
                  <a:pt x="56898" y="12797"/>
                </a:moveTo>
                <a:cubicBezTo>
                  <a:pt x="69055" y="12797"/>
                  <a:pt x="78973" y="22715"/>
                  <a:pt x="78973" y="34872"/>
                </a:cubicBezTo>
                <a:cubicBezTo>
                  <a:pt x="78973" y="42151"/>
                  <a:pt x="75374" y="48949"/>
                  <a:pt x="69375" y="53108"/>
                </a:cubicBezTo>
                <a:cubicBezTo>
                  <a:pt x="65696" y="55587"/>
                  <a:pt x="61377" y="56947"/>
                  <a:pt x="56898" y="56947"/>
                </a:cubicBezTo>
                <a:cubicBezTo>
                  <a:pt x="52419" y="56947"/>
                  <a:pt x="48100" y="55587"/>
                  <a:pt x="44421" y="53108"/>
                </a:cubicBezTo>
                <a:cubicBezTo>
                  <a:pt x="38422" y="49029"/>
                  <a:pt x="34823" y="42151"/>
                  <a:pt x="34823" y="34872"/>
                </a:cubicBezTo>
                <a:cubicBezTo>
                  <a:pt x="34823" y="22715"/>
                  <a:pt x="44740" y="12797"/>
                  <a:pt x="56898" y="12797"/>
                </a:cubicBezTo>
                <a:close/>
                <a:moveTo>
                  <a:pt x="140879" y="77982"/>
                </a:moveTo>
                <a:cubicBezTo>
                  <a:pt x="136720" y="69344"/>
                  <a:pt x="131041" y="62066"/>
                  <a:pt x="124882" y="57267"/>
                </a:cubicBezTo>
                <a:cubicBezTo>
                  <a:pt x="130081" y="51109"/>
                  <a:pt x="133041" y="43190"/>
                  <a:pt x="133041" y="34872"/>
                </a:cubicBezTo>
                <a:cubicBezTo>
                  <a:pt x="133041" y="15676"/>
                  <a:pt x="117364" y="0"/>
                  <a:pt x="98168" y="0"/>
                </a:cubicBezTo>
                <a:cubicBezTo>
                  <a:pt x="94649" y="0"/>
                  <a:pt x="91770" y="2879"/>
                  <a:pt x="91770" y="6399"/>
                </a:cubicBezTo>
                <a:cubicBezTo>
                  <a:pt x="91770" y="9918"/>
                  <a:pt x="94649" y="12797"/>
                  <a:pt x="98168" y="12797"/>
                </a:cubicBezTo>
                <a:cubicBezTo>
                  <a:pt x="110326" y="12797"/>
                  <a:pt x="120244" y="22715"/>
                  <a:pt x="120244" y="34872"/>
                </a:cubicBezTo>
                <a:cubicBezTo>
                  <a:pt x="120244" y="41671"/>
                  <a:pt x="117124" y="48069"/>
                  <a:pt x="111845" y="52228"/>
                </a:cubicBezTo>
                <a:cubicBezTo>
                  <a:pt x="110006" y="52868"/>
                  <a:pt x="108486" y="54228"/>
                  <a:pt x="107846" y="56227"/>
                </a:cubicBezTo>
                <a:cubicBezTo>
                  <a:pt x="106727" y="59587"/>
                  <a:pt x="108486" y="63186"/>
                  <a:pt x="111845" y="64386"/>
                </a:cubicBezTo>
                <a:cubicBezTo>
                  <a:pt x="116804" y="66065"/>
                  <a:pt x="124163" y="72704"/>
                  <a:pt x="129441" y="83581"/>
                </a:cubicBezTo>
                <a:cubicBezTo>
                  <a:pt x="133840" y="92699"/>
                  <a:pt x="139839" y="111815"/>
                  <a:pt x="130881" y="136689"/>
                </a:cubicBezTo>
                <a:cubicBezTo>
                  <a:pt x="129681" y="140048"/>
                  <a:pt x="131361" y="143648"/>
                  <a:pt x="134720" y="144847"/>
                </a:cubicBezTo>
                <a:cubicBezTo>
                  <a:pt x="135440" y="145087"/>
                  <a:pt x="136160" y="145247"/>
                  <a:pt x="136880" y="145247"/>
                </a:cubicBezTo>
                <a:cubicBezTo>
                  <a:pt x="139519" y="145247"/>
                  <a:pt x="141919" y="143648"/>
                  <a:pt x="142878" y="141008"/>
                </a:cubicBezTo>
                <a:cubicBezTo>
                  <a:pt x="153436" y="111655"/>
                  <a:pt x="146158" y="88940"/>
                  <a:pt x="140879" y="77982"/>
                </a:cubicBezTo>
                <a:close/>
              </a:path>
            </a:pathLst>
          </a:custGeom>
          <a:solidFill>
            <a:schemeClr val="accent1"/>
          </a:solidFill>
          <a:ln w="149" cap="flat">
            <a:noFill/>
            <a:prstDash val="solid"/>
            <a:miter/>
          </a:ln>
        </p:spPr>
        <p:txBody>
          <a:bodyPr rtlCol="0" anchor="ctr"/>
          <a:lstStyle/>
          <a:p>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 name="标题 1"/>
          <p:cNvSpPr>
            <a:spLocks noGrp="1"/>
          </p:cNvSpPr>
          <p:nvPr>
            <p:ph type="title"/>
          </p:nvPr>
        </p:nvSpPr>
        <p:spPr/>
        <p:txBody>
          <a:bodyPr/>
          <a:lstStyle/>
          <a:p>
            <a:r>
              <a:rPr lang="zh-CN" altLang="en-US" dirty="0">
                <a:latin typeface="Arial" panose="020B0604020202090204" pitchFamily="34" charset="0"/>
                <a:cs typeface="Arial" panose="020B0604020202090204" pitchFamily="34" charset="0"/>
              </a:rPr>
              <a:t>品牌推广模型</a:t>
            </a:r>
            <a:endParaRPr lang="zh-CN" altLang="en-US" dirty="0">
              <a:latin typeface="Arial" panose="020B0604020202090204" pitchFamily="34" charset="0"/>
              <a:cs typeface="Arial" panose="020B060402020209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flipV="1">
            <a:off x="2783838" y="3746509"/>
            <a:ext cx="6624325" cy="2073352"/>
            <a:chOff x="3243726" y="2226092"/>
            <a:chExt cx="5709776" cy="1787107"/>
          </a:xfrm>
        </p:grpSpPr>
        <p:sp>
          <p:nvSpPr>
            <p:cNvPr id="3" name="等腰三角形 2"/>
            <p:cNvSpPr/>
            <p:nvPr/>
          </p:nvSpPr>
          <p:spPr>
            <a:xfrm flipV="1">
              <a:off x="3243726" y="2226092"/>
              <a:ext cx="5709776" cy="1787105"/>
            </a:xfrm>
            <a:prstGeom prst="triangle">
              <a:avLst/>
            </a:prstGeom>
            <a:gradFill>
              <a:gsLst>
                <a:gs pos="100000">
                  <a:schemeClr val="accent1">
                    <a:alpha val="0"/>
                  </a:schemeClr>
                </a:gs>
                <a:gs pos="0">
                  <a:schemeClr val="accent1">
                    <a:alpha val="1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 name="等腰三角形 3"/>
            <p:cNvSpPr/>
            <p:nvPr/>
          </p:nvSpPr>
          <p:spPr>
            <a:xfrm flipV="1">
              <a:off x="4080877" y="2226094"/>
              <a:ext cx="4035471" cy="1787105"/>
            </a:xfrm>
            <a:prstGeom prst="triangle">
              <a:avLst/>
            </a:prstGeom>
            <a:gradFill>
              <a:gsLst>
                <a:gs pos="100000">
                  <a:schemeClr val="accent1">
                    <a:alpha val="0"/>
                  </a:schemeClr>
                </a:gs>
                <a:gs pos="0">
                  <a:schemeClr val="accent1">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39" name="组合 38"/>
          <p:cNvGrpSpPr/>
          <p:nvPr/>
        </p:nvGrpSpPr>
        <p:grpSpPr>
          <a:xfrm>
            <a:off x="2783838" y="1610139"/>
            <a:ext cx="6624325" cy="2073352"/>
            <a:chOff x="3243726" y="2226092"/>
            <a:chExt cx="5709776" cy="1787107"/>
          </a:xfrm>
        </p:grpSpPr>
        <p:sp>
          <p:nvSpPr>
            <p:cNvPr id="40" name="等腰三角形 39"/>
            <p:cNvSpPr/>
            <p:nvPr/>
          </p:nvSpPr>
          <p:spPr>
            <a:xfrm flipV="1">
              <a:off x="3243726" y="2226092"/>
              <a:ext cx="5709776" cy="1787105"/>
            </a:xfrm>
            <a:prstGeom prst="triangle">
              <a:avLst/>
            </a:prstGeom>
            <a:gradFill>
              <a:gsLst>
                <a:gs pos="100000">
                  <a:schemeClr val="accent1">
                    <a:alpha val="0"/>
                  </a:schemeClr>
                </a:gs>
                <a:gs pos="0">
                  <a:schemeClr val="accent1">
                    <a:alpha val="2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1" name="等腰三角形 40"/>
            <p:cNvSpPr/>
            <p:nvPr/>
          </p:nvSpPr>
          <p:spPr>
            <a:xfrm flipV="1">
              <a:off x="4080877" y="2226094"/>
              <a:ext cx="4035471" cy="1787105"/>
            </a:xfrm>
            <a:prstGeom prst="triangle">
              <a:avLst/>
            </a:prstGeom>
            <a:gradFill>
              <a:gsLst>
                <a:gs pos="100000">
                  <a:schemeClr val="accent1">
                    <a:alpha val="0"/>
                  </a:schemeClr>
                </a:gs>
                <a:gs pos="0">
                  <a:schemeClr val="accent1">
                    <a:alpha val="1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42" name="椭圆 41"/>
          <p:cNvSpPr/>
          <p:nvPr/>
        </p:nvSpPr>
        <p:spPr>
          <a:xfrm>
            <a:off x="4494974" y="2123414"/>
            <a:ext cx="3202051" cy="301572"/>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椭圆 42"/>
          <p:cNvSpPr/>
          <p:nvPr/>
        </p:nvSpPr>
        <p:spPr>
          <a:xfrm>
            <a:off x="3755079" y="1441191"/>
            <a:ext cx="4681843" cy="337904"/>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4" name="椭圆 43"/>
          <p:cNvSpPr/>
          <p:nvPr/>
        </p:nvSpPr>
        <p:spPr>
          <a:xfrm>
            <a:off x="5180418" y="2834436"/>
            <a:ext cx="1831163" cy="141816"/>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5" name="文本框 44"/>
          <p:cNvSpPr txBox="1"/>
          <p:nvPr/>
        </p:nvSpPr>
        <p:spPr>
          <a:xfrm>
            <a:off x="5080337" y="1253067"/>
            <a:ext cx="2031326"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产品创新与市场推广</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6" name="文本框 45"/>
          <p:cNvSpPr txBox="1"/>
          <p:nvPr/>
        </p:nvSpPr>
        <p:spPr>
          <a:xfrm>
            <a:off x="5388113" y="1944877"/>
            <a:ext cx="1415773"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核心技术研发</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文本框 46"/>
          <p:cNvSpPr txBox="1"/>
          <p:nvPr/>
        </p:nvSpPr>
        <p:spPr>
          <a:xfrm>
            <a:off x="5388113" y="2552756"/>
            <a:ext cx="1415773"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研发团队建设</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8" name="椭圆 47"/>
          <p:cNvSpPr/>
          <p:nvPr/>
        </p:nvSpPr>
        <p:spPr>
          <a:xfrm>
            <a:off x="4494974" y="5054272"/>
            <a:ext cx="3202051" cy="301572"/>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9" name="文本框 48"/>
          <p:cNvSpPr txBox="1"/>
          <p:nvPr/>
        </p:nvSpPr>
        <p:spPr>
          <a:xfrm>
            <a:off x="5285521" y="4875734"/>
            <a:ext cx="1620958"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业务流程数字化</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0" name="椭圆 49"/>
          <p:cNvSpPr/>
          <p:nvPr/>
        </p:nvSpPr>
        <p:spPr>
          <a:xfrm>
            <a:off x="5180418" y="4528868"/>
            <a:ext cx="1831163" cy="141816"/>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文本框 50"/>
          <p:cNvSpPr txBox="1"/>
          <p:nvPr/>
        </p:nvSpPr>
        <p:spPr>
          <a:xfrm>
            <a:off x="5285521" y="4247188"/>
            <a:ext cx="1620958"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数字化转型升级</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椭圆 51"/>
          <p:cNvSpPr/>
          <p:nvPr/>
        </p:nvSpPr>
        <p:spPr>
          <a:xfrm>
            <a:off x="3755078" y="5733753"/>
            <a:ext cx="4681843" cy="337904"/>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3" name="文本框 52"/>
          <p:cNvSpPr txBox="1"/>
          <p:nvPr/>
        </p:nvSpPr>
        <p:spPr>
          <a:xfrm>
            <a:off x="5388113" y="5545629"/>
            <a:ext cx="1415773" cy="338554"/>
          </a:xfrm>
          <a:prstGeom prst="rect">
            <a:avLst/>
          </a:prstGeom>
          <a:noFill/>
        </p:spPr>
        <p:txBody>
          <a:bodyPr wrap="none" rtlCol="0">
            <a:spAutoFit/>
          </a:bodyPr>
          <a:lstStyle/>
          <a:p>
            <a:pPr algn="ctr"/>
            <a:r>
              <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rPr>
              <a:t>数据驱动决策</a:t>
            </a:r>
            <a:endParaRPr lang="zh-CN" altLang="en-US" sz="16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4" name="椭圆 53"/>
          <p:cNvSpPr/>
          <p:nvPr/>
        </p:nvSpPr>
        <p:spPr>
          <a:xfrm>
            <a:off x="2051464" y="3371651"/>
            <a:ext cx="8089071" cy="750182"/>
          </a:xfrm>
          <a:prstGeom prst="ellipse">
            <a:avLst/>
          </a:prstGeom>
          <a:gradFill>
            <a:gsLst>
              <a:gs pos="36000">
                <a:schemeClr val="accent2">
                  <a:alpha val="0"/>
                </a:schemeClr>
              </a:gs>
              <a:gs pos="100000">
                <a:schemeClr val="accent2">
                  <a:alpha val="46000"/>
                </a:schemeClr>
              </a:gs>
            </a:gsLst>
            <a:lin ang="5400000" scaled="1"/>
          </a:grad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5" name="椭圆 54"/>
          <p:cNvSpPr/>
          <p:nvPr/>
        </p:nvSpPr>
        <p:spPr>
          <a:xfrm>
            <a:off x="3205643" y="3504652"/>
            <a:ext cx="5780713" cy="358948"/>
          </a:xfrm>
          <a:prstGeom prst="ellipse">
            <a:avLst/>
          </a:prstGeom>
          <a:noFill/>
          <a:ln w="19050">
            <a:gradFill>
              <a:gsLst>
                <a:gs pos="0">
                  <a:schemeClr val="accent2">
                    <a:alpha val="0"/>
                  </a:schemeClr>
                </a:gs>
                <a:gs pos="100000">
                  <a:schemeClr val="accent1">
                    <a:lumMod val="75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6" name="椭圆 55"/>
          <p:cNvSpPr/>
          <p:nvPr/>
        </p:nvSpPr>
        <p:spPr>
          <a:xfrm>
            <a:off x="2796245" y="2800196"/>
            <a:ext cx="1005721" cy="1005721"/>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7" name="椭圆 56"/>
          <p:cNvSpPr/>
          <p:nvPr/>
        </p:nvSpPr>
        <p:spPr>
          <a:xfrm>
            <a:off x="2950397" y="2954348"/>
            <a:ext cx="697417" cy="69741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58" name="椭圆 57"/>
          <p:cNvSpPr/>
          <p:nvPr/>
        </p:nvSpPr>
        <p:spPr>
          <a:xfrm>
            <a:off x="8488554" y="2800196"/>
            <a:ext cx="1005721" cy="1005721"/>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9" name="椭圆 58"/>
          <p:cNvSpPr/>
          <p:nvPr/>
        </p:nvSpPr>
        <p:spPr>
          <a:xfrm>
            <a:off x="8642706" y="2954348"/>
            <a:ext cx="697417" cy="69741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60" name="文本框 59"/>
          <p:cNvSpPr txBox="1"/>
          <p:nvPr/>
        </p:nvSpPr>
        <p:spPr>
          <a:xfrm>
            <a:off x="1473889" y="3010668"/>
            <a:ext cx="1210588" cy="584775"/>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智慧云平台</a:t>
            </a:r>
            <a:endParaRPr lang="en-US" altLang="zh-CN"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项目</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1" name="文本框 60"/>
          <p:cNvSpPr txBox="1"/>
          <p:nvPr/>
        </p:nvSpPr>
        <p:spPr>
          <a:xfrm>
            <a:off x="9663408" y="3010668"/>
            <a:ext cx="1005403" cy="584775"/>
          </a:xfrm>
          <a:prstGeom prst="rect">
            <a:avLst/>
          </a:prstGeom>
          <a:noFill/>
        </p:spPr>
        <p:txBody>
          <a:bodyPr wrap="none" rtlCol="0">
            <a:spAutoFit/>
          </a:bodyPr>
          <a:lstStyle/>
          <a:p>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未来科创</a:t>
            </a:r>
            <a:endParaRPr lang="en-US" altLang="zh-CN"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中心项目</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2" name="文本框 61"/>
          <p:cNvSpPr txBox="1"/>
          <p:nvPr/>
        </p:nvSpPr>
        <p:spPr>
          <a:xfrm>
            <a:off x="5686756" y="3193719"/>
            <a:ext cx="818487" cy="361561"/>
          </a:xfrm>
          <a:prstGeom prst="roundRect">
            <a:avLst/>
          </a:prstGeom>
          <a:noFill/>
          <a:ln>
            <a:noFill/>
          </a:ln>
          <a:effectLst/>
        </p:spPr>
        <p:txBody>
          <a:bodyPr wrap="square" lIns="0" tIns="0" rIns="0" bIns="0" rtlCol="0">
            <a:noAutofit/>
          </a:bodyPr>
          <a:lstStyle/>
          <a:p>
            <a:pPr algn="ct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关联</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3" name="箭头: 右 62"/>
          <p:cNvSpPr/>
          <p:nvPr/>
        </p:nvSpPr>
        <p:spPr>
          <a:xfrm>
            <a:off x="6701389" y="3244594"/>
            <a:ext cx="1130709" cy="339782"/>
          </a:xfrm>
          <a:prstGeom prst="rightArrow">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4" name="箭头: 右 63"/>
          <p:cNvSpPr/>
          <p:nvPr/>
        </p:nvSpPr>
        <p:spPr>
          <a:xfrm flipH="1">
            <a:off x="4380186" y="3244594"/>
            <a:ext cx="1130709" cy="339782"/>
          </a:xfrm>
          <a:prstGeom prst="rightArrow">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5" name="图形 4"/>
          <p:cNvSpPr/>
          <p:nvPr/>
        </p:nvSpPr>
        <p:spPr>
          <a:xfrm>
            <a:off x="3132093" y="3165689"/>
            <a:ext cx="334025" cy="274734"/>
          </a:xfrm>
          <a:custGeom>
            <a:avLst/>
            <a:gdLst>
              <a:gd name="connsiteX0" fmla="*/ 205878 w 260164"/>
              <a:gd name="connsiteY0" fmla="*/ 87480 h 213984"/>
              <a:gd name="connsiteX1" fmla="*/ 215611 w 260164"/>
              <a:gd name="connsiteY1" fmla="*/ 97236 h 213984"/>
              <a:gd name="connsiteX2" fmla="*/ 215611 w 260164"/>
              <a:gd name="connsiteY2" fmla="*/ 136261 h 213984"/>
              <a:gd name="connsiteX3" fmla="*/ 205878 w 260164"/>
              <a:gd name="connsiteY3" fmla="*/ 146017 h 213984"/>
              <a:gd name="connsiteX4" fmla="*/ 188944 w 260164"/>
              <a:gd name="connsiteY4" fmla="*/ 146017 h 213984"/>
              <a:gd name="connsiteX5" fmla="*/ 188944 w 260164"/>
              <a:gd name="connsiteY5" fmla="*/ 155448 h 213984"/>
              <a:gd name="connsiteX6" fmla="*/ 205878 w 260164"/>
              <a:gd name="connsiteY6" fmla="*/ 155448 h 213984"/>
              <a:gd name="connsiteX7" fmla="*/ 215611 w 260164"/>
              <a:gd name="connsiteY7" fmla="*/ 165204 h 213984"/>
              <a:gd name="connsiteX8" fmla="*/ 215611 w 260164"/>
              <a:gd name="connsiteY8" fmla="*/ 204229 h 213984"/>
              <a:gd name="connsiteX9" fmla="*/ 205878 w 260164"/>
              <a:gd name="connsiteY9" fmla="*/ 213985 h 213984"/>
              <a:gd name="connsiteX10" fmla="*/ 89083 w 260164"/>
              <a:gd name="connsiteY10" fmla="*/ 213985 h 213984"/>
              <a:gd name="connsiteX11" fmla="*/ 79350 w 260164"/>
              <a:gd name="connsiteY11" fmla="*/ 204229 h 213984"/>
              <a:gd name="connsiteX12" fmla="*/ 79350 w 260164"/>
              <a:gd name="connsiteY12" fmla="*/ 165204 h 213984"/>
              <a:gd name="connsiteX13" fmla="*/ 89083 w 260164"/>
              <a:gd name="connsiteY13" fmla="*/ 155448 h 213984"/>
              <a:gd name="connsiteX14" fmla="*/ 176912 w 260164"/>
              <a:gd name="connsiteY14" fmla="*/ 155448 h 213984"/>
              <a:gd name="connsiteX15" fmla="*/ 176912 w 260164"/>
              <a:gd name="connsiteY15" fmla="*/ 146017 h 213984"/>
              <a:gd name="connsiteX16" fmla="*/ 89083 w 260164"/>
              <a:gd name="connsiteY16" fmla="*/ 146017 h 213984"/>
              <a:gd name="connsiteX17" fmla="*/ 79350 w 260164"/>
              <a:gd name="connsiteY17" fmla="*/ 136261 h 213984"/>
              <a:gd name="connsiteX18" fmla="*/ 79350 w 260164"/>
              <a:gd name="connsiteY18" fmla="*/ 97236 h 213984"/>
              <a:gd name="connsiteX19" fmla="*/ 89083 w 260164"/>
              <a:gd name="connsiteY19" fmla="*/ 87480 h 213984"/>
              <a:gd name="connsiteX20" fmla="*/ 205878 w 260164"/>
              <a:gd name="connsiteY20" fmla="*/ 87480 h 213984"/>
              <a:gd name="connsiteX21" fmla="*/ 200038 w 260164"/>
              <a:gd name="connsiteY21" fmla="*/ 171058 h 213984"/>
              <a:gd name="connsiteX22" fmla="*/ 94923 w 260164"/>
              <a:gd name="connsiteY22" fmla="*/ 171058 h 213984"/>
              <a:gd name="connsiteX23" fmla="*/ 94923 w 260164"/>
              <a:gd name="connsiteY23" fmla="*/ 198375 h 213984"/>
              <a:gd name="connsiteX24" fmla="*/ 200038 w 260164"/>
              <a:gd name="connsiteY24" fmla="*/ 198375 h 213984"/>
              <a:gd name="connsiteX25" fmla="*/ 200038 w 260164"/>
              <a:gd name="connsiteY25" fmla="*/ 171058 h 213984"/>
              <a:gd name="connsiteX26" fmla="*/ 152521 w 260164"/>
              <a:gd name="connsiteY26" fmla="*/ 179838 h 213984"/>
              <a:gd name="connsiteX27" fmla="*/ 157399 w 260164"/>
              <a:gd name="connsiteY27" fmla="*/ 185855 h 213984"/>
              <a:gd name="connsiteX28" fmla="*/ 152521 w 260164"/>
              <a:gd name="connsiteY28" fmla="*/ 191871 h 213984"/>
              <a:gd name="connsiteX29" fmla="*/ 142765 w 260164"/>
              <a:gd name="connsiteY29" fmla="*/ 191871 h 213984"/>
              <a:gd name="connsiteX30" fmla="*/ 137887 w 260164"/>
              <a:gd name="connsiteY30" fmla="*/ 185855 h 213984"/>
              <a:gd name="connsiteX31" fmla="*/ 142765 w 260164"/>
              <a:gd name="connsiteY31" fmla="*/ 179838 h 213984"/>
              <a:gd name="connsiteX32" fmla="*/ 152521 w 260164"/>
              <a:gd name="connsiteY32" fmla="*/ 179838 h 213984"/>
              <a:gd name="connsiteX33" fmla="*/ 181790 w 260164"/>
              <a:gd name="connsiteY33" fmla="*/ 179838 h 213984"/>
              <a:gd name="connsiteX34" fmla="*/ 186668 w 260164"/>
              <a:gd name="connsiteY34" fmla="*/ 185855 h 213984"/>
              <a:gd name="connsiteX35" fmla="*/ 181790 w 260164"/>
              <a:gd name="connsiteY35" fmla="*/ 191871 h 213984"/>
              <a:gd name="connsiteX36" fmla="*/ 172033 w 260164"/>
              <a:gd name="connsiteY36" fmla="*/ 191871 h 213984"/>
              <a:gd name="connsiteX37" fmla="*/ 167155 w 260164"/>
              <a:gd name="connsiteY37" fmla="*/ 185855 h 213984"/>
              <a:gd name="connsiteX38" fmla="*/ 172033 w 260164"/>
              <a:gd name="connsiteY38" fmla="*/ 179838 h 213984"/>
              <a:gd name="connsiteX39" fmla="*/ 181790 w 260164"/>
              <a:gd name="connsiteY39" fmla="*/ 179838 h 213984"/>
              <a:gd name="connsiteX40" fmla="*/ 100651 w 260164"/>
              <a:gd name="connsiteY40" fmla="*/ 0 h 213984"/>
              <a:gd name="connsiteX41" fmla="*/ 152445 w 260164"/>
              <a:gd name="connsiteY41" fmla="*/ 29932 h 213984"/>
              <a:gd name="connsiteX42" fmla="*/ 176424 w 260164"/>
              <a:gd name="connsiteY42" fmla="*/ 22764 h 213984"/>
              <a:gd name="connsiteX43" fmla="*/ 221318 w 260164"/>
              <a:gd name="connsiteY43" fmla="*/ 63373 h 213984"/>
              <a:gd name="connsiteX44" fmla="*/ 260164 w 260164"/>
              <a:gd name="connsiteY44" fmla="*/ 111220 h 213984"/>
              <a:gd name="connsiteX45" fmla="*/ 226343 w 260164"/>
              <a:gd name="connsiteY45" fmla="*/ 157921 h 213984"/>
              <a:gd name="connsiteX46" fmla="*/ 226343 w 260164"/>
              <a:gd name="connsiteY46" fmla="*/ 138345 h 213984"/>
              <a:gd name="connsiteX47" fmla="*/ 241949 w 260164"/>
              <a:gd name="connsiteY47" fmla="*/ 111726 h 213984"/>
              <a:gd name="connsiteX48" fmla="*/ 241953 w 260164"/>
              <a:gd name="connsiteY48" fmla="*/ 111220 h 213984"/>
              <a:gd name="connsiteX49" fmla="*/ 218312 w 260164"/>
              <a:gd name="connsiteY49" fmla="*/ 81335 h 213984"/>
              <a:gd name="connsiteX50" fmla="*/ 203279 w 260164"/>
              <a:gd name="connsiteY50" fmla="*/ 65872 h 213984"/>
              <a:gd name="connsiteX51" fmla="*/ 176424 w 260164"/>
              <a:gd name="connsiteY51" fmla="*/ 40976 h 213984"/>
              <a:gd name="connsiteX52" fmla="*/ 162403 w 260164"/>
              <a:gd name="connsiteY52" fmla="*/ 45180 h 213984"/>
              <a:gd name="connsiteX53" fmla="*/ 136858 w 260164"/>
              <a:gd name="connsiteY53" fmla="*/ 39350 h 213984"/>
              <a:gd name="connsiteX54" fmla="*/ 100651 w 260164"/>
              <a:gd name="connsiteY54" fmla="*/ 18211 h 213984"/>
              <a:gd name="connsiteX55" fmla="*/ 57618 w 260164"/>
              <a:gd name="connsiteY55" fmla="*/ 62009 h 213984"/>
              <a:gd name="connsiteX56" fmla="*/ 42538 w 260164"/>
              <a:gd name="connsiteY56" fmla="*/ 79095 h 213984"/>
              <a:gd name="connsiteX57" fmla="*/ 18211 w 260164"/>
              <a:gd name="connsiteY57" fmla="*/ 110082 h 213984"/>
              <a:gd name="connsiteX58" fmla="*/ 46490 w 260164"/>
              <a:gd name="connsiteY58" fmla="*/ 141457 h 213984"/>
              <a:gd name="connsiteX59" fmla="*/ 46939 w 260164"/>
              <a:gd name="connsiteY59" fmla="*/ 141464 h 213984"/>
              <a:gd name="connsiteX60" fmla="*/ 52358 w 260164"/>
              <a:gd name="connsiteY60" fmla="*/ 141464 h 213984"/>
              <a:gd name="connsiteX61" fmla="*/ 52358 w 260164"/>
              <a:gd name="connsiteY61" fmla="*/ 159676 h 213984"/>
              <a:gd name="connsiteX62" fmla="*/ 46830 w 260164"/>
              <a:gd name="connsiteY62" fmla="*/ 159676 h 213984"/>
              <a:gd name="connsiteX63" fmla="*/ 0 w 260164"/>
              <a:gd name="connsiteY63" fmla="*/ 110082 h 213984"/>
              <a:gd name="connsiteX64" fmla="*/ 39427 w 260164"/>
              <a:gd name="connsiteY64" fmla="*/ 61151 h 213984"/>
              <a:gd name="connsiteX65" fmla="*/ 100651 w 260164"/>
              <a:gd name="connsiteY65" fmla="*/ 0 h 213984"/>
              <a:gd name="connsiteX66" fmla="*/ 200038 w 260164"/>
              <a:gd name="connsiteY66" fmla="*/ 103090 h 213984"/>
              <a:gd name="connsiteX67" fmla="*/ 94923 w 260164"/>
              <a:gd name="connsiteY67" fmla="*/ 103090 h 213984"/>
              <a:gd name="connsiteX68" fmla="*/ 94923 w 260164"/>
              <a:gd name="connsiteY68" fmla="*/ 130407 h 213984"/>
              <a:gd name="connsiteX69" fmla="*/ 200038 w 260164"/>
              <a:gd name="connsiteY69" fmla="*/ 130407 h 213984"/>
              <a:gd name="connsiteX70" fmla="*/ 200038 w 260164"/>
              <a:gd name="connsiteY70" fmla="*/ 103090 h 213984"/>
              <a:gd name="connsiteX71" fmla="*/ 152521 w 260164"/>
              <a:gd name="connsiteY71" fmla="*/ 111871 h 213984"/>
              <a:gd name="connsiteX72" fmla="*/ 157399 w 260164"/>
              <a:gd name="connsiteY72" fmla="*/ 117887 h 213984"/>
              <a:gd name="connsiteX73" fmla="*/ 152521 w 260164"/>
              <a:gd name="connsiteY73" fmla="*/ 123903 h 213984"/>
              <a:gd name="connsiteX74" fmla="*/ 142765 w 260164"/>
              <a:gd name="connsiteY74" fmla="*/ 123903 h 213984"/>
              <a:gd name="connsiteX75" fmla="*/ 137887 w 260164"/>
              <a:gd name="connsiteY75" fmla="*/ 117887 h 213984"/>
              <a:gd name="connsiteX76" fmla="*/ 142765 w 260164"/>
              <a:gd name="connsiteY76" fmla="*/ 111871 h 213984"/>
              <a:gd name="connsiteX77" fmla="*/ 152521 w 260164"/>
              <a:gd name="connsiteY77" fmla="*/ 111871 h 213984"/>
              <a:gd name="connsiteX78" fmla="*/ 181790 w 260164"/>
              <a:gd name="connsiteY78" fmla="*/ 111871 h 213984"/>
              <a:gd name="connsiteX79" fmla="*/ 186668 w 260164"/>
              <a:gd name="connsiteY79" fmla="*/ 117887 h 213984"/>
              <a:gd name="connsiteX80" fmla="*/ 181790 w 260164"/>
              <a:gd name="connsiteY80" fmla="*/ 123903 h 213984"/>
              <a:gd name="connsiteX81" fmla="*/ 172033 w 260164"/>
              <a:gd name="connsiteY81" fmla="*/ 123903 h 213984"/>
              <a:gd name="connsiteX82" fmla="*/ 167155 w 260164"/>
              <a:gd name="connsiteY82" fmla="*/ 117887 h 213984"/>
              <a:gd name="connsiteX83" fmla="*/ 172033 w 260164"/>
              <a:gd name="connsiteY83" fmla="*/ 111871 h 213984"/>
              <a:gd name="connsiteX84" fmla="*/ 181790 w 260164"/>
              <a:gd name="connsiteY84" fmla="*/ 111871 h 21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60164" h="213984">
                <a:moveTo>
                  <a:pt x="205878" y="87480"/>
                </a:moveTo>
                <a:cubicBezTo>
                  <a:pt x="211254" y="87480"/>
                  <a:pt x="215611" y="91848"/>
                  <a:pt x="215611" y="97236"/>
                </a:cubicBezTo>
                <a:lnTo>
                  <a:pt x="215611" y="136261"/>
                </a:lnTo>
                <a:cubicBezTo>
                  <a:pt x="215611" y="141649"/>
                  <a:pt x="211253" y="146017"/>
                  <a:pt x="205878" y="146017"/>
                </a:cubicBezTo>
                <a:lnTo>
                  <a:pt x="188944" y="146017"/>
                </a:lnTo>
                <a:lnTo>
                  <a:pt x="188944" y="155448"/>
                </a:lnTo>
                <a:lnTo>
                  <a:pt x="205878" y="155448"/>
                </a:lnTo>
                <a:cubicBezTo>
                  <a:pt x="211254" y="155448"/>
                  <a:pt x="215611" y="159816"/>
                  <a:pt x="215611" y="165204"/>
                </a:cubicBezTo>
                <a:lnTo>
                  <a:pt x="215611" y="204229"/>
                </a:lnTo>
                <a:cubicBezTo>
                  <a:pt x="215611" y="209617"/>
                  <a:pt x="211253" y="213985"/>
                  <a:pt x="205878" y="213985"/>
                </a:cubicBezTo>
                <a:lnTo>
                  <a:pt x="89083" y="213985"/>
                </a:lnTo>
                <a:cubicBezTo>
                  <a:pt x="83707" y="213985"/>
                  <a:pt x="79350" y="209617"/>
                  <a:pt x="79350" y="204229"/>
                </a:cubicBezTo>
                <a:lnTo>
                  <a:pt x="79350" y="165204"/>
                </a:lnTo>
                <a:cubicBezTo>
                  <a:pt x="79350" y="159816"/>
                  <a:pt x="83708" y="155448"/>
                  <a:pt x="89083" y="155448"/>
                </a:cubicBezTo>
                <a:lnTo>
                  <a:pt x="176912" y="155448"/>
                </a:lnTo>
                <a:lnTo>
                  <a:pt x="176912" y="146017"/>
                </a:lnTo>
                <a:lnTo>
                  <a:pt x="89083" y="146017"/>
                </a:lnTo>
                <a:cubicBezTo>
                  <a:pt x="83707" y="146017"/>
                  <a:pt x="79350" y="141649"/>
                  <a:pt x="79350" y="136261"/>
                </a:cubicBezTo>
                <a:lnTo>
                  <a:pt x="79350" y="97236"/>
                </a:lnTo>
                <a:cubicBezTo>
                  <a:pt x="79350" y="91848"/>
                  <a:pt x="83708" y="87480"/>
                  <a:pt x="89083" y="87480"/>
                </a:cubicBezTo>
                <a:lnTo>
                  <a:pt x="205878" y="87480"/>
                </a:lnTo>
                <a:close/>
                <a:moveTo>
                  <a:pt x="200038" y="171058"/>
                </a:moveTo>
                <a:lnTo>
                  <a:pt x="94923" y="171058"/>
                </a:lnTo>
                <a:lnTo>
                  <a:pt x="94923" y="198375"/>
                </a:lnTo>
                <a:lnTo>
                  <a:pt x="200038" y="198375"/>
                </a:lnTo>
                <a:lnTo>
                  <a:pt x="200038" y="171058"/>
                </a:lnTo>
                <a:close/>
                <a:moveTo>
                  <a:pt x="152521" y="179838"/>
                </a:moveTo>
                <a:cubicBezTo>
                  <a:pt x="155215" y="179838"/>
                  <a:pt x="157399" y="182532"/>
                  <a:pt x="157399" y="185855"/>
                </a:cubicBezTo>
                <a:cubicBezTo>
                  <a:pt x="157399" y="189177"/>
                  <a:pt x="155215" y="191871"/>
                  <a:pt x="152521" y="191871"/>
                </a:cubicBezTo>
                <a:lnTo>
                  <a:pt x="142765" y="191871"/>
                </a:lnTo>
                <a:cubicBezTo>
                  <a:pt x="140071" y="191871"/>
                  <a:pt x="137887" y="189177"/>
                  <a:pt x="137887" y="185855"/>
                </a:cubicBezTo>
                <a:cubicBezTo>
                  <a:pt x="137887" y="182532"/>
                  <a:pt x="140071" y="179838"/>
                  <a:pt x="142765" y="179838"/>
                </a:cubicBezTo>
                <a:lnTo>
                  <a:pt x="152521" y="179838"/>
                </a:lnTo>
                <a:close/>
                <a:moveTo>
                  <a:pt x="181790" y="179838"/>
                </a:moveTo>
                <a:cubicBezTo>
                  <a:pt x="184484" y="179838"/>
                  <a:pt x="186668" y="182532"/>
                  <a:pt x="186668" y="185855"/>
                </a:cubicBezTo>
                <a:cubicBezTo>
                  <a:pt x="186668" y="189177"/>
                  <a:pt x="184484" y="191871"/>
                  <a:pt x="181790" y="191871"/>
                </a:cubicBezTo>
                <a:lnTo>
                  <a:pt x="172033" y="191871"/>
                </a:lnTo>
                <a:cubicBezTo>
                  <a:pt x="169339" y="191871"/>
                  <a:pt x="167155" y="189177"/>
                  <a:pt x="167155" y="185855"/>
                </a:cubicBezTo>
                <a:cubicBezTo>
                  <a:pt x="167155" y="182532"/>
                  <a:pt x="169339" y="179838"/>
                  <a:pt x="172033" y="179838"/>
                </a:cubicBezTo>
                <a:lnTo>
                  <a:pt x="181790" y="179838"/>
                </a:lnTo>
                <a:close/>
                <a:moveTo>
                  <a:pt x="100651" y="0"/>
                </a:moveTo>
                <a:cubicBezTo>
                  <a:pt x="122440" y="0"/>
                  <a:pt x="141573" y="11941"/>
                  <a:pt x="152445" y="29932"/>
                </a:cubicBezTo>
                <a:cubicBezTo>
                  <a:pt x="159401" y="25389"/>
                  <a:pt x="167619" y="22764"/>
                  <a:pt x="176424" y="22764"/>
                </a:cubicBezTo>
                <a:cubicBezTo>
                  <a:pt x="199249" y="22764"/>
                  <a:pt x="218137" y="40407"/>
                  <a:pt x="221318" y="63373"/>
                </a:cubicBezTo>
                <a:cubicBezTo>
                  <a:pt x="243337" y="67059"/>
                  <a:pt x="260164" y="87078"/>
                  <a:pt x="260164" y="111220"/>
                </a:cubicBezTo>
                <a:cubicBezTo>
                  <a:pt x="260164" y="133490"/>
                  <a:pt x="245847" y="152251"/>
                  <a:pt x="226343" y="157921"/>
                </a:cubicBezTo>
                <a:lnTo>
                  <a:pt x="226343" y="138345"/>
                </a:lnTo>
                <a:cubicBezTo>
                  <a:pt x="235400" y="133507"/>
                  <a:pt x="241771" y="123510"/>
                  <a:pt x="241949" y="111726"/>
                </a:cubicBezTo>
                <a:lnTo>
                  <a:pt x="241953" y="111220"/>
                </a:lnTo>
                <a:cubicBezTo>
                  <a:pt x="241953" y="96105"/>
                  <a:pt x="231670" y="83571"/>
                  <a:pt x="218312" y="81335"/>
                </a:cubicBezTo>
                <a:cubicBezTo>
                  <a:pt x="210460" y="80020"/>
                  <a:pt x="204371" y="73757"/>
                  <a:pt x="203279" y="65872"/>
                </a:cubicBezTo>
                <a:cubicBezTo>
                  <a:pt x="201290" y="51512"/>
                  <a:pt x="189754" y="40976"/>
                  <a:pt x="176424" y="40976"/>
                </a:cubicBezTo>
                <a:cubicBezTo>
                  <a:pt x="171401" y="40976"/>
                  <a:pt x="166608" y="42433"/>
                  <a:pt x="162403" y="45180"/>
                </a:cubicBezTo>
                <a:cubicBezTo>
                  <a:pt x="153772" y="50816"/>
                  <a:pt x="142189" y="48173"/>
                  <a:pt x="136858" y="39350"/>
                </a:cubicBezTo>
                <a:cubicBezTo>
                  <a:pt x="128914" y="26203"/>
                  <a:pt x="115376" y="18211"/>
                  <a:pt x="100651" y="18211"/>
                </a:cubicBezTo>
                <a:cubicBezTo>
                  <a:pt x="77873" y="18211"/>
                  <a:pt x="58781" y="37352"/>
                  <a:pt x="57618" y="62009"/>
                </a:cubicBezTo>
                <a:cubicBezTo>
                  <a:pt x="57216" y="70534"/>
                  <a:pt x="50947" y="77637"/>
                  <a:pt x="42538" y="79095"/>
                </a:cubicBezTo>
                <a:cubicBezTo>
                  <a:pt x="28777" y="81481"/>
                  <a:pt x="18211" y="94455"/>
                  <a:pt x="18211" y="110082"/>
                </a:cubicBezTo>
                <a:cubicBezTo>
                  <a:pt x="18211" y="127358"/>
                  <a:pt x="31008" y="141076"/>
                  <a:pt x="46490" y="141457"/>
                </a:cubicBezTo>
                <a:lnTo>
                  <a:pt x="46939" y="141464"/>
                </a:lnTo>
                <a:lnTo>
                  <a:pt x="52358" y="141464"/>
                </a:lnTo>
                <a:lnTo>
                  <a:pt x="52358" y="159676"/>
                </a:lnTo>
                <a:lnTo>
                  <a:pt x="46830" y="159676"/>
                </a:lnTo>
                <a:cubicBezTo>
                  <a:pt x="20936" y="159490"/>
                  <a:pt x="0" y="137358"/>
                  <a:pt x="0" y="110082"/>
                </a:cubicBezTo>
                <a:cubicBezTo>
                  <a:pt x="0" y="85460"/>
                  <a:pt x="17060" y="65029"/>
                  <a:pt x="39427" y="61151"/>
                </a:cubicBezTo>
                <a:cubicBezTo>
                  <a:pt x="41032" y="27094"/>
                  <a:pt x="67829" y="0"/>
                  <a:pt x="100651" y="0"/>
                </a:cubicBezTo>
                <a:close/>
                <a:moveTo>
                  <a:pt x="200038" y="103090"/>
                </a:moveTo>
                <a:lnTo>
                  <a:pt x="94923" y="103090"/>
                </a:lnTo>
                <a:lnTo>
                  <a:pt x="94923" y="130407"/>
                </a:lnTo>
                <a:lnTo>
                  <a:pt x="200038" y="130407"/>
                </a:lnTo>
                <a:lnTo>
                  <a:pt x="200038" y="103090"/>
                </a:lnTo>
                <a:close/>
                <a:moveTo>
                  <a:pt x="152521" y="111871"/>
                </a:moveTo>
                <a:cubicBezTo>
                  <a:pt x="155215" y="111871"/>
                  <a:pt x="157399" y="114564"/>
                  <a:pt x="157399" y="117887"/>
                </a:cubicBezTo>
                <a:cubicBezTo>
                  <a:pt x="157399" y="121209"/>
                  <a:pt x="155215" y="123903"/>
                  <a:pt x="152521" y="123903"/>
                </a:cubicBezTo>
                <a:lnTo>
                  <a:pt x="142765" y="123903"/>
                </a:lnTo>
                <a:cubicBezTo>
                  <a:pt x="140071" y="123903"/>
                  <a:pt x="137887" y="121209"/>
                  <a:pt x="137887" y="117887"/>
                </a:cubicBezTo>
                <a:cubicBezTo>
                  <a:pt x="137887" y="114564"/>
                  <a:pt x="140071" y="111871"/>
                  <a:pt x="142765" y="111871"/>
                </a:cubicBezTo>
                <a:lnTo>
                  <a:pt x="152521" y="111871"/>
                </a:lnTo>
                <a:close/>
                <a:moveTo>
                  <a:pt x="181790" y="111871"/>
                </a:moveTo>
                <a:cubicBezTo>
                  <a:pt x="184484" y="111871"/>
                  <a:pt x="186668" y="114564"/>
                  <a:pt x="186668" y="117887"/>
                </a:cubicBezTo>
                <a:cubicBezTo>
                  <a:pt x="186668" y="121209"/>
                  <a:pt x="184484" y="123903"/>
                  <a:pt x="181790" y="123903"/>
                </a:cubicBezTo>
                <a:lnTo>
                  <a:pt x="172033" y="123903"/>
                </a:lnTo>
                <a:cubicBezTo>
                  <a:pt x="169339" y="123903"/>
                  <a:pt x="167155" y="121209"/>
                  <a:pt x="167155" y="117887"/>
                </a:cubicBezTo>
                <a:cubicBezTo>
                  <a:pt x="167155" y="114564"/>
                  <a:pt x="169339" y="111871"/>
                  <a:pt x="172033" y="111871"/>
                </a:cubicBezTo>
                <a:lnTo>
                  <a:pt x="181790" y="111871"/>
                </a:lnTo>
                <a:close/>
              </a:path>
            </a:pathLst>
          </a:custGeom>
          <a:solidFill>
            <a:schemeClr val="bg1"/>
          </a:solidFill>
          <a:ln w="316"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 name="标题 4"/>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公司架构模型</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6" name="图形 7"/>
          <p:cNvSpPr/>
          <p:nvPr/>
        </p:nvSpPr>
        <p:spPr>
          <a:xfrm>
            <a:off x="8858209" y="3135878"/>
            <a:ext cx="282489" cy="265585"/>
          </a:xfrm>
          <a:custGeom>
            <a:avLst/>
            <a:gdLst>
              <a:gd name="connsiteX0" fmla="*/ 281061 w 282489"/>
              <a:gd name="connsiteY0" fmla="*/ 145219 h 265585"/>
              <a:gd name="connsiteX1" fmla="*/ 259332 w 282489"/>
              <a:gd name="connsiteY1" fmla="*/ 124739 h 265585"/>
              <a:gd name="connsiteX2" fmla="*/ 259332 w 282489"/>
              <a:gd name="connsiteY2" fmla="*/ 84095 h 265585"/>
              <a:gd name="connsiteX3" fmla="*/ 256435 w 282489"/>
              <a:gd name="connsiteY3" fmla="*/ 78550 h 265585"/>
              <a:gd name="connsiteX4" fmla="*/ 219255 w 282489"/>
              <a:gd name="connsiteY4" fmla="*/ 52342 h 265585"/>
              <a:gd name="connsiteX5" fmla="*/ 209764 w 282489"/>
              <a:gd name="connsiteY5" fmla="*/ 53974 h 265585"/>
              <a:gd name="connsiteX6" fmla="*/ 209531 w 282489"/>
              <a:gd name="connsiteY6" fmla="*/ 54307 h 265585"/>
              <a:gd name="connsiteX7" fmla="*/ 186170 w 282489"/>
              <a:gd name="connsiteY7" fmla="*/ 71124 h 265585"/>
              <a:gd name="connsiteX8" fmla="*/ 186170 w 282489"/>
              <a:gd name="connsiteY8" fmla="*/ 32994 h 265585"/>
              <a:gd name="connsiteX9" fmla="*/ 183273 w 282489"/>
              <a:gd name="connsiteY9" fmla="*/ 27450 h 265585"/>
              <a:gd name="connsiteX10" fmla="*/ 146109 w 282489"/>
              <a:gd name="connsiteY10" fmla="*/ 1242 h 265585"/>
              <a:gd name="connsiteX11" fmla="*/ 136618 w 282489"/>
              <a:gd name="connsiteY11" fmla="*/ 2874 h 265585"/>
              <a:gd name="connsiteX12" fmla="*/ 136368 w 282489"/>
              <a:gd name="connsiteY12" fmla="*/ 3207 h 265585"/>
              <a:gd name="connsiteX13" fmla="*/ 102634 w 282489"/>
              <a:gd name="connsiteY13" fmla="*/ 27483 h 265585"/>
              <a:gd name="connsiteX14" fmla="*/ 99804 w 282489"/>
              <a:gd name="connsiteY14" fmla="*/ 33011 h 265585"/>
              <a:gd name="connsiteX15" fmla="*/ 99804 w 282489"/>
              <a:gd name="connsiteY15" fmla="*/ 101811 h 265585"/>
              <a:gd name="connsiteX16" fmla="*/ 74095 w 282489"/>
              <a:gd name="connsiteY16" fmla="*/ 83679 h 265585"/>
              <a:gd name="connsiteX17" fmla="*/ 64605 w 282489"/>
              <a:gd name="connsiteY17" fmla="*/ 85310 h 265585"/>
              <a:gd name="connsiteX18" fmla="*/ 64372 w 282489"/>
              <a:gd name="connsiteY18" fmla="*/ 85643 h 265585"/>
              <a:gd name="connsiteX19" fmla="*/ 30621 w 282489"/>
              <a:gd name="connsiteY19" fmla="*/ 109903 h 265585"/>
              <a:gd name="connsiteX20" fmla="*/ 27790 w 282489"/>
              <a:gd name="connsiteY20" fmla="*/ 115414 h 265585"/>
              <a:gd name="connsiteX21" fmla="*/ 27790 w 282489"/>
              <a:gd name="connsiteY21" fmla="*/ 186362 h 265585"/>
              <a:gd name="connsiteX22" fmla="*/ 23794 w 282489"/>
              <a:gd name="connsiteY22" fmla="*/ 188144 h 265585"/>
              <a:gd name="connsiteX23" fmla="*/ 4247 w 282489"/>
              <a:gd name="connsiteY23" fmla="*/ 212653 h 265585"/>
              <a:gd name="connsiteX24" fmla="*/ 1416 w 282489"/>
              <a:gd name="connsiteY24" fmla="*/ 238145 h 265585"/>
              <a:gd name="connsiteX25" fmla="*/ 22179 w 282489"/>
              <a:gd name="connsiteY25" fmla="*/ 258359 h 265585"/>
              <a:gd name="connsiteX26" fmla="*/ 58511 w 282489"/>
              <a:gd name="connsiteY26" fmla="*/ 265452 h 265585"/>
              <a:gd name="connsiteX27" fmla="*/ 65870 w 282489"/>
              <a:gd name="connsiteY27" fmla="*/ 265585 h 265585"/>
              <a:gd name="connsiteX28" fmla="*/ 160112 w 282489"/>
              <a:gd name="connsiteY28" fmla="*/ 248485 h 265585"/>
              <a:gd name="connsiteX29" fmla="*/ 251640 w 282489"/>
              <a:gd name="connsiteY29" fmla="*/ 201198 h 265585"/>
              <a:gd name="connsiteX30" fmla="*/ 276482 w 282489"/>
              <a:gd name="connsiteY30" fmla="*/ 173808 h 265585"/>
              <a:gd name="connsiteX31" fmla="*/ 281045 w 282489"/>
              <a:gd name="connsiteY31" fmla="*/ 145236 h 265585"/>
              <a:gd name="connsiteX32" fmla="*/ 220836 w 282489"/>
              <a:gd name="connsiteY32" fmla="*/ 70108 h 265585"/>
              <a:gd name="connsiteX33" fmla="*/ 245729 w 282489"/>
              <a:gd name="connsiteY33" fmla="*/ 87641 h 265585"/>
              <a:gd name="connsiteX34" fmla="*/ 245729 w 282489"/>
              <a:gd name="connsiteY34" fmla="*/ 157574 h 265585"/>
              <a:gd name="connsiteX35" fmla="*/ 220836 w 282489"/>
              <a:gd name="connsiteY35" fmla="*/ 171826 h 265585"/>
              <a:gd name="connsiteX36" fmla="*/ 220836 w 282489"/>
              <a:gd name="connsiteY36" fmla="*/ 70108 h 265585"/>
              <a:gd name="connsiteX37" fmla="*/ 147707 w 282489"/>
              <a:gd name="connsiteY37" fmla="*/ 18991 h 265585"/>
              <a:gd name="connsiteX38" fmla="*/ 172583 w 282489"/>
              <a:gd name="connsiteY38" fmla="*/ 36524 h 265585"/>
              <a:gd name="connsiteX39" fmla="*/ 172583 w 282489"/>
              <a:gd name="connsiteY39" fmla="*/ 199932 h 265585"/>
              <a:gd name="connsiteX40" fmla="*/ 147707 w 282489"/>
              <a:gd name="connsiteY40" fmla="*/ 210456 h 265585"/>
              <a:gd name="connsiteX41" fmla="*/ 147707 w 282489"/>
              <a:gd name="connsiteY41" fmla="*/ 18991 h 265585"/>
              <a:gd name="connsiteX42" fmla="*/ 75694 w 282489"/>
              <a:gd name="connsiteY42" fmla="*/ 101445 h 265585"/>
              <a:gd name="connsiteX43" fmla="*/ 99870 w 282489"/>
              <a:gd name="connsiteY43" fmla="*/ 118462 h 265585"/>
              <a:gd name="connsiteX44" fmla="*/ 100586 w 282489"/>
              <a:gd name="connsiteY44" fmla="*/ 220429 h 265585"/>
              <a:gd name="connsiteX45" fmla="*/ 75694 w 282489"/>
              <a:gd name="connsiteY45" fmla="*/ 223293 h 265585"/>
              <a:gd name="connsiteX46" fmla="*/ 75694 w 282489"/>
              <a:gd name="connsiteY46" fmla="*/ 101445 h 265585"/>
              <a:gd name="connsiteX47" fmla="*/ 264744 w 282489"/>
              <a:gd name="connsiteY47" fmla="*/ 167081 h 265585"/>
              <a:gd name="connsiteX48" fmla="*/ 243115 w 282489"/>
              <a:gd name="connsiteY48" fmla="*/ 190708 h 265585"/>
              <a:gd name="connsiteX49" fmla="*/ 155899 w 282489"/>
              <a:gd name="connsiteY49" fmla="*/ 235648 h 265585"/>
              <a:gd name="connsiteX50" fmla="*/ 65987 w 282489"/>
              <a:gd name="connsiteY50" fmla="*/ 252015 h 265585"/>
              <a:gd name="connsiteX51" fmla="*/ 59160 w 282489"/>
              <a:gd name="connsiteY51" fmla="*/ 251882 h 265585"/>
              <a:gd name="connsiteX52" fmla="*/ 27690 w 282489"/>
              <a:gd name="connsiteY52" fmla="*/ 245921 h 265585"/>
              <a:gd name="connsiteX53" fmla="*/ 14453 w 282489"/>
              <a:gd name="connsiteY53" fmla="*/ 233899 h 265585"/>
              <a:gd name="connsiteX54" fmla="*/ 27907 w 282489"/>
              <a:gd name="connsiteY54" fmla="*/ 203329 h 265585"/>
              <a:gd name="connsiteX55" fmla="*/ 27907 w 282489"/>
              <a:gd name="connsiteY55" fmla="*/ 222427 h 265585"/>
              <a:gd name="connsiteX56" fmla="*/ 34717 w 282489"/>
              <a:gd name="connsiteY56" fmla="*/ 229254 h 265585"/>
              <a:gd name="connsiteX57" fmla="*/ 41527 w 282489"/>
              <a:gd name="connsiteY57" fmla="*/ 222427 h 265585"/>
              <a:gd name="connsiteX58" fmla="*/ 41527 w 282489"/>
              <a:gd name="connsiteY58" fmla="*/ 118944 h 265585"/>
              <a:gd name="connsiteX59" fmla="*/ 62124 w 282489"/>
              <a:gd name="connsiteY59" fmla="*/ 104125 h 265585"/>
              <a:gd name="connsiteX60" fmla="*/ 62124 w 282489"/>
              <a:gd name="connsiteY60" fmla="*/ 230952 h 265585"/>
              <a:gd name="connsiteX61" fmla="*/ 68867 w 282489"/>
              <a:gd name="connsiteY61" fmla="*/ 237762 h 265585"/>
              <a:gd name="connsiteX62" fmla="*/ 68934 w 282489"/>
              <a:gd name="connsiteY62" fmla="*/ 237762 h 265585"/>
              <a:gd name="connsiteX63" fmla="*/ 69716 w 282489"/>
              <a:gd name="connsiteY63" fmla="*/ 237712 h 265585"/>
              <a:gd name="connsiteX64" fmla="*/ 108212 w 282489"/>
              <a:gd name="connsiteY64" fmla="*/ 233300 h 265585"/>
              <a:gd name="connsiteX65" fmla="*/ 114240 w 282489"/>
              <a:gd name="connsiteY65" fmla="*/ 226523 h 265585"/>
              <a:gd name="connsiteX66" fmla="*/ 113524 w 282489"/>
              <a:gd name="connsiteY66" fmla="*/ 36474 h 265585"/>
              <a:gd name="connsiteX67" fmla="*/ 134120 w 282489"/>
              <a:gd name="connsiteY67" fmla="*/ 21656 h 265585"/>
              <a:gd name="connsiteX68" fmla="*/ 134120 w 282489"/>
              <a:gd name="connsiteY68" fmla="*/ 220712 h 265585"/>
              <a:gd name="connsiteX69" fmla="*/ 137151 w 282489"/>
              <a:gd name="connsiteY69" fmla="*/ 226407 h 265585"/>
              <a:gd name="connsiteX70" fmla="*/ 143578 w 282489"/>
              <a:gd name="connsiteY70" fmla="*/ 226973 h 265585"/>
              <a:gd name="connsiteX71" fmla="*/ 182091 w 282489"/>
              <a:gd name="connsiteY71" fmla="*/ 210705 h 265585"/>
              <a:gd name="connsiteX72" fmla="*/ 186253 w 282489"/>
              <a:gd name="connsiteY72" fmla="*/ 204445 h 265585"/>
              <a:gd name="connsiteX73" fmla="*/ 186253 w 282489"/>
              <a:gd name="connsiteY73" fmla="*/ 193405 h 265585"/>
              <a:gd name="connsiteX74" fmla="*/ 186686 w 282489"/>
              <a:gd name="connsiteY74" fmla="*/ 190991 h 265585"/>
              <a:gd name="connsiteX75" fmla="*/ 186686 w 282489"/>
              <a:gd name="connsiteY75" fmla="*/ 87591 h 265585"/>
              <a:gd name="connsiteX76" fmla="*/ 207283 w 282489"/>
              <a:gd name="connsiteY76" fmla="*/ 72773 h 265585"/>
              <a:gd name="connsiteX77" fmla="*/ 207283 w 282489"/>
              <a:gd name="connsiteY77" fmla="*/ 183565 h 265585"/>
              <a:gd name="connsiteX78" fmla="*/ 214163 w 282489"/>
              <a:gd name="connsiteY78" fmla="*/ 190338 h 265585"/>
              <a:gd name="connsiteX79" fmla="*/ 217490 w 282489"/>
              <a:gd name="connsiteY79" fmla="*/ 189443 h 265585"/>
              <a:gd name="connsiteX80" fmla="*/ 255986 w 282489"/>
              <a:gd name="connsiteY80" fmla="*/ 167381 h 265585"/>
              <a:gd name="connsiteX81" fmla="*/ 259432 w 282489"/>
              <a:gd name="connsiteY81" fmla="*/ 161470 h 265585"/>
              <a:gd name="connsiteX82" fmla="*/ 259432 w 282489"/>
              <a:gd name="connsiteY82" fmla="*/ 139608 h 265585"/>
              <a:gd name="connsiteX83" fmla="*/ 268257 w 282489"/>
              <a:gd name="connsiteY83" fmla="*/ 149481 h 265585"/>
              <a:gd name="connsiteX84" fmla="*/ 264744 w 282489"/>
              <a:gd name="connsiteY84" fmla="*/ 167081 h 26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82489" h="265585">
                <a:moveTo>
                  <a:pt x="281061" y="145219"/>
                </a:moveTo>
                <a:cubicBezTo>
                  <a:pt x="277914" y="135795"/>
                  <a:pt x="270938" y="129184"/>
                  <a:pt x="259332" y="124739"/>
                </a:cubicBezTo>
                <a:lnTo>
                  <a:pt x="259332" y="84095"/>
                </a:lnTo>
                <a:cubicBezTo>
                  <a:pt x="259328" y="81885"/>
                  <a:pt x="258247" y="79815"/>
                  <a:pt x="256435" y="78550"/>
                </a:cubicBezTo>
                <a:lnTo>
                  <a:pt x="219255" y="52342"/>
                </a:lnTo>
                <a:cubicBezTo>
                  <a:pt x="216181" y="50182"/>
                  <a:pt x="211939" y="50911"/>
                  <a:pt x="209764" y="53974"/>
                </a:cubicBezTo>
                <a:lnTo>
                  <a:pt x="209531" y="54307"/>
                </a:lnTo>
                <a:lnTo>
                  <a:pt x="186170" y="71124"/>
                </a:lnTo>
                <a:lnTo>
                  <a:pt x="186170" y="32994"/>
                </a:lnTo>
                <a:cubicBezTo>
                  <a:pt x="186166" y="30784"/>
                  <a:pt x="185085" y="28715"/>
                  <a:pt x="183273" y="27450"/>
                </a:cubicBezTo>
                <a:lnTo>
                  <a:pt x="146109" y="1242"/>
                </a:lnTo>
                <a:cubicBezTo>
                  <a:pt x="143035" y="-918"/>
                  <a:pt x="138794" y="-189"/>
                  <a:pt x="136618" y="2874"/>
                </a:cubicBezTo>
                <a:lnTo>
                  <a:pt x="136368" y="3207"/>
                </a:lnTo>
                <a:lnTo>
                  <a:pt x="102634" y="27483"/>
                </a:lnTo>
                <a:cubicBezTo>
                  <a:pt x="100859" y="28765"/>
                  <a:pt x="99806" y="30821"/>
                  <a:pt x="99804" y="33011"/>
                </a:cubicBezTo>
                <a:lnTo>
                  <a:pt x="99804" y="101811"/>
                </a:lnTo>
                <a:lnTo>
                  <a:pt x="74095" y="83679"/>
                </a:lnTo>
                <a:cubicBezTo>
                  <a:pt x="71022" y="81518"/>
                  <a:pt x="66780" y="82248"/>
                  <a:pt x="64605" y="85310"/>
                </a:cubicBezTo>
                <a:lnTo>
                  <a:pt x="64372" y="85643"/>
                </a:lnTo>
                <a:lnTo>
                  <a:pt x="30621" y="109903"/>
                </a:lnTo>
                <a:cubicBezTo>
                  <a:pt x="28850" y="111182"/>
                  <a:pt x="27798" y="113230"/>
                  <a:pt x="27790" y="115414"/>
                </a:cubicBezTo>
                <a:lnTo>
                  <a:pt x="27790" y="186362"/>
                </a:lnTo>
                <a:cubicBezTo>
                  <a:pt x="26301" y="186509"/>
                  <a:pt x="24899" y="187134"/>
                  <a:pt x="23794" y="188144"/>
                </a:cubicBezTo>
                <a:cubicBezTo>
                  <a:pt x="14736" y="196436"/>
                  <a:pt x="8159" y="204711"/>
                  <a:pt x="4247" y="212653"/>
                </a:cubicBezTo>
                <a:cubicBezTo>
                  <a:pt x="-216" y="221778"/>
                  <a:pt x="-1165" y="230303"/>
                  <a:pt x="1416" y="238145"/>
                </a:cubicBezTo>
                <a:cubicBezTo>
                  <a:pt x="4313" y="246854"/>
                  <a:pt x="11290" y="253664"/>
                  <a:pt x="22179" y="258359"/>
                </a:cubicBezTo>
                <a:cubicBezTo>
                  <a:pt x="31670" y="262455"/>
                  <a:pt x="43908" y="264836"/>
                  <a:pt x="58511" y="265452"/>
                </a:cubicBezTo>
                <a:cubicBezTo>
                  <a:pt x="60925" y="265552"/>
                  <a:pt x="63373" y="265585"/>
                  <a:pt x="65870" y="265585"/>
                </a:cubicBezTo>
                <a:cubicBezTo>
                  <a:pt x="93610" y="265585"/>
                  <a:pt x="126728" y="259591"/>
                  <a:pt x="160112" y="248485"/>
                </a:cubicBezTo>
                <a:cubicBezTo>
                  <a:pt x="196477" y="236414"/>
                  <a:pt x="228995" y="219597"/>
                  <a:pt x="251640" y="201198"/>
                </a:cubicBezTo>
                <a:cubicBezTo>
                  <a:pt x="263012" y="191990"/>
                  <a:pt x="271337" y="182749"/>
                  <a:pt x="276482" y="173808"/>
                </a:cubicBezTo>
                <a:cubicBezTo>
                  <a:pt x="282443" y="163584"/>
                  <a:pt x="283975" y="153960"/>
                  <a:pt x="281045" y="145236"/>
                </a:cubicBezTo>
                <a:close/>
                <a:moveTo>
                  <a:pt x="220836" y="70108"/>
                </a:moveTo>
                <a:lnTo>
                  <a:pt x="245729" y="87641"/>
                </a:lnTo>
                <a:lnTo>
                  <a:pt x="245729" y="157574"/>
                </a:lnTo>
                <a:lnTo>
                  <a:pt x="220836" y="171826"/>
                </a:lnTo>
                <a:lnTo>
                  <a:pt x="220836" y="70108"/>
                </a:lnTo>
                <a:close/>
                <a:moveTo>
                  <a:pt x="147707" y="18991"/>
                </a:moveTo>
                <a:lnTo>
                  <a:pt x="172583" y="36524"/>
                </a:lnTo>
                <a:lnTo>
                  <a:pt x="172583" y="199932"/>
                </a:lnTo>
                <a:lnTo>
                  <a:pt x="147707" y="210456"/>
                </a:lnTo>
                <a:lnTo>
                  <a:pt x="147707" y="18991"/>
                </a:lnTo>
                <a:close/>
                <a:moveTo>
                  <a:pt x="75694" y="101445"/>
                </a:moveTo>
                <a:lnTo>
                  <a:pt x="99870" y="118462"/>
                </a:lnTo>
                <a:lnTo>
                  <a:pt x="100586" y="220429"/>
                </a:lnTo>
                <a:lnTo>
                  <a:pt x="75694" y="223293"/>
                </a:lnTo>
                <a:lnTo>
                  <a:pt x="75694" y="101445"/>
                </a:lnTo>
                <a:close/>
                <a:moveTo>
                  <a:pt x="264744" y="167081"/>
                </a:moveTo>
                <a:cubicBezTo>
                  <a:pt x="260481" y="174474"/>
                  <a:pt x="253022" y="182633"/>
                  <a:pt x="243115" y="190708"/>
                </a:cubicBezTo>
                <a:cubicBezTo>
                  <a:pt x="221752" y="208108"/>
                  <a:pt x="190766" y="224042"/>
                  <a:pt x="155899" y="235648"/>
                </a:cubicBezTo>
                <a:cubicBezTo>
                  <a:pt x="123914" y="246304"/>
                  <a:pt x="92294" y="252015"/>
                  <a:pt x="65987" y="252015"/>
                </a:cubicBezTo>
                <a:cubicBezTo>
                  <a:pt x="63689" y="252015"/>
                  <a:pt x="61374" y="251982"/>
                  <a:pt x="59160" y="251882"/>
                </a:cubicBezTo>
                <a:cubicBezTo>
                  <a:pt x="46389" y="251382"/>
                  <a:pt x="35500" y="249301"/>
                  <a:pt x="27690" y="245921"/>
                </a:cubicBezTo>
                <a:cubicBezTo>
                  <a:pt x="20547" y="242824"/>
                  <a:pt x="16085" y="238761"/>
                  <a:pt x="14453" y="233899"/>
                </a:cubicBezTo>
                <a:cubicBezTo>
                  <a:pt x="11839" y="226007"/>
                  <a:pt x="16701" y="215084"/>
                  <a:pt x="27907" y="203329"/>
                </a:cubicBezTo>
                <a:lnTo>
                  <a:pt x="27907" y="222427"/>
                </a:lnTo>
                <a:cubicBezTo>
                  <a:pt x="27907" y="226191"/>
                  <a:pt x="30953" y="229245"/>
                  <a:pt x="34717" y="229254"/>
                </a:cubicBezTo>
                <a:cubicBezTo>
                  <a:pt x="38481" y="229245"/>
                  <a:pt x="41527" y="226191"/>
                  <a:pt x="41527" y="222427"/>
                </a:cubicBezTo>
                <a:lnTo>
                  <a:pt x="41527" y="118944"/>
                </a:lnTo>
                <a:lnTo>
                  <a:pt x="62124" y="104125"/>
                </a:lnTo>
                <a:lnTo>
                  <a:pt x="62124" y="230952"/>
                </a:lnTo>
                <a:cubicBezTo>
                  <a:pt x="62105" y="234695"/>
                  <a:pt x="65124" y="237744"/>
                  <a:pt x="68867" y="237762"/>
                </a:cubicBezTo>
                <a:cubicBezTo>
                  <a:pt x="68889" y="237762"/>
                  <a:pt x="68912" y="237762"/>
                  <a:pt x="68934" y="237762"/>
                </a:cubicBezTo>
                <a:cubicBezTo>
                  <a:pt x="69200" y="237762"/>
                  <a:pt x="69433" y="237762"/>
                  <a:pt x="69716" y="237712"/>
                </a:cubicBezTo>
                <a:lnTo>
                  <a:pt x="108212" y="233300"/>
                </a:lnTo>
                <a:cubicBezTo>
                  <a:pt x="111649" y="232895"/>
                  <a:pt x="114238" y="229983"/>
                  <a:pt x="114240" y="226523"/>
                </a:cubicBezTo>
                <a:lnTo>
                  <a:pt x="113524" y="36474"/>
                </a:lnTo>
                <a:lnTo>
                  <a:pt x="134120" y="21656"/>
                </a:lnTo>
                <a:lnTo>
                  <a:pt x="134120" y="220712"/>
                </a:lnTo>
                <a:cubicBezTo>
                  <a:pt x="134120" y="222993"/>
                  <a:pt x="135286" y="225141"/>
                  <a:pt x="137151" y="226407"/>
                </a:cubicBezTo>
                <a:cubicBezTo>
                  <a:pt x="139063" y="227660"/>
                  <a:pt x="141476" y="227872"/>
                  <a:pt x="143578" y="226973"/>
                </a:cubicBezTo>
                <a:lnTo>
                  <a:pt x="182091" y="210705"/>
                </a:lnTo>
                <a:cubicBezTo>
                  <a:pt x="184612" y="209646"/>
                  <a:pt x="186252" y="207179"/>
                  <a:pt x="186253" y="204445"/>
                </a:cubicBezTo>
                <a:lnTo>
                  <a:pt x="186253" y="193405"/>
                </a:lnTo>
                <a:cubicBezTo>
                  <a:pt x="186537" y="192632"/>
                  <a:pt x="186683" y="191815"/>
                  <a:pt x="186686" y="190991"/>
                </a:cubicBezTo>
                <a:lnTo>
                  <a:pt x="186686" y="87591"/>
                </a:lnTo>
                <a:lnTo>
                  <a:pt x="207283" y="72773"/>
                </a:lnTo>
                <a:lnTo>
                  <a:pt x="207283" y="183565"/>
                </a:lnTo>
                <a:cubicBezTo>
                  <a:pt x="207312" y="187335"/>
                  <a:pt x="210393" y="190368"/>
                  <a:pt x="214163" y="190338"/>
                </a:cubicBezTo>
                <a:cubicBezTo>
                  <a:pt x="215330" y="190329"/>
                  <a:pt x="216475" y="190021"/>
                  <a:pt x="217490" y="189443"/>
                </a:cubicBezTo>
                <a:lnTo>
                  <a:pt x="255986" y="167381"/>
                </a:lnTo>
                <a:cubicBezTo>
                  <a:pt x="258105" y="166165"/>
                  <a:pt x="259418" y="163913"/>
                  <a:pt x="259432" y="161470"/>
                </a:cubicBezTo>
                <a:lnTo>
                  <a:pt x="259432" y="139608"/>
                </a:lnTo>
                <a:cubicBezTo>
                  <a:pt x="265210" y="142771"/>
                  <a:pt x="267158" y="146268"/>
                  <a:pt x="268257" y="149481"/>
                </a:cubicBezTo>
                <a:cubicBezTo>
                  <a:pt x="269772" y="154377"/>
                  <a:pt x="268623" y="160304"/>
                  <a:pt x="264744" y="167081"/>
                </a:cubicBezTo>
                <a:close/>
              </a:path>
            </a:pathLst>
          </a:custGeom>
          <a:solidFill>
            <a:schemeClr val="bg1"/>
          </a:solidFill>
          <a:ln w="316"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任意多边形: 形状 29"/>
          <p:cNvSpPr/>
          <p:nvPr/>
        </p:nvSpPr>
        <p:spPr>
          <a:xfrm>
            <a:off x="2465437" y="1130300"/>
            <a:ext cx="7261124" cy="3435519"/>
          </a:xfrm>
          <a:custGeom>
            <a:avLst/>
            <a:gdLst>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501 w 7987236"/>
              <a:gd name="connsiteY4" fmla="*/ 866139 h 4365770"/>
              <a:gd name="connsiteX5" fmla="*/ 4278864 w 7987236"/>
              <a:gd name="connsiteY5" fmla="*/ 915572 h 4365770"/>
              <a:gd name="connsiteX6" fmla="*/ 4278948 w 7987236"/>
              <a:gd name="connsiteY6" fmla="*/ 916727 h 4365770"/>
              <a:gd name="connsiteX7" fmla="*/ 4285552 w 7987236"/>
              <a:gd name="connsiteY7" fmla="*/ 971697 h 4365770"/>
              <a:gd name="connsiteX8" fmla="*/ 4358821 w 7987236"/>
              <a:gd name="connsiteY8" fmla="*/ 1404359 h 4365770"/>
              <a:gd name="connsiteX9" fmla="*/ 4419370 w 7987236"/>
              <a:gd name="connsiteY9" fmla="*/ 1678677 h 4365770"/>
              <a:gd name="connsiteX10" fmla="*/ 4561374 w 7987236"/>
              <a:gd name="connsiteY10" fmla="*/ 2039394 h 4365770"/>
              <a:gd name="connsiteX11" fmla="*/ 6017649 w 7987236"/>
              <a:gd name="connsiteY11" fmla="*/ 3683414 h 4365770"/>
              <a:gd name="connsiteX12" fmla="*/ 7878001 w 7987236"/>
              <a:gd name="connsiteY12" fmla="*/ 4359431 h 4365770"/>
              <a:gd name="connsiteX13" fmla="*/ 7987236 w 7987236"/>
              <a:gd name="connsiteY13" fmla="*/ 4365770 h 4365770"/>
              <a:gd name="connsiteX14" fmla="*/ 0 w 7987236"/>
              <a:gd name="connsiteY14" fmla="*/ 4365770 h 4365770"/>
              <a:gd name="connsiteX15" fmla="*/ 109217 w 7987236"/>
              <a:gd name="connsiteY15" fmla="*/ 4359432 h 4365770"/>
              <a:gd name="connsiteX16" fmla="*/ 1969571 w 7987236"/>
              <a:gd name="connsiteY16" fmla="*/ 3683415 h 4365770"/>
              <a:gd name="connsiteX17" fmla="*/ 3425846 w 7987236"/>
              <a:gd name="connsiteY17" fmla="*/ 2039395 h 4365770"/>
              <a:gd name="connsiteX18" fmla="*/ 3566763 w 7987236"/>
              <a:gd name="connsiteY18" fmla="*/ 1681440 h 4365770"/>
              <a:gd name="connsiteX19" fmla="*/ 3627917 w 7987236"/>
              <a:gd name="connsiteY19" fmla="*/ 1404359 h 4365770"/>
              <a:gd name="connsiteX20" fmla="*/ 3701185 w 7987236"/>
              <a:gd name="connsiteY20" fmla="*/ 971697 h 4365770"/>
              <a:gd name="connsiteX21" fmla="*/ 3708382 w 7987236"/>
              <a:gd name="connsiteY21" fmla="*/ 911805 h 4365770"/>
              <a:gd name="connsiteX22" fmla="*/ 3708720 w 7987236"/>
              <a:gd name="connsiteY22" fmla="*/ 866139 h 4365770"/>
              <a:gd name="connsiteX23" fmla="*/ 3713870 w 7987236"/>
              <a:gd name="connsiteY23" fmla="*/ 866139 h 4365770"/>
              <a:gd name="connsiteX24" fmla="*/ 3715727 w 7987236"/>
              <a:gd name="connsiteY24" fmla="*/ 850683 h 4365770"/>
              <a:gd name="connsiteX25" fmla="*/ 3429750 w 7987236"/>
              <a:gd name="connsiteY25" fmla="*/ 850683 h 4365770"/>
              <a:gd name="connsiteX0-1" fmla="*/ 3993849 w 7987236"/>
              <a:gd name="connsiteY0-2" fmla="*/ 0 h 4365770"/>
              <a:gd name="connsiteX1-3" fmla="*/ 4557470 w 7987236"/>
              <a:gd name="connsiteY1-4" fmla="*/ 850683 h 4365770"/>
              <a:gd name="connsiteX2-5" fmla="*/ 4271012 w 7987236"/>
              <a:gd name="connsiteY2-6" fmla="*/ 850683 h 4365770"/>
              <a:gd name="connsiteX3-7" fmla="*/ 4272869 w 7987236"/>
              <a:gd name="connsiteY3-8" fmla="*/ 866139 h 4365770"/>
              <a:gd name="connsiteX4-9" fmla="*/ 4278864 w 7987236"/>
              <a:gd name="connsiteY4-10" fmla="*/ 915572 h 4365770"/>
              <a:gd name="connsiteX5-11" fmla="*/ 4278948 w 7987236"/>
              <a:gd name="connsiteY5-12" fmla="*/ 916727 h 4365770"/>
              <a:gd name="connsiteX6-13" fmla="*/ 4285552 w 7987236"/>
              <a:gd name="connsiteY6-14" fmla="*/ 971697 h 4365770"/>
              <a:gd name="connsiteX7-15" fmla="*/ 4358821 w 7987236"/>
              <a:gd name="connsiteY7-16" fmla="*/ 1404359 h 4365770"/>
              <a:gd name="connsiteX8-17" fmla="*/ 4419370 w 7987236"/>
              <a:gd name="connsiteY8-18" fmla="*/ 1678677 h 4365770"/>
              <a:gd name="connsiteX9-19" fmla="*/ 4561374 w 7987236"/>
              <a:gd name="connsiteY9-20" fmla="*/ 2039394 h 4365770"/>
              <a:gd name="connsiteX10-21" fmla="*/ 6017649 w 7987236"/>
              <a:gd name="connsiteY10-22" fmla="*/ 3683414 h 4365770"/>
              <a:gd name="connsiteX11-23" fmla="*/ 7878001 w 7987236"/>
              <a:gd name="connsiteY11-24" fmla="*/ 4359431 h 4365770"/>
              <a:gd name="connsiteX12-25" fmla="*/ 7987236 w 7987236"/>
              <a:gd name="connsiteY12-26" fmla="*/ 4365770 h 4365770"/>
              <a:gd name="connsiteX13-27" fmla="*/ 0 w 7987236"/>
              <a:gd name="connsiteY13-28" fmla="*/ 4365770 h 4365770"/>
              <a:gd name="connsiteX14-29" fmla="*/ 109217 w 7987236"/>
              <a:gd name="connsiteY14-30" fmla="*/ 4359432 h 4365770"/>
              <a:gd name="connsiteX15-31" fmla="*/ 1969571 w 7987236"/>
              <a:gd name="connsiteY15-32" fmla="*/ 3683415 h 4365770"/>
              <a:gd name="connsiteX16-33" fmla="*/ 3425846 w 7987236"/>
              <a:gd name="connsiteY16-34" fmla="*/ 2039395 h 4365770"/>
              <a:gd name="connsiteX17-35" fmla="*/ 3566763 w 7987236"/>
              <a:gd name="connsiteY17-36" fmla="*/ 1681440 h 4365770"/>
              <a:gd name="connsiteX18-37" fmla="*/ 3627917 w 7987236"/>
              <a:gd name="connsiteY18-38" fmla="*/ 1404359 h 4365770"/>
              <a:gd name="connsiteX19-39" fmla="*/ 3701185 w 7987236"/>
              <a:gd name="connsiteY19-40" fmla="*/ 971697 h 4365770"/>
              <a:gd name="connsiteX20-41" fmla="*/ 3708382 w 7987236"/>
              <a:gd name="connsiteY20-42" fmla="*/ 911805 h 4365770"/>
              <a:gd name="connsiteX21-43" fmla="*/ 3708720 w 7987236"/>
              <a:gd name="connsiteY21-44" fmla="*/ 866139 h 4365770"/>
              <a:gd name="connsiteX22-45" fmla="*/ 3713870 w 7987236"/>
              <a:gd name="connsiteY22-46" fmla="*/ 866139 h 4365770"/>
              <a:gd name="connsiteX23-47" fmla="*/ 3715727 w 7987236"/>
              <a:gd name="connsiteY23-48" fmla="*/ 850683 h 4365770"/>
              <a:gd name="connsiteX24-49" fmla="*/ 3429750 w 7987236"/>
              <a:gd name="connsiteY24-50" fmla="*/ 850683 h 4365770"/>
              <a:gd name="connsiteX25-51" fmla="*/ 3993849 w 7987236"/>
              <a:gd name="connsiteY25-52" fmla="*/ 0 h 4365770"/>
              <a:gd name="connsiteX0-53" fmla="*/ 3993849 w 7987236"/>
              <a:gd name="connsiteY0-54" fmla="*/ 0 h 4365770"/>
              <a:gd name="connsiteX1-55" fmla="*/ 4557470 w 7987236"/>
              <a:gd name="connsiteY1-56" fmla="*/ 850683 h 4365770"/>
              <a:gd name="connsiteX2-57" fmla="*/ 4271012 w 7987236"/>
              <a:gd name="connsiteY2-58" fmla="*/ 850683 h 4365770"/>
              <a:gd name="connsiteX3-59" fmla="*/ 4272869 w 7987236"/>
              <a:gd name="connsiteY3-60" fmla="*/ 866139 h 4365770"/>
              <a:gd name="connsiteX4-61" fmla="*/ 4278864 w 7987236"/>
              <a:gd name="connsiteY4-62" fmla="*/ 915572 h 4365770"/>
              <a:gd name="connsiteX5-63" fmla="*/ 4278948 w 7987236"/>
              <a:gd name="connsiteY5-64" fmla="*/ 916727 h 4365770"/>
              <a:gd name="connsiteX6-65" fmla="*/ 4285552 w 7987236"/>
              <a:gd name="connsiteY6-66" fmla="*/ 971697 h 4365770"/>
              <a:gd name="connsiteX7-67" fmla="*/ 4358821 w 7987236"/>
              <a:gd name="connsiteY7-68" fmla="*/ 1404359 h 4365770"/>
              <a:gd name="connsiteX8-69" fmla="*/ 4419370 w 7987236"/>
              <a:gd name="connsiteY8-70" fmla="*/ 1678677 h 4365770"/>
              <a:gd name="connsiteX9-71" fmla="*/ 4561374 w 7987236"/>
              <a:gd name="connsiteY9-72" fmla="*/ 2039394 h 4365770"/>
              <a:gd name="connsiteX10-73" fmla="*/ 6017649 w 7987236"/>
              <a:gd name="connsiteY10-74" fmla="*/ 3683414 h 4365770"/>
              <a:gd name="connsiteX11-75" fmla="*/ 7878001 w 7987236"/>
              <a:gd name="connsiteY11-76" fmla="*/ 4359431 h 4365770"/>
              <a:gd name="connsiteX12-77" fmla="*/ 7987236 w 7987236"/>
              <a:gd name="connsiteY12-78" fmla="*/ 4365770 h 4365770"/>
              <a:gd name="connsiteX13-79" fmla="*/ 0 w 7987236"/>
              <a:gd name="connsiteY13-80" fmla="*/ 4365770 h 4365770"/>
              <a:gd name="connsiteX14-81" fmla="*/ 109217 w 7987236"/>
              <a:gd name="connsiteY14-82" fmla="*/ 4359432 h 4365770"/>
              <a:gd name="connsiteX15-83" fmla="*/ 1969571 w 7987236"/>
              <a:gd name="connsiteY15-84" fmla="*/ 3683415 h 4365770"/>
              <a:gd name="connsiteX16-85" fmla="*/ 3425846 w 7987236"/>
              <a:gd name="connsiteY16-86" fmla="*/ 2039395 h 4365770"/>
              <a:gd name="connsiteX17-87" fmla="*/ 3566763 w 7987236"/>
              <a:gd name="connsiteY17-88" fmla="*/ 1681440 h 4365770"/>
              <a:gd name="connsiteX18-89" fmla="*/ 3627917 w 7987236"/>
              <a:gd name="connsiteY18-90" fmla="*/ 1404359 h 4365770"/>
              <a:gd name="connsiteX19-91" fmla="*/ 3701185 w 7987236"/>
              <a:gd name="connsiteY19-92" fmla="*/ 971697 h 4365770"/>
              <a:gd name="connsiteX20-93" fmla="*/ 3708382 w 7987236"/>
              <a:gd name="connsiteY20-94" fmla="*/ 911805 h 4365770"/>
              <a:gd name="connsiteX21-95" fmla="*/ 3708720 w 7987236"/>
              <a:gd name="connsiteY21-96" fmla="*/ 866139 h 4365770"/>
              <a:gd name="connsiteX22-97" fmla="*/ 3715727 w 7987236"/>
              <a:gd name="connsiteY22-98" fmla="*/ 850683 h 4365770"/>
              <a:gd name="connsiteX23-99" fmla="*/ 3429750 w 7987236"/>
              <a:gd name="connsiteY23-100" fmla="*/ 850683 h 4365770"/>
              <a:gd name="connsiteX24-101" fmla="*/ 3993849 w 7987236"/>
              <a:gd name="connsiteY24-102" fmla="*/ 0 h 4365770"/>
              <a:gd name="connsiteX0-103" fmla="*/ 3993849 w 7987236"/>
              <a:gd name="connsiteY0-104" fmla="*/ 0 h 4365770"/>
              <a:gd name="connsiteX1-105" fmla="*/ 4557470 w 7987236"/>
              <a:gd name="connsiteY1-106" fmla="*/ 850683 h 4365770"/>
              <a:gd name="connsiteX2-107" fmla="*/ 4271012 w 7987236"/>
              <a:gd name="connsiteY2-108" fmla="*/ 850683 h 4365770"/>
              <a:gd name="connsiteX3-109" fmla="*/ 4272869 w 7987236"/>
              <a:gd name="connsiteY3-110" fmla="*/ 866139 h 4365770"/>
              <a:gd name="connsiteX4-111" fmla="*/ 4278864 w 7987236"/>
              <a:gd name="connsiteY4-112" fmla="*/ 915572 h 4365770"/>
              <a:gd name="connsiteX5-113" fmla="*/ 4278948 w 7987236"/>
              <a:gd name="connsiteY5-114" fmla="*/ 916727 h 4365770"/>
              <a:gd name="connsiteX6-115" fmla="*/ 4285552 w 7987236"/>
              <a:gd name="connsiteY6-116" fmla="*/ 971697 h 4365770"/>
              <a:gd name="connsiteX7-117" fmla="*/ 4358821 w 7987236"/>
              <a:gd name="connsiteY7-118" fmla="*/ 1404359 h 4365770"/>
              <a:gd name="connsiteX8-119" fmla="*/ 4419370 w 7987236"/>
              <a:gd name="connsiteY8-120" fmla="*/ 1678677 h 4365770"/>
              <a:gd name="connsiteX9-121" fmla="*/ 4561374 w 7987236"/>
              <a:gd name="connsiteY9-122" fmla="*/ 2039394 h 4365770"/>
              <a:gd name="connsiteX10-123" fmla="*/ 6017649 w 7987236"/>
              <a:gd name="connsiteY10-124" fmla="*/ 3683414 h 4365770"/>
              <a:gd name="connsiteX11-125" fmla="*/ 7878001 w 7987236"/>
              <a:gd name="connsiteY11-126" fmla="*/ 4359431 h 4365770"/>
              <a:gd name="connsiteX12-127" fmla="*/ 7987236 w 7987236"/>
              <a:gd name="connsiteY12-128" fmla="*/ 4365770 h 4365770"/>
              <a:gd name="connsiteX13-129" fmla="*/ 0 w 7987236"/>
              <a:gd name="connsiteY13-130" fmla="*/ 4365770 h 4365770"/>
              <a:gd name="connsiteX14-131" fmla="*/ 109217 w 7987236"/>
              <a:gd name="connsiteY14-132" fmla="*/ 4359432 h 4365770"/>
              <a:gd name="connsiteX15-133" fmla="*/ 1969571 w 7987236"/>
              <a:gd name="connsiteY15-134" fmla="*/ 3683415 h 4365770"/>
              <a:gd name="connsiteX16-135" fmla="*/ 3425846 w 7987236"/>
              <a:gd name="connsiteY16-136" fmla="*/ 2039395 h 4365770"/>
              <a:gd name="connsiteX17-137" fmla="*/ 3566763 w 7987236"/>
              <a:gd name="connsiteY17-138" fmla="*/ 1681440 h 4365770"/>
              <a:gd name="connsiteX18-139" fmla="*/ 3627917 w 7987236"/>
              <a:gd name="connsiteY18-140" fmla="*/ 1404359 h 4365770"/>
              <a:gd name="connsiteX19-141" fmla="*/ 3701185 w 7987236"/>
              <a:gd name="connsiteY19-142" fmla="*/ 971697 h 4365770"/>
              <a:gd name="connsiteX20-143" fmla="*/ 3708382 w 7987236"/>
              <a:gd name="connsiteY20-144" fmla="*/ 911805 h 4365770"/>
              <a:gd name="connsiteX21-145" fmla="*/ 3715727 w 7987236"/>
              <a:gd name="connsiteY21-146" fmla="*/ 850683 h 4365770"/>
              <a:gd name="connsiteX22-147" fmla="*/ 3429750 w 7987236"/>
              <a:gd name="connsiteY22-148" fmla="*/ 850683 h 4365770"/>
              <a:gd name="connsiteX23-149" fmla="*/ 3993849 w 7987236"/>
              <a:gd name="connsiteY23-150" fmla="*/ 0 h 4365770"/>
              <a:gd name="connsiteX0-151" fmla="*/ 3993849 w 7987236"/>
              <a:gd name="connsiteY0-152" fmla="*/ 0 h 4365770"/>
              <a:gd name="connsiteX1-153" fmla="*/ 4557470 w 7987236"/>
              <a:gd name="connsiteY1-154" fmla="*/ 850683 h 4365770"/>
              <a:gd name="connsiteX2-155" fmla="*/ 4271012 w 7987236"/>
              <a:gd name="connsiteY2-156" fmla="*/ 850683 h 4365770"/>
              <a:gd name="connsiteX3-157" fmla="*/ 4272869 w 7987236"/>
              <a:gd name="connsiteY3-158" fmla="*/ 866139 h 4365770"/>
              <a:gd name="connsiteX4-159" fmla="*/ 4278864 w 7987236"/>
              <a:gd name="connsiteY4-160" fmla="*/ 915572 h 4365770"/>
              <a:gd name="connsiteX5-161" fmla="*/ 4278948 w 7987236"/>
              <a:gd name="connsiteY5-162" fmla="*/ 916727 h 4365770"/>
              <a:gd name="connsiteX6-163" fmla="*/ 4285552 w 7987236"/>
              <a:gd name="connsiteY6-164" fmla="*/ 971697 h 4365770"/>
              <a:gd name="connsiteX7-165" fmla="*/ 4358821 w 7987236"/>
              <a:gd name="connsiteY7-166" fmla="*/ 1404359 h 4365770"/>
              <a:gd name="connsiteX8-167" fmla="*/ 4419370 w 7987236"/>
              <a:gd name="connsiteY8-168" fmla="*/ 1678677 h 4365770"/>
              <a:gd name="connsiteX9-169" fmla="*/ 4561374 w 7987236"/>
              <a:gd name="connsiteY9-170" fmla="*/ 2039394 h 4365770"/>
              <a:gd name="connsiteX10-171" fmla="*/ 6017649 w 7987236"/>
              <a:gd name="connsiteY10-172" fmla="*/ 3683414 h 4365770"/>
              <a:gd name="connsiteX11-173" fmla="*/ 7878001 w 7987236"/>
              <a:gd name="connsiteY11-174" fmla="*/ 4359431 h 4365770"/>
              <a:gd name="connsiteX12-175" fmla="*/ 7987236 w 7987236"/>
              <a:gd name="connsiteY12-176" fmla="*/ 4365770 h 4365770"/>
              <a:gd name="connsiteX13-177" fmla="*/ 0 w 7987236"/>
              <a:gd name="connsiteY13-178" fmla="*/ 4365770 h 4365770"/>
              <a:gd name="connsiteX14-179" fmla="*/ 109217 w 7987236"/>
              <a:gd name="connsiteY14-180" fmla="*/ 4359432 h 4365770"/>
              <a:gd name="connsiteX15-181" fmla="*/ 1969571 w 7987236"/>
              <a:gd name="connsiteY15-182" fmla="*/ 3683415 h 4365770"/>
              <a:gd name="connsiteX16-183" fmla="*/ 3425846 w 7987236"/>
              <a:gd name="connsiteY16-184" fmla="*/ 2039395 h 4365770"/>
              <a:gd name="connsiteX17-185" fmla="*/ 3566763 w 7987236"/>
              <a:gd name="connsiteY17-186" fmla="*/ 1681440 h 4365770"/>
              <a:gd name="connsiteX18-187" fmla="*/ 3627917 w 7987236"/>
              <a:gd name="connsiteY18-188" fmla="*/ 1404359 h 4365770"/>
              <a:gd name="connsiteX19-189" fmla="*/ 3701185 w 7987236"/>
              <a:gd name="connsiteY19-190" fmla="*/ 971697 h 4365770"/>
              <a:gd name="connsiteX20-191" fmla="*/ 3708382 w 7987236"/>
              <a:gd name="connsiteY20-192" fmla="*/ 911805 h 4365770"/>
              <a:gd name="connsiteX21-193" fmla="*/ 3715727 w 7987236"/>
              <a:gd name="connsiteY21-194" fmla="*/ 850683 h 4365770"/>
              <a:gd name="connsiteX22-195" fmla="*/ 3429750 w 7987236"/>
              <a:gd name="connsiteY22-196" fmla="*/ 850683 h 4365770"/>
              <a:gd name="connsiteX23-197" fmla="*/ 3993849 w 7987236"/>
              <a:gd name="connsiteY23-198" fmla="*/ 0 h 4365770"/>
              <a:gd name="connsiteX0-199" fmla="*/ 3993849 w 7987236"/>
              <a:gd name="connsiteY0-200" fmla="*/ 0 h 4365770"/>
              <a:gd name="connsiteX1-201" fmla="*/ 4557470 w 7987236"/>
              <a:gd name="connsiteY1-202" fmla="*/ 850683 h 4365770"/>
              <a:gd name="connsiteX2-203" fmla="*/ 4271012 w 7987236"/>
              <a:gd name="connsiteY2-204" fmla="*/ 850683 h 4365770"/>
              <a:gd name="connsiteX3-205" fmla="*/ 4272869 w 7987236"/>
              <a:gd name="connsiteY3-206" fmla="*/ 866139 h 4365770"/>
              <a:gd name="connsiteX4-207" fmla="*/ 4278864 w 7987236"/>
              <a:gd name="connsiteY4-208" fmla="*/ 915572 h 4365770"/>
              <a:gd name="connsiteX5-209" fmla="*/ 4278948 w 7987236"/>
              <a:gd name="connsiteY5-210" fmla="*/ 916727 h 4365770"/>
              <a:gd name="connsiteX6-211" fmla="*/ 4285552 w 7987236"/>
              <a:gd name="connsiteY6-212" fmla="*/ 971697 h 4365770"/>
              <a:gd name="connsiteX7-213" fmla="*/ 4358821 w 7987236"/>
              <a:gd name="connsiteY7-214" fmla="*/ 1404359 h 4365770"/>
              <a:gd name="connsiteX8-215" fmla="*/ 4419370 w 7987236"/>
              <a:gd name="connsiteY8-216" fmla="*/ 1678677 h 4365770"/>
              <a:gd name="connsiteX9-217" fmla="*/ 4561374 w 7987236"/>
              <a:gd name="connsiteY9-218" fmla="*/ 2039394 h 4365770"/>
              <a:gd name="connsiteX10-219" fmla="*/ 6017649 w 7987236"/>
              <a:gd name="connsiteY10-220" fmla="*/ 3683414 h 4365770"/>
              <a:gd name="connsiteX11-221" fmla="*/ 7878001 w 7987236"/>
              <a:gd name="connsiteY11-222" fmla="*/ 4359431 h 4365770"/>
              <a:gd name="connsiteX12-223" fmla="*/ 7987236 w 7987236"/>
              <a:gd name="connsiteY12-224" fmla="*/ 4365770 h 4365770"/>
              <a:gd name="connsiteX13-225" fmla="*/ 0 w 7987236"/>
              <a:gd name="connsiteY13-226" fmla="*/ 4365770 h 4365770"/>
              <a:gd name="connsiteX14-227" fmla="*/ 109217 w 7987236"/>
              <a:gd name="connsiteY14-228" fmla="*/ 4359432 h 4365770"/>
              <a:gd name="connsiteX15-229" fmla="*/ 1969571 w 7987236"/>
              <a:gd name="connsiteY15-230" fmla="*/ 3683415 h 4365770"/>
              <a:gd name="connsiteX16-231" fmla="*/ 3425846 w 7987236"/>
              <a:gd name="connsiteY16-232" fmla="*/ 2039395 h 4365770"/>
              <a:gd name="connsiteX17-233" fmla="*/ 3566763 w 7987236"/>
              <a:gd name="connsiteY17-234" fmla="*/ 1681440 h 4365770"/>
              <a:gd name="connsiteX18-235" fmla="*/ 3627917 w 7987236"/>
              <a:gd name="connsiteY18-236" fmla="*/ 1404359 h 4365770"/>
              <a:gd name="connsiteX19-237" fmla="*/ 3701185 w 7987236"/>
              <a:gd name="connsiteY19-238" fmla="*/ 971697 h 4365770"/>
              <a:gd name="connsiteX20-239" fmla="*/ 3708382 w 7987236"/>
              <a:gd name="connsiteY20-240" fmla="*/ 911805 h 4365770"/>
              <a:gd name="connsiteX21-241" fmla="*/ 3715727 w 7987236"/>
              <a:gd name="connsiteY21-242" fmla="*/ 850683 h 4365770"/>
              <a:gd name="connsiteX22-243" fmla="*/ 3429750 w 7987236"/>
              <a:gd name="connsiteY22-244" fmla="*/ 850683 h 4365770"/>
              <a:gd name="connsiteX23-245" fmla="*/ 3993849 w 7987236"/>
              <a:gd name="connsiteY23-246" fmla="*/ 0 h 4365770"/>
              <a:gd name="connsiteX0-247" fmla="*/ 3993849 w 7987236"/>
              <a:gd name="connsiteY0-248" fmla="*/ 0 h 4365770"/>
              <a:gd name="connsiteX1-249" fmla="*/ 4557470 w 7987236"/>
              <a:gd name="connsiteY1-250" fmla="*/ 850683 h 4365770"/>
              <a:gd name="connsiteX2-251" fmla="*/ 4271012 w 7987236"/>
              <a:gd name="connsiteY2-252" fmla="*/ 850683 h 4365770"/>
              <a:gd name="connsiteX3-253" fmla="*/ 4272869 w 7987236"/>
              <a:gd name="connsiteY3-254" fmla="*/ 866139 h 4365770"/>
              <a:gd name="connsiteX4-255" fmla="*/ 4278864 w 7987236"/>
              <a:gd name="connsiteY4-256" fmla="*/ 915572 h 4365770"/>
              <a:gd name="connsiteX5-257" fmla="*/ 4278948 w 7987236"/>
              <a:gd name="connsiteY5-258" fmla="*/ 916727 h 4365770"/>
              <a:gd name="connsiteX6-259" fmla="*/ 4285552 w 7987236"/>
              <a:gd name="connsiteY6-260" fmla="*/ 971697 h 4365770"/>
              <a:gd name="connsiteX7-261" fmla="*/ 4358821 w 7987236"/>
              <a:gd name="connsiteY7-262" fmla="*/ 1404359 h 4365770"/>
              <a:gd name="connsiteX8-263" fmla="*/ 4419370 w 7987236"/>
              <a:gd name="connsiteY8-264" fmla="*/ 1678677 h 4365770"/>
              <a:gd name="connsiteX9-265" fmla="*/ 4561374 w 7987236"/>
              <a:gd name="connsiteY9-266" fmla="*/ 2039394 h 4365770"/>
              <a:gd name="connsiteX10-267" fmla="*/ 6017649 w 7987236"/>
              <a:gd name="connsiteY10-268" fmla="*/ 3683414 h 4365770"/>
              <a:gd name="connsiteX11-269" fmla="*/ 7878001 w 7987236"/>
              <a:gd name="connsiteY11-270" fmla="*/ 4359431 h 4365770"/>
              <a:gd name="connsiteX12-271" fmla="*/ 7987236 w 7987236"/>
              <a:gd name="connsiteY12-272" fmla="*/ 4365770 h 4365770"/>
              <a:gd name="connsiteX13-273" fmla="*/ 0 w 7987236"/>
              <a:gd name="connsiteY13-274" fmla="*/ 4365770 h 4365770"/>
              <a:gd name="connsiteX14-275" fmla="*/ 109217 w 7987236"/>
              <a:gd name="connsiteY14-276" fmla="*/ 4359432 h 4365770"/>
              <a:gd name="connsiteX15-277" fmla="*/ 1969571 w 7987236"/>
              <a:gd name="connsiteY15-278" fmla="*/ 3683415 h 4365770"/>
              <a:gd name="connsiteX16-279" fmla="*/ 3425846 w 7987236"/>
              <a:gd name="connsiteY16-280" fmla="*/ 2039395 h 4365770"/>
              <a:gd name="connsiteX17-281" fmla="*/ 3566763 w 7987236"/>
              <a:gd name="connsiteY17-282" fmla="*/ 1681440 h 4365770"/>
              <a:gd name="connsiteX18-283" fmla="*/ 3627917 w 7987236"/>
              <a:gd name="connsiteY18-284" fmla="*/ 1404359 h 4365770"/>
              <a:gd name="connsiteX19-285" fmla="*/ 3701185 w 7987236"/>
              <a:gd name="connsiteY19-286" fmla="*/ 971697 h 4365770"/>
              <a:gd name="connsiteX20-287" fmla="*/ 3708382 w 7987236"/>
              <a:gd name="connsiteY20-288" fmla="*/ 911805 h 4365770"/>
              <a:gd name="connsiteX21-289" fmla="*/ 3715727 w 7987236"/>
              <a:gd name="connsiteY21-290" fmla="*/ 850683 h 4365770"/>
              <a:gd name="connsiteX22-291" fmla="*/ 3429750 w 7987236"/>
              <a:gd name="connsiteY22-292" fmla="*/ 850683 h 4365770"/>
              <a:gd name="connsiteX23-293" fmla="*/ 3993849 w 7987236"/>
              <a:gd name="connsiteY23-294" fmla="*/ 0 h 4365770"/>
              <a:gd name="connsiteX0-295" fmla="*/ 3993849 w 7987236"/>
              <a:gd name="connsiteY0-296" fmla="*/ 0 h 4365770"/>
              <a:gd name="connsiteX1-297" fmla="*/ 4557470 w 7987236"/>
              <a:gd name="connsiteY1-298" fmla="*/ 850683 h 4365770"/>
              <a:gd name="connsiteX2-299" fmla="*/ 4271012 w 7987236"/>
              <a:gd name="connsiteY2-300" fmla="*/ 850683 h 4365770"/>
              <a:gd name="connsiteX3-301" fmla="*/ 4272869 w 7987236"/>
              <a:gd name="connsiteY3-302" fmla="*/ 866139 h 4365770"/>
              <a:gd name="connsiteX4-303" fmla="*/ 4278864 w 7987236"/>
              <a:gd name="connsiteY4-304" fmla="*/ 915572 h 4365770"/>
              <a:gd name="connsiteX5-305" fmla="*/ 4278948 w 7987236"/>
              <a:gd name="connsiteY5-306" fmla="*/ 916727 h 4365770"/>
              <a:gd name="connsiteX6-307" fmla="*/ 4285552 w 7987236"/>
              <a:gd name="connsiteY6-308" fmla="*/ 971697 h 4365770"/>
              <a:gd name="connsiteX7-309" fmla="*/ 4358821 w 7987236"/>
              <a:gd name="connsiteY7-310" fmla="*/ 1404359 h 4365770"/>
              <a:gd name="connsiteX8-311" fmla="*/ 4419370 w 7987236"/>
              <a:gd name="connsiteY8-312" fmla="*/ 1678677 h 4365770"/>
              <a:gd name="connsiteX9-313" fmla="*/ 4561374 w 7987236"/>
              <a:gd name="connsiteY9-314" fmla="*/ 2039394 h 4365770"/>
              <a:gd name="connsiteX10-315" fmla="*/ 6017649 w 7987236"/>
              <a:gd name="connsiteY10-316" fmla="*/ 3683414 h 4365770"/>
              <a:gd name="connsiteX11-317" fmla="*/ 7878001 w 7987236"/>
              <a:gd name="connsiteY11-318" fmla="*/ 4359431 h 4365770"/>
              <a:gd name="connsiteX12-319" fmla="*/ 7987236 w 7987236"/>
              <a:gd name="connsiteY12-320" fmla="*/ 4365770 h 4365770"/>
              <a:gd name="connsiteX13-321" fmla="*/ 0 w 7987236"/>
              <a:gd name="connsiteY13-322" fmla="*/ 4365770 h 4365770"/>
              <a:gd name="connsiteX14-323" fmla="*/ 109217 w 7987236"/>
              <a:gd name="connsiteY14-324" fmla="*/ 4359432 h 4365770"/>
              <a:gd name="connsiteX15-325" fmla="*/ 1969571 w 7987236"/>
              <a:gd name="connsiteY15-326" fmla="*/ 3683415 h 4365770"/>
              <a:gd name="connsiteX16-327" fmla="*/ 3425846 w 7987236"/>
              <a:gd name="connsiteY16-328" fmla="*/ 2039395 h 4365770"/>
              <a:gd name="connsiteX17-329" fmla="*/ 3566763 w 7987236"/>
              <a:gd name="connsiteY17-330" fmla="*/ 1681440 h 4365770"/>
              <a:gd name="connsiteX18-331" fmla="*/ 3627917 w 7987236"/>
              <a:gd name="connsiteY18-332" fmla="*/ 1404359 h 4365770"/>
              <a:gd name="connsiteX19-333" fmla="*/ 3701185 w 7987236"/>
              <a:gd name="connsiteY19-334" fmla="*/ 971697 h 4365770"/>
              <a:gd name="connsiteX20-335" fmla="*/ 3708382 w 7987236"/>
              <a:gd name="connsiteY20-336" fmla="*/ 911805 h 4365770"/>
              <a:gd name="connsiteX21-337" fmla="*/ 3715727 w 7987236"/>
              <a:gd name="connsiteY21-338" fmla="*/ 850683 h 4365770"/>
              <a:gd name="connsiteX22-339" fmla="*/ 3429750 w 7987236"/>
              <a:gd name="connsiteY22-340" fmla="*/ 850683 h 4365770"/>
              <a:gd name="connsiteX23-341" fmla="*/ 3993849 w 7987236"/>
              <a:gd name="connsiteY23-342" fmla="*/ 0 h 4365770"/>
              <a:gd name="connsiteX0-343" fmla="*/ 3993849 w 7987236"/>
              <a:gd name="connsiteY0-344" fmla="*/ 0 h 4365770"/>
              <a:gd name="connsiteX1-345" fmla="*/ 4557470 w 7987236"/>
              <a:gd name="connsiteY1-346" fmla="*/ 850683 h 4365770"/>
              <a:gd name="connsiteX2-347" fmla="*/ 4271012 w 7987236"/>
              <a:gd name="connsiteY2-348" fmla="*/ 850683 h 4365770"/>
              <a:gd name="connsiteX3-349" fmla="*/ 4272869 w 7987236"/>
              <a:gd name="connsiteY3-350" fmla="*/ 866139 h 4365770"/>
              <a:gd name="connsiteX4-351" fmla="*/ 4278864 w 7987236"/>
              <a:gd name="connsiteY4-352" fmla="*/ 915572 h 4365770"/>
              <a:gd name="connsiteX5-353" fmla="*/ 4278948 w 7987236"/>
              <a:gd name="connsiteY5-354" fmla="*/ 916727 h 4365770"/>
              <a:gd name="connsiteX6-355" fmla="*/ 4285552 w 7987236"/>
              <a:gd name="connsiteY6-356" fmla="*/ 971697 h 4365770"/>
              <a:gd name="connsiteX7-357" fmla="*/ 4358821 w 7987236"/>
              <a:gd name="connsiteY7-358" fmla="*/ 1404359 h 4365770"/>
              <a:gd name="connsiteX8-359" fmla="*/ 4419370 w 7987236"/>
              <a:gd name="connsiteY8-360" fmla="*/ 1678677 h 4365770"/>
              <a:gd name="connsiteX9-361" fmla="*/ 4561374 w 7987236"/>
              <a:gd name="connsiteY9-362" fmla="*/ 2039394 h 4365770"/>
              <a:gd name="connsiteX10-363" fmla="*/ 6017649 w 7987236"/>
              <a:gd name="connsiteY10-364" fmla="*/ 3683414 h 4365770"/>
              <a:gd name="connsiteX11-365" fmla="*/ 7878001 w 7987236"/>
              <a:gd name="connsiteY11-366" fmla="*/ 4359431 h 4365770"/>
              <a:gd name="connsiteX12-367" fmla="*/ 7987236 w 7987236"/>
              <a:gd name="connsiteY12-368" fmla="*/ 4365770 h 4365770"/>
              <a:gd name="connsiteX13-369" fmla="*/ 0 w 7987236"/>
              <a:gd name="connsiteY13-370" fmla="*/ 4365770 h 4365770"/>
              <a:gd name="connsiteX14-371" fmla="*/ 109217 w 7987236"/>
              <a:gd name="connsiteY14-372" fmla="*/ 4359432 h 4365770"/>
              <a:gd name="connsiteX15-373" fmla="*/ 1969571 w 7987236"/>
              <a:gd name="connsiteY15-374" fmla="*/ 3683415 h 4365770"/>
              <a:gd name="connsiteX16-375" fmla="*/ 3425846 w 7987236"/>
              <a:gd name="connsiteY16-376" fmla="*/ 2039395 h 4365770"/>
              <a:gd name="connsiteX17-377" fmla="*/ 3566763 w 7987236"/>
              <a:gd name="connsiteY17-378" fmla="*/ 1681440 h 4365770"/>
              <a:gd name="connsiteX18-379" fmla="*/ 3627917 w 7987236"/>
              <a:gd name="connsiteY18-380" fmla="*/ 1404359 h 4365770"/>
              <a:gd name="connsiteX19-381" fmla="*/ 3701185 w 7987236"/>
              <a:gd name="connsiteY19-382" fmla="*/ 971697 h 4365770"/>
              <a:gd name="connsiteX20-383" fmla="*/ 3708382 w 7987236"/>
              <a:gd name="connsiteY20-384" fmla="*/ 911805 h 4365770"/>
              <a:gd name="connsiteX21-385" fmla="*/ 3715727 w 7987236"/>
              <a:gd name="connsiteY21-386" fmla="*/ 850683 h 4365770"/>
              <a:gd name="connsiteX22-387" fmla="*/ 3429750 w 7987236"/>
              <a:gd name="connsiteY22-388" fmla="*/ 850683 h 4365770"/>
              <a:gd name="connsiteX23-389" fmla="*/ 3993849 w 7987236"/>
              <a:gd name="connsiteY23-390" fmla="*/ 0 h 436577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7987236" h="4365770">
                <a:moveTo>
                  <a:pt x="3993849" y="0"/>
                </a:moveTo>
                <a:lnTo>
                  <a:pt x="4557470" y="850683"/>
                </a:lnTo>
                <a:lnTo>
                  <a:pt x="4271012" y="850683"/>
                </a:lnTo>
                <a:lnTo>
                  <a:pt x="4272869" y="866139"/>
                </a:lnTo>
                <a:lnTo>
                  <a:pt x="4278864" y="915572"/>
                </a:lnTo>
                <a:lnTo>
                  <a:pt x="4278948" y="916727"/>
                </a:lnTo>
                <a:lnTo>
                  <a:pt x="4285552" y="971697"/>
                </a:lnTo>
                <a:cubicBezTo>
                  <a:pt x="4305963" y="1117212"/>
                  <a:pt x="4330828" y="1262095"/>
                  <a:pt x="4358821" y="1404359"/>
                </a:cubicBezTo>
                <a:lnTo>
                  <a:pt x="4419370" y="1678677"/>
                </a:lnTo>
                <a:cubicBezTo>
                  <a:pt x="4439553" y="1770116"/>
                  <a:pt x="4444219" y="1771946"/>
                  <a:pt x="4561374" y="2039394"/>
                </a:cubicBezTo>
                <a:cubicBezTo>
                  <a:pt x="4849130" y="2657012"/>
                  <a:pt x="5347268" y="3241518"/>
                  <a:pt x="6017649" y="3683414"/>
                </a:cubicBezTo>
                <a:cubicBezTo>
                  <a:pt x="6614897" y="4077103"/>
                  <a:pt x="7262278" y="4300529"/>
                  <a:pt x="7878001" y="4359431"/>
                </a:cubicBezTo>
                <a:lnTo>
                  <a:pt x="7987236" y="4365770"/>
                </a:lnTo>
                <a:lnTo>
                  <a:pt x="0" y="4365770"/>
                </a:lnTo>
                <a:lnTo>
                  <a:pt x="109217" y="4359432"/>
                </a:lnTo>
                <a:cubicBezTo>
                  <a:pt x="724940" y="4300531"/>
                  <a:pt x="1372323" y="4077104"/>
                  <a:pt x="1969571" y="3683415"/>
                </a:cubicBezTo>
                <a:cubicBezTo>
                  <a:pt x="2639952" y="3241519"/>
                  <a:pt x="3138091" y="2657013"/>
                  <a:pt x="3425846" y="2039395"/>
                </a:cubicBezTo>
                <a:cubicBezTo>
                  <a:pt x="3472818" y="1920077"/>
                  <a:pt x="3527728" y="1800758"/>
                  <a:pt x="3566763" y="1681440"/>
                </a:cubicBezTo>
                <a:cubicBezTo>
                  <a:pt x="3605798" y="1562122"/>
                  <a:pt x="3605513" y="1522649"/>
                  <a:pt x="3627917" y="1404359"/>
                </a:cubicBezTo>
                <a:cubicBezTo>
                  <a:pt x="3655909" y="1262095"/>
                  <a:pt x="3680774" y="1117212"/>
                  <a:pt x="3701185" y="971697"/>
                </a:cubicBezTo>
                <a:lnTo>
                  <a:pt x="3708382" y="911805"/>
                </a:lnTo>
                <a:cubicBezTo>
                  <a:pt x="3710806" y="891636"/>
                  <a:pt x="3720891" y="849758"/>
                  <a:pt x="3715727" y="850683"/>
                </a:cubicBezTo>
                <a:cubicBezTo>
                  <a:pt x="3710563" y="851608"/>
                  <a:pt x="3525076" y="850683"/>
                  <a:pt x="3429750" y="850683"/>
                </a:cubicBezTo>
                <a:lnTo>
                  <a:pt x="3993849" y="0"/>
                </a:lnTo>
                <a:close/>
              </a:path>
            </a:pathLst>
          </a:custGeom>
          <a:gradFill>
            <a:gsLst>
              <a:gs pos="0">
                <a:schemeClr val="accent2">
                  <a:alpha val="53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6" name="椭圆 35"/>
          <p:cNvSpPr/>
          <p:nvPr/>
        </p:nvSpPr>
        <p:spPr>
          <a:xfrm>
            <a:off x="2100668" y="3445809"/>
            <a:ext cx="7990663" cy="2614679"/>
          </a:xfrm>
          <a:prstGeom prst="ellipse">
            <a:avLst/>
          </a:prstGeom>
          <a:gradFill>
            <a:gsLst>
              <a:gs pos="0">
                <a:schemeClr val="accent2">
                  <a:alpha val="0"/>
                </a:schemeClr>
              </a:gs>
              <a:gs pos="100000">
                <a:schemeClr val="accent2">
                  <a:alpha val="14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37" name="椭圆 36"/>
          <p:cNvSpPr/>
          <p:nvPr/>
        </p:nvSpPr>
        <p:spPr>
          <a:xfrm>
            <a:off x="3178847" y="2743515"/>
            <a:ext cx="5834304" cy="1904577"/>
          </a:xfrm>
          <a:prstGeom prst="ellipse">
            <a:avLst/>
          </a:prstGeom>
          <a:gradFill>
            <a:gsLst>
              <a:gs pos="0">
                <a:schemeClr val="accent1">
                  <a:alpha val="0"/>
                </a:schemeClr>
              </a:gs>
              <a:gs pos="100000">
                <a:schemeClr val="accent1">
                  <a:alpha val="11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8" name="椭圆 37"/>
          <p:cNvSpPr/>
          <p:nvPr/>
        </p:nvSpPr>
        <p:spPr>
          <a:xfrm>
            <a:off x="3403600" y="2728122"/>
            <a:ext cx="5384800" cy="1652153"/>
          </a:xfrm>
          <a:prstGeom prst="ellipse">
            <a:avLst/>
          </a:prstGeom>
          <a:noFill/>
          <a:ln w="22225">
            <a:gradFill>
              <a:gsLst>
                <a:gs pos="19000">
                  <a:schemeClr val="accent1">
                    <a:alpha val="0"/>
                  </a:schemeClr>
                </a:gs>
                <a:gs pos="100000">
                  <a:schemeClr val="accent1">
                    <a:alpha val="5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Arial" panose="020B0604020202090204" pitchFamily="34" charset="0"/>
              <a:ea typeface="微软雅黑" panose="020B0502040204020203" pitchFamily="34" charset="-122"/>
              <a:cs typeface="Arial" panose="020B0604020202090204" pitchFamily="34" charset="0"/>
            </a:endParaRPr>
          </a:p>
        </p:txBody>
      </p:sp>
      <p:sp>
        <p:nvSpPr>
          <p:cNvPr id="39" name="椭圆 38"/>
          <p:cNvSpPr/>
          <p:nvPr/>
        </p:nvSpPr>
        <p:spPr>
          <a:xfrm>
            <a:off x="4310302" y="2033436"/>
            <a:ext cx="3571395" cy="1186243"/>
          </a:xfrm>
          <a:prstGeom prst="ellipse">
            <a:avLst/>
          </a:prstGeom>
          <a:gradFill>
            <a:gsLst>
              <a:gs pos="0">
                <a:schemeClr val="accent1">
                  <a:alpha val="0"/>
                </a:schemeClr>
              </a:gs>
              <a:gs pos="100000">
                <a:schemeClr val="accent1">
                  <a:alpha val="21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40" name="椭圆 39"/>
          <p:cNvSpPr/>
          <p:nvPr/>
        </p:nvSpPr>
        <p:spPr>
          <a:xfrm>
            <a:off x="4489343" y="2023849"/>
            <a:ext cx="3213313" cy="1012794"/>
          </a:xfrm>
          <a:prstGeom prst="ellipse">
            <a:avLst/>
          </a:prstGeom>
          <a:noFill/>
          <a:ln w="22225">
            <a:gradFill>
              <a:gsLst>
                <a:gs pos="19000">
                  <a:schemeClr val="accent1">
                    <a:alpha val="0"/>
                  </a:schemeClr>
                </a:gs>
                <a:gs pos="100000">
                  <a:schemeClr val="accent1">
                    <a:alpha val="6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rial" panose="020B0604020202090204" pitchFamily="34" charset="0"/>
              <a:ea typeface="微软雅黑" panose="020B0502040204020203" pitchFamily="34" charset="-122"/>
              <a:cs typeface="Arial" panose="020B0604020202090204" pitchFamily="34" charset="0"/>
            </a:endParaRPr>
          </a:p>
        </p:txBody>
      </p:sp>
      <p:sp>
        <p:nvSpPr>
          <p:cNvPr id="41" name="椭圆 40"/>
          <p:cNvSpPr/>
          <p:nvPr/>
        </p:nvSpPr>
        <p:spPr>
          <a:xfrm>
            <a:off x="2293444" y="3454513"/>
            <a:ext cx="7605110" cy="2344096"/>
          </a:xfrm>
          <a:prstGeom prst="ellipse">
            <a:avLst/>
          </a:prstGeom>
          <a:noFill/>
          <a:ln w="22225">
            <a:gradFill>
              <a:gsLst>
                <a:gs pos="18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rial" panose="020B0604020202090204" pitchFamily="34" charset="0"/>
              <a:ea typeface="微软雅黑" panose="020B0502040204020203" pitchFamily="34" charset="-122"/>
              <a:cs typeface="Arial" panose="020B0604020202090204" pitchFamily="34" charset="0"/>
            </a:endParaRPr>
          </a:p>
        </p:txBody>
      </p:sp>
      <p:sp>
        <p:nvSpPr>
          <p:cNvPr id="42" name="椭圆 41"/>
          <p:cNvSpPr/>
          <p:nvPr/>
        </p:nvSpPr>
        <p:spPr>
          <a:xfrm>
            <a:off x="2244104" y="4704319"/>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等腰三角形 42"/>
          <p:cNvSpPr/>
          <p:nvPr/>
        </p:nvSpPr>
        <p:spPr>
          <a:xfrm rot="6577563">
            <a:off x="3760329" y="5512156"/>
            <a:ext cx="117122" cy="10096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44" name="椭圆 43"/>
          <p:cNvSpPr/>
          <p:nvPr/>
        </p:nvSpPr>
        <p:spPr>
          <a:xfrm>
            <a:off x="6021951" y="5727425"/>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5" name="椭圆 44"/>
          <p:cNvSpPr/>
          <p:nvPr/>
        </p:nvSpPr>
        <p:spPr>
          <a:xfrm>
            <a:off x="9772794" y="4704319"/>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sp>
        <p:nvSpPr>
          <p:cNvPr id="46" name="等腰三角形 45"/>
          <p:cNvSpPr/>
          <p:nvPr/>
        </p:nvSpPr>
        <p:spPr>
          <a:xfrm rot="4558482">
            <a:off x="8372045" y="5504463"/>
            <a:ext cx="117122" cy="10096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椭圆 46"/>
          <p:cNvSpPr/>
          <p:nvPr/>
        </p:nvSpPr>
        <p:spPr>
          <a:xfrm>
            <a:off x="3334167" y="3496472"/>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48" name="椭圆 47"/>
          <p:cNvSpPr/>
          <p:nvPr/>
        </p:nvSpPr>
        <p:spPr>
          <a:xfrm>
            <a:off x="6021950" y="4299223"/>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49" name="椭圆 48"/>
          <p:cNvSpPr/>
          <p:nvPr/>
        </p:nvSpPr>
        <p:spPr>
          <a:xfrm>
            <a:off x="8709733" y="3496472"/>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文本框 50"/>
          <p:cNvSpPr txBox="1"/>
          <p:nvPr/>
        </p:nvSpPr>
        <p:spPr>
          <a:xfrm>
            <a:off x="1021169" y="4565819"/>
            <a:ext cx="954107" cy="461665"/>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网站搭建与</a:t>
            </a:r>
            <a:endParaRPr lang="en-US" altLang="zh-CN"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平台选择</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文本框 51"/>
          <p:cNvSpPr txBox="1"/>
          <p:nvPr/>
        </p:nvSpPr>
        <p:spPr>
          <a:xfrm>
            <a:off x="5542001" y="5911209"/>
            <a:ext cx="1107996" cy="276999"/>
          </a:xfrm>
          <a:prstGeom prst="rect">
            <a:avLst/>
          </a:prstGeom>
          <a:noFill/>
        </p:spPr>
        <p:txBody>
          <a:bodyPr wrap="non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基本功能实现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3" name="文本框 52"/>
          <p:cNvSpPr txBox="1"/>
          <p:nvPr/>
        </p:nvSpPr>
        <p:spPr>
          <a:xfrm>
            <a:off x="10057966" y="4649638"/>
            <a:ext cx="1107996" cy="276999"/>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初步营销推广</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4" name="文本框 53"/>
          <p:cNvSpPr txBox="1"/>
          <p:nvPr/>
        </p:nvSpPr>
        <p:spPr>
          <a:xfrm>
            <a:off x="1919890" y="3421909"/>
            <a:ext cx="1261884" cy="276999"/>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多元化功能拓展</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5" name="文本框 54"/>
          <p:cNvSpPr txBox="1"/>
          <p:nvPr/>
        </p:nvSpPr>
        <p:spPr>
          <a:xfrm>
            <a:off x="5542001" y="4457190"/>
            <a:ext cx="1107996" cy="276999"/>
          </a:xfrm>
          <a:prstGeom prst="rect">
            <a:avLst/>
          </a:prstGeom>
          <a:noFill/>
        </p:spPr>
        <p:txBody>
          <a:bodyPr wrap="non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用户体验优化</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6" name="文本框 55"/>
          <p:cNvSpPr txBox="1"/>
          <p:nvPr/>
        </p:nvSpPr>
        <p:spPr>
          <a:xfrm>
            <a:off x="9016714" y="3421909"/>
            <a:ext cx="1261884" cy="276999"/>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技术创新与升级</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7" name="椭圆 56"/>
          <p:cNvSpPr/>
          <p:nvPr/>
        </p:nvSpPr>
        <p:spPr>
          <a:xfrm>
            <a:off x="4437520" y="2528628"/>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8" name="椭圆 57"/>
          <p:cNvSpPr/>
          <p:nvPr/>
        </p:nvSpPr>
        <p:spPr>
          <a:xfrm>
            <a:off x="6021950" y="2960133"/>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59" name="椭圆 58"/>
          <p:cNvSpPr/>
          <p:nvPr/>
        </p:nvSpPr>
        <p:spPr>
          <a:xfrm>
            <a:off x="7592567" y="2528628"/>
            <a:ext cx="148099" cy="148099"/>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60" name="文本框 59"/>
          <p:cNvSpPr txBox="1"/>
          <p:nvPr/>
        </p:nvSpPr>
        <p:spPr>
          <a:xfrm>
            <a:off x="3069836" y="2445536"/>
            <a:ext cx="1107996" cy="276999"/>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生态体系构建</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1" name="文本框 60"/>
          <p:cNvSpPr txBox="1"/>
          <p:nvPr/>
        </p:nvSpPr>
        <p:spPr>
          <a:xfrm>
            <a:off x="5388113" y="3105582"/>
            <a:ext cx="1415773" cy="276999"/>
          </a:xfrm>
          <a:prstGeom prst="rect">
            <a:avLst/>
          </a:prstGeom>
          <a:noFill/>
        </p:spPr>
        <p:txBody>
          <a:bodyPr wrap="none" rtlCol="0">
            <a:sp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创新业务模式探索</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2" name="文本框 61"/>
          <p:cNvSpPr txBox="1"/>
          <p:nvPr/>
        </p:nvSpPr>
        <p:spPr>
          <a:xfrm>
            <a:off x="7963163" y="2416498"/>
            <a:ext cx="1261884" cy="276999"/>
          </a:xfrm>
          <a:prstGeom prst="rect">
            <a:avLst/>
          </a:prstGeom>
          <a:no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国际化发展战略</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63" name="等腰三角形 62"/>
          <p:cNvSpPr/>
          <p:nvPr/>
        </p:nvSpPr>
        <p:spPr>
          <a:xfrm rot="6577563">
            <a:off x="4363562" y="4149345"/>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4" name="等腰三角形 63"/>
          <p:cNvSpPr/>
          <p:nvPr/>
        </p:nvSpPr>
        <p:spPr>
          <a:xfrm rot="4558482">
            <a:off x="7707266" y="4154343"/>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65" name="等腰三角形 64"/>
          <p:cNvSpPr/>
          <p:nvPr/>
        </p:nvSpPr>
        <p:spPr>
          <a:xfrm rot="4558482">
            <a:off x="7033920" y="2874092"/>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66" name="等腰三角形 65"/>
          <p:cNvSpPr/>
          <p:nvPr/>
        </p:nvSpPr>
        <p:spPr>
          <a:xfrm rot="6577563">
            <a:off x="5036908" y="2869476"/>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82" name="文本框 81"/>
          <p:cNvSpPr txBox="1"/>
          <p:nvPr/>
        </p:nvSpPr>
        <p:spPr>
          <a:xfrm>
            <a:off x="4964921" y="4966761"/>
            <a:ext cx="2262158"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基础建设与功能实现</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3" name="文本框 82"/>
          <p:cNvSpPr txBox="1"/>
          <p:nvPr/>
        </p:nvSpPr>
        <p:spPr>
          <a:xfrm>
            <a:off x="4964920" y="2224420"/>
            <a:ext cx="2262158"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生态构建与创新发展</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4" name="文本框 83"/>
          <p:cNvSpPr txBox="1"/>
          <p:nvPr/>
        </p:nvSpPr>
        <p:spPr>
          <a:xfrm>
            <a:off x="4964920" y="3554106"/>
            <a:ext cx="2262159" cy="369332"/>
          </a:xfrm>
          <a:prstGeom prst="rect">
            <a:avLst/>
          </a:prstGeom>
          <a:noFill/>
        </p:spPr>
        <p:txBody>
          <a:bodyPr wrap="non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功能拓展与优化升级</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标题 3"/>
          <p:cNvSpPr>
            <a:spLocks noGrp="1"/>
          </p:cNvSpPr>
          <p:nvPr>
            <p:ph type="title"/>
          </p:nvPr>
        </p:nvSpPr>
        <p:spPr/>
        <p:txBody>
          <a:bodyPr/>
          <a:lstStyle/>
          <a:p>
            <a:r>
              <a:rPr lang="zh-CN" altLang="en-US" dirty="0">
                <a:latin typeface="Arial" panose="020B0604020202090204" pitchFamily="34" charset="0"/>
                <a:cs typeface="Arial" panose="020B0604020202090204" pitchFamily="34" charset="0"/>
              </a:rPr>
              <a:t>产品矩阵模型</a:t>
            </a:r>
            <a:endParaRPr lang="zh-CN" altLang="en-US" dirty="0">
              <a:latin typeface="Arial" panose="020B0604020202090204" pitchFamily="34" charset="0"/>
              <a:cs typeface="Arial" panose="020B060402020209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788959" y="1159023"/>
            <a:ext cx="2614083" cy="3569785"/>
          </a:xfrm>
          <a:custGeom>
            <a:avLst/>
            <a:gdLst>
              <a:gd name="connsiteX0" fmla="*/ 1307042 w 2614083"/>
              <a:gd name="connsiteY0" fmla="*/ 0 h 3922171"/>
              <a:gd name="connsiteX1" fmla="*/ 1969559 w 2614083"/>
              <a:gd name="connsiteY1" fmla="*/ 468100 h 3922171"/>
              <a:gd name="connsiteX2" fmla="*/ 1695296 w 2614083"/>
              <a:gd name="connsiteY2" fmla="*/ 468100 h 3922171"/>
              <a:gd name="connsiteX3" fmla="*/ 1705565 w 2614083"/>
              <a:gd name="connsiteY3" fmla="*/ 555789 h 3922171"/>
              <a:gd name="connsiteX4" fmla="*/ 2614083 w 2614083"/>
              <a:gd name="connsiteY4" fmla="*/ 3853453 h 3922171"/>
              <a:gd name="connsiteX5" fmla="*/ 2614083 w 2614083"/>
              <a:gd name="connsiteY5" fmla="*/ 3922171 h 3922171"/>
              <a:gd name="connsiteX6" fmla="*/ 1307041 w 2614083"/>
              <a:gd name="connsiteY6" fmla="*/ 3909982 h 3922171"/>
              <a:gd name="connsiteX7" fmla="*/ 0 w 2614083"/>
              <a:gd name="connsiteY7" fmla="*/ 3922171 h 3922171"/>
              <a:gd name="connsiteX8" fmla="*/ 0 w 2614083"/>
              <a:gd name="connsiteY8" fmla="*/ 3853453 h 3922171"/>
              <a:gd name="connsiteX9" fmla="*/ 907859 w 2614083"/>
              <a:gd name="connsiteY9" fmla="*/ 555789 h 3922171"/>
              <a:gd name="connsiteX10" fmla="*/ 918129 w 2614083"/>
              <a:gd name="connsiteY10" fmla="*/ 468100 h 3922171"/>
              <a:gd name="connsiteX11" fmla="*/ 644525 w 2614083"/>
              <a:gd name="connsiteY11" fmla="*/ 46810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4083" h="3922171">
                <a:moveTo>
                  <a:pt x="1307042" y="0"/>
                </a:moveTo>
                <a:lnTo>
                  <a:pt x="1969559" y="468100"/>
                </a:lnTo>
                <a:lnTo>
                  <a:pt x="1695296" y="468100"/>
                </a:lnTo>
                <a:lnTo>
                  <a:pt x="1705565" y="555789"/>
                </a:lnTo>
                <a:cubicBezTo>
                  <a:pt x="1928458" y="2186312"/>
                  <a:pt x="2540552" y="3760154"/>
                  <a:pt x="2614083" y="3853453"/>
                </a:cubicBezTo>
                <a:lnTo>
                  <a:pt x="2614083" y="3922171"/>
                </a:lnTo>
                <a:lnTo>
                  <a:pt x="1307041" y="3909982"/>
                </a:lnTo>
                <a:lnTo>
                  <a:pt x="0" y="3922171"/>
                </a:lnTo>
                <a:lnTo>
                  <a:pt x="0" y="3853453"/>
                </a:lnTo>
                <a:cubicBezTo>
                  <a:pt x="72897" y="3760154"/>
                  <a:pt x="684957" y="2186312"/>
                  <a:pt x="907859" y="555789"/>
                </a:cubicBezTo>
                <a:lnTo>
                  <a:pt x="918129" y="468100"/>
                </a:lnTo>
                <a:lnTo>
                  <a:pt x="644525" y="468100"/>
                </a:lnTo>
                <a:close/>
              </a:path>
            </a:pathLst>
          </a:custGeom>
          <a:gradFill>
            <a:gsLst>
              <a:gs pos="67000">
                <a:schemeClr val="accent2">
                  <a:alpha val="7000"/>
                </a:schemeClr>
              </a:gs>
              <a:gs pos="0">
                <a:schemeClr val="accent2">
                  <a:alpha val="20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 name="椭圆 2"/>
          <p:cNvSpPr/>
          <p:nvPr/>
        </p:nvSpPr>
        <p:spPr>
          <a:xfrm>
            <a:off x="2459320" y="4435669"/>
            <a:ext cx="7251192" cy="1660078"/>
          </a:xfrm>
          <a:prstGeom prst="ellipse">
            <a:avLst/>
          </a:prstGeom>
          <a:gradFill>
            <a:gsLst>
              <a:gs pos="33000">
                <a:schemeClr val="accent1">
                  <a:alpha val="0"/>
                </a:schemeClr>
              </a:gs>
              <a:gs pos="100000">
                <a:schemeClr val="accent1">
                  <a:alpha val="1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4" name="椭圆 3"/>
          <p:cNvSpPr/>
          <p:nvPr/>
        </p:nvSpPr>
        <p:spPr>
          <a:xfrm>
            <a:off x="2459320" y="4348576"/>
            <a:ext cx="7251192" cy="1660078"/>
          </a:xfrm>
          <a:prstGeom prst="ellipse">
            <a:avLst/>
          </a:prstGeom>
          <a:gradFill>
            <a:gsLst>
              <a:gs pos="33000">
                <a:schemeClr val="accent1">
                  <a:alpha val="0"/>
                </a:schemeClr>
              </a:gs>
              <a:gs pos="100000">
                <a:schemeClr val="accent1">
                  <a:alpha val="18000"/>
                </a:schemeClr>
              </a:gs>
            </a:gsLst>
            <a:lin ang="5400000" scaled="1"/>
          </a:gradFill>
          <a:ln>
            <a:gradFill>
              <a:gsLst>
                <a:gs pos="5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5" name="任意多边形: 形状 4"/>
          <p:cNvSpPr/>
          <p:nvPr/>
        </p:nvSpPr>
        <p:spPr>
          <a:xfrm flipH="1" flipV="1">
            <a:off x="3473934" y="1848343"/>
            <a:ext cx="5244132" cy="2423246"/>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2">
                  <a:alpha val="0"/>
                </a:schemeClr>
              </a:gs>
              <a:gs pos="32000">
                <a:schemeClr val="accent2">
                  <a:alpha val="9000"/>
                </a:schemeClr>
              </a:gs>
              <a:gs pos="73000">
                <a:schemeClr val="accent2">
                  <a:alpha val="9000"/>
                </a:schemeClr>
              </a:gs>
              <a:gs pos="100000">
                <a:schemeClr val="accent2">
                  <a:alpha val="0"/>
                </a:schemeClr>
              </a:gs>
            </a:gsLst>
            <a:lin ang="5400000" scaled="1"/>
          </a:gradFill>
          <a:ln>
            <a:gradFill>
              <a:gsLst>
                <a:gs pos="5000">
                  <a:schemeClr val="accent2">
                    <a:alpha val="0"/>
                  </a:schemeClr>
                </a:gs>
                <a:gs pos="39000">
                  <a:schemeClr val="accent2">
                    <a:alpha val="50000"/>
                  </a:schemeClr>
                </a:gs>
                <a:gs pos="69000">
                  <a:schemeClr val="accent2">
                    <a:alpha val="69000"/>
                  </a:schemeClr>
                </a:gs>
                <a:gs pos="97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7" name="椭圆 6"/>
          <p:cNvSpPr/>
          <p:nvPr/>
        </p:nvSpPr>
        <p:spPr>
          <a:xfrm>
            <a:off x="2481489" y="4190751"/>
            <a:ext cx="7251192" cy="1687818"/>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8" name="组合 7"/>
          <p:cNvGrpSpPr/>
          <p:nvPr/>
        </p:nvGrpSpPr>
        <p:grpSpPr>
          <a:xfrm>
            <a:off x="2916625" y="4962808"/>
            <a:ext cx="544068" cy="281483"/>
            <a:chOff x="2916625" y="4819454"/>
            <a:chExt cx="544068" cy="281483"/>
          </a:xfrm>
        </p:grpSpPr>
        <p:sp>
          <p:nvSpPr>
            <p:cNvPr id="9" name="椭圆 8"/>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椭圆 9"/>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1" name="椭圆 10"/>
          <p:cNvSpPr/>
          <p:nvPr/>
        </p:nvSpPr>
        <p:spPr>
          <a:xfrm>
            <a:off x="4489334" y="4479367"/>
            <a:ext cx="3213332" cy="516959"/>
          </a:xfrm>
          <a:prstGeom prst="ellipse">
            <a:avLst/>
          </a:prstGeom>
          <a:gradFill>
            <a:gsLst>
              <a:gs pos="0">
                <a:schemeClr val="accent1">
                  <a:alpha val="0"/>
                </a:schemeClr>
              </a:gs>
              <a:gs pos="100000">
                <a:schemeClr val="accent1">
                  <a:alpha val="27000"/>
                </a:schemeClr>
              </a:gs>
            </a:gsLst>
            <a:lin ang="5400000" scaled="0"/>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12" name="组合 11"/>
          <p:cNvGrpSpPr/>
          <p:nvPr/>
        </p:nvGrpSpPr>
        <p:grpSpPr>
          <a:xfrm>
            <a:off x="2840679" y="3987239"/>
            <a:ext cx="800953" cy="276999"/>
            <a:chOff x="2686791" y="3666763"/>
            <a:chExt cx="800953" cy="276999"/>
          </a:xfrm>
        </p:grpSpPr>
        <p:grpSp>
          <p:nvGrpSpPr>
            <p:cNvPr id="13" name="组合 12"/>
            <p:cNvGrpSpPr/>
            <p:nvPr/>
          </p:nvGrpSpPr>
          <p:grpSpPr>
            <a:xfrm>
              <a:off x="2686791" y="3666763"/>
              <a:ext cx="54822" cy="276999"/>
              <a:chOff x="2686791" y="3666763"/>
              <a:chExt cx="54822" cy="276999"/>
            </a:xfrm>
          </p:grpSpPr>
          <p:sp>
            <p:nvSpPr>
              <p:cNvPr id="17"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 name="组合 13"/>
            <p:cNvGrpSpPr/>
            <p:nvPr/>
          </p:nvGrpSpPr>
          <p:grpSpPr>
            <a:xfrm flipH="1">
              <a:off x="3432922" y="3666763"/>
              <a:ext cx="54822" cy="276999"/>
              <a:chOff x="2993834" y="3666763"/>
              <a:chExt cx="54822" cy="276999"/>
            </a:xfrm>
          </p:grpSpPr>
          <p:sp>
            <p:nvSpPr>
              <p:cNvPr id="15" name="矩形 73"/>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矩形 73"/>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9" name="组合 18"/>
          <p:cNvGrpSpPr/>
          <p:nvPr/>
        </p:nvGrpSpPr>
        <p:grpSpPr>
          <a:xfrm>
            <a:off x="8451560" y="3987239"/>
            <a:ext cx="1107996" cy="276999"/>
            <a:chOff x="2686791" y="3666763"/>
            <a:chExt cx="1107996" cy="276999"/>
          </a:xfrm>
        </p:grpSpPr>
        <p:grpSp>
          <p:nvGrpSpPr>
            <p:cNvPr id="20" name="组合 19"/>
            <p:cNvGrpSpPr/>
            <p:nvPr/>
          </p:nvGrpSpPr>
          <p:grpSpPr>
            <a:xfrm>
              <a:off x="2686791" y="3666763"/>
              <a:ext cx="54822" cy="276999"/>
              <a:chOff x="2686791" y="3666763"/>
              <a:chExt cx="54822" cy="276999"/>
            </a:xfrm>
          </p:grpSpPr>
          <p:sp>
            <p:nvSpPr>
              <p:cNvPr id="24"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25"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 name="组合 20"/>
            <p:cNvGrpSpPr/>
            <p:nvPr/>
          </p:nvGrpSpPr>
          <p:grpSpPr>
            <a:xfrm flipH="1">
              <a:off x="3739965" y="3666763"/>
              <a:ext cx="54822" cy="276999"/>
              <a:chOff x="2686791" y="3666763"/>
              <a:chExt cx="54822" cy="276999"/>
            </a:xfrm>
          </p:grpSpPr>
          <p:sp>
            <p:nvSpPr>
              <p:cNvPr id="22"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26" name="组合 25"/>
          <p:cNvGrpSpPr/>
          <p:nvPr/>
        </p:nvGrpSpPr>
        <p:grpSpPr>
          <a:xfrm>
            <a:off x="3891164" y="4309204"/>
            <a:ext cx="800953" cy="276999"/>
            <a:chOff x="2686791" y="3666763"/>
            <a:chExt cx="800953" cy="276999"/>
          </a:xfrm>
        </p:grpSpPr>
        <p:grpSp>
          <p:nvGrpSpPr>
            <p:cNvPr id="27" name="组合 26"/>
            <p:cNvGrpSpPr/>
            <p:nvPr/>
          </p:nvGrpSpPr>
          <p:grpSpPr>
            <a:xfrm>
              <a:off x="2686791" y="3666763"/>
              <a:ext cx="54822" cy="276999"/>
              <a:chOff x="2686791" y="3666763"/>
              <a:chExt cx="54822" cy="276999"/>
            </a:xfrm>
          </p:grpSpPr>
          <p:sp>
            <p:nvSpPr>
              <p:cNvPr id="32"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28" name="组合 27"/>
            <p:cNvGrpSpPr/>
            <p:nvPr/>
          </p:nvGrpSpPr>
          <p:grpSpPr>
            <a:xfrm flipH="1">
              <a:off x="3432922" y="3666763"/>
              <a:ext cx="54822" cy="276999"/>
              <a:chOff x="2993834" y="3666763"/>
              <a:chExt cx="54822" cy="276999"/>
            </a:xfrm>
          </p:grpSpPr>
          <p:sp>
            <p:nvSpPr>
              <p:cNvPr id="29" name="矩形 73"/>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31" name="矩形 73"/>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34" name="组合 33"/>
          <p:cNvGrpSpPr/>
          <p:nvPr/>
        </p:nvGrpSpPr>
        <p:grpSpPr>
          <a:xfrm>
            <a:off x="5103327" y="4486844"/>
            <a:ext cx="800953" cy="276999"/>
            <a:chOff x="2686791" y="3666763"/>
            <a:chExt cx="800953" cy="276999"/>
          </a:xfrm>
        </p:grpSpPr>
        <p:grpSp>
          <p:nvGrpSpPr>
            <p:cNvPr id="35" name="组合 34"/>
            <p:cNvGrpSpPr/>
            <p:nvPr/>
          </p:nvGrpSpPr>
          <p:grpSpPr>
            <a:xfrm>
              <a:off x="2686791" y="3666763"/>
              <a:ext cx="54822" cy="276999"/>
              <a:chOff x="2686791" y="3666763"/>
              <a:chExt cx="54822" cy="276999"/>
            </a:xfrm>
          </p:grpSpPr>
          <p:sp>
            <p:nvSpPr>
              <p:cNvPr id="70"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71"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67" name="组合 66"/>
            <p:cNvGrpSpPr/>
            <p:nvPr/>
          </p:nvGrpSpPr>
          <p:grpSpPr>
            <a:xfrm flipH="1">
              <a:off x="3432922" y="3666763"/>
              <a:ext cx="54822" cy="276999"/>
              <a:chOff x="2993834" y="3666763"/>
              <a:chExt cx="54822" cy="276999"/>
            </a:xfrm>
          </p:grpSpPr>
          <p:sp>
            <p:nvSpPr>
              <p:cNvPr id="68" name="矩形 73"/>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69" name="矩形 73"/>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72" name="组合 71"/>
          <p:cNvGrpSpPr/>
          <p:nvPr/>
        </p:nvGrpSpPr>
        <p:grpSpPr>
          <a:xfrm>
            <a:off x="6314639" y="4486844"/>
            <a:ext cx="800953" cy="276999"/>
            <a:chOff x="2686791" y="3666763"/>
            <a:chExt cx="800953" cy="276999"/>
          </a:xfrm>
        </p:grpSpPr>
        <p:grpSp>
          <p:nvGrpSpPr>
            <p:cNvPr id="73" name="组合 72"/>
            <p:cNvGrpSpPr/>
            <p:nvPr/>
          </p:nvGrpSpPr>
          <p:grpSpPr>
            <a:xfrm>
              <a:off x="2686791" y="3666763"/>
              <a:ext cx="54822" cy="276999"/>
              <a:chOff x="2686791" y="3666763"/>
              <a:chExt cx="54822" cy="276999"/>
            </a:xfrm>
          </p:grpSpPr>
          <p:sp>
            <p:nvSpPr>
              <p:cNvPr id="77"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78"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4" name="组合 73"/>
            <p:cNvGrpSpPr/>
            <p:nvPr/>
          </p:nvGrpSpPr>
          <p:grpSpPr>
            <a:xfrm flipH="1">
              <a:off x="3432922" y="3666763"/>
              <a:ext cx="54822" cy="276999"/>
              <a:chOff x="2993834" y="3666763"/>
              <a:chExt cx="54822" cy="276999"/>
            </a:xfrm>
          </p:grpSpPr>
          <p:sp>
            <p:nvSpPr>
              <p:cNvPr id="75" name="矩形 73"/>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76" name="矩形 73"/>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79" name="组合 78"/>
          <p:cNvGrpSpPr/>
          <p:nvPr/>
        </p:nvGrpSpPr>
        <p:grpSpPr>
          <a:xfrm>
            <a:off x="7525952" y="4309204"/>
            <a:ext cx="800953" cy="276999"/>
            <a:chOff x="2686791" y="3666763"/>
            <a:chExt cx="800953" cy="276999"/>
          </a:xfrm>
        </p:grpSpPr>
        <p:grpSp>
          <p:nvGrpSpPr>
            <p:cNvPr id="80" name="组合 79"/>
            <p:cNvGrpSpPr/>
            <p:nvPr/>
          </p:nvGrpSpPr>
          <p:grpSpPr>
            <a:xfrm>
              <a:off x="2686791" y="3666763"/>
              <a:ext cx="54822" cy="276999"/>
              <a:chOff x="2686791" y="3666763"/>
              <a:chExt cx="54822" cy="276999"/>
            </a:xfrm>
          </p:grpSpPr>
          <p:sp>
            <p:nvSpPr>
              <p:cNvPr id="87" name="矩形 73"/>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88" name="矩形 73"/>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81" name="组合 80"/>
            <p:cNvGrpSpPr/>
            <p:nvPr/>
          </p:nvGrpSpPr>
          <p:grpSpPr>
            <a:xfrm flipH="1">
              <a:off x="3432922" y="3666763"/>
              <a:ext cx="54822" cy="276999"/>
              <a:chOff x="2993834" y="3666763"/>
              <a:chExt cx="54822" cy="276999"/>
            </a:xfrm>
          </p:grpSpPr>
          <p:sp>
            <p:nvSpPr>
              <p:cNvPr id="85" name="矩形 73"/>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86" name="矩形 73"/>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1" fmla="*/ 97075 w 188515"/>
                  <a:gd name="connsiteY0-2" fmla="*/ 97075 h 188515"/>
                  <a:gd name="connsiteX1-3" fmla="*/ 0 w 188515"/>
                  <a:gd name="connsiteY1-4" fmla="*/ 97075 h 188515"/>
                  <a:gd name="connsiteX2-5" fmla="*/ 0 w 188515"/>
                  <a:gd name="connsiteY2-6" fmla="*/ 0 h 188515"/>
                  <a:gd name="connsiteX3-7" fmla="*/ 97075 w 188515"/>
                  <a:gd name="connsiteY3-8" fmla="*/ 0 h 188515"/>
                  <a:gd name="connsiteX4-9" fmla="*/ 188515 w 188515"/>
                  <a:gd name="connsiteY4-10" fmla="*/ 188515 h 188515"/>
                  <a:gd name="connsiteX0-11" fmla="*/ 97075 w 97075"/>
                  <a:gd name="connsiteY0-12" fmla="*/ 97075 h 97075"/>
                  <a:gd name="connsiteX1-13" fmla="*/ 0 w 97075"/>
                  <a:gd name="connsiteY1-14" fmla="*/ 97075 h 97075"/>
                  <a:gd name="connsiteX2-15" fmla="*/ 0 w 97075"/>
                  <a:gd name="connsiteY2-16" fmla="*/ 0 h 97075"/>
                  <a:gd name="connsiteX3-17" fmla="*/ 97075 w 97075"/>
                  <a:gd name="connsiteY3-18" fmla="*/ 0 h 97075"/>
                  <a:gd name="connsiteX0-19" fmla="*/ 0 w 97075"/>
                  <a:gd name="connsiteY0-20" fmla="*/ 97075 h 97075"/>
                  <a:gd name="connsiteX1-21" fmla="*/ 0 w 97075"/>
                  <a:gd name="connsiteY1-22" fmla="*/ 0 h 97075"/>
                  <a:gd name="connsiteX2-23" fmla="*/ 97075 w 97075"/>
                  <a:gd name="connsiteY2-24" fmla="*/ 0 h 97075"/>
                </a:gdLst>
                <a:ahLst/>
                <a:cxnLst>
                  <a:cxn ang="0">
                    <a:pos x="connsiteX0-1" y="connsiteY0-2"/>
                  </a:cxn>
                  <a:cxn ang="0">
                    <a:pos x="connsiteX1-3" y="connsiteY1-4"/>
                  </a:cxn>
                  <a:cxn ang="0">
                    <a:pos x="connsiteX2-5" y="connsiteY2-6"/>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grpSp>
      </p:grpSp>
      <p:sp>
        <p:nvSpPr>
          <p:cNvPr id="89" name="椭圆 88"/>
          <p:cNvSpPr/>
          <p:nvPr/>
        </p:nvSpPr>
        <p:spPr>
          <a:xfrm>
            <a:off x="834505" y="2483527"/>
            <a:ext cx="1238136" cy="1238136"/>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90204" pitchFamily="34" charset="0"/>
                <a:ea typeface="微软雅黑" panose="020B0502040204020203" pitchFamily="34" charset="-122"/>
                <a:cs typeface="Arial" panose="020B0604020202090204" pitchFamily="34" charset="0"/>
              </a:rPr>
              <a:t>v</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90" name="椭圆 89"/>
          <p:cNvSpPr/>
          <p:nvPr/>
        </p:nvSpPr>
        <p:spPr>
          <a:xfrm>
            <a:off x="981085" y="2630108"/>
            <a:ext cx="944976" cy="9449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91" name="文本框 90"/>
          <p:cNvSpPr txBox="1"/>
          <p:nvPr/>
        </p:nvSpPr>
        <p:spPr>
          <a:xfrm>
            <a:off x="822631" y="3815697"/>
            <a:ext cx="1261885" cy="587469"/>
          </a:xfrm>
          <a:prstGeom prst="rect">
            <a:avLst/>
          </a:prstGeom>
          <a:noFill/>
        </p:spPr>
        <p:txBody>
          <a:bodyPr wrap="square" rtlCol="0">
            <a:spAutoFit/>
          </a:bodyPr>
          <a:lstStyle>
            <a:defPPr>
              <a:defRPr lang="zh-CN"/>
            </a:defPPr>
            <a:lvl1pPr algn="ctr">
              <a:lnSpc>
                <a:spcPct val="120000"/>
              </a:lnSpc>
              <a:defRPr sz="1400" b="1">
                <a:solidFill>
                  <a:schemeClr val="accent1"/>
                </a:solidFill>
                <a:latin typeface="+mn-ea"/>
              </a:defRPr>
            </a:lvl1pPr>
          </a:lstStyle>
          <a:p>
            <a:r>
              <a:rPr lang="zh-CN" altLang="en-US" dirty="0">
                <a:solidFill>
                  <a:schemeClr val="accent1"/>
                </a:solidFill>
                <a:latin typeface="Arial" panose="020B0604020202090204" pitchFamily="34" charset="0"/>
                <a:ea typeface="微软雅黑" panose="020B0502040204020203" pitchFamily="34" charset="-122"/>
                <a:cs typeface="Arial" panose="020B0604020202090204" pitchFamily="34" charset="0"/>
              </a:rPr>
              <a:t>高效整合与</a:t>
            </a:r>
            <a:endParaRPr lang="en-US" altLang="zh-CN"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r>
              <a:rPr lang="zh-CN" altLang="en-US" dirty="0">
                <a:solidFill>
                  <a:schemeClr val="accent1"/>
                </a:solidFill>
                <a:latin typeface="Arial" panose="020B0604020202090204" pitchFamily="34" charset="0"/>
                <a:ea typeface="微软雅黑" panose="020B0502040204020203" pitchFamily="34" charset="-122"/>
                <a:cs typeface="Arial" panose="020B0604020202090204" pitchFamily="34" charset="0"/>
              </a:rPr>
              <a:t>利用数据资源</a:t>
            </a:r>
            <a:endParaRPr lang="zh-CN" altLang="en-US"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92" name="椭圆 91"/>
          <p:cNvSpPr/>
          <p:nvPr/>
        </p:nvSpPr>
        <p:spPr>
          <a:xfrm>
            <a:off x="10189595" y="2483527"/>
            <a:ext cx="1238136" cy="1238136"/>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93" name="椭圆 92"/>
          <p:cNvSpPr/>
          <p:nvPr/>
        </p:nvSpPr>
        <p:spPr>
          <a:xfrm>
            <a:off x="10336175" y="2630108"/>
            <a:ext cx="944976" cy="9449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94" name="文本框 93"/>
          <p:cNvSpPr txBox="1"/>
          <p:nvPr/>
        </p:nvSpPr>
        <p:spPr>
          <a:xfrm>
            <a:off x="10177721" y="3815697"/>
            <a:ext cx="1261885" cy="587469"/>
          </a:xfrm>
          <a:prstGeom prst="rect">
            <a:avLst/>
          </a:prstGeom>
          <a:noFill/>
        </p:spPr>
        <p:txBody>
          <a:bodyPr wrap="square" rtlCol="0">
            <a:spAutoFit/>
          </a:bodyPr>
          <a:lstStyle/>
          <a:p>
            <a:pPr algn="ctr">
              <a:lnSpc>
                <a:spcPct val="120000"/>
              </a:lnSpc>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提升城市管理</a:t>
            </a:r>
            <a:endParaRPr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与服务水平</a:t>
            </a:r>
            <a:endPar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95" name="椭圆 94"/>
          <p:cNvSpPr/>
          <p:nvPr/>
        </p:nvSpPr>
        <p:spPr>
          <a:xfrm>
            <a:off x="4482699" y="3529695"/>
            <a:ext cx="322660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6" name="椭圆 95"/>
          <p:cNvSpPr/>
          <p:nvPr/>
        </p:nvSpPr>
        <p:spPr>
          <a:xfrm>
            <a:off x="4648199" y="2780398"/>
            <a:ext cx="289560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7" name="椭圆 96"/>
          <p:cNvSpPr/>
          <p:nvPr/>
        </p:nvSpPr>
        <p:spPr>
          <a:xfrm>
            <a:off x="4851224" y="1982139"/>
            <a:ext cx="248955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8" name="椭圆 97"/>
          <p:cNvSpPr/>
          <p:nvPr/>
        </p:nvSpPr>
        <p:spPr>
          <a:xfrm>
            <a:off x="4719318" y="2093264"/>
            <a:ext cx="2753362" cy="320676"/>
          </a:xfrm>
          <a:prstGeom prst="ellipse">
            <a:avLst/>
          </a:prstGeom>
          <a:noFill/>
          <a:ln>
            <a:gradFill>
              <a:gsLst>
                <a:gs pos="26000">
                  <a:schemeClr val="accent2">
                    <a:alpha val="0"/>
                  </a:schemeClr>
                </a:gs>
                <a:gs pos="10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99" name="文本框 98"/>
          <p:cNvSpPr txBox="1"/>
          <p:nvPr/>
        </p:nvSpPr>
        <p:spPr>
          <a:xfrm>
            <a:off x="5182930" y="1848343"/>
            <a:ext cx="1826141"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合理规划城市布局</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文本框 99"/>
          <p:cNvSpPr txBox="1"/>
          <p:nvPr/>
        </p:nvSpPr>
        <p:spPr>
          <a:xfrm>
            <a:off x="5080338" y="2584943"/>
            <a:ext cx="2031325"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打造现代化交通体系</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01" name="文本框 100"/>
          <p:cNvSpPr txBox="1"/>
          <p:nvPr/>
        </p:nvSpPr>
        <p:spPr>
          <a:xfrm>
            <a:off x="5182930" y="3309029"/>
            <a:ext cx="1826141"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提升公共服务水平</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02" name="组合 101"/>
          <p:cNvGrpSpPr/>
          <p:nvPr/>
        </p:nvGrpSpPr>
        <p:grpSpPr>
          <a:xfrm>
            <a:off x="1256619" y="2889543"/>
            <a:ext cx="393908" cy="426104"/>
            <a:chOff x="75535" y="1426"/>
            <a:chExt cx="1759634" cy="1903451"/>
          </a:xfrm>
          <a:solidFill>
            <a:schemeClr val="tx1"/>
          </a:solidFill>
        </p:grpSpPr>
        <p:sp>
          <p:nvSpPr>
            <p:cNvPr id="103" name="任意多边形: 形状 102"/>
            <p:cNvSpPr/>
            <p:nvPr/>
          </p:nvSpPr>
          <p:spPr>
            <a:xfrm>
              <a:off x="133944" y="270739"/>
              <a:ext cx="1637843" cy="1634138"/>
            </a:xfrm>
            <a:custGeom>
              <a:avLst/>
              <a:gdLst>
                <a:gd name="connsiteX0" fmla="*/ 1139158 w 1637843"/>
                <a:gd name="connsiteY0" fmla="*/ 1322908 h 1634138"/>
                <a:gd name="connsiteX1" fmla="*/ 820373 w 1637843"/>
                <a:gd name="connsiteY1" fmla="*/ 1497442 h 1634138"/>
                <a:gd name="connsiteX2" fmla="*/ 499111 w 1637843"/>
                <a:gd name="connsiteY2" fmla="*/ 1322908 h 1634138"/>
                <a:gd name="connsiteX3" fmla="*/ 411982 w 1637843"/>
                <a:gd name="connsiteY3" fmla="*/ 1348923 h 1634138"/>
                <a:gd name="connsiteX4" fmla="*/ 437997 w 1637843"/>
                <a:gd name="connsiteY4" fmla="*/ 1436052 h 1634138"/>
                <a:gd name="connsiteX5" fmla="*/ 789265 w 1637843"/>
                <a:gd name="connsiteY5" fmla="*/ 1626277 h 1634138"/>
                <a:gd name="connsiteX6" fmla="*/ 850380 w 1637843"/>
                <a:gd name="connsiteY6" fmla="*/ 1626277 h 1634138"/>
                <a:gd name="connsiteX7" fmla="*/ 1200272 w 1637843"/>
                <a:gd name="connsiteY7" fmla="*/ 1436052 h 1634138"/>
                <a:gd name="connsiteX8" fmla="*/ 1225186 w 1637843"/>
                <a:gd name="connsiteY8" fmla="*/ 1349235 h 1634138"/>
                <a:gd name="connsiteX9" fmla="*/ 1203025 w 1637843"/>
                <a:gd name="connsiteY9" fmla="*/ 1325936 h 1634138"/>
                <a:gd name="connsiteX10" fmla="*/ 1139158 w 1637843"/>
                <a:gd name="connsiteY10" fmla="*/ 1324285 h 1634138"/>
                <a:gd name="connsiteX11" fmla="*/ 1190362 w 1637843"/>
                <a:gd name="connsiteY11" fmla="*/ 125676 h 1634138"/>
                <a:gd name="connsiteX12" fmla="*/ 1501438 w 1637843"/>
                <a:gd name="connsiteY12" fmla="*/ 316727 h 1634138"/>
                <a:gd name="connsiteX13" fmla="*/ 1510247 w 1637843"/>
                <a:gd name="connsiteY13" fmla="*/ 680934 h 1634138"/>
                <a:gd name="connsiteX14" fmla="*/ 1569786 w 1637843"/>
                <a:gd name="connsiteY14" fmla="*/ 748855 h 1634138"/>
                <a:gd name="connsiteX15" fmla="*/ 1637706 w 1637843"/>
                <a:gd name="connsiteY15" fmla="*/ 689316 h 1634138"/>
                <a:gd name="connsiteX16" fmla="*/ 1637706 w 1637843"/>
                <a:gd name="connsiteY16" fmla="*/ 680934 h 1634138"/>
                <a:gd name="connsiteX17" fmla="*/ 1627796 w 1637843"/>
                <a:gd name="connsiteY17" fmla="*/ 279012 h 1634138"/>
                <a:gd name="connsiteX18" fmla="*/ 1597514 w 1637843"/>
                <a:gd name="connsiteY18" fmla="*/ 224780 h 1634138"/>
                <a:gd name="connsiteX19" fmla="*/ 1257257 w 1637843"/>
                <a:gd name="connsiteY19" fmla="*/ 16387 h 1634138"/>
                <a:gd name="connsiteX20" fmla="*/ 1169339 w 1637843"/>
                <a:gd name="connsiteY20" fmla="*/ 35314 h 1634138"/>
                <a:gd name="connsiteX21" fmla="*/ 1188266 w 1637843"/>
                <a:gd name="connsiteY21" fmla="*/ 123232 h 1634138"/>
                <a:gd name="connsiteX22" fmla="*/ 1190912 w 1637843"/>
                <a:gd name="connsiteY22" fmla="*/ 124850 h 1634138"/>
                <a:gd name="connsiteX23" fmla="*/ 63879 w 1637843"/>
                <a:gd name="connsiteY23" fmla="*/ 742324 h 1634138"/>
                <a:gd name="connsiteX24" fmla="*/ 128563 w 1637843"/>
                <a:gd name="connsiteY24" fmla="*/ 679843 h 1634138"/>
                <a:gd name="connsiteX25" fmla="*/ 128572 w 1637843"/>
                <a:gd name="connsiteY25" fmla="*/ 678457 h 1634138"/>
                <a:gd name="connsiteX26" fmla="*/ 137656 w 1637843"/>
                <a:gd name="connsiteY26" fmla="*/ 314249 h 1634138"/>
                <a:gd name="connsiteX27" fmla="*/ 447907 w 1637843"/>
                <a:gd name="connsiteY27" fmla="*/ 122923 h 1634138"/>
                <a:gd name="connsiteX28" fmla="*/ 484293 w 1637843"/>
                <a:gd name="connsiteY28" fmla="*/ 40681 h 1634138"/>
                <a:gd name="connsiteX29" fmla="*/ 402051 w 1637843"/>
                <a:gd name="connsiteY29" fmla="*/ 4294 h 1634138"/>
                <a:gd name="connsiteX30" fmla="*/ 382388 w 1637843"/>
                <a:gd name="connsiteY30" fmla="*/ 16387 h 1634138"/>
                <a:gd name="connsiteX31" fmla="*/ 40755 w 1637843"/>
                <a:gd name="connsiteY31" fmla="*/ 224780 h 1634138"/>
                <a:gd name="connsiteX32" fmla="*/ 9096 w 1637843"/>
                <a:gd name="connsiteY32" fmla="*/ 277636 h 1634138"/>
                <a:gd name="connsiteX33" fmla="*/ 12 w 1637843"/>
                <a:gd name="connsiteY33" fmla="*/ 676805 h 1634138"/>
                <a:gd name="connsiteX34" fmla="*/ 18456 w 1637843"/>
                <a:gd name="connsiteY34" fmla="*/ 723054 h 1634138"/>
                <a:gd name="connsiteX35" fmla="*/ 64154 w 1637843"/>
                <a:gd name="connsiteY35" fmla="*/ 742324 h 163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637843" h="1634138">
                  <a:moveTo>
                    <a:pt x="1139158" y="1322908"/>
                  </a:moveTo>
                  <a:lnTo>
                    <a:pt x="820373" y="1497442"/>
                  </a:lnTo>
                  <a:lnTo>
                    <a:pt x="499111" y="1322908"/>
                  </a:lnTo>
                  <a:cubicBezTo>
                    <a:pt x="467867" y="1306032"/>
                    <a:pt x="428858" y="1317679"/>
                    <a:pt x="411982" y="1348923"/>
                  </a:cubicBezTo>
                  <a:cubicBezTo>
                    <a:pt x="395106" y="1380167"/>
                    <a:pt x="406753" y="1419176"/>
                    <a:pt x="437997" y="1436052"/>
                  </a:cubicBezTo>
                  <a:lnTo>
                    <a:pt x="789265" y="1626277"/>
                  </a:lnTo>
                  <a:cubicBezTo>
                    <a:pt x="808288" y="1636759"/>
                    <a:pt x="831357" y="1636759"/>
                    <a:pt x="850380" y="1626277"/>
                  </a:cubicBezTo>
                  <a:lnTo>
                    <a:pt x="1200272" y="1436052"/>
                  </a:lnTo>
                  <a:cubicBezTo>
                    <a:pt x="1231126" y="1418958"/>
                    <a:pt x="1242280" y="1380089"/>
                    <a:pt x="1225186" y="1349235"/>
                  </a:cubicBezTo>
                  <a:cubicBezTo>
                    <a:pt x="1219907" y="1339706"/>
                    <a:pt x="1212278" y="1331685"/>
                    <a:pt x="1203025" y="1325936"/>
                  </a:cubicBezTo>
                  <a:cubicBezTo>
                    <a:pt x="1183612" y="1313840"/>
                    <a:pt x="1159170" y="1313208"/>
                    <a:pt x="1139158" y="1324285"/>
                  </a:cubicBezTo>
                  <a:close/>
                  <a:moveTo>
                    <a:pt x="1190362" y="125676"/>
                  </a:moveTo>
                  <a:lnTo>
                    <a:pt x="1501438" y="316727"/>
                  </a:lnTo>
                  <a:lnTo>
                    <a:pt x="1510247" y="680934"/>
                  </a:lnTo>
                  <a:cubicBezTo>
                    <a:pt x="1507933" y="716131"/>
                    <a:pt x="1534589" y="746540"/>
                    <a:pt x="1569786" y="748855"/>
                  </a:cubicBezTo>
                  <a:cubicBezTo>
                    <a:pt x="1604983" y="751169"/>
                    <a:pt x="1635392" y="724513"/>
                    <a:pt x="1637706" y="689316"/>
                  </a:cubicBezTo>
                  <a:cubicBezTo>
                    <a:pt x="1637890" y="686525"/>
                    <a:pt x="1637890" y="683725"/>
                    <a:pt x="1637706" y="680934"/>
                  </a:cubicBezTo>
                  <a:lnTo>
                    <a:pt x="1627796" y="279012"/>
                  </a:lnTo>
                  <a:cubicBezTo>
                    <a:pt x="1627926" y="256872"/>
                    <a:pt x="1616431" y="236286"/>
                    <a:pt x="1597514" y="224780"/>
                  </a:cubicBezTo>
                  <a:lnTo>
                    <a:pt x="1257257" y="16387"/>
                  </a:lnTo>
                  <a:cubicBezTo>
                    <a:pt x="1227752" y="-2665"/>
                    <a:pt x="1188390" y="5809"/>
                    <a:pt x="1169339" y="35314"/>
                  </a:cubicBezTo>
                  <a:cubicBezTo>
                    <a:pt x="1150287" y="64818"/>
                    <a:pt x="1158761" y="104180"/>
                    <a:pt x="1188266" y="123232"/>
                  </a:cubicBezTo>
                  <a:cubicBezTo>
                    <a:pt x="1189135" y="123793"/>
                    <a:pt x="1190017" y="124332"/>
                    <a:pt x="1190912" y="124850"/>
                  </a:cubicBezTo>
                  <a:close/>
                  <a:moveTo>
                    <a:pt x="63879" y="742324"/>
                  </a:moveTo>
                  <a:cubicBezTo>
                    <a:pt x="98994" y="742932"/>
                    <a:pt x="127954" y="714959"/>
                    <a:pt x="128563" y="679843"/>
                  </a:cubicBezTo>
                  <a:cubicBezTo>
                    <a:pt x="128571" y="679381"/>
                    <a:pt x="128574" y="678919"/>
                    <a:pt x="128572" y="678457"/>
                  </a:cubicBezTo>
                  <a:lnTo>
                    <a:pt x="137656" y="314249"/>
                  </a:lnTo>
                  <a:lnTo>
                    <a:pt x="447907" y="122923"/>
                  </a:lnTo>
                  <a:cubicBezTo>
                    <a:pt x="480665" y="110261"/>
                    <a:pt x="496956" y="73439"/>
                    <a:pt x="484293" y="40681"/>
                  </a:cubicBezTo>
                  <a:cubicBezTo>
                    <a:pt x="471631" y="7922"/>
                    <a:pt x="434809" y="-8369"/>
                    <a:pt x="402051" y="4294"/>
                  </a:cubicBezTo>
                  <a:cubicBezTo>
                    <a:pt x="394814" y="7092"/>
                    <a:pt x="388150" y="11190"/>
                    <a:pt x="382388" y="16387"/>
                  </a:cubicBezTo>
                  <a:lnTo>
                    <a:pt x="40755" y="224780"/>
                  </a:lnTo>
                  <a:cubicBezTo>
                    <a:pt x="21725" y="235691"/>
                    <a:pt x="9735" y="255709"/>
                    <a:pt x="9096" y="277636"/>
                  </a:cubicBezTo>
                  <a:lnTo>
                    <a:pt x="12" y="676805"/>
                  </a:lnTo>
                  <a:cubicBezTo>
                    <a:pt x="-319" y="694076"/>
                    <a:pt x="6331" y="710750"/>
                    <a:pt x="18456" y="723054"/>
                  </a:cubicBezTo>
                  <a:cubicBezTo>
                    <a:pt x="30416" y="735451"/>
                    <a:pt x="46928" y="742414"/>
                    <a:pt x="64154" y="742324"/>
                  </a:cubicBezTo>
                  <a:close/>
                </a:path>
              </a:pathLst>
            </a:custGeom>
            <a:grpFill/>
            <a:ln w="186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4" name="任意多边形: 形状 103"/>
            <p:cNvSpPr/>
            <p:nvPr/>
          </p:nvSpPr>
          <p:spPr>
            <a:xfrm>
              <a:off x="75535" y="1426"/>
              <a:ext cx="1759634" cy="1594765"/>
            </a:xfrm>
            <a:custGeom>
              <a:avLst/>
              <a:gdLst>
                <a:gd name="connsiteX0" fmla="*/ 1632799 w 1759634"/>
                <a:gd name="connsiteY0" fmla="*/ 1120652 h 1594765"/>
                <a:gd name="connsiteX1" fmla="*/ 1323649 w 1759634"/>
                <a:gd name="connsiteY1" fmla="*/ 1162496 h 1594765"/>
                <a:gd name="connsiteX2" fmla="*/ 941273 w 1759634"/>
                <a:gd name="connsiteY2" fmla="*/ 942265 h 1594765"/>
                <a:gd name="connsiteX3" fmla="*/ 941273 w 1759634"/>
                <a:gd name="connsiteY3" fmla="*/ 501802 h 1594765"/>
                <a:gd name="connsiteX4" fmla="*/ 1124366 w 1759634"/>
                <a:gd name="connsiteY4" fmla="*/ 191250 h 1594765"/>
                <a:gd name="connsiteX5" fmla="*/ 813814 w 1759634"/>
                <a:gd name="connsiteY5" fmla="*/ 8156 h 1594765"/>
                <a:gd name="connsiteX6" fmla="*/ 630720 w 1759634"/>
                <a:gd name="connsiteY6" fmla="*/ 318709 h 1594765"/>
                <a:gd name="connsiteX7" fmla="*/ 813814 w 1759634"/>
                <a:gd name="connsiteY7" fmla="*/ 501802 h 1594765"/>
                <a:gd name="connsiteX8" fmla="*/ 813814 w 1759634"/>
                <a:gd name="connsiteY8" fmla="*/ 942265 h 1594765"/>
                <a:gd name="connsiteX9" fmla="*/ 431438 w 1759634"/>
                <a:gd name="connsiteY9" fmla="*/ 1162496 h 1594765"/>
                <a:gd name="connsiteX10" fmla="*/ 74435 w 1759634"/>
                <a:gd name="connsiteY10" fmla="*/ 1161504 h 1594765"/>
                <a:gd name="connsiteX11" fmla="*/ 73443 w 1759634"/>
                <a:gd name="connsiteY11" fmla="*/ 1518507 h 1594765"/>
                <a:gd name="connsiteX12" fmla="*/ 430445 w 1759634"/>
                <a:gd name="connsiteY12" fmla="*/ 1519499 h 1594765"/>
                <a:gd name="connsiteX13" fmla="*/ 495580 w 1759634"/>
                <a:gd name="connsiteY13" fmla="*/ 1272612 h 1594765"/>
                <a:gd name="connsiteX14" fmla="*/ 878232 w 1759634"/>
                <a:gd name="connsiteY14" fmla="*/ 1052380 h 1594765"/>
                <a:gd name="connsiteX15" fmla="*/ 1260057 w 1759634"/>
                <a:gd name="connsiteY15" fmla="*/ 1272612 h 1594765"/>
                <a:gd name="connsiteX16" fmla="*/ 1437521 w 1759634"/>
                <a:gd name="connsiteY16" fmla="*/ 1585520 h 1594765"/>
                <a:gd name="connsiteX17" fmla="*/ 1750430 w 1759634"/>
                <a:gd name="connsiteY17" fmla="*/ 1408057 h 1594765"/>
                <a:gd name="connsiteX18" fmla="*/ 1632523 w 1759634"/>
                <a:gd name="connsiteY18" fmla="*/ 1120101 h 1594765"/>
                <a:gd name="connsiteX19" fmla="*/ 749947 w 1759634"/>
                <a:gd name="connsiteY19" fmla="*/ 253767 h 1594765"/>
                <a:gd name="connsiteX20" fmla="*/ 877406 w 1759634"/>
                <a:gd name="connsiteY20" fmla="*/ 126308 h 1594765"/>
                <a:gd name="connsiteX21" fmla="*/ 1004864 w 1759634"/>
                <a:gd name="connsiteY21" fmla="*/ 253767 h 1594765"/>
                <a:gd name="connsiteX22" fmla="*/ 877406 w 1759634"/>
                <a:gd name="connsiteY22" fmla="*/ 381226 h 1594765"/>
                <a:gd name="connsiteX23" fmla="*/ 749947 w 1759634"/>
                <a:gd name="connsiteY23" fmla="*/ 253767 h 1594765"/>
                <a:gd name="connsiteX24" fmla="*/ 372801 w 1759634"/>
                <a:gd name="connsiteY24" fmla="*/ 1375019 h 1594765"/>
                <a:gd name="connsiteX25" fmla="*/ 216921 w 1759634"/>
                <a:gd name="connsiteY25" fmla="*/ 1465533 h 1594765"/>
                <a:gd name="connsiteX26" fmla="*/ 126406 w 1759634"/>
                <a:gd name="connsiteY26" fmla="*/ 1309653 h 1594765"/>
                <a:gd name="connsiteX27" fmla="*/ 282287 w 1759634"/>
                <a:gd name="connsiteY27" fmla="*/ 1219139 h 1594765"/>
                <a:gd name="connsiteX28" fmla="*/ 359862 w 1759634"/>
                <a:gd name="connsiteY28" fmla="*/ 1278393 h 1594765"/>
                <a:gd name="connsiteX29" fmla="*/ 372801 w 1759634"/>
                <a:gd name="connsiteY29" fmla="*/ 1375019 h 1594765"/>
                <a:gd name="connsiteX30" fmla="*/ 1615456 w 1759634"/>
                <a:gd name="connsiteY30" fmla="*/ 1406953 h 1594765"/>
                <a:gd name="connsiteX31" fmla="*/ 1441160 w 1759634"/>
                <a:gd name="connsiteY31" fmla="*/ 1452916 h 1594765"/>
                <a:gd name="connsiteX32" fmla="*/ 1382010 w 1759634"/>
                <a:gd name="connsiteY32" fmla="*/ 1375019 h 1594765"/>
                <a:gd name="connsiteX33" fmla="*/ 1394674 w 1759634"/>
                <a:gd name="connsiteY33" fmla="*/ 1279494 h 1594765"/>
                <a:gd name="connsiteX34" fmla="*/ 1565722 w 1759634"/>
                <a:gd name="connsiteY34" fmla="*/ 1222624 h 1594765"/>
                <a:gd name="connsiteX35" fmla="*/ 1622591 w 1759634"/>
                <a:gd name="connsiteY35" fmla="*/ 1393672 h 1594765"/>
                <a:gd name="connsiteX36" fmla="*/ 1614905 w 1759634"/>
                <a:gd name="connsiteY36" fmla="*/ 1406953 h 159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59634" h="1594765">
                  <a:moveTo>
                    <a:pt x="1632799" y="1120652"/>
                  </a:moveTo>
                  <a:cubicBezTo>
                    <a:pt x="1532228" y="1062655"/>
                    <a:pt x="1405184" y="1079851"/>
                    <a:pt x="1323649" y="1162496"/>
                  </a:cubicBezTo>
                  <a:lnTo>
                    <a:pt x="941273" y="942265"/>
                  </a:lnTo>
                  <a:lnTo>
                    <a:pt x="941273" y="501802"/>
                  </a:lnTo>
                  <a:cubicBezTo>
                    <a:pt x="1077589" y="466606"/>
                    <a:pt x="1159563" y="327567"/>
                    <a:pt x="1124366" y="191250"/>
                  </a:cubicBezTo>
                  <a:cubicBezTo>
                    <a:pt x="1089170" y="54933"/>
                    <a:pt x="950130" y="-27040"/>
                    <a:pt x="813814" y="8156"/>
                  </a:cubicBezTo>
                  <a:cubicBezTo>
                    <a:pt x="677497" y="43353"/>
                    <a:pt x="595524" y="182392"/>
                    <a:pt x="630720" y="318709"/>
                  </a:cubicBezTo>
                  <a:cubicBezTo>
                    <a:pt x="653905" y="408500"/>
                    <a:pt x="724022" y="478618"/>
                    <a:pt x="813814" y="501802"/>
                  </a:cubicBezTo>
                  <a:lnTo>
                    <a:pt x="813814" y="942265"/>
                  </a:lnTo>
                  <a:lnTo>
                    <a:pt x="431438" y="1162496"/>
                  </a:lnTo>
                  <a:cubicBezTo>
                    <a:pt x="333128" y="1063638"/>
                    <a:pt x="173292" y="1063194"/>
                    <a:pt x="74435" y="1161504"/>
                  </a:cubicBezTo>
                  <a:cubicBezTo>
                    <a:pt x="-24423" y="1259813"/>
                    <a:pt x="-24867" y="1419649"/>
                    <a:pt x="73443" y="1518507"/>
                  </a:cubicBezTo>
                  <a:cubicBezTo>
                    <a:pt x="171752" y="1617364"/>
                    <a:pt x="331588" y="1617808"/>
                    <a:pt x="430445" y="1519499"/>
                  </a:cubicBezTo>
                  <a:cubicBezTo>
                    <a:pt x="495244" y="1455059"/>
                    <a:pt x="520157" y="1360630"/>
                    <a:pt x="495580" y="1272612"/>
                  </a:cubicBezTo>
                  <a:lnTo>
                    <a:pt x="878232" y="1052380"/>
                  </a:lnTo>
                  <a:lnTo>
                    <a:pt x="1260057" y="1272612"/>
                  </a:lnTo>
                  <a:cubicBezTo>
                    <a:pt x="1222655" y="1408024"/>
                    <a:pt x="1302108" y="1548118"/>
                    <a:pt x="1437521" y="1585520"/>
                  </a:cubicBezTo>
                  <a:cubicBezTo>
                    <a:pt x="1572934" y="1622922"/>
                    <a:pt x="1713028" y="1543469"/>
                    <a:pt x="1750430" y="1408057"/>
                  </a:cubicBezTo>
                  <a:cubicBezTo>
                    <a:pt x="1781264" y="1296422"/>
                    <a:pt x="1732796" y="1178052"/>
                    <a:pt x="1632523" y="1120101"/>
                  </a:cubicBezTo>
                  <a:close/>
                  <a:moveTo>
                    <a:pt x="749947" y="253767"/>
                  </a:moveTo>
                  <a:cubicBezTo>
                    <a:pt x="749947" y="183373"/>
                    <a:pt x="807012" y="126308"/>
                    <a:pt x="877406" y="126308"/>
                  </a:cubicBezTo>
                  <a:cubicBezTo>
                    <a:pt x="947799" y="126308"/>
                    <a:pt x="1004864" y="183373"/>
                    <a:pt x="1004864" y="253767"/>
                  </a:cubicBezTo>
                  <a:cubicBezTo>
                    <a:pt x="1004864" y="324160"/>
                    <a:pt x="947799" y="381226"/>
                    <a:pt x="877406" y="381226"/>
                  </a:cubicBezTo>
                  <a:cubicBezTo>
                    <a:pt x="807012" y="381226"/>
                    <a:pt x="749947" y="324160"/>
                    <a:pt x="749947" y="253767"/>
                  </a:cubicBezTo>
                  <a:close/>
                  <a:moveTo>
                    <a:pt x="372801" y="1375019"/>
                  </a:moveTo>
                  <a:cubicBezTo>
                    <a:pt x="354751" y="1443059"/>
                    <a:pt x="284961" y="1483584"/>
                    <a:pt x="216921" y="1465533"/>
                  </a:cubicBezTo>
                  <a:cubicBezTo>
                    <a:pt x="148881" y="1447483"/>
                    <a:pt x="108356" y="1377693"/>
                    <a:pt x="126406" y="1309653"/>
                  </a:cubicBezTo>
                  <a:cubicBezTo>
                    <a:pt x="144457" y="1241613"/>
                    <a:pt x="214247" y="1201089"/>
                    <a:pt x="282287" y="1219139"/>
                  </a:cubicBezTo>
                  <a:cubicBezTo>
                    <a:pt x="314984" y="1227813"/>
                    <a:pt x="342891" y="1249130"/>
                    <a:pt x="359862" y="1278393"/>
                  </a:cubicBezTo>
                  <a:cubicBezTo>
                    <a:pt x="377047" y="1307533"/>
                    <a:pt x="381714" y="1342385"/>
                    <a:pt x="372801" y="1375019"/>
                  </a:cubicBezTo>
                  <a:close/>
                  <a:moveTo>
                    <a:pt x="1615456" y="1406953"/>
                  </a:moveTo>
                  <a:cubicBezTo>
                    <a:pt x="1580018" y="1467775"/>
                    <a:pt x="1501983" y="1488354"/>
                    <a:pt x="1441160" y="1452916"/>
                  </a:cubicBezTo>
                  <a:cubicBezTo>
                    <a:pt x="1411869" y="1435849"/>
                    <a:pt x="1390583" y="1407817"/>
                    <a:pt x="1382010" y="1375019"/>
                  </a:cubicBezTo>
                  <a:cubicBezTo>
                    <a:pt x="1373262" y="1342767"/>
                    <a:pt x="1377824" y="1308353"/>
                    <a:pt x="1394674" y="1279494"/>
                  </a:cubicBezTo>
                  <a:cubicBezTo>
                    <a:pt x="1426203" y="1216556"/>
                    <a:pt x="1502784" y="1191095"/>
                    <a:pt x="1565722" y="1222624"/>
                  </a:cubicBezTo>
                  <a:cubicBezTo>
                    <a:pt x="1628659" y="1254153"/>
                    <a:pt x="1654121" y="1330734"/>
                    <a:pt x="1622591" y="1393672"/>
                  </a:cubicBezTo>
                  <a:cubicBezTo>
                    <a:pt x="1620298" y="1398249"/>
                    <a:pt x="1617732" y="1402684"/>
                    <a:pt x="1614905" y="1406953"/>
                  </a:cubicBezTo>
                  <a:close/>
                </a:path>
              </a:pathLst>
            </a:custGeom>
            <a:grpFill/>
            <a:ln w="186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105" name="图形 260"/>
          <p:cNvSpPr/>
          <p:nvPr/>
        </p:nvSpPr>
        <p:spPr>
          <a:xfrm>
            <a:off x="10595051" y="2895700"/>
            <a:ext cx="427224" cy="401616"/>
          </a:xfrm>
          <a:custGeom>
            <a:avLst/>
            <a:gdLst>
              <a:gd name="connsiteX0" fmla="*/ 317577 w 319207"/>
              <a:gd name="connsiteY0" fmla="*/ 164091 h 300074"/>
              <a:gd name="connsiteX1" fmla="*/ 293035 w 319207"/>
              <a:gd name="connsiteY1" fmla="*/ 140934 h 300074"/>
              <a:gd name="connsiteX2" fmla="*/ 293035 w 319207"/>
              <a:gd name="connsiteY2" fmla="*/ 95042 h 300074"/>
              <a:gd name="connsiteX3" fmla="*/ 289765 w 319207"/>
              <a:gd name="connsiteY3" fmla="*/ 88772 h 300074"/>
              <a:gd name="connsiteX4" fmla="*/ 247758 w 319207"/>
              <a:gd name="connsiteY4" fmla="*/ 59152 h 300074"/>
              <a:gd name="connsiteX5" fmla="*/ 237026 w 319207"/>
              <a:gd name="connsiteY5" fmla="*/ 60998 h 300074"/>
              <a:gd name="connsiteX6" fmla="*/ 236757 w 319207"/>
              <a:gd name="connsiteY6" fmla="*/ 61383 h 300074"/>
              <a:gd name="connsiteX7" fmla="*/ 210368 w 319207"/>
              <a:gd name="connsiteY7" fmla="*/ 80386 h 300074"/>
              <a:gd name="connsiteX8" fmla="*/ 210368 w 319207"/>
              <a:gd name="connsiteY8" fmla="*/ 37302 h 300074"/>
              <a:gd name="connsiteX9" fmla="*/ 207098 w 319207"/>
              <a:gd name="connsiteY9" fmla="*/ 31032 h 300074"/>
              <a:gd name="connsiteX10" fmla="*/ 165091 w 319207"/>
              <a:gd name="connsiteY10" fmla="*/ 1412 h 300074"/>
              <a:gd name="connsiteX11" fmla="*/ 154359 w 319207"/>
              <a:gd name="connsiteY11" fmla="*/ 3258 h 300074"/>
              <a:gd name="connsiteX12" fmla="*/ 154090 w 319207"/>
              <a:gd name="connsiteY12" fmla="*/ 3643 h 300074"/>
              <a:gd name="connsiteX13" fmla="*/ 115968 w 319207"/>
              <a:gd name="connsiteY13" fmla="*/ 31032 h 300074"/>
              <a:gd name="connsiteX14" fmla="*/ 112776 w 319207"/>
              <a:gd name="connsiteY14" fmla="*/ 37264 h 300074"/>
              <a:gd name="connsiteX15" fmla="*/ 112776 w 319207"/>
              <a:gd name="connsiteY15" fmla="*/ 115007 h 300074"/>
              <a:gd name="connsiteX16" fmla="*/ 83732 w 319207"/>
              <a:gd name="connsiteY16" fmla="*/ 94542 h 300074"/>
              <a:gd name="connsiteX17" fmla="*/ 73000 w 319207"/>
              <a:gd name="connsiteY17" fmla="*/ 96388 h 300074"/>
              <a:gd name="connsiteX18" fmla="*/ 72731 w 319207"/>
              <a:gd name="connsiteY18" fmla="*/ 96773 h 300074"/>
              <a:gd name="connsiteX19" fmla="*/ 34609 w 319207"/>
              <a:gd name="connsiteY19" fmla="*/ 124162 h 300074"/>
              <a:gd name="connsiteX20" fmla="*/ 31417 w 319207"/>
              <a:gd name="connsiteY20" fmla="*/ 130394 h 300074"/>
              <a:gd name="connsiteX21" fmla="*/ 31417 w 319207"/>
              <a:gd name="connsiteY21" fmla="*/ 210560 h 300074"/>
              <a:gd name="connsiteX22" fmla="*/ 26877 w 319207"/>
              <a:gd name="connsiteY22" fmla="*/ 212561 h 300074"/>
              <a:gd name="connsiteX23" fmla="*/ 4797 w 319207"/>
              <a:gd name="connsiteY23" fmla="*/ 240257 h 300074"/>
              <a:gd name="connsiteX24" fmla="*/ 1604 w 319207"/>
              <a:gd name="connsiteY24" fmla="*/ 269069 h 300074"/>
              <a:gd name="connsiteX25" fmla="*/ 25069 w 319207"/>
              <a:gd name="connsiteY25" fmla="*/ 291919 h 300074"/>
              <a:gd name="connsiteX26" fmla="*/ 66114 w 319207"/>
              <a:gd name="connsiteY26" fmla="*/ 299920 h 300074"/>
              <a:gd name="connsiteX27" fmla="*/ 74423 w 319207"/>
              <a:gd name="connsiteY27" fmla="*/ 300074 h 300074"/>
              <a:gd name="connsiteX28" fmla="*/ 180940 w 319207"/>
              <a:gd name="connsiteY28" fmla="*/ 280764 h 300074"/>
              <a:gd name="connsiteX29" fmla="*/ 284341 w 319207"/>
              <a:gd name="connsiteY29" fmla="*/ 227332 h 300074"/>
              <a:gd name="connsiteX30" fmla="*/ 312422 w 319207"/>
              <a:gd name="connsiteY30" fmla="*/ 196366 h 300074"/>
              <a:gd name="connsiteX31" fmla="*/ 317577 w 319207"/>
              <a:gd name="connsiteY31" fmla="*/ 164091 h 300074"/>
              <a:gd name="connsiteX32" fmla="*/ 249566 w 319207"/>
              <a:gd name="connsiteY32" fmla="*/ 79193 h 300074"/>
              <a:gd name="connsiteX33" fmla="*/ 277686 w 319207"/>
              <a:gd name="connsiteY33" fmla="*/ 99004 h 300074"/>
              <a:gd name="connsiteX34" fmla="*/ 277686 w 319207"/>
              <a:gd name="connsiteY34" fmla="*/ 178017 h 300074"/>
              <a:gd name="connsiteX35" fmla="*/ 249566 w 319207"/>
              <a:gd name="connsiteY35" fmla="*/ 194135 h 300074"/>
              <a:gd name="connsiteX36" fmla="*/ 249566 w 319207"/>
              <a:gd name="connsiteY36" fmla="*/ 79193 h 300074"/>
              <a:gd name="connsiteX37" fmla="*/ 166899 w 319207"/>
              <a:gd name="connsiteY37" fmla="*/ 21454 h 300074"/>
              <a:gd name="connsiteX38" fmla="*/ 195019 w 319207"/>
              <a:gd name="connsiteY38" fmla="*/ 41264 h 300074"/>
              <a:gd name="connsiteX39" fmla="*/ 195019 w 319207"/>
              <a:gd name="connsiteY39" fmla="*/ 225909 h 300074"/>
              <a:gd name="connsiteX40" fmla="*/ 166899 w 319207"/>
              <a:gd name="connsiteY40" fmla="*/ 237795 h 300074"/>
              <a:gd name="connsiteX41" fmla="*/ 166899 w 319207"/>
              <a:gd name="connsiteY41" fmla="*/ 21454 h 300074"/>
              <a:gd name="connsiteX42" fmla="*/ 85540 w 319207"/>
              <a:gd name="connsiteY42" fmla="*/ 114622 h 300074"/>
              <a:gd name="connsiteX43" fmla="*/ 112852 w 319207"/>
              <a:gd name="connsiteY43" fmla="*/ 133856 h 300074"/>
              <a:gd name="connsiteX44" fmla="*/ 113660 w 319207"/>
              <a:gd name="connsiteY44" fmla="*/ 249066 h 300074"/>
              <a:gd name="connsiteX45" fmla="*/ 85540 w 319207"/>
              <a:gd name="connsiteY45" fmla="*/ 252298 h 300074"/>
              <a:gd name="connsiteX46" fmla="*/ 85540 w 319207"/>
              <a:gd name="connsiteY46" fmla="*/ 114622 h 300074"/>
              <a:gd name="connsiteX47" fmla="*/ 299151 w 319207"/>
              <a:gd name="connsiteY47" fmla="*/ 188788 h 300074"/>
              <a:gd name="connsiteX48" fmla="*/ 274724 w 319207"/>
              <a:gd name="connsiteY48" fmla="*/ 215484 h 300074"/>
              <a:gd name="connsiteX49" fmla="*/ 176170 w 319207"/>
              <a:gd name="connsiteY49" fmla="*/ 266261 h 300074"/>
              <a:gd name="connsiteX50" fmla="*/ 74577 w 319207"/>
              <a:gd name="connsiteY50" fmla="*/ 284764 h 300074"/>
              <a:gd name="connsiteX51" fmla="*/ 66845 w 319207"/>
              <a:gd name="connsiteY51" fmla="*/ 284610 h 300074"/>
              <a:gd name="connsiteX52" fmla="*/ 31301 w 319207"/>
              <a:gd name="connsiteY52" fmla="*/ 277879 h 300074"/>
              <a:gd name="connsiteX53" fmla="*/ 16337 w 319207"/>
              <a:gd name="connsiteY53" fmla="*/ 264299 h 300074"/>
              <a:gd name="connsiteX54" fmla="*/ 31532 w 319207"/>
              <a:gd name="connsiteY54" fmla="*/ 229756 h 300074"/>
              <a:gd name="connsiteX55" fmla="*/ 31532 w 319207"/>
              <a:gd name="connsiteY55" fmla="*/ 251336 h 300074"/>
              <a:gd name="connsiteX56" fmla="*/ 39225 w 319207"/>
              <a:gd name="connsiteY56" fmla="*/ 259029 h 300074"/>
              <a:gd name="connsiteX57" fmla="*/ 46919 w 319207"/>
              <a:gd name="connsiteY57" fmla="*/ 251336 h 300074"/>
              <a:gd name="connsiteX58" fmla="*/ 46919 w 319207"/>
              <a:gd name="connsiteY58" fmla="*/ 134394 h 300074"/>
              <a:gd name="connsiteX59" fmla="*/ 70192 w 319207"/>
              <a:gd name="connsiteY59" fmla="*/ 117661 h 300074"/>
              <a:gd name="connsiteX60" fmla="*/ 70192 w 319207"/>
              <a:gd name="connsiteY60" fmla="*/ 260953 h 300074"/>
              <a:gd name="connsiteX61" fmla="*/ 72769 w 319207"/>
              <a:gd name="connsiteY61" fmla="*/ 266684 h 300074"/>
              <a:gd name="connsiteX62" fmla="*/ 77885 w 319207"/>
              <a:gd name="connsiteY62" fmla="*/ 268646 h 300074"/>
              <a:gd name="connsiteX63" fmla="*/ 78770 w 319207"/>
              <a:gd name="connsiteY63" fmla="*/ 268608 h 300074"/>
              <a:gd name="connsiteX64" fmla="*/ 122277 w 319207"/>
              <a:gd name="connsiteY64" fmla="*/ 263607 h 300074"/>
              <a:gd name="connsiteX65" fmla="*/ 129086 w 319207"/>
              <a:gd name="connsiteY65" fmla="*/ 255952 h 300074"/>
              <a:gd name="connsiteX66" fmla="*/ 128278 w 319207"/>
              <a:gd name="connsiteY66" fmla="*/ 41226 h 300074"/>
              <a:gd name="connsiteX67" fmla="*/ 151551 w 319207"/>
              <a:gd name="connsiteY67" fmla="*/ 24493 h 300074"/>
              <a:gd name="connsiteX68" fmla="*/ 151551 w 319207"/>
              <a:gd name="connsiteY68" fmla="*/ 249413 h 300074"/>
              <a:gd name="connsiteX69" fmla="*/ 154974 w 319207"/>
              <a:gd name="connsiteY69" fmla="*/ 255837 h 300074"/>
              <a:gd name="connsiteX70" fmla="*/ 159244 w 319207"/>
              <a:gd name="connsiteY70" fmla="*/ 257106 h 300074"/>
              <a:gd name="connsiteX71" fmla="*/ 162245 w 319207"/>
              <a:gd name="connsiteY71" fmla="*/ 256491 h 300074"/>
              <a:gd name="connsiteX72" fmla="*/ 205752 w 319207"/>
              <a:gd name="connsiteY72" fmla="*/ 238103 h 300074"/>
              <a:gd name="connsiteX73" fmla="*/ 210445 w 319207"/>
              <a:gd name="connsiteY73" fmla="*/ 231025 h 300074"/>
              <a:gd name="connsiteX74" fmla="*/ 210445 w 319207"/>
              <a:gd name="connsiteY74" fmla="*/ 218562 h 300074"/>
              <a:gd name="connsiteX75" fmla="*/ 210945 w 319207"/>
              <a:gd name="connsiteY75" fmla="*/ 215830 h 300074"/>
              <a:gd name="connsiteX76" fmla="*/ 210945 w 319207"/>
              <a:gd name="connsiteY76" fmla="*/ 98966 h 300074"/>
              <a:gd name="connsiteX77" fmla="*/ 234218 w 319207"/>
              <a:gd name="connsiteY77" fmla="*/ 82232 h 300074"/>
              <a:gd name="connsiteX78" fmla="*/ 234218 w 319207"/>
              <a:gd name="connsiteY78" fmla="*/ 207406 h 300074"/>
              <a:gd name="connsiteX79" fmla="*/ 238064 w 319207"/>
              <a:gd name="connsiteY79" fmla="*/ 214061 h 300074"/>
              <a:gd name="connsiteX80" fmla="*/ 245758 w 319207"/>
              <a:gd name="connsiteY80" fmla="*/ 214061 h 300074"/>
              <a:gd name="connsiteX81" fmla="*/ 289265 w 319207"/>
              <a:gd name="connsiteY81" fmla="*/ 189134 h 300074"/>
              <a:gd name="connsiteX82" fmla="*/ 293150 w 319207"/>
              <a:gd name="connsiteY82" fmla="*/ 182440 h 300074"/>
              <a:gd name="connsiteX83" fmla="*/ 293150 w 319207"/>
              <a:gd name="connsiteY83" fmla="*/ 157744 h 300074"/>
              <a:gd name="connsiteX84" fmla="*/ 303113 w 319207"/>
              <a:gd name="connsiteY84" fmla="*/ 168900 h 300074"/>
              <a:gd name="connsiteX85" fmla="*/ 299151 w 319207"/>
              <a:gd name="connsiteY85" fmla="*/ 188788 h 300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19207" h="300074">
                <a:moveTo>
                  <a:pt x="317577" y="164091"/>
                </a:moveTo>
                <a:cubicBezTo>
                  <a:pt x="314038" y="153436"/>
                  <a:pt x="306152" y="145973"/>
                  <a:pt x="293035" y="140934"/>
                </a:cubicBezTo>
                <a:lnTo>
                  <a:pt x="293035" y="95042"/>
                </a:lnTo>
                <a:cubicBezTo>
                  <a:pt x="293035" y="92542"/>
                  <a:pt x="291804" y="90195"/>
                  <a:pt x="289765" y="88772"/>
                </a:cubicBezTo>
                <a:lnTo>
                  <a:pt x="247758" y="59152"/>
                </a:lnTo>
                <a:cubicBezTo>
                  <a:pt x="244296" y="56690"/>
                  <a:pt x="239488" y="57536"/>
                  <a:pt x="237026" y="60998"/>
                </a:cubicBezTo>
                <a:cubicBezTo>
                  <a:pt x="236949" y="61114"/>
                  <a:pt x="236833" y="61268"/>
                  <a:pt x="236757" y="61383"/>
                </a:cubicBezTo>
                <a:lnTo>
                  <a:pt x="210368" y="80386"/>
                </a:lnTo>
                <a:lnTo>
                  <a:pt x="210368" y="37302"/>
                </a:lnTo>
                <a:cubicBezTo>
                  <a:pt x="210368" y="34802"/>
                  <a:pt x="209137" y="32455"/>
                  <a:pt x="207098" y="31032"/>
                </a:cubicBezTo>
                <a:lnTo>
                  <a:pt x="165091" y="1412"/>
                </a:lnTo>
                <a:cubicBezTo>
                  <a:pt x="161629" y="-1050"/>
                  <a:pt x="156821" y="-204"/>
                  <a:pt x="154359" y="3258"/>
                </a:cubicBezTo>
                <a:cubicBezTo>
                  <a:pt x="154282" y="3374"/>
                  <a:pt x="154167" y="3528"/>
                  <a:pt x="154090" y="3643"/>
                </a:cubicBezTo>
                <a:lnTo>
                  <a:pt x="115968" y="31032"/>
                </a:lnTo>
                <a:cubicBezTo>
                  <a:pt x="113968" y="32494"/>
                  <a:pt x="112776" y="34802"/>
                  <a:pt x="112776" y="37264"/>
                </a:cubicBezTo>
                <a:lnTo>
                  <a:pt x="112776" y="115007"/>
                </a:lnTo>
                <a:lnTo>
                  <a:pt x="83732" y="94542"/>
                </a:lnTo>
                <a:cubicBezTo>
                  <a:pt x="80270" y="92080"/>
                  <a:pt x="75462" y="92926"/>
                  <a:pt x="73000" y="96388"/>
                </a:cubicBezTo>
                <a:cubicBezTo>
                  <a:pt x="72923" y="96504"/>
                  <a:pt x="72808" y="96658"/>
                  <a:pt x="72731" y="96773"/>
                </a:cubicBezTo>
                <a:lnTo>
                  <a:pt x="34609" y="124162"/>
                </a:lnTo>
                <a:cubicBezTo>
                  <a:pt x="32609" y="125624"/>
                  <a:pt x="31417" y="127932"/>
                  <a:pt x="31417" y="130394"/>
                </a:cubicBezTo>
                <a:lnTo>
                  <a:pt x="31417" y="210560"/>
                </a:lnTo>
                <a:cubicBezTo>
                  <a:pt x="29801" y="210714"/>
                  <a:pt x="28185" y="211368"/>
                  <a:pt x="26877" y="212561"/>
                </a:cubicBezTo>
                <a:cubicBezTo>
                  <a:pt x="16645" y="221947"/>
                  <a:pt x="9221" y="231294"/>
                  <a:pt x="4797" y="240257"/>
                </a:cubicBezTo>
                <a:cubicBezTo>
                  <a:pt x="-242" y="250567"/>
                  <a:pt x="-1319" y="260222"/>
                  <a:pt x="1604" y="269069"/>
                </a:cubicBezTo>
                <a:cubicBezTo>
                  <a:pt x="4874" y="278917"/>
                  <a:pt x="12760" y="286611"/>
                  <a:pt x="25069" y="291919"/>
                </a:cubicBezTo>
                <a:cubicBezTo>
                  <a:pt x="35802" y="296535"/>
                  <a:pt x="49612" y="299228"/>
                  <a:pt x="66114" y="299920"/>
                </a:cubicBezTo>
                <a:cubicBezTo>
                  <a:pt x="68846" y="300036"/>
                  <a:pt x="71615" y="300074"/>
                  <a:pt x="74423" y="300074"/>
                </a:cubicBezTo>
                <a:cubicBezTo>
                  <a:pt x="105774" y="300074"/>
                  <a:pt x="143203" y="293304"/>
                  <a:pt x="180940" y="280764"/>
                </a:cubicBezTo>
                <a:cubicBezTo>
                  <a:pt x="222023" y="267108"/>
                  <a:pt x="258760" y="248105"/>
                  <a:pt x="284341" y="227332"/>
                </a:cubicBezTo>
                <a:cubicBezTo>
                  <a:pt x="297189" y="216907"/>
                  <a:pt x="306614" y="206483"/>
                  <a:pt x="312422" y="196366"/>
                </a:cubicBezTo>
                <a:cubicBezTo>
                  <a:pt x="319154" y="184825"/>
                  <a:pt x="320885" y="173939"/>
                  <a:pt x="317577" y="164091"/>
                </a:cubicBezTo>
                <a:close/>
                <a:moveTo>
                  <a:pt x="249566" y="79193"/>
                </a:moveTo>
                <a:lnTo>
                  <a:pt x="277686" y="99004"/>
                </a:lnTo>
                <a:lnTo>
                  <a:pt x="277686" y="178017"/>
                </a:lnTo>
                <a:lnTo>
                  <a:pt x="249566" y="194135"/>
                </a:lnTo>
                <a:lnTo>
                  <a:pt x="249566" y="79193"/>
                </a:lnTo>
                <a:close/>
                <a:moveTo>
                  <a:pt x="166899" y="21454"/>
                </a:moveTo>
                <a:lnTo>
                  <a:pt x="195019" y="41264"/>
                </a:lnTo>
                <a:lnTo>
                  <a:pt x="195019" y="225909"/>
                </a:lnTo>
                <a:lnTo>
                  <a:pt x="166899" y="237795"/>
                </a:lnTo>
                <a:lnTo>
                  <a:pt x="166899" y="21454"/>
                </a:lnTo>
                <a:close/>
                <a:moveTo>
                  <a:pt x="85540" y="114622"/>
                </a:moveTo>
                <a:lnTo>
                  <a:pt x="112852" y="133856"/>
                </a:lnTo>
                <a:lnTo>
                  <a:pt x="113660" y="249066"/>
                </a:lnTo>
                <a:lnTo>
                  <a:pt x="85540" y="252298"/>
                </a:lnTo>
                <a:lnTo>
                  <a:pt x="85540" y="114622"/>
                </a:lnTo>
                <a:close/>
                <a:moveTo>
                  <a:pt x="299151" y="188788"/>
                </a:moveTo>
                <a:cubicBezTo>
                  <a:pt x="294342" y="197135"/>
                  <a:pt x="285918" y="206367"/>
                  <a:pt x="274724" y="215484"/>
                </a:cubicBezTo>
                <a:cubicBezTo>
                  <a:pt x="250566" y="235141"/>
                  <a:pt x="215561" y="253144"/>
                  <a:pt x="176170" y="266261"/>
                </a:cubicBezTo>
                <a:cubicBezTo>
                  <a:pt x="140011" y="278302"/>
                  <a:pt x="104274" y="284764"/>
                  <a:pt x="74577" y="284764"/>
                </a:cubicBezTo>
                <a:cubicBezTo>
                  <a:pt x="71961" y="284764"/>
                  <a:pt x="69346" y="284726"/>
                  <a:pt x="66845" y="284610"/>
                </a:cubicBezTo>
                <a:cubicBezTo>
                  <a:pt x="52420" y="284033"/>
                  <a:pt x="40110" y="281687"/>
                  <a:pt x="31301" y="277879"/>
                </a:cubicBezTo>
                <a:cubicBezTo>
                  <a:pt x="23223" y="274378"/>
                  <a:pt x="18184" y="269800"/>
                  <a:pt x="16337" y="264299"/>
                </a:cubicBezTo>
                <a:cubicBezTo>
                  <a:pt x="13375" y="255375"/>
                  <a:pt x="18876" y="243027"/>
                  <a:pt x="31532" y="229756"/>
                </a:cubicBezTo>
                <a:lnTo>
                  <a:pt x="31532" y="251336"/>
                </a:lnTo>
                <a:cubicBezTo>
                  <a:pt x="31532" y="255567"/>
                  <a:pt x="34994" y="259029"/>
                  <a:pt x="39225" y="259029"/>
                </a:cubicBezTo>
                <a:cubicBezTo>
                  <a:pt x="43457" y="259029"/>
                  <a:pt x="46919" y="255567"/>
                  <a:pt x="46919" y="251336"/>
                </a:cubicBezTo>
                <a:lnTo>
                  <a:pt x="46919" y="134394"/>
                </a:lnTo>
                <a:lnTo>
                  <a:pt x="70192" y="117661"/>
                </a:lnTo>
                <a:lnTo>
                  <a:pt x="70192" y="260953"/>
                </a:lnTo>
                <a:cubicBezTo>
                  <a:pt x="70192" y="263145"/>
                  <a:pt x="71115" y="265223"/>
                  <a:pt x="72769" y="266684"/>
                </a:cubicBezTo>
                <a:cubicBezTo>
                  <a:pt x="74193" y="267954"/>
                  <a:pt x="76001" y="268646"/>
                  <a:pt x="77885" y="268646"/>
                </a:cubicBezTo>
                <a:cubicBezTo>
                  <a:pt x="78193" y="268646"/>
                  <a:pt x="78462" y="268646"/>
                  <a:pt x="78770" y="268608"/>
                </a:cubicBezTo>
                <a:lnTo>
                  <a:pt x="122277" y="263607"/>
                </a:lnTo>
                <a:cubicBezTo>
                  <a:pt x="126162" y="263145"/>
                  <a:pt x="129086" y="259876"/>
                  <a:pt x="129086" y="255952"/>
                </a:cubicBezTo>
                <a:lnTo>
                  <a:pt x="128278" y="41226"/>
                </a:lnTo>
                <a:lnTo>
                  <a:pt x="151551" y="24493"/>
                </a:lnTo>
                <a:lnTo>
                  <a:pt x="151551" y="249413"/>
                </a:lnTo>
                <a:cubicBezTo>
                  <a:pt x="151551" y="251990"/>
                  <a:pt x="152859" y="254413"/>
                  <a:pt x="154974" y="255837"/>
                </a:cubicBezTo>
                <a:cubicBezTo>
                  <a:pt x="156244" y="256683"/>
                  <a:pt x="157744" y="257106"/>
                  <a:pt x="159244" y="257106"/>
                </a:cubicBezTo>
                <a:cubicBezTo>
                  <a:pt x="160245" y="257106"/>
                  <a:pt x="161283" y="256914"/>
                  <a:pt x="162245" y="256491"/>
                </a:cubicBezTo>
                <a:lnTo>
                  <a:pt x="205752" y="238103"/>
                </a:lnTo>
                <a:cubicBezTo>
                  <a:pt x="208598" y="236911"/>
                  <a:pt x="210445" y="234102"/>
                  <a:pt x="210445" y="231025"/>
                </a:cubicBezTo>
                <a:lnTo>
                  <a:pt x="210445" y="218562"/>
                </a:lnTo>
                <a:cubicBezTo>
                  <a:pt x="210752" y="217715"/>
                  <a:pt x="210945" y="216792"/>
                  <a:pt x="210945" y="215830"/>
                </a:cubicBezTo>
                <a:lnTo>
                  <a:pt x="210945" y="98966"/>
                </a:lnTo>
                <a:lnTo>
                  <a:pt x="234218" y="82232"/>
                </a:lnTo>
                <a:lnTo>
                  <a:pt x="234218" y="207406"/>
                </a:lnTo>
                <a:cubicBezTo>
                  <a:pt x="234218" y="210137"/>
                  <a:pt x="235679" y="212676"/>
                  <a:pt x="238064" y="214061"/>
                </a:cubicBezTo>
                <a:cubicBezTo>
                  <a:pt x="240449" y="215446"/>
                  <a:pt x="243373" y="215446"/>
                  <a:pt x="245758" y="214061"/>
                </a:cubicBezTo>
                <a:lnTo>
                  <a:pt x="289265" y="189134"/>
                </a:lnTo>
                <a:cubicBezTo>
                  <a:pt x="291650" y="187749"/>
                  <a:pt x="293150" y="185210"/>
                  <a:pt x="293150" y="182440"/>
                </a:cubicBezTo>
                <a:lnTo>
                  <a:pt x="293150" y="157744"/>
                </a:lnTo>
                <a:cubicBezTo>
                  <a:pt x="299689" y="161322"/>
                  <a:pt x="301882" y="165284"/>
                  <a:pt x="303113" y="168900"/>
                </a:cubicBezTo>
                <a:cubicBezTo>
                  <a:pt x="304844" y="174439"/>
                  <a:pt x="303536" y="181133"/>
                  <a:pt x="299151" y="188788"/>
                </a:cubicBezTo>
                <a:close/>
              </a:path>
            </a:pathLst>
          </a:custGeom>
          <a:solidFill>
            <a:schemeClr val="tx1"/>
          </a:solidFill>
          <a:ln w="381"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6" name="矩形: 圆角 105"/>
          <p:cNvSpPr/>
          <p:nvPr/>
        </p:nvSpPr>
        <p:spPr>
          <a:xfrm>
            <a:off x="9005558" y="2511268"/>
            <a:ext cx="116417" cy="1139752"/>
          </a:xfrm>
          <a:prstGeom prst="roundRect">
            <a:avLst>
              <a:gd name="adj" fmla="val 50000"/>
            </a:avLst>
          </a:prstGeom>
          <a:gradFill flip="none" rotWithShape="1">
            <a:gsLst>
              <a:gs pos="0">
                <a:schemeClr val="accent2">
                  <a:alpha val="27000"/>
                </a:schemeClr>
              </a:gs>
              <a:gs pos="100000">
                <a:schemeClr val="accent2">
                  <a:alpha val="0"/>
                </a:schemeClr>
              </a:gs>
            </a:gsLst>
            <a:lin ang="5400000" scaled="0"/>
            <a:tileRect/>
          </a:gradFill>
          <a:ln>
            <a:noFill/>
          </a:ln>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7" name="矩形: 圆角 106"/>
          <p:cNvSpPr/>
          <p:nvPr/>
        </p:nvSpPr>
        <p:spPr>
          <a:xfrm>
            <a:off x="9325846" y="3058219"/>
            <a:ext cx="99465" cy="813658"/>
          </a:xfrm>
          <a:prstGeom prst="roundRect">
            <a:avLst>
              <a:gd name="adj" fmla="val 50000"/>
            </a:avLst>
          </a:prstGeom>
          <a:gradFill flip="none" rotWithShape="1">
            <a:gsLst>
              <a:gs pos="0">
                <a:schemeClr val="accent1">
                  <a:alpha val="23000"/>
                </a:schemeClr>
              </a:gs>
              <a:gs pos="100000">
                <a:schemeClr val="accent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8" name="矩形: 圆角 107"/>
          <p:cNvSpPr/>
          <p:nvPr/>
        </p:nvSpPr>
        <p:spPr>
          <a:xfrm>
            <a:off x="3035687" y="2775868"/>
            <a:ext cx="45719" cy="792000"/>
          </a:xfrm>
          <a:prstGeom prst="roundRect">
            <a:avLst>
              <a:gd name="adj" fmla="val 50000"/>
            </a:avLst>
          </a:prstGeom>
          <a:gradFill flip="none" rotWithShape="1">
            <a:gsLst>
              <a:gs pos="0">
                <a:schemeClr val="accent2">
                  <a:alpha val="27000"/>
                </a:schemeClr>
              </a:gs>
              <a:gs pos="100000">
                <a:schemeClr val="accent2">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cxnSp>
        <p:nvCxnSpPr>
          <p:cNvPr id="109" name="直接连接符 108"/>
          <p:cNvCxnSpPr/>
          <p:nvPr/>
        </p:nvCxnSpPr>
        <p:spPr>
          <a:xfrm>
            <a:off x="3298332" y="3048717"/>
            <a:ext cx="0" cy="826971"/>
          </a:xfrm>
          <a:prstGeom prst="line">
            <a:avLst/>
          </a:prstGeom>
          <a:ln cap="rnd">
            <a:gradFill>
              <a:gsLst>
                <a:gs pos="0">
                  <a:schemeClr val="accent2">
                    <a:lumMod val="60000"/>
                    <a:lumOff val="40000"/>
                  </a:schemeClr>
                </a:gs>
                <a:gs pos="100000">
                  <a:schemeClr val="accent2">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a:xfrm>
            <a:off x="2840679" y="3991400"/>
            <a:ext cx="800219" cy="276999"/>
          </a:xfrm>
          <a:prstGeom prst="rect">
            <a:avLst/>
          </a:prstGeom>
          <a:solidFill>
            <a:schemeClr val="accent1">
              <a:alpha val="10000"/>
            </a:schemeClr>
          </a:solid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采集平台</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1" name="文本框 110"/>
          <p:cNvSpPr txBox="1"/>
          <p:nvPr/>
        </p:nvSpPr>
        <p:spPr>
          <a:xfrm>
            <a:off x="3891898" y="4313365"/>
            <a:ext cx="800219" cy="276999"/>
          </a:xfrm>
          <a:prstGeom prst="rect">
            <a:avLst/>
          </a:prstGeom>
          <a:solidFill>
            <a:schemeClr val="accent1">
              <a:alpha val="10000"/>
            </a:schemeClr>
          </a:solid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存储平台</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2" name="文本框 111"/>
          <p:cNvSpPr txBox="1"/>
          <p:nvPr/>
        </p:nvSpPr>
        <p:spPr>
          <a:xfrm>
            <a:off x="5104061" y="4491005"/>
            <a:ext cx="800219" cy="276999"/>
          </a:xfrm>
          <a:prstGeom prst="rect">
            <a:avLst/>
          </a:prstGeom>
          <a:solidFill>
            <a:schemeClr val="accent1">
              <a:alpha val="10000"/>
            </a:schemeClr>
          </a:solid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处理平台</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3" name="文本框 112"/>
          <p:cNvSpPr txBox="1"/>
          <p:nvPr/>
        </p:nvSpPr>
        <p:spPr>
          <a:xfrm>
            <a:off x="6315373" y="4491005"/>
            <a:ext cx="800219" cy="276999"/>
          </a:xfrm>
          <a:prstGeom prst="rect">
            <a:avLst/>
          </a:prstGeom>
          <a:solidFill>
            <a:schemeClr val="accent1">
              <a:alpha val="10000"/>
            </a:schemeClr>
          </a:solid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分析平台</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4" name="文本框 113"/>
          <p:cNvSpPr txBox="1"/>
          <p:nvPr/>
        </p:nvSpPr>
        <p:spPr>
          <a:xfrm>
            <a:off x="7526686" y="4313365"/>
            <a:ext cx="800219" cy="276999"/>
          </a:xfrm>
          <a:prstGeom prst="rect">
            <a:avLst/>
          </a:prstGeom>
          <a:solidFill>
            <a:schemeClr val="accent1">
              <a:alpha val="10000"/>
            </a:schemeClr>
          </a:solidFill>
        </p:spPr>
        <p:txBody>
          <a:bodyPr wrap="none" rtlCol="0">
            <a:spAutoFit/>
          </a:bodyPr>
          <a:lstStyle>
            <a:defPPr>
              <a:defRPr lang="zh-CN"/>
            </a:defPPr>
            <a:lvl1pPr algn="ctr">
              <a:defRPr sz="1200">
                <a:solidFill>
                  <a:schemeClr val="accent3">
                    <a:lumMod val="100000"/>
                  </a:schemeClr>
                </a:solidFill>
              </a:defRPr>
            </a:lvl1pPr>
          </a:lstStyle>
          <a:p>
            <a:r>
              <a:rPr lang="zh-CN" altLang="en-US" dirty="0">
                <a:solidFill>
                  <a:schemeClr val="accent1"/>
                </a:solidFill>
                <a:latin typeface="Arial" panose="020B0604020202090204" pitchFamily="34" charset="0"/>
                <a:ea typeface="微软雅黑" panose="020B0502040204020203" pitchFamily="34" charset="-122"/>
                <a:cs typeface="Arial" panose="020B0604020202090204" pitchFamily="34" charset="0"/>
              </a:rPr>
              <a:t>服务平台</a:t>
            </a:r>
            <a:endParaRPr lang="zh-CN" altLang="en-US"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5" name="文本框 114"/>
          <p:cNvSpPr txBox="1"/>
          <p:nvPr/>
        </p:nvSpPr>
        <p:spPr>
          <a:xfrm>
            <a:off x="8451560" y="3991400"/>
            <a:ext cx="1107996" cy="276999"/>
          </a:xfrm>
          <a:prstGeom prst="rect">
            <a:avLst/>
          </a:prstGeom>
          <a:solidFill>
            <a:schemeClr val="accent1">
              <a:alpha val="10000"/>
            </a:schemeClr>
          </a:solidFill>
        </p:spPr>
        <p:txBody>
          <a:bodyPr wrap="none" rtlCol="0">
            <a:spAutoFit/>
          </a:bodyPr>
          <a:lstStyle/>
          <a:p>
            <a:pPr algn="ctr"/>
            <a:r>
              <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rPr>
              <a:t>安全保障平台</a:t>
            </a:r>
            <a:endParaRPr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6" name="任意多边形: 形状 115"/>
          <p:cNvSpPr/>
          <p:nvPr/>
        </p:nvSpPr>
        <p:spPr>
          <a:xfrm>
            <a:off x="3012309" y="4743346"/>
            <a:ext cx="320841" cy="275389"/>
          </a:xfrm>
          <a:custGeom>
            <a:avLst/>
            <a:gdLst>
              <a:gd name="connsiteX0" fmla="*/ 158750 w 1905000"/>
              <a:gd name="connsiteY0" fmla="*/ 1317625 h 1635125"/>
              <a:gd name="connsiteX1" fmla="*/ 158750 w 1905000"/>
              <a:gd name="connsiteY1" fmla="*/ 1476375 h 1635125"/>
              <a:gd name="connsiteX2" fmla="*/ 317500 w 1905000"/>
              <a:gd name="connsiteY2" fmla="*/ 1476375 h 1635125"/>
              <a:gd name="connsiteX3" fmla="*/ 317500 w 1905000"/>
              <a:gd name="connsiteY3" fmla="*/ 1317625 h 1635125"/>
              <a:gd name="connsiteX4" fmla="*/ 1150938 w 1905000"/>
              <a:gd name="connsiteY4" fmla="*/ 1095375 h 1635125"/>
              <a:gd name="connsiteX5" fmla="*/ 1563688 w 1905000"/>
              <a:gd name="connsiteY5" fmla="*/ 1095375 h 1635125"/>
              <a:gd name="connsiteX6" fmla="*/ 1643063 w 1905000"/>
              <a:gd name="connsiteY6" fmla="*/ 1174750 h 1635125"/>
              <a:gd name="connsiteX7" fmla="*/ 1563688 w 1905000"/>
              <a:gd name="connsiteY7" fmla="*/ 1254125 h 1635125"/>
              <a:gd name="connsiteX8" fmla="*/ 1150938 w 1905000"/>
              <a:gd name="connsiteY8" fmla="*/ 1254125 h 1635125"/>
              <a:gd name="connsiteX9" fmla="*/ 1071563 w 1905000"/>
              <a:gd name="connsiteY9" fmla="*/ 1174750 h 1635125"/>
              <a:gd name="connsiteX10" fmla="*/ 1150938 w 1905000"/>
              <a:gd name="connsiteY10" fmla="*/ 1095375 h 1635125"/>
              <a:gd name="connsiteX11" fmla="*/ 1150938 w 1905000"/>
              <a:gd name="connsiteY11" fmla="*/ 738188 h 1635125"/>
              <a:gd name="connsiteX12" fmla="*/ 1563688 w 1905000"/>
              <a:gd name="connsiteY12" fmla="*/ 738188 h 1635125"/>
              <a:gd name="connsiteX13" fmla="*/ 1643063 w 1905000"/>
              <a:gd name="connsiteY13" fmla="*/ 817563 h 1635125"/>
              <a:gd name="connsiteX14" fmla="*/ 1563688 w 1905000"/>
              <a:gd name="connsiteY14" fmla="*/ 896938 h 1635125"/>
              <a:gd name="connsiteX15" fmla="*/ 1150938 w 1905000"/>
              <a:gd name="connsiteY15" fmla="*/ 896938 h 1635125"/>
              <a:gd name="connsiteX16" fmla="*/ 1071563 w 1905000"/>
              <a:gd name="connsiteY16" fmla="*/ 817563 h 1635125"/>
              <a:gd name="connsiteX17" fmla="*/ 1150938 w 1905000"/>
              <a:gd name="connsiteY17" fmla="*/ 738188 h 1635125"/>
              <a:gd name="connsiteX18" fmla="*/ 158750 w 1905000"/>
              <a:gd name="connsiteY18" fmla="*/ 738188 h 1635125"/>
              <a:gd name="connsiteX19" fmla="*/ 158750 w 1905000"/>
              <a:gd name="connsiteY19" fmla="*/ 896938 h 1635125"/>
              <a:gd name="connsiteX20" fmla="*/ 317500 w 1905000"/>
              <a:gd name="connsiteY20" fmla="*/ 896938 h 1635125"/>
              <a:gd name="connsiteX21" fmla="*/ 317500 w 1905000"/>
              <a:gd name="connsiteY21" fmla="*/ 738188 h 1635125"/>
              <a:gd name="connsiteX22" fmla="*/ 1150937 w 1905000"/>
              <a:gd name="connsiteY22" fmla="*/ 381000 h 1635125"/>
              <a:gd name="connsiteX23" fmla="*/ 1563687 w 1905000"/>
              <a:gd name="connsiteY23" fmla="*/ 381000 h 1635125"/>
              <a:gd name="connsiteX24" fmla="*/ 1643062 w 1905000"/>
              <a:gd name="connsiteY24" fmla="*/ 460375 h 1635125"/>
              <a:gd name="connsiteX25" fmla="*/ 1563687 w 1905000"/>
              <a:gd name="connsiteY25" fmla="*/ 539750 h 1635125"/>
              <a:gd name="connsiteX26" fmla="*/ 1150937 w 1905000"/>
              <a:gd name="connsiteY26" fmla="*/ 539750 h 1635125"/>
              <a:gd name="connsiteX27" fmla="*/ 1071562 w 1905000"/>
              <a:gd name="connsiteY27" fmla="*/ 460375 h 1635125"/>
              <a:gd name="connsiteX28" fmla="*/ 1150937 w 1905000"/>
              <a:gd name="connsiteY28" fmla="*/ 381000 h 1635125"/>
              <a:gd name="connsiteX29" fmla="*/ 992187 w 1905000"/>
              <a:gd name="connsiteY29" fmla="*/ 158750 h 1635125"/>
              <a:gd name="connsiteX30" fmla="*/ 968375 w 1905000"/>
              <a:gd name="connsiteY30" fmla="*/ 246063 h 1635125"/>
              <a:gd name="connsiteX31" fmla="*/ 968375 w 1905000"/>
              <a:gd name="connsiteY31" fmla="*/ 1397000 h 1635125"/>
              <a:gd name="connsiteX32" fmla="*/ 1000125 w 1905000"/>
              <a:gd name="connsiteY32" fmla="*/ 1484313 h 1635125"/>
              <a:gd name="connsiteX33" fmla="*/ 1722437 w 1905000"/>
              <a:gd name="connsiteY33" fmla="*/ 1484313 h 1635125"/>
              <a:gd name="connsiteX34" fmla="*/ 1746250 w 1905000"/>
              <a:gd name="connsiteY34" fmla="*/ 1397000 h 1635125"/>
              <a:gd name="connsiteX35" fmla="*/ 1746250 w 1905000"/>
              <a:gd name="connsiteY35" fmla="*/ 246063 h 1635125"/>
              <a:gd name="connsiteX36" fmla="*/ 1714500 w 1905000"/>
              <a:gd name="connsiteY36" fmla="*/ 158750 h 1635125"/>
              <a:gd name="connsiteX37" fmla="*/ 158750 w 1905000"/>
              <a:gd name="connsiteY37" fmla="*/ 158750 h 1635125"/>
              <a:gd name="connsiteX38" fmla="*/ 158750 w 1905000"/>
              <a:gd name="connsiteY38" fmla="*/ 317500 h 1635125"/>
              <a:gd name="connsiteX39" fmla="*/ 317500 w 1905000"/>
              <a:gd name="connsiteY39" fmla="*/ 317500 h 1635125"/>
              <a:gd name="connsiteX40" fmla="*/ 317500 w 1905000"/>
              <a:gd name="connsiteY40" fmla="*/ 158750 h 1635125"/>
              <a:gd name="connsiteX41" fmla="*/ 111125 w 1905000"/>
              <a:gd name="connsiteY41" fmla="*/ 0 h 1635125"/>
              <a:gd name="connsiteX42" fmla="*/ 357188 w 1905000"/>
              <a:gd name="connsiteY42" fmla="*/ 0 h 1635125"/>
              <a:gd name="connsiteX43" fmla="*/ 476250 w 1905000"/>
              <a:gd name="connsiteY43" fmla="*/ 111125 h 1635125"/>
              <a:gd name="connsiteX44" fmla="*/ 476250 w 1905000"/>
              <a:gd name="connsiteY44" fmla="*/ 158750 h 1635125"/>
              <a:gd name="connsiteX45" fmla="*/ 650874 w 1905000"/>
              <a:gd name="connsiteY45" fmla="*/ 158750 h 1635125"/>
              <a:gd name="connsiteX46" fmla="*/ 650874 w 1905000"/>
              <a:gd name="connsiteY46" fmla="*/ 158750 h 1635125"/>
              <a:gd name="connsiteX47" fmla="*/ 650875 w 1905000"/>
              <a:gd name="connsiteY47" fmla="*/ 158750 h 1635125"/>
              <a:gd name="connsiteX48" fmla="*/ 730250 w 1905000"/>
              <a:gd name="connsiteY48" fmla="*/ 238125 h 1635125"/>
              <a:gd name="connsiteX49" fmla="*/ 730250 w 1905000"/>
              <a:gd name="connsiteY49" fmla="*/ 738188 h 1635125"/>
              <a:gd name="connsiteX50" fmla="*/ 809625 w 1905000"/>
              <a:gd name="connsiteY50" fmla="*/ 738188 h 1635125"/>
              <a:gd name="connsiteX51" fmla="*/ 809625 w 1905000"/>
              <a:gd name="connsiteY51" fmla="*/ 246063 h 1635125"/>
              <a:gd name="connsiteX52" fmla="*/ 992187 w 1905000"/>
              <a:gd name="connsiteY52" fmla="*/ 0 h 1635125"/>
              <a:gd name="connsiteX53" fmla="*/ 1722437 w 1905000"/>
              <a:gd name="connsiteY53" fmla="*/ 0 h 1635125"/>
              <a:gd name="connsiteX54" fmla="*/ 1905000 w 1905000"/>
              <a:gd name="connsiteY54" fmla="*/ 246063 h 1635125"/>
              <a:gd name="connsiteX55" fmla="*/ 1905000 w 1905000"/>
              <a:gd name="connsiteY55" fmla="*/ 1397000 h 1635125"/>
              <a:gd name="connsiteX56" fmla="*/ 1722437 w 1905000"/>
              <a:gd name="connsiteY56" fmla="*/ 1635125 h 1635125"/>
              <a:gd name="connsiteX57" fmla="*/ 992187 w 1905000"/>
              <a:gd name="connsiteY57" fmla="*/ 1635125 h 1635125"/>
              <a:gd name="connsiteX58" fmla="*/ 809625 w 1905000"/>
              <a:gd name="connsiteY58" fmla="*/ 1389063 h 1635125"/>
              <a:gd name="connsiteX59" fmla="*/ 809625 w 1905000"/>
              <a:gd name="connsiteY59" fmla="*/ 896938 h 1635125"/>
              <a:gd name="connsiteX60" fmla="*/ 730250 w 1905000"/>
              <a:gd name="connsiteY60" fmla="*/ 896938 h 1635125"/>
              <a:gd name="connsiteX61" fmla="*/ 730250 w 1905000"/>
              <a:gd name="connsiteY61" fmla="*/ 1397000 h 1635125"/>
              <a:gd name="connsiteX62" fmla="*/ 650875 w 1905000"/>
              <a:gd name="connsiteY62" fmla="*/ 1476375 h 1635125"/>
              <a:gd name="connsiteX63" fmla="*/ 650875 w 1905000"/>
              <a:gd name="connsiteY63" fmla="*/ 1476375 h 1635125"/>
              <a:gd name="connsiteX64" fmla="*/ 650874 w 1905000"/>
              <a:gd name="connsiteY64" fmla="*/ 1476375 h 1635125"/>
              <a:gd name="connsiteX65" fmla="*/ 476250 w 1905000"/>
              <a:gd name="connsiteY65" fmla="*/ 1476375 h 1635125"/>
              <a:gd name="connsiteX66" fmla="*/ 476250 w 1905000"/>
              <a:gd name="connsiteY66" fmla="*/ 1524000 h 1635125"/>
              <a:gd name="connsiteX67" fmla="*/ 357188 w 1905000"/>
              <a:gd name="connsiteY67" fmla="*/ 1635125 h 1635125"/>
              <a:gd name="connsiteX68" fmla="*/ 111125 w 1905000"/>
              <a:gd name="connsiteY68" fmla="*/ 1635125 h 1635125"/>
              <a:gd name="connsiteX69" fmla="*/ 0 w 1905000"/>
              <a:gd name="connsiteY69" fmla="*/ 1524000 h 1635125"/>
              <a:gd name="connsiteX70" fmla="*/ 0 w 1905000"/>
              <a:gd name="connsiteY70" fmla="*/ 1277938 h 1635125"/>
              <a:gd name="connsiteX71" fmla="*/ 111125 w 1905000"/>
              <a:gd name="connsiteY71" fmla="*/ 1166813 h 1635125"/>
              <a:gd name="connsiteX72" fmla="*/ 357188 w 1905000"/>
              <a:gd name="connsiteY72" fmla="*/ 1166813 h 1635125"/>
              <a:gd name="connsiteX73" fmla="*/ 476250 w 1905000"/>
              <a:gd name="connsiteY73" fmla="*/ 1277938 h 1635125"/>
              <a:gd name="connsiteX74" fmla="*/ 476250 w 1905000"/>
              <a:gd name="connsiteY74" fmla="*/ 1317625 h 1635125"/>
              <a:gd name="connsiteX75" fmla="*/ 571500 w 1905000"/>
              <a:gd name="connsiteY75" fmla="*/ 1317625 h 1635125"/>
              <a:gd name="connsiteX76" fmla="*/ 571500 w 1905000"/>
              <a:gd name="connsiteY76" fmla="*/ 896938 h 1635125"/>
              <a:gd name="connsiteX77" fmla="*/ 476250 w 1905000"/>
              <a:gd name="connsiteY77" fmla="*/ 896938 h 1635125"/>
              <a:gd name="connsiteX78" fmla="*/ 476250 w 1905000"/>
              <a:gd name="connsiteY78" fmla="*/ 936625 h 1635125"/>
              <a:gd name="connsiteX79" fmla="*/ 357188 w 1905000"/>
              <a:gd name="connsiteY79" fmla="*/ 1055688 h 1635125"/>
              <a:gd name="connsiteX80" fmla="*/ 111125 w 1905000"/>
              <a:gd name="connsiteY80" fmla="*/ 1055688 h 1635125"/>
              <a:gd name="connsiteX81" fmla="*/ 0 w 1905000"/>
              <a:gd name="connsiteY81" fmla="*/ 944563 h 1635125"/>
              <a:gd name="connsiteX82" fmla="*/ 0 w 1905000"/>
              <a:gd name="connsiteY82" fmla="*/ 698500 h 1635125"/>
              <a:gd name="connsiteX83" fmla="*/ 111125 w 1905000"/>
              <a:gd name="connsiteY83" fmla="*/ 579438 h 1635125"/>
              <a:gd name="connsiteX84" fmla="*/ 357188 w 1905000"/>
              <a:gd name="connsiteY84" fmla="*/ 579438 h 1635125"/>
              <a:gd name="connsiteX85" fmla="*/ 476250 w 1905000"/>
              <a:gd name="connsiteY85" fmla="*/ 690563 h 1635125"/>
              <a:gd name="connsiteX86" fmla="*/ 476250 w 1905000"/>
              <a:gd name="connsiteY86" fmla="*/ 738188 h 1635125"/>
              <a:gd name="connsiteX87" fmla="*/ 571500 w 1905000"/>
              <a:gd name="connsiteY87" fmla="*/ 738188 h 1635125"/>
              <a:gd name="connsiteX88" fmla="*/ 571500 w 1905000"/>
              <a:gd name="connsiteY88" fmla="*/ 317500 h 1635125"/>
              <a:gd name="connsiteX89" fmla="*/ 476250 w 1905000"/>
              <a:gd name="connsiteY89" fmla="*/ 317500 h 1635125"/>
              <a:gd name="connsiteX90" fmla="*/ 476250 w 1905000"/>
              <a:gd name="connsiteY90" fmla="*/ 357188 h 1635125"/>
              <a:gd name="connsiteX91" fmla="*/ 357188 w 1905000"/>
              <a:gd name="connsiteY91" fmla="*/ 476250 h 1635125"/>
              <a:gd name="connsiteX92" fmla="*/ 111125 w 1905000"/>
              <a:gd name="connsiteY92" fmla="*/ 476250 h 1635125"/>
              <a:gd name="connsiteX93" fmla="*/ 0 w 1905000"/>
              <a:gd name="connsiteY93" fmla="*/ 357188 h 1635125"/>
              <a:gd name="connsiteX94" fmla="*/ 0 w 1905000"/>
              <a:gd name="connsiteY94" fmla="*/ 111125 h 1635125"/>
              <a:gd name="connsiteX95" fmla="*/ 111125 w 1905000"/>
              <a:gd name="connsiteY95" fmla="*/ 0 h 163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905000" h="1635125">
                <a:moveTo>
                  <a:pt x="158750" y="1317625"/>
                </a:moveTo>
                <a:lnTo>
                  <a:pt x="158750" y="1476375"/>
                </a:lnTo>
                <a:lnTo>
                  <a:pt x="317500" y="1476375"/>
                </a:lnTo>
                <a:lnTo>
                  <a:pt x="317500" y="1317625"/>
                </a:lnTo>
                <a:close/>
                <a:moveTo>
                  <a:pt x="1150938" y="1095375"/>
                </a:moveTo>
                <a:lnTo>
                  <a:pt x="1563688" y="1095375"/>
                </a:lnTo>
                <a:cubicBezTo>
                  <a:pt x="1611313" y="1095375"/>
                  <a:pt x="1643063" y="1127125"/>
                  <a:pt x="1643063" y="1174750"/>
                </a:cubicBezTo>
                <a:cubicBezTo>
                  <a:pt x="1643063" y="1222375"/>
                  <a:pt x="1611313" y="1254125"/>
                  <a:pt x="1563688" y="1254125"/>
                </a:cubicBezTo>
                <a:lnTo>
                  <a:pt x="1150938" y="1254125"/>
                </a:lnTo>
                <a:cubicBezTo>
                  <a:pt x="1103313" y="1254125"/>
                  <a:pt x="1071563" y="1222375"/>
                  <a:pt x="1071563" y="1174750"/>
                </a:cubicBezTo>
                <a:cubicBezTo>
                  <a:pt x="1071563" y="1127125"/>
                  <a:pt x="1103313" y="1095375"/>
                  <a:pt x="1150938" y="1095375"/>
                </a:cubicBezTo>
                <a:close/>
                <a:moveTo>
                  <a:pt x="1150938" y="738188"/>
                </a:moveTo>
                <a:lnTo>
                  <a:pt x="1563688" y="738188"/>
                </a:lnTo>
                <a:cubicBezTo>
                  <a:pt x="1611313" y="738188"/>
                  <a:pt x="1643063" y="769938"/>
                  <a:pt x="1643063" y="817563"/>
                </a:cubicBezTo>
                <a:cubicBezTo>
                  <a:pt x="1643063" y="865187"/>
                  <a:pt x="1611313" y="896938"/>
                  <a:pt x="1563688" y="896938"/>
                </a:cubicBezTo>
                <a:lnTo>
                  <a:pt x="1150938" y="896938"/>
                </a:lnTo>
                <a:cubicBezTo>
                  <a:pt x="1103313" y="896938"/>
                  <a:pt x="1071563" y="865187"/>
                  <a:pt x="1071563" y="817563"/>
                </a:cubicBezTo>
                <a:cubicBezTo>
                  <a:pt x="1071563" y="769938"/>
                  <a:pt x="1103313" y="738188"/>
                  <a:pt x="1150938" y="738188"/>
                </a:cubicBezTo>
                <a:close/>
                <a:moveTo>
                  <a:pt x="158750" y="738188"/>
                </a:moveTo>
                <a:lnTo>
                  <a:pt x="158750" y="896938"/>
                </a:lnTo>
                <a:lnTo>
                  <a:pt x="317500" y="896938"/>
                </a:lnTo>
                <a:lnTo>
                  <a:pt x="317500" y="738188"/>
                </a:lnTo>
                <a:close/>
                <a:moveTo>
                  <a:pt x="1150937" y="381000"/>
                </a:moveTo>
                <a:lnTo>
                  <a:pt x="1563687" y="381000"/>
                </a:lnTo>
                <a:cubicBezTo>
                  <a:pt x="1611312" y="381000"/>
                  <a:pt x="1643062" y="412750"/>
                  <a:pt x="1643062" y="460375"/>
                </a:cubicBezTo>
                <a:cubicBezTo>
                  <a:pt x="1643062" y="508000"/>
                  <a:pt x="1611312" y="539750"/>
                  <a:pt x="1563687" y="539750"/>
                </a:cubicBezTo>
                <a:lnTo>
                  <a:pt x="1150937" y="539750"/>
                </a:lnTo>
                <a:cubicBezTo>
                  <a:pt x="1103312" y="539750"/>
                  <a:pt x="1071562" y="508000"/>
                  <a:pt x="1071562" y="460375"/>
                </a:cubicBezTo>
                <a:cubicBezTo>
                  <a:pt x="1071562" y="412750"/>
                  <a:pt x="1103312" y="381000"/>
                  <a:pt x="1150937" y="381000"/>
                </a:cubicBezTo>
                <a:close/>
                <a:moveTo>
                  <a:pt x="992187" y="158750"/>
                </a:moveTo>
                <a:cubicBezTo>
                  <a:pt x="984250" y="166688"/>
                  <a:pt x="968375" y="198438"/>
                  <a:pt x="968375" y="246063"/>
                </a:cubicBezTo>
                <a:lnTo>
                  <a:pt x="968375" y="1397000"/>
                </a:lnTo>
                <a:cubicBezTo>
                  <a:pt x="968375" y="1444625"/>
                  <a:pt x="992187" y="1476375"/>
                  <a:pt x="1000125" y="1484313"/>
                </a:cubicBezTo>
                <a:lnTo>
                  <a:pt x="1722437" y="1484313"/>
                </a:lnTo>
                <a:cubicBezTo>
                  <a:pt x="1730375" y="1484313"/>
                  <a:pt x="1746250" y="1452563"/>
                  <a:pt x="1746250" y="1397000"/>
                </a:cubicBezTo>
                <a:lnTo>
                  <a:pt x="1746250" y="246063"/>
                </a:lnTo>
                <a:cubicBezTo>
                  <a:pt x="1746250" y="198438"/>
                  <a:pt x="1722437" y="166688"/>
                  <a:pt x="1714500" y="158750"/>
                </a:cubicBezTo>
                <a:close/>
                <a:moveTo>
                  <a:pt x="158750" y="158750"/>
                </a:moveTo>
                <a:lnTo>
                  <a:pt x="158750" y="317500"/>
                </a:lnTo>
                <a:lnTo>
                  <a:pt x="317500" y="317500"/>
                </a:lnTo>
                <a:lnTo>
                  <a:pt x="317500" y="158750"/>
                </a:lnTo>
                <a:close/>
                <a:moveTo>
                  <a:pt x="111125" y="0"/>
                </a:moveTo>
                <a:lnTo>
                  <a:pt x="357188" y="0"/>
                </a:lnTo>
                <a:cubicBezTo>
                  <a:pt x="420688" y="0"/>
                  <a:pt x="476250" y="47625"/>
                  <a:pt x="476250" y="111125"/>
                </a:cubicBezTo>
                <a:lnTo>
                  <a:pt x="476250" y="158750"/>
                </a:lnTo>
                <a:lnTo>
                  <a:pt x="650874" y="158750"/>
                </a:lnTo>
                <a:lnTo>
                  <a:pt x="650874" y="158750"/>
                </a:lnTo>
                <a:lnTo>
                  <a:pt x="650875" y="158750"/>
                </a:lnTo>
                <a:cubicBezTo>
                  <a:pt x="698500" y="158750"/>
                  <a:pt x="730250" y="190500"/>
                  <a:pt x="730250" y="238125"/>
                </a:cubicBezTo>
                <a:lnTo>
                  <a:pt x="730250" y="738188"/>
                </a:lnTo>
                <a:lnTo>
                  <a:pt x="809625" y="738188"/>
                </a:lnTo>
                <a:lnTo>
                  <a:pt x="809625" y="246063"/>
                </a:lnTo>
                <a:cubicBezTo>
                  <a:pt x="809625" y="111125"/>
                  <a:pt x="889000" y="0"/>
                  <a:pt x="992187" y="0"/>
                </a:cubicBezTo>
                <a:lnTo>
                  <a:pt x="1722437" y="0"/>
                </a:lnTo>
                <a:cubicBezTo>
                  <a:pt x="1825625" y="0"/>
                  <a:pt x="1905000" y="103188"/>
                  <a:pt x="1905000" y="246063"/>
                </a:cubicBezTo>
                <a:lnTo>
                  <a:pt x="1905000" y="1397000"/>
                </a:lnTo>
                <a:cubicBezTo>
                  <a:pt x="1905000" y="1531938"/>
                  <a:pt x="1825625" y="1635125"/>
                  <a:pt x="1722437" y="1635125"/>
                </a:cubicBezTo>
                <a:lnTo>
                  <a:pt x="992187" y="1635125"/>
                </a:lnTo>
                <a:cubicBezTo>
                  <a:pt x="889000" y="1635125"/>
                  <a:pt x="809625" y="1531938"/>
                  <a:pt x="809625" y="1389063"/>
                </a:cubicBezTo>
                <a:lnTo>
                  <a:pt x="809625" y="896938"/>
                </a:lnTo>
                <a:lnTo>
                  <a:pt x="730250" y="896938"/>
                </a:lnTo>
                <a:lnTo>
                  <a:pt x="730250" y="1397000"/>
                </a:lnTo>
                <a:cubicBezTo>
                  <a:pt x="730250" y="1444625"/>
                  <a:pt x="698500" y="1476375"/>
                  <a:pt x="650875" y="1476375"/>
                </a:cubicBezTo>
                <a:lnTo>
                  <a:pt x="650875" y="1476375"/>
                </a:lnTo>
                <a:lnTo>
                  <a:pt x="650874" y="1476375"/>
                </a:lnTo>
                <a:lnTo>
                  <a:pt x="476250" y="1476375"/>
                </a:lnTo>
                <a:lnTo>
                  <a:pt x="476250" y="1524000"/>
                </a:lnTo>
                <a:cubicBezTo>
                  <a:pt x="476250" y="1587500"/>
                  <a:pt x="420688" y="1635125"/>
                  <a:pt x="357188" y="1635125"/>
                </a:cubicBezTo>
                <a:lnTo>
                  <a:pt x="111125" y="1635125"/>
                </a:lnTo>
                <a:cubicBezTo>
                  <a:pt x="47625" y="1635125"/>
                  <a:pt x="0" y="1587500"/>
                  <a:pt x="0" y="1524000"/>
                </a:cubicBezTo>
                <a:lnTo>
                  <a:pt x="0" y="1277938"/>
                </a:lnTo>
                <a:cubicBezTo>
                  <a:pt x="0" y="1214438"/>
                  <a:pt x="47625" y="1166813"/>
                  <a:pt x="111125" y="1166813"/>
                </a:cubicBezTo>
                <a:lnTo>
                  <a:pt x="357188" y="1166813"/>
                </a:lnTo>
                <a:cubicBezTo>
                  <a:pt x="420688" y="1158875"/>
                  <a:pt x="476250" y="1214438"/>
                  <a:pt x="476250" y="1277938"/>
                </a:cubicBezTo>
                <a:lnTo>
                  <a:pt x="476250" y="1317625"/>
                </a:lnTo>
                <a:lnTo>
                  <a:pt x="571500" y="1317625"/>
                </a:lnTo>
                <a:lnTo>
                  <a:pt x="571500" y="896938"/>
                </a:lnTo>
                <a:lnTo>
                  <a:pt x="476250" y="896938"/>
                </a:lnTo>
                <a:lnTo>
                  <a:pt x="476250" y="936625"/>
                </a:lnTo>
                <a:cubicBezTo>
                  <a:pt x="476250" y="1000125"/>
                  <a:pt x="420688" y="1055688"/>
                  <a:pt x="357188" y="1055688"/>
                </a:cubicBezTo>
                <a:lnTo>
                  <a:pt x="111125" y="1055688"/>
                </a:lnTo>
                <a:cubicBezTo>
                  <a:pt x="47625" y="1055688"/>
                  <a:pt x="0" y="1000125"/>
                  <a:pt x="0" y="944563"/>
                </a:cubicBezTo>
                <a:lnTo>
                  <a:pt x="0" y="698500"/>
                </a:lnTo>
                <a:cubicBezTo>
                  <a:pt x="0" y="635000"/>
                  <a:pt x="47625" y="579438"/>
                  <a:pt x="111125" y="579438"/>
                </a:cubicBezTo>
                <a:lnTo>
                  <a:pt x="357188" y="579438"/>
                </a:lnTo>
                <a:cubicBezTo>
                  <a:pt x="420688" y="579438"/>
                  <a:pt x="476250" y="635000"/>
                  <a:pt x="476250" y="690563"/>
                </a:cubicBezTo>
                <a:lnTo>
                  <a:pt x="476250" y="738188"/>
                </a:lnTo>
                <a:lnTo>
                  <a:pt x="571500" y="738188"/>
                </a:lnTo>
                <a:lnTo>
                  <a:pt x="571500" y="317500"/>
                </a:lnTo>
                <a:lnTo>
                  <a:pt x="476250" y="317500"/>
                </a:lnTo>
                <a:lnTo>
                  <a:pt x="476250" y="357188"/>
                </a:lnTo>
                <a:cubicBezTo>
                  <a:pt x="476250" y="420687"/>
                  <a:pt x="420688" y="476250"/>
                  <a:pt x="357188" y="476250"/>
                </a:cubicBezTo>
                <a:lnTo>
                  <a:pt x="111125" y="476250"/>
                </a:lnTo>
                <a:cubicBezTo>
                  <a:pt x="47625" y="476250"/>
                  <a:pt x="0" y="420687"/>
                  <a:pt x="0" y="357188"/>
                </a:cubicBezTo>
                <a:lnTo>
                  <a:pt x="0" y="111125"/>
                </a:lnTo>
                <a:cubicBezTo>
                  <a:pt x="0" y="47625"/>
                  <a:pt x="47625" y="0"/>
                  <a:pt x="111125" y="0"/>
                </a:cubicBezTo>
                <a:close/>
              </a:path>
            </a:pathLst>
          </a:custGeom>
          <a:solidFill>
            <a:schemeClr val="accent1"/>
          </a:solidFill>
          <a:ln w="186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7" name="任意多边形: 形状 116"/>
          <p:cNvSpPr/>
          <p:nvPr/>
        </p:nvSpPr>
        <p:spPr>
          <a:xfrm>
            <a:off x="4152986" y="5011457"/>
            <a:ext cx="278042" cy="278042"/>
          </a:xfrm>
          <a:custGeom>
            <a:avLst/>
            <a:gdLst>
              <a:gd name="connsiteX0" fmla="*/ 70498 w 250657"/>
              <a:gd name="connsiteY0" fmla="*/ 159168 h 250657"/>
              <a:gd name="connsiteX1" fmla="*/ 180161 w 250657"/>
              <a:gd name="connsiteY1" fmla="*/ 159168 h 250657"/>
              <a:gd name="connsiteX2" fmla="*/ 191127 w 250657"/>
              <a:gd name="connsiteY2" fmla="*/ 170134 h 250657"/>
              <a:gd name="connsiteX3" fmla="*/ 180161 w 250657"/>
              <a:gd name="connsiteY3" fmla="*/ 181100 h 250657"/>
              <a:gd name="connsiteX4" fmla="*/ 70498 w 250657"/>
              <a:gd name="connsiteY4" fmla="*/ 181100 h 250657"/>
              <a:gd name="connsiteX5" fmla="*/ 59532 w 250657"/>
              <a:gd name="connsiteY5" fmla="*/ 170134 h 250657"/>
              <a:gd name="connsiteX6" fmla="*/ 70498 w 250657"/>
              <a:gd name="connsiteY6" fmla="*/ 159168 h 250657"/>
              <a:gd name="connsiteX7" fmla="*/ 156035 w 250657"/>
              <a:gd name="connsiteY7" fmla="*/ 37599 h 250657"/>
              <a:gd name="connsiteX8" fmla="*/ 165435 w 250657"/>
              <a:gd name="connsiteY8" fmla="*/ 46999 h 250657"/>
              <a:gd name="connsiteX9" fmla="*/ 165435 w 250657"/>
              <a:gd name="connsiteY9" fmla="*/ 81464 h 250657"/>
              <a:gd name="connsiteX10" fmla="*/ 156035 w 250657"/>
              <a:gd name="connsiteY10" fmla="*/ 90864 h 250657"/>
              <a:gd name="connsiteX11" fmla="*/ 146635 w 250657"/>
              <a:gd name="connsiteY11" fmla="*/ 81464 h 250657"/>
              <a:gd name="connsiteX12" fmla="*/ 146635 w 250657"/>
              <a:gd name="connsiteY12" fmla="*/ 46999 h 250657"/>
              <a:gd name="connsiteX13" fmla="*/ 156035 w 250657"/>
              <a:gd name="connsiteY13" fmla="*/ 37599 h 250657"/>
              <a:gd name="connsiteX14" fmla="*/ 68931 w 250657"/>
              <a:gd name="connsiteY14" fmla="*/ 21932 h 250657"/>
              <a:gd name="connsiteX15" fmla="*/ 68931 w 250657"/>
              <a:gd name="connsiteY15" fmla="*/ 102143 h 250657"/>
              <a:gd name="connsiteX16" fmla="*/ 73317 w 250657"/>
              <a:gd name="connsiteY16" fmla="*/ 106529 h 250657"/>
              <a:gd name="connsiteX17" fmla="*/ 177340 w 250657"/>
              <a:gd name="connsiteY17" fmla="*/ 106529 h 250657"/>
              <a:gd name="connsiteX18" fmla="*/ 181726 w 250657"/>
              <a:gd name="connsiteY18" fmla="*/ 102143 h 250657"/>
              <a:gd name="connsiteX19" fmla="*/ 181726 w 250657"/>
              <a:gd name="connsiteY19" fmla="*/ 21932 h 250657"/>
              <a:gd name="connsiteX20" fmla="*/ 31332 w 250657"/>
              <a:gd name="connsiteY20" fmla="*/ 21932 h 250657"/>
              <a:gd name="connsiteX21" fmla="*/ 21932 w 250657"/>
              <a:gd name="connsiteY21" fmla="*/ 31332 h 250657"/>
              <a:gd name="connsiteX22" fmla="*/ 21932 w 250657"/>
              <a:gd name="connsiteY22" fmla="*/ 219325 h 250657"/>
              <a:gd name="connsiteX23" fmla="*/ 31332 w 250657"/>
              <a:gd name="connsiteY23" fmla="*/ 228725 h 250657"/>
              <a:gd name="connsiteX24" fmla="*/ 219325 w 250657"/>
              <a:gd name="connsiteY24" fmla="*/ 228725 h 250657"/>
              <a:gd name="connsiteX25" fmla="*/ 228725 w 250657"/>
              <a:gd name="connsiteY25" fmla="*/ 219325 h 250657"/>
              <a:gd name="connsiteX26" fmla="*/ 228725 w 250657"/>
              <a:gd name="connsiteY26" fmla="*/ 31332 h 250657"/>
              <a:gd name="connsiteX27" fmla="*/ 219325 w 250657"/>
              <a:gd name="connsiteY27" fmla="*/ 21932 h 250657"/>
              <a:gd name="connsiteX28" fmla="*/ 203659 w 250657"/>
              <a:gd name="connsiteY28" fmla="*/ 21932 h 250657"/>
              <a:gd name="connsiteX29" fmla="*/ 203659 w 250657"/>
              <a:gd name="connsiteY29" fmla="*/ 115929 h 250657"/>
              <a:gd name="connsiteX30" fmla="*/ 194259 w 250657"/>
              <a:gd name="connsiteY30" fmla="*/ 125329 h 250657"/>
              <a:gd name="connsiteX31" fmla="*/ 56398 w 250657"/>
              <a:gd name="connsiteY31" fmla="*/ 125329 h 250657"/>
              <a:gd name="connsiteX32" fmla="*/ 46998 w 250657"/>
              <a:gd name="connsiteY32" fmla="*/ 115929 h 250657"/>
              <a:gd name="connsiteX33" fmla="*/ 46998 w 250657"/>
              <a:gd name="connsiteY33" fmla="*/ 21932 h 250657"/>
              <a:gd name="connsiteX34" fmla="*/ 18799 w 250657"/>
              <a:gd name="connsiteY34" fmla="*/ 0 h 250657"/>
              <a:gd name="connsiteX35" fmla="*/ 231858 w 250657"/>
              <a:gd name="connsiteY35" fmla="*/ 0 h 250657"/>
              <a:gd name="connsiteX36" fmla="*/ 250657 w 250657"/>
              <a:gd name="connsiteY36" fmla="*/ 18799 h 250657"/>
              <a:gd name="connsiteX37" fmla="*/ 250657 w 250657"/>
              <a:gd name="connsiteY37" fmla="*/ 231858 h 250657"/>
              <a:gd name="connsiteX38" fmla="*/ 231858 w 250657"/>
              <a:gd name="connsiteY38" fmla="*/ 250657 h 250657"/>
              <a:gd name="connsiteX39" fmla="*/ 18799 w 250657"/>
              <a:gd name="connsiteY39" fmla="*/ 250657 h 250657"/>
              <a:gd name="connsiteX40" fmla="*/ 0 w 250657"/>
              <a:gd name="connsiteY40" fmla="*/ 231858 h 250657"/>
              <a:gd name="connsiteX41" fmla="*/ 0 w 250657"/>
              <a:gd name="connsiteY41" fmla="*/ 18799 h 250657"/>
              <a:gd name="connsiteX42" fmla="*/ 18799 w 250657"/>
              <a:gd name="connsiteY42" fmla="*/ 0 h 250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0657" h="250657">
                <a:moveTo>
                  <a:pt x="70498" y="159168"/>
                </a:moveTo>
                <a:lnTo>
                  <a:pt x="180161" y="159168"/>
                </a:lnTo>
                <a:cubicBezTo>
                  <a:pt x="186208" y="159168"/>
                  <a:pt x="191127" y="164087"/>
                  <a:pt x="191127" y="170134"/>
                </a:cubicBezTo>
                <a:cubicBezTo>
                  <a:pt x="191127" y="176181"/>
                  <a:pt x="186208" y="181100"/>
                  <a:pt x="180161" y="181100"/>
                </a:cubicBezTo>
                <a:lnTo>
                  <a:pt x="70498" y="181100"/>
                </a:lnTo>
                <a:cubicBezTo>
                  <a:pt x="64451" y="181100"/>
                  <a:pt x="59532" y="176181"/>
                  <a:pt x="59532" y="170134"/>
                </a:cubicBezTo>
                <a:cubicBezTo>
                  <a:pt x="59532" y="164087"/>
                  <a:pt x="64451" y="159168"/>
                  <a:pt x="70498" y="159168"/>
                </a:cubicBezTo>
                <a:close/>
                <a:moveTo>
                  <a:pt x="156035" y="37599"/>
                </a:moveTo>
                <a:cubicBezTo>
                  <a:pt x="161236" y="37599"/>
                  <a:pt x="165435" y="41798"/>
                  <a:pt x="165435" y="46999"/>
                </a:cubicBezTo>
                <a:lnTo>
                  <a:pt x="165435" y="81464"/>
                </a:lnTo>
                <a:cubicBezTo>
                  <a:pt x="165435" y="86665"/>
                  <a:pt x="161236" y="90864"/>
                  <a:pt x="156035" y="90864"/>
                </a:cubicBezTo>
                <a:cubicBezTo>
                  <a:pt x="150834" y="90864"/>
                  <a:pt x="146635" y="86665"/>
                  <a:pt x="146635" y="81464"/>
                </a:cubicBezTo>
                <a:lnTo>
                  <a:pt x="146635" y="46999"/>
                </a:lnTo>
                <a:cubicBezTo>
                  <a:pt x="146635" y="41798"/>
                  <a:pt x="150834" y="37599"/>
                  <a:pt x="156035" y="37599"/>
                </a:cubicBezTo>
                <a:close/>
                <a:moveTo>
                  <a:pt x="68931" y="21932"/>
                </a:moveTo>
                <a:lnTo>
                  <a:pt x="68931" y="102143"/>
                </a:lnTo>
                <a:cubicBezTo>
                  <a:pt x="68931" y="104555"/>
                  <a:pt x="70905" y="106529"/>
                  <a:pt x="73317" y="106529"/>
                </a:cubicBezTo>
                <a:lnTo>
                  <a:pt x="177340" y="106529"/>
                </a:lnTo>
                <a:cubicBezTo>
                  <a:pt x="179752" y="106529"/>
                  <a:pt x="181726" y="104555"/>
                  <a:pt x="181726" y="102143"/>
                </a:cubicBezTo>
                <a:lnTo>
                  <a:pt x="181726" y="21932"/>
                </a:lnTo>
                <a:close/>
                <a:moveTo>
                  <a:pt x="31332" y="21932"/>
                </a:moveTo>
                <a:cubicBezTo>
                  <a:pt x="26131" y="21932"/>
                  <a:pt x="21932" y="26131"/>
                  <a:pt x="21932" y="31332"/>
                </a:cubicBezTo>
                <a:lnTo>
                  <a:pt x="21932" y="219325"/>
                </a:lnTo>
                <a:cubicBezTo>
                  <a:pt x="21932" y="224526"/>
                  <a:pt x="26131" y="228725"/>
                  <a:pt x="31332" y="228725"/>
                </a:cubicBezTo>
                <a:lnTo>
                  <a:pt x="219325" y="228725"/>
                </a:lnTo>
                <a:cubicBezTo>
                  <a:pt x="224526" y="228725"/>
                  <a:pt x="228725" y="224526"/>
                  <a:pt x="228725" y="219325"/>
                </a:cubicBezTo>
                <a:lnTo>
                  <a:pt x="228725" y="31332"/>
                </a:lnTo>
                <a:cubicBezTo>
                  <a:pt x="228725" y="26131"/>
                  <a:pt x="224526" y="21932"/>
                  <a:pt x="219325" y="21932"/>
                </a:cubicBezTo>
                <a:lnTo>
                  <a:pt x="203659" y="21932"/>
                </a:lnTo>
                <a:lnTo>
                  <a:pt x="203659" y="115929"/>
                </a:lnTo>
                <a:cubicBezTo>
                  <a:pt x="203659" y="121130"/>
                  <a:pt x="199460" y="125329"/>
                  <a:pt x="194259" y="125329"/>
                </a:cubicBezTo>
                <a:lnTo>
                  <a:pt x="56398" y="125329"/>
                </a:lnTo>
                <a:cubicBezTo>
                  <a:pt x="51197" y="125329"/>
                  <a:pt x="46998" y="121130"/>
                  <a:pt x="46998" y="115929"/>
                </a:cubicBezTo>
                <a:lnTo>
                  <a:pt x="46998" y="21932"/>
                </a:lnTo>
                <a:close/>
                <a:moveTo>
                  <a:pt x="18799" y="0"/>
                </a:moveTo>
                <a:lnTo>
                  <a:pt x="231858" y="0"/>
                </a:lnTo>
                <a:cubicBezTo>
                  <a:pt x="242229" y="0"/>
                  <a:pt x="250657" y="8428"/>
                  <a:pt x="250657" y="18799"/>
                </a:cubicBezTo>
                <a:lnTo>
                  <a:pt x="250657" y="231858"/>
                </a:lnTo>
                <a:cubicBezTo>
                  <a:pt x="250657" y="242229"/>
                  <a:pt x="242229" y="250657"/>
                  <a:pt x="231858" y="250657"/>
                </a:cubicBezTo>
                <a:lnTo>
                  <a:pt x="18799" y="250657"/>
                </a:lnTo>
                <a:cubicBezTo>
                  <a:pt x="8428" y="250657"/>
                  <a:pt x="0" y="242229"/>
                  <a:pt x="0" y="231858"/>
                </a:cubicBezTo>
                <a:lnTo>
                  <a:pt x="0" y="18799"/>
                </a:lnTo>
                <a:cubicBezTo>
                  <a:pt x="0" y="8428"/>
                  <a:pt x="8428" y="0"/>
                  <a:pt x="18799" y="0"/>
                </a:cubicBezTo>
                <a:close/>
              </a:path>
            </a:pathLst>
          </a:custGeom>
          <a:solidFill>
            <a:schemeClr val="accent1"/>
          </a:solidFill>
          <a:ln w="30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8" name="图形 190"/>
          <p:cNvSpPr/>
          <p:nvPr/>
        </p:nvSpPr>
        <p:spPr>
          <a:xfrm>
            <a:off x="5341856" y="5202119"/>
            <a:ext cx="328690" cy="255449"/>
          </a:xfrm>
          <a:custGeom>
            <a:avLst/>
            <a:gdLst>
              <a:gd name="connsiteX0" fmla="*/ 312873 w 320940"/>
              <a:gd name="connsiteY0" fmla="*/ 0 h 320841"/>
              <a:gd name="connsiteX1" fmla="*/ 54997 w 320940"/>
              <a:gd name="connsiteY1" fmla="*/ 0 h 320841"/>
              <a:gd name="connsiteX2" fmla="*/ 46929 w 320940"/>
              <a:gd name="connsiteY2" fmla="*/ 9438 h 320841"/>
              <a:gd name="connsiteX3" fmla="*/ 46929 w 320940"/>
              <a:gd name="connsiteY3" fmla="*/ 144635 h 320841"/>
              <a:gd name="connsiteX4" fmla="*/ 54997 w 320940"/>
              <a:gd name="connsiteY4" fmla="*/ 154073 h 320841"/>
              <a:gd name="connsiteX5" fmla="*/ 63064 w 320940"/>
              <a:gd name="connsiteY5" fmla="*/ 144635 h 320841"/>
              <a:gd name="connsiteX6" fmla="*/ 63064 w 320940"/>
              <a:gd name="connsiteY6" fmla="*/ 18877 h 320841"/>
              <a:gd name="connsiteX7" fmla="*/ 304805 w 320940"/>
              <a:gd name="connsiteY7" fmla="*/ 18877 h 320841"/>
              <a:gd name="connsiteX8" fmla="*/ 304805 w 320940"/>
              <a:gd name="connsiteY8" fmla="*/ 301964 h 320841"/>
              <a:gd name="connsiteX9" fmla="*/ 63064 w 320940"/>
              <a:gd name="connsiteY9" fmla="*/ 301964 h 320841"/>
              <a:gd name="connsiteX10" fmla="*/ 63064 w 320940"/>
              <a:gd name="connsiteY10" fmla="*/ 208995 h 320841"/>
              <a:gd name="connsiteX11" fmla="*/ 89147 w 320940"/>
              <a:gd name="connsiteY11" fmla="*/ 208995 h 320841"/>
              <a:gd name="connsiteX12" fmla="*/ 96835 w 320940"/>
              <a:gd name="connsiteY12" fmla="*/ 202417 h 320841"/>
              <a:gd name="connsiteX13" fmla="*/ 109558 w 320940"/>
              <a:gd name="connsiteY13" fmla="*/ 155555 h 320841"/>
              <a:gd name="connsiteX14" fmla="*/ 152155 w 320940"/>
              <a:gd name="connsiteY14" fmla="*/ 263073 h 320841"/>
              <a:gd name="connsiteX15" fmla="*/ 159472 w 320940"/>
              <a:gd name="connsiteY15" fmla="*/ 268524 h 320841"/>
              <a:gd name="connsiteX16" fmla="*/ 159770 w 320940"/>
              <a:gd name="connsiteY16" fmla="*/ 268524 h 320841"/>
              <a:gd name="connsiteX17" fmla="*/ 167031 w 320940"/>
              <a:gd name="connsiteY17" fmla="*/ 262417 h 320841"/>
              <a:gd name="connsiteX18" fmla="*/ 205300 w 320940"/>
              <a:gd name="connsiteY18" fmla="*/ 143554 h 320841"/>
              <a:gd name="connsiteX19" fmla="*/ 220205 w 320940"/>
              <a:gd name="connsiteY19" fmla="*/ 202738 h 320841"/>
              <a:gd name="connsiteX20" fmla="*/ 227933 w 320940"/>
              <a:gd name="connsiteY20" fmla="*/ 209533 h 320841"/>
              <a:gd name="connsiteX21" fmla="*/ 279437 w 320940"/>
              <a:gd name="connsiteY21" fmla="*/ 209533 h 320841"/>
              <a:gd name="connsiteX22" fmla="*/ 287505 w 320940"/>
              <a:gd name="connsiteY22" fmla="*/ 200095 h 320841"/>
              <a:gd name="connsiteX23" fmla="*/ 279437 w 320940"/>
              <a:gd name="connsiteY23" fmla="*/ 190657 h 320841"/>
              <a:gd name="connsiteX24" fmla="*/ 233960 w 320940"/>
              <a:gd name="connsiteY24" fmla="*/ 190657 h 320841"/>
              <a:gd name="connsiteX25" fmla="*/ 213964 w 320940"/>
              <a:gd name="connsiteY25" fmla="*/ 111218 h 320841"/>
              <a:gd name="connsiteX26" fmla="*/ 203944 w 320940"/>
              <a:gd name="connsiteY26" fmla="*/ 104835 h 320841"/>
              <a:gd name="connsiteX27" fmla="*/ 198676 w 320940"/>
              <a:gd name="connsiteY27" fmla="*/ 110562 h 320841"/>
              <a:gd name="connsiteX28" fmla="*/ 158706 w 320940"/>
              <a:gd name="connsiteY28" fmla="*/ 234715 h 320841"/>
              <a:gd name="connsiteX29" fmla="*/ 115467 w 320940"/>
              <a:gd name="connsiteY29" fmla="*/ 125564 h 320841"/>
              <a:gd name="connsiteX30" fmla="*/ 104767 w 320940"/>
              <a:gd name="connsiteY30" fmla="*/ 120933 h 320841"/>
              <a:gd name="connsiteX31" fmla="*/ 100441 w 320940"/>
              <a:gd name="connsiteY31" fmla="*/ 126678 h 320841"/>
              <a:gd name="connsiteX32" fmla="*/ 83237 w 320940"/>
              <a:gd name="connsiteY32" fmla="*/ 190095 h 320841"/>
              <a:gd name="connsiteX33" fmla="*/ 63068 w 320940"/>
              <a:gd name="connsiteY33" fmla="*/ 190095 h 320841"/>
              <a:gd name="connsiteX34" fmla="*/ 63068 w 320940"/>
              <a:gd name="connsiteY34" fmla="*/ 184715 h 320841"/>
              <a:gd name="connsiteX35" fmla="*/ 55001 w 320940"/>
              <a:gd name="connsiteY35" fmla="*/ 175277 h 320841"/>
              <a:gd name="connsiteX36" fmla="*/ 46933 w 320940"/>
              <a:gd name="connsiteY36" fmla="*/ 184715 h 320841"/>
              <a:gd name="connsiteX37" fmla="*/ 46933 w 320940"/>
              <a:gd name="connsiteY37" fmla="*/ 190095 h 320841"/>
              <a:gd name="connsiteX38" fmla="*/ 8068 w 320940"/>
              <a:gd name="connsiteY38" fmla="*/ 190095 h 320841"/>
              <a:gd name="connsiteX39" fmla="*/ 0 w 320940"/>
              <a:gd name="connsiteY39" fmla="*/ 199533 h 320841"/>
              <a:gd name="connsiteX40" fmla="*/ 8068 w 320940"/>
              <a:gd name="connsiteY40" fmla="*/ 208972 h 320841"/>
              <a:gd name="connsiteX41" fmla="*/ 46929 w 320940"/>
              <a:gd name="connsiteY41" fmla="*/ 208972 h 320841"/>
              <a:gd name="connsiteX42" fmla="*/ 46929 w 320940"/>
              <a:gd name="connsiteY42" fmla="*/ 311403 h 320841"/>
              <a:gd name="connsiteX43" fmla="*/ 54997 w 320940"/>
              <a:gd name="connsiteY43" fmla="*/ 320841 h 320841"/>
              <a:gd name="connsiteX44" fmla="*/ 312873 w 320940"/>
              <a:gd name="connsiteY44" fmla="*/ 320841 h 320841"/>
              <a:gd name="connsiteX45" fmla="*/ 320941 w 320940"/>
              <a:gd name="connsiteY45" fmla="*/ 311403 h 320841"/>
              <a:gd name="connsiteX46" fmla="*/ 320941 w 320940"/>
              <a:gd name="connsiteY46" fmla="*/ 9438 h 320841"/>
              <a:gd name="connsiteX47" fmla="*/ 312873 w 320940"/>
              <a:gd name="connsiteY47" fmla="*/ 0 h 32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0940" h="320841">
                <a:moveTo>
                  <a:pt x="312873" y="0"/>
                </a:moveTo>
                <a:lnTo>
                  <a:pt x="54997" y="0"/>
                </a:lnTo>
                <a:cubicBezTo>
                  <a:pt x="50541" y="0"/>
                  <a:pt x="46929" y="4226"/>
                  <a:pt x="46929" y="9438"/>
                </a:cubicBezTo>
                <a:lnTo>
                  <a:pt x="46929" y="144635"/>
                </a:lnTo>
                <a:cubicBezTo>
                  <a:pt x="46929" y="149847"/>
                  <a:pt x="50541" y="154073"/>
                  <a:pt x="54997" y="154073"/>
                </a:cubicBezTo>
                <a:cubicBezTo>
                  <a:pt x="59452" y="154073"/>
                  <a:pt x="63064" y="149847"/>
                  <a:pt x="63064" y="144635"/>
                </a:cubicBezTo>
                <a:lnTo>
                  <a:pt x="63064" y="18877"/>
                </a:lnTo>
                <a:lnTo>
                  <a:pt x="304805" y="18877"/>
                </a:lnTo>
                <a:lnTo>
                  <a:pt x="304805" y="301964"/>
                </a:lnTo>
                <a:lnTo>
                  <a:pt x="63064" y="301964"/>
                </a:lnTo>
                <a:lnTo>
                  <a:pt x="63064" y="208995"/>
                </a:lnTo>
                <a:lnTo>
                  <a:pt x="89147" y="208995"/>
                </a:lnTo>
                <a:cubicBezTo>
                  <a:pt x="92661" y="208996"/>
                  <a:pt x="95771" y="206335"/>
                  <a:pt x="96835" y="202417"/>
                </a:cubicBezTo>
                <a:lnTo>
                  <a:pt x="109558" y="155555"/>
                </a:lnTo>
                <a:lnTo>
                  <a:pt x="152155" y="263073"/>
                </a:lnTo>
                <a:cubicBezTo>
                  <a:pt x="153480" y="266400"/>
                  <a:pt x="156334" y="268526"/>
                  <a:pt x="159472" y="268524"/>
                </a:cubicBezTo>
                <a:lnTo>
                  <a:pt x="159770" y="268524"/>
                </a:lnTo>
                <a:cubicBezTo>
                  <a:pt x="163022" y="268387"/>
                  <a:pt x="165885" y="265979"/>
                  <a:pt x="167031" y="262417"/>
                </a:cubicBezTo>
                <a:lnTo>
                  <a:pt x="205300" y="143554"/>
                </a:lnTo>
                <a:lnTo>
                  <a:pt x="220205" y="202738"/>
                </a:lnTo>
                <a:cubicBezTo>
                  <a:pt x="221207" y="206758"/>
                  <a:pt x="224354" y="209525"/>
                  <a:pt x="227933" y="209533"/>
                </a:cubicBezTo>
                <a:lnTo>
                  <a:pt x="279437" y="209533"/>
                </a:lnTo>
                <a:cubicBezTo>
                  <a:pt x="283893" y="209533"/>
                  <a:pt x="287505" y="205308"/>
                  <a:pt x="287505" y="200095"/>
                </a:cubicBezTo>
                <a:cubicBezTo>
                  <a:pt x="287505" y="194882"/>
                  <a:pt x="283893" y="190657"/>
                  <a:pt x="279437" y="190657"/>
                </a:cubicBezTo>
                <a:lnTo>
                  <a:pt x="233960" y="190657"/>
                </a:lnTo>
                <a:lnTo>
                  <a:pt x="213964" y="111218"/>
                </a:lnTo>
                <a:cubicBezTo>
                  <a:pt x="212704" y="106218"/>
                  <a:pt x="208218" y="103360"/>
                  <a:pt x="203944" y="104835"/>
                </a:cubicBezTo>
                <a:cubicBezTo>
                  <a:pt x="201518" y="105672"/>
                  <a:pt x="199568" y="107792"/>
                  <a:pt x="198676" y="110562"/>
                </a:cubicBezTo>
                <a:lnTo>
                  <a:pt x="158706" y="234715"/>
                </a:lnTo>
                <a:lnTo>
                  <a:pt x="115467" y="125564"/>
                </a:lnTo>
                <a:cubicBezTo>
                  <a:pt x="113606" y="120829"/>
                  <a:pt x="108815" y="118755"/>
                  <a:pt x="104767" y="120933"/>
                </a:cubicBezTo>
                <a:cubicBezTo>
                  <a:pt x="102696" y="122047"/>
                  <a:pt x="101125" y="124134"/>
                  <a:pt x="100441" y="126678"/>
                </a:cubicBezTo>
                <a:lnTo>
                  <a:pt x="83237" y="190095"/>
                </a:lnTo>
                <a:lnTo>
                  <a:pt x="63068" y="190095"/>
                </a:lnTo>
                <a:lnTo>
                  <a:pt x="63068" y="184715"/>
                </a:lnTo>
                <a:cubicBezTo>
                  <a:pt x="63068" y="179502"/>
                  <a:pt x="59456" y="175277"/>
                  <a:pt x="55001" y="175277"/>
                </a:cubicBezTo>
                <a:cubicBezTo>
                  <a:pt x="50545" y="175277"/>
                  <a:pt x="46933" y="179502"/>
                  <a:pt x="46933" y="184715"/>
                </a:cubicBezTo>
                <a:lnTo>
                  <a:pt x="46933" y="190095"/>
                </a:lnTo>
                <a:lnTo>
                  <a:pt x="8068" y="190095"/>
                </a:lnTo>
                <a:cubicBezTo>
                  <a:pt x="3612" y="190095"/>
                  <a:pt x="0" y="194321"/>
                  <a:pt x="0" y="199533"/>
                </a:cubicBezTo>
                <a:cubicBezTo>
                  <a:pt x="0" y="204746"/>
                  <a:pt x="3612" y="208972"/>
                  <a:pt x="8068" y="208972"/>
                </a:cubicBezTo>
                <a:lnTo>
                  <a:pt x="46929" y="208972"/>
                </a:lnTo>
                <a:lnTo>
                  <a:pt x="46929" y="311403"/>
                </a:lnTo>
                <a:cubicBezTo>
                  <a:pt x="46929" y="316615"/>
                  <a:pt x="50541" y="320841"/>
                  <a:pt x="54997" y="320841"/>
                </a:cubicBezTo>
                <a:lnTo>
                  <a:pt x="312873" y="320841"/>
                </a:lnTo>
                <a:cubicBezTo>
                  <a:pt x="317329" y="320841"/>
                  <a:pt x="320941" y="316615"/>
                  <a:pt x="320941" y="311403"/>
                </a:cubicBezTo>
                <a:lnTo>
                  <a:pt x="320941" y="9438"/>
                </a:lnTo>
                <a:cubicBezTo>
                  <a:pt x="320941" y="4226"/>
                  <a:pt x="317329" y="0"/>
                  <a:pt x="312873" y="0"/>
                </a:cubicBezTo>
                <a:close/>
              </a:path>
            </a:pathLst>
          </a:custGeom>
          <a:solidFill>
            <a:schemeClr val="accent1"/>
          </a:solidFill>
          <a:ln w="6350" cap="flat">
            <a:solidFill>
              <a:schemeClr val="accent1"/>
            </a:solid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9" name="任意多边形: 形状 118"/>
          <p:cNvSpPr/>
          <p:nvPr/>
        </p:nvSpPr>
        <p:spPr>
          <a:xfrm>
            <a:off x="6565278" y="5185579"/>
            <a:ext cx="253497" cy="275610"/>
          </a:xfrm>
          <a:custGeom>
            <a:avLst/>
            <a:gdLst>
              <a:gd name="connsiteX0" fmla="*/ 163887 w 253497"/>
              <a:gd name="connsiteY0" fmla="*/ 199217 h 275610"/>
              <a:gd name="connsiteX1" fmla="*/ 175423 w 253497"/>
              <a:gd name="connsiteY1" fmla="*/ 211384 h 275610"/>
              <a:gd name="connsiteX2" fmla="*/ 175423 w 253497"/>
              <a:gd name="connsiteY2" fmla="*/ 261502 h 275610"/>
              <a:gd name="connsiteX3" fmla="*/ 162118 w 253497"/>
              <a:gd name="connsiteY3" fmla="*/ 275610 h 275610"/>
              <a:gd name="connsiteX4" fmla="*/ 162083 w 253497"/>
              <a:gd name="connsiteY4" fmla="*/ 275610 h 275610"/>
              <a:gd name="connsiteX5" fmla="*/ 162065 w 253497"/>
              <a:gd name="connsiteY5" fmla="*/ 275610 h 275610"/>
              <a:gd name="connsiteX6" fmla="*/ 148957 w 253497"/>
              <a:gd name="connsiteY6" fmla="*/ 261714 h 275610"/>
              <a:gd name="connsiteX7" fmla="*/ 148959 w 253497"/>
              <a:gd name="connsiteY7" fmla="*/ 261502 h 275610"/>
              <a:gd name="connsiteX8" fmla="*/ 148959 w 253497"/>
              <a:gd name="connsiteY8" fmla="*/ 211384 h 275610"/>
              <a:gd name="connsiteX9" fmla="*/ 163887 w 253497"/>
              <a:gd name="connsiteY9" fmla="*/ 199217 h 275610"/>
              <a:gd name="connsiteX10" fmla="*/ 28690 w 253497"/>
              <a:gd name="connsiteY10" fmla="*/ 173556 h 275610"/>
              <a:gd name="connsiteX11" fmla="*/ 43754 w 253497"/>
              <a:gd name="connsiteY11" fmla="*/ 185578 h 275610"/>
              <a:gd name="connsiteX12" fmla="*/ 43754 w 253497"/>
              <a:gd name="connsiteY12" fmla="*/ 189444 h 275610"/>
              <a:gd name="connsiteX13" fmla="*/ 43754 w 253497"/>
              <a:gd name="connsiteY13" fmla="*/ 261502 h 275610"/>
              <a:gd name="connsiteX14" fmla="*/ 30450 w 253497"/>
              <a:gd name="connsiteY14" fmla="*/ 275610 h 275610"/>
              <a:gd name="connsiteX15" fmla="*/ 30414 w 253497"/>
              <a:gd name="connsiteY15" fmla="*/ 275610 h 275610"/>
              <a:gd name="connsiteX16" fmla="*/ 17288 w 253497"/>
              <a:gd name="connsiteY16" fmla="*/ 261732 h 275610"/>
              <a:gd name="connsiteX17" fmla="*/ 17290 w 253497"/>
              <a:gd name="connsiteY17" fmla="*/ 261502 h 275610"/>
              <a:gd name="connsiteX18" fmla="*/ 17290 w 253497"/>
              <a:gd name="connsiteY18" fmla="*/ 189444 h 275610"/>
              <a:gd name="connsiteX19" fmla="*/ 28690 w 253497"/>
              <a:gd name="connsiteY19" fmla="*/ 173556 h 275610"/>
              <a:gd name="connsiteX20" fmla="*/ 226250 w 253497"/>
              <a:gd name="connsiteY20" fmla="*/ 153273 h 275610"/>
              <a:gd name="connsiteX21" fmla="*/ 241257 w 253497"/>
              <a:gd name="connsiteY21" fmla="*/ 165375 h 275610"/>
              <a:gd name="connsiteX22" fmla="*/ 241257 w 253497"/>
              <a:gd name="connsiteY22" fmla="*/ 169100 h 275610"/>
              <a:gd name="connsiteX23" fmla="*/ 241257 w 253497"/>
              <a:gd name="connsiteY23" fmla="*/ 262662 h 275610"/>
              <a:gd name="connsiteX24" fmla="*/ 227917 w 253497"/>
              <a:gd name="connsiteY24" fmla="*/ 275591 h 275610"/>
              <a:gd name="connsiteX25" fmla="*/ 227899 w 253497"/>
              <a:gd name="connsiteY25" fmla="*/ 275610 h 275610"/>
              <a:gd name="connsiteX26" fmla="*/ 214774 w 253497"/>
              <a:gd name="connsiteY26" fmla="*/ 261732 h 275610"/>
              <a:gd name="connsiteX27" fmla="*/ 214776 w 253497"/>
              <a:gd name="connsiteY27" fmla="*/ 261502 h 275610"/>
              <a:gd name="connsiteX28" fmla="*/ 214776 w 253497"/>
              <a:gd name="connsiteY28" fmla="*/ 169100 h 275610"/>
              <a:gd name="connsiteX29" fmla="*/ 226250 w 253497"/>
              <a:gd name="connsiteY29" fmla="*/ 153273 h 275610"/>
              <a:gd name="connsiteX30" fmla="*/ 98052 w 253497"/>
              <a:gd name="connsiteY30" fmla="*/ 135220 h 275610"/>
              <a:gd name="connsiteX31" fmla="*/ 109588 w 253497"/>
              <a:gd name="connsiteY31" fmla="*/ 147387 h 275610"/>
              <a:gd name="connsiteX32" fmla="*/ 109588 w 253497"/>
              <a:gd name="connsiteY32" fmla="*/ 261274 h 275610"/>
              <a:gd name="connsiteX33" fmla="*/ 96503 w 253497"/>
              <a:gd name="connsiteY33" fmla="*/ 275607 h 275610"/>
              <a:gd name="connsiteX34" fmla="*/ 96248 w 253497"/>
              <a:gd name="connsiteY34" fmla="*/ 275610 h 275610"/>
              <a:gd name="connsiteX35" fmla="*/ 96230 w 253497"/>
              <a:gd name="connsiteY35" fmla="*/ 275610 h 275610"/>
              <a:gd name="connsiteX36" fmla="*/ 83123 w 253497"/>
              <a:gd name="connsiteY36" fmla="*/ 261713 h 275610"/>
              <a:gd name="connsiteX37" fmla="*/ 83125 w 253497"/>
              <a:gd name="connsiteY37" fmla="*/ 261502 h 275610"/>
              <a:gd name="connsiteX38" fmla="*/ 83125 w 253497"/>
              <a:gd name="connsiteY38" fmla="*/ 147387 h 275610"/>
              <a:gd name="connsiteX39" fmla="*/ 98052 w 253497"/>
              <a:gd name="connsiteY39" fmla="*/ 135220 h 275610"/>
              <a:gd name="connsiteX40" fmla="*/ 189628 w 253497"/>
              <a:gd name="connsiteY40" fmla="*/ 0 h 275610"/>
              <a:gd name="connsiteX41" fmla="*/ 240157 w 253497"/>
              <a:gd name="connsiteY41" fmla="*/ 0 h 275610"/>
              <a:gd name="connsiteX42" fmla="*/ 253497 w 253497"/>
              <a:gd name="connsiteY42" fmla="*/ 13841 h 275610"/>
              <a:gd name="connsiteX43" fmla="*/ 253497 w 253497"/>
              <a:gd name="connsiteY43" fmla="*/ 66754 h 275610"/>
              <a:gd name="connsiteX44" fmla="*/ 240157 w 253497"/>
              <a:gd name="connsiteY44" fmla="*/ 80633 h 275610"/>
              <a:gd name="connsiteX45" fmla="*/ 240157 w 253497"/>
              <a:gd name="connsiteY45" fmla="*/ 80614 h 275610"/>
              <a:gd name="connsiteX46" fmla="*/ 226817 w 253497"/>
              <a:gd name="connsiteY46" fmla="*/ 66754 h 275610"/>
              <a:gd name="connsiteX47" fmla="*/ 226817 w 253497"/>
              <a:gd name="connsiteY47" fmla="*/ 49452 h 275610"/>
              <a:gd name="connsiteX48" fmla="*/ 170159 w 253497"/>
              <a:gd name="connsiteY48" fmla="*/ 99798 h 275610"/>
              <a:gd name="connsiteX49" fmla="*/ 153322 w 253497"/>
              <a:gd name="connsiteY49" fmla="*/ 99798 h 275610"/>
              <a:gd name="connsiteX50" fmla="*/ 109588 w 253497"/>
              <a:gd name="connsiteY50" fmla="*/ 61906 h 275610"/>
              <a:gd name="connsiteX51" fmla="*/ 22085 w 253497"/>
              <a:gd name="connsiteY51" fmla="*/ 132824 h 275610"/>
              <a:gd name="connsiteX52" fmla="*/ 13126 w 253497"/>
              <a:gd name="connsiteY52" fmla="*/ 135827 h 275610"/>
              <a:gd name="connsiteX53" fmla="*/ 2418 w 253497"/>
              <a:gd name="connsiteY53" fmla="*/ 130295 h 275610"/>
              <a:gd name="connsiteX54" fmla="*/ 5699 w 253497"/>
              <a:gd name="connsiteY54" fmla="*/ 110654 h 275610"/>
              <a:gd name="connsiteX55" fmla="*/ 100827 w 253497"/>
              <a:gd name="connsiteY55" fmla="*/ 33273 h 275610"/>
              <a:gd name="connsiteX56" fmla="*/ 117232 w 253497"/>
              <a:gd name="connsiteY56" fmla="*/ 33273 h 275610"/>
              <a:gd name="connsiteX57" fmla="*/ 160983 w 253497"/>
              <a:gd name="connsiteY57" fmla="*/ 70918 h 275610"/>
              <a:gd name="connsiteX58" fmla="*/ 209825 w 253497"/>
              <a:gd name="connsiteY58" fmla="*/ 27949 h 275610"/>
              <a:gd name="connsiteX59" fmla="*/ 189628 w 253497"/>
              <a:gd name="connsiteY59" fmla="*/ 27949 h 275610"/>
              <a:gd name="connsiteX60" fmla="*/ 178075 w 253497"/>
              <a:gd name="connsiteY60" fmla="*/ 12185 h 275610"/>
              <a:gd name="connsiteX61" fmla="*/ 189628 w 253497"/>
              <a:gd name="connsiteY61" fmla="*/ 0 h 2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3497" h="275610">
                <a:moveTo>
                  <a:pt x="163887" y="199217"/>
                </a:moveTo>
                <a:cubicBezTo>
                  <a:pt x="169909" y="200031"/>
                  <a:pt x="174651" y="205032"/>
                  <a:pt x="175423" y="211384"/>
                </a:cubicBezTo>
                <a:lnTo>
                  <a:pt x="175423" y="261502"/>
                </a:lnTo>
                <a:cubicBezTo>
                  <a:pt x="175442" y="269273"/>
                  <a:pt x="169486" y="275589"/>
                  <a:pt x="162118" y="275610"/>
                </a:cubicBezTo>
                <a:cubicBezTo>
                  <a:pt x="162107" y="275610"/>
                  <a:pt x="162095" y="275610"/>
                  <a:pt x="162083" y="275610"/>
                </a:cubicBezTo>
                <a:lnTo>
                  <a:pt x="162065" y="275610"/>
                </a:lnTo>
                <a:cubicBezTo>
                  <a:pt x="154807" y="275590"/>
                  <a:pt x="148938" y="269369"/>
                  <a:pt x="148957" y="261714"/>
                </a:cubicBezTo>
                <a:cubicBezTo>
                  <a:pt x="148957" y="261643"/>
                  <a:pt x="148958" y="261573"/>
                  <a:pt x="148959" y="261502"/>
                </a:cubicBezTo>
                <a:lnTo>
                  <a:pt x="148959" y="211384"/>
                </a:lnTo>
                <a:cubicBezTo>
                  <a:pt x="149896" y="203677"/>
                  <a:pt x="156579" y="198230"/>
                  <a:pt x="163887" y="199217"/>
                </a:cubicBezTo>
                <a:close/>
                <a:moveTo>
                  <a:pt x="28690" y="173556"/>
                </a:moveTo>
                <a:cubicBezTo>
                  <a:pt x="35997" y="172488"/>
                  <a:pt x="42742" y="177871"/>
                  <a:pt x="43754" y="185578"/>
                </a:cubicBezTo>
                <a:cubicBezTo>
                  <a:pt x="43922" y="186861"/>
                  <a:pt x="43922" y="188161"/>
                  <a:pt x="43754" y="189444"/>
                </a:cubicBezTo>
                <a:lnTo>
                  <a:pt x="43754" y="261502"/>
                </a:lnTo>
                <a:cubicBezTo>
                  <a:pt x="43774" y="269273"/>
                  <a:pt x="37817" y="275589"/>
                  <a:pt x="30450" y="275610"/>
                </a:cubicBezTo>
                <a:cubicBezTo>
                  <a:pt x="30438" y="275610"/>
                  <a:pt x="30426" y="275610"/>
                  <a:pt x="30414" y="275610"/>
                </a:cubicBezTo>
                <a:cubicBezTo>
                  <a:pt x="23156" y="275600"/>
                  <a:pt x="17279" y="269387"/>
                  <a:pt x="17288" y="261732"/>
                </a:cubicBezTo>
                <a:cubicBezTo>
                  <a:pt x="17288" y="261656"/>
                  <a:pt x="17289" y="261579"/>
                  <a:pt x="17290" y="261502"/>
                </a:cubicBezTo>
                <a:lnTo>
                  <a:pt x="17290" y="189444"/>
                </a:lnTo>
                <a:cubicBezTo>
                  <a:pt x="16278" y="181736"/>
                  <a:pt x="21382" y="174623"/>
                  <a:pt x="28690" y="173556"/>
                </a:cubicBezTo>
                <a:close/>
                <a:moveTo>
                  <a:pt x="226250" y="153273"/>
                </a:moveTo>
                <a:cubicBezTo>
                  <a:pt x="233563" y="152244"/>
                  <a:pt x="240282" y="157662"/>
                  <a:pt x="241257" y="165375"/>
                </a:cubicBezTo>
                <a:cubicBezTo>
                  <a:pt x="241414" y="166611"/>
                  <a:pt x="241414" y="167864"/>
                  <a:pt x="241257" y="169100"/>
                </a:cubicBezTo>
                <a:lnTo>
                  <a:pt x="241257" y="262662"/>
                </a:lnTo>
                <a:cubicBezTo>
                  <a:pt x="240693" y="269984"/>
                  <a:pt x="234882" y="275615"/>
                  <a:pt x="227917" y="275591"/>
                </a:cubicBezTo>
                <a:lnTo>
                  <a:pt x="227899" y="275610"/>
                </a:lnTo>
                <a:cubicBezTo>
                  <a:pt x="220641" y="275600"/>
                  <a:pt x="214765" y="269387"/>
                  <a:pt x="214774" y="261732"/>
                </a:cubicBezTo>
                <a:cubicBezTo>
                  <a:pt x="214774" y="261656"/>
                  <a:pt x="214774" y="261579"/>
                  <a:pt x="214776" y="261502"/>
                </a:cubicBezTo>
                <a:lnTo>
                  <a:pt x="214776" y="169100"/>
                </a:lnTo>
                <a:cubicBezTo>
                  <a:pt x="213800" y="161387"/>
                  <a:pt x="218938" y="154301"/>
                  <a:pt x="226250" y="153273"/>
                </a:cubicBezTo>
                <a:close/>
                <a:moveTo>
                  <a:pt x="98052" y="135220"/>
                </a:moveTo>
                <a:cubicBezTo>
                  <a:pt x="104075" y="136035"/>
                  <a:pt x="108816" y="141035"/>
                  <a:pt x="109588" y="147387"/>
                </a:cubicBezTo>
                <a:lnTo>
                  <a:pt x="109588" y="261274"/>
                </a:lnTo>
                <a:cubicBezTo>
                  <a:pt x="109728" y="269043"/>
                  <a:pt x="103869" y="275460"/>
                  <a:pt x="96503" y="275607"/>
                </a:cubicBezTo>
                <a:cubicBezTo>
                  <a:pt x="96418" y="275609"/>
                  <a:pt x="96333" y="275610"/>
                  <a:pt x="96248" y="275610"/>
                </a:cubicBezTo>
                <a:lnTo>
                  <a:pt x="96230" y="275610"/>
                </a:lnTo>
                <a:cubicBezTo>
                  <a:pt x="88972" y="275590"/>
                  <a:pt x="83104" y="269368"/>
                  <a:pt x="83123" y="261713"/>
                </a:cubicBezTo>
                <a:cubicBezTo>
                  <a:pt x="83123" y="261643"/>
                  <a:pt x="83123" y="261573"/>
                  <a:pt x="83125" y="261502"/>
                </a:cubicBezTo>
                <a:lnTo>
                  <a:pt x="83125" y="147387"/>
                </a:lnTo>
                <a:cubicBezTo>
                  <a:pt x="84061" y="139680"/>
                  <a:pt x="90744" y="134233"/>
                  <a:pt x="98052" y="135220"/>
                </a:cubicBezTo>
                <a:close/>
                <a:moveTo>
                  <a:pt x="189628" y="0"/>
                </a:moveTo>
                <a:lnTo>
                  <a:pt x="240157" y="0"/>
                </a:lnTo>
                <a:cubicBezTo>
                  <a:pt x="247441" y="-1"/>
                  <a:pt x="253379" y="6160"/>
                  <a:pt x="253497" y="13841"/>
                </a:cubicBezTo>
                <a:lnTo>
                  <a:pt x="253497" y="66754"/>
                </a:lnTo>
                <a:cubicBezTo>
                  <a:pt x="253398" y="74450"/>
                  <a:pt x="247455" y="80634"/>
                  <a:pt x="240157" y="80633"/>
                </a:cubicBezTo>
                <a:lnTo>
                  <a:pt x="240157" y="80614"/>
                </a:lnTo>
                <a:cubicBezTo>
                  <a:pt x="232866" y="80615"/>
                  <a:pt x="226925" y="74443"/>
                  <a:pt x="226817" y="66754"/>
                </a:cubicBezTo>
                <a:lnTo>
                  <a:pt x="226817" y="49452"/>
                </a:lnTo>
                <a:lnTo>
                  <a:pt x="170159" y="99798"/>
                </a:lnTo>
                <a:cubicBezTo>
                  <a:pt x="165289" y="104104"/>
                  <a:pt x="158192" y="104104"/>
                  <a:pt x="153322" y="99798"/>
                </a:cubicBezTo>
                <a:lnTo>
                  <a:pt x="109588" y="61906"/>
                </a:lnTo>
                <a:lnTo>
                  <a:pt x="22085" y="132824"/>
                </a:lnTo>
                <a:cubicBezTo>
                  <a:pt x="19535" y="134921"/>
                  <a:pt x="16357" y="135987"/>
                  <a:pt x="13126" y="135827"/>
                </a:cubicBezTo>
                <a:cubicBezTo>
                  <a:pt x="8923" y="135899"/>
                  <a:pt x="4941" y="133842"/>
                  <a:pt x="2418" y="130295"/>
                </a:cubicBezTo>
                <a:cubicBezTo>
                  <a:pt x="-1815" y="123915"/>
                  <a:pt x="-347" y="115124"/>
                  <a:pt x="5699" y="110654"/>
                </a:cubicBezTo>
                <a:lnTo>
                  <a:pt x="100827" y="33273"/>
                </a:lnTo>
                <a:cubicBezTo>
                  <a:pt x="105673" y="29381"/>
                  <a:pt x="112386" y="29381"/>
                  <a:pt x="117232" y="33273"/>
                </a:cubicBezTo>
                <a:lnTo>
                  <a:pt x="160983" y="70918"/>
                </a:lnTo>
                <a:lnTo>
                  <a:pt x="209825" y="27949"/>
                </a:lnTo>
                <a:lnTo>
                  <a:pt x="189628" y="27949"/>
                </a:lnTo>
                <a:cubicBezTo>
                  <a:pt x="182310" y="26961"/>
                  <a:pt x="177138" y="19903"/>
                  <a:pt x="178075" y="12185"/>
                </a:cubicBezTo>
                <a:cubicBezTo>
                  <a:pt x="178847" y="5823"/>
                  <a:pt x="183596" y="815"/>
                  <a:pt x="189628" y="0"/>
                </a:cubicBezTo>
                <a:close/>
              </a:path>
            </a:pathLst>
          </a:custGeom>
          <a:solidFill>
            <a:schemeClr val="accent1"/>
          </a:solidFill>
          <a:ln w="291"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0" name="任意多边形: 形状 119"/>
          <p:cNvSpPr/>
          <p:nvPr/>
        </p:nvSpPr>
        <p:spPr>
          <a:xfrm>
            <a:off x="7790590" y="4969581"/>
            <a:ext cx="272409" cy="320641"/>
          </a:xfrm>
          <a:custGeom>
            <a:avLst/>
            <a:gdLst>
              <a:gd name="connsiteX0" fmla="*/ 107794 w 272409"/>
              <a:gd name="connsiteY0" fmla="*/ 260366 h 320641"/>
              <a:gd name="connsiteX1" fmla="*/ 107794 w 272409"/>
              <a:gd name="connsiteY1" fmla="*/ 272923 h 320641"/>
              <a:gd name="connsiteX2" fmla="*/ 95236 w 272409"/>
              <a:gd name="connsiteY2" fmla="*/ 285481 h 320641"/>
              <a:gd name="connsiteX3" fmla="*/ 82679 w 272409"/>
              <a:gd name="connsiteY3" fmla="*/ 285481 h 320641"/>
              <a:gd name="connsiteX4" fmla="*/ 82679 w 272409"/>
              <a:gd name="connsiteY4" fmla="*/ 295527 h 320641"/>
              <a:gd name="connsiteX5" fmla="*/ 191300 w 272409"/>
              <a:gd name="connsiteY5" fmla="*/ 295527 h 320641"/>
              <a:gd name="connsiteX6" fmla="*/ 191300 w 272409"/>
              <a:gd name="connsiteY6" fmla="*/ 285481 h 320641"/>
              <a:gd name="connsiteX7" fmla="*/ 178429 w 272409"/>
              <a:gd name="connsiteY7" fmla="*/ 285481 h 320641"/>
              <a:gd name="connsiteX8" fmla="*/ 165872 w 272409"/>
              <a:gd name="connsiteY8" fmla="*/ 272923 h 320641"/>
              <a:gd name="connsiteX9" fmla="*/ 165872 w 272409"/>
              <a:gd name="connsiteY9" fmla="*/ 260366 h 320641"/>
              <a:gd name="connsiteX10" fmla="*/ 95236 w 272409"/>
              <a:gd name="connsiteY10" fmla="*/ 235251 h 320641"/>
              <a:gd name="connsiteX11" fmla="*/ 178429 w 272409"/>
              <a:gd name="connsiteY11" fmla="*/ 235251 h 320641"/>
              <a:gd name="connsiteX12" fmla="*/ 190986 w 272409"/>
              <a:gd name="connsiteY12" fmla="*/ 247809 h 320641"/>
              <a:gd name="connsiteX13" fmla="*/ 190986 w 272409"/>
              <a:gd name="connsiteY13" fmla="*/ 260366 h 320641"/>
              <a:gd name="connsiteX14" fmla="*/ 203544 w 272409"/>
              <a:gd name="connsiteY14" fmla="*/ 260366 h 320641"/>
              <a:gd name="connsiteX15" fmla="*/ 216101 w 272409"/>
              <a:gd name="connsiteY15" fmla="*/ 272923 h 320641"/>
              <a:gd name="connsiteX16" fmla="*/ 216101 w 272409"/>
              <a:gd name="connsiteY16" fmla="*/ 308084 h 320641"/>
              <a:gd name="connsiteX17" fmla="*/ 203858 w 272409"/>
              <a:gd name="connsiteY17" fmla="*/ 320641 h 320641"/>
              <a:gd name="connsiteX18" fmla="*/ 70122 w 272409"/>
              <a:gd name="connsiteY18" fmla="*/ 320641 h 320641"/>
              <a:gd name="connsiteX19" fmla="*/ 57564 w 272409"/>
              <a:gd name="connsiteY19" fmla="*/ 308084 h 320641"/>
              <a:gd name="connsiteX20" fmla="*/ 57564 w 272409"/>
              <a:gd name="connsiteY20" fmla="*/ 272923 h 320641"/>
              <a:gd name="connsiteX21" fmla="*/ 70122 w 272409"/>
              <a:gd name="connsiteY21" fmla="*/ 260366 h 320641"/>
              <a:gd name="connsiteX22" fmla="*/ 82679 w 272409"/>
              <a:gd name="connsiteY22" fmla="*/ 260366 h 320641"/>
              <a:gd name="connsiteX23" fmla="*/ 82679 w 272409"/>
              <a:gd name="connsiteY23" fmla="*/ 247809 h 320641"/>
              <a:gd name="connsiteX24" fmla="*/ 95236 w 272409"/>
              <a:gd name="connsiteY24" fmla="*/ 235251 h 320641"/>
              <a:gd name="connsiteX25" fmla="*/ 204603 w 272409"/>
              <a:gd name="connsiteY25" fmla="*/ 24876 h 320641"/>
              <a:gd name="connsiteX26" fmla="*/ 174034 w 272409"/>
              <a:gd name="connsiteY26" fmla="*/ 37473 h 320641"/>
              <a:gd name="connsiteX27" fmla="*/ 107480 w 272409"/>
              <a:gd name="connsiteY27" fmla="*/ 104027 h 320641"/>
              <a:gd name="connsiteX28" fmla="*/ 89586 w 272409"/>
              <a:gd name="connsiteY28" fmla="*/ 104027 h 320641"/>
              <a:gd name="connsiteX29" fmla="*/ 89586 w 272409"/>
              <a:gd name="connsiteY29" fmla="*/ 86132 h 320641"/>
              <a:gd name="connsiteX30" fmla="*/ 118221 w 272409"/>
              <a:gd name="connsiteY30" fmla="*/ 57632 h 320641"/>
              <a:gd name="connsiteX31" fmla="*/ 98376 w 272409"/>
              <a:gd name="connsiteY31" fmla="*/ 37786 h 320641"/>
              <a:gd name="connsiteX32" fmla="*/ 37786 w 272409"/>
              <a:gd name="connsiteY32" fmla="*/ 43123 h 320641"/>
              <a:gd name="connsiteX33" fmla="*/ 37786 w 272409"/>
              <a:gd name="connsiteY33" fmla="*/ 98376 h 320641"/>
              <a:gd name="connsiteX34" fmla="*/ 66577 w 272409"/>
              <a:gd name="connsiteY34" fmla="*/ 127258 h 320641"/>
              <a:gd name="connsiteX35" fmla="*/ 66668 w 272409"/>
              <a:gd name="connsiteY35" fmla="*/ 127258 h 320641"/>
              <a:gd name="connsiteX36" fmla="*/ 136206 w 272409"/>
              <a:gd name="connsiteY36" fmla="*/ 196794 h 320641"/>
              <a:gd name="connsiteX37" fmla="*/ 206055 w 272409"/>
              <a:gd name="connsiteY37" fmla="*/ 127258 h 320641"/>
              <a:gd name="connsiteX38" fmla="*/ 206055 w 272409"/>
              <a:gd name="connsiteY38" fmla="*/ 127258 h 320641"/>
              <a:gd name="connsiteX39" fmla="*/ 234937 w 272409"/>
              <a:gd name="connsiteY39" fmla="*/ 98376 h 320641"/>
              <a:gd name="connsiteX40" fmla="*/ 234937 w 272409"/>
              <a:gd name="connsiteY40" fmla="*/ 37473 h 320641"/>
              <a:gd name="connsiteX41" fmla="*/ 204603 w 272409"/>
              <a:gd name="connsiteY41" fmla="*/ 24876 h 320641"/>
              <a:gd name="connsiteX42" fmla="*/ 68150 w 272409"/>
              <a:gd name="connsiteY42" fmla="*/ 0 h 320641"/>
              <a:gd name="connsiteX43" fmla="*/ 116270 w 272409"/>
              <a:gd name="connsiteY43" fmla="*/ 19892 h 320641"/>
              <a:gd name="connsiteX44" fmla="*/ 136158 w 272409"/>
              <a:gd name="connsiteY44" fmla="*/ 39780 h 320641"/>
              <a:gd name="connsiteX45" fmla="*/ 156140 w 272409"/>
              <a:gd name="connsiteY45" fmla="*/ 19892 h 320641"/>
              <a:gd name="connsiteX46" fmla="*/ 252517 w 272409"/>
              <a:gd name="connsiteY46" fmla="*/ 20029 h 320641"/>
              <a:gd name="connsiteX47" fmla="*/ 252517 w 272409"/>
              <a:gd name="connsiteY47" fmla="*/ 116270 h 320641"/>
              <a:gd name="connsiteX48" fmla="*/ 223950 w 272409"/>
              <a:gd name="connsiteY48" fmla="*/ 144837 h 320641"/>
              <a:gd name="connsiteX49" fmla="*/ 223950 w 272409"/>
              <a:gd name="connsiteY49" fmla="*/ 145152 h 320641"/>
              <a:gd name="connsiteX50" fmla="*/ 145152 w 272409"/>
              <a:gd name="connsiteY50" fmla="*/ 223636 h 320641"/>
              <a:gd name="connsiteX51" fmla="*/ 136362 w 272409"/>
              <a:gd name="connsiteY51" fmla="*/ 227403 h 320641"/>
              <a:gd name="connsiteX52" fmla="*/ 136208 w 272409"/>
              <a:gd name="connsiteY52" fmla="*/ 227337 h 320641"/>
              <a:gd name="connsiteX53" fmla="*/ 136048 w 272409"/>
              <a:gd name="connsiteY53" fmla="*/ 227403 h 320641"/>
              <a:gd name="connsiteX54" fmla="*/ 127258 w 272409"/>
              <a:gd name="connsiteY54" fmla="*/ 223636 h 320641"/>
              <a:gd name="connsiteX55" fmla="*/ 19892 w 272409"/>
              <a:gd name="connsiteY55" fmla="*/ 116270 h 320641"/>
              <a:gd name="connsiteX56" fmla="*/ 20029 w 272409"/>
              <a:gd name="connsiteY56" fmla="*/ 19892 h 320641"/>
              <a:gd name="connsiteX57" fmla="*/ 68150 w 272409"/>
              <a:gd name="connsiteY57" fmla="*/ 0 h 32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72409" h="320641">
                <a:moveTo>
                  <a:pt x="107794" y="260366"/>
                </a:moveTo>
                <a:lnTo>
                  <a:pt x="107794" y="272923"/>
                </a:lnTo>
                <a:cubicBezTo>
                  <a:pt x="107794" y="279859"/>
                  <a:pt x="102172" y="285481"/>
                  <a:pt x="95236" y="285481"/>
                </a:cubicBezTo>
                <a:lnTo>
                  <a:pt x="82679" y="285481"/>
                </a:lnTo>
                <a:lnTo>
                  <a:pt x="82679" y="295527"/>
                </a:lnTo>
                <a:lnTo>
                  <a:pt x="191300" y="295527"/>
                </a:lnTo>
                <a:lnTo>
                  <a:pt x="191300" y="285481"/>
                </a:lnTo>
                <a:lnTo>
                  <a:pt x="178429" y="285481"/>
                </a:lnTo>
                <a:cubicBezTo>
                  <a:pt x="171494" y="285481"/>
                  <a:pt x="165872" y="279859"/>
                  <a:pt x="165872" y="272923"/>
                </a:cubicBezTo>
                <a:lnTo>
                  <a:pt x="165872" y="260366"/>
                </a:lnTo>
                <a:close/>
                <a:moveTo>
                  <a:pt x="95236" y="235251"/>
                </a:moveTo>
                <a:lnTo>
                  <a:pt x="178429" y="235251"/>
                </a:lnTo>
                <a:cubicBezTo>
                  <a:pt x="185364" y="235251"/>
                  <a:pt x="190986" y="240873"/>
                  <a:pt x="190986" y="247809"/>
                </a:cubicBezTo>
                <a:lnTo>
                  <a:pt x="190986" y="260366"/>
                </a:lnTo>
                <a:lnTo>
                  <a:pt x="203544" y="260366"/>
                </a:lnTo>
                <a:cubicBezTo>
                  <a:pt x="210479" y="260366"/>
                  <a:pt x="216101" y="265988"/>
                  <a:pt x="216101" y="272923"/>
                </a:cubicBezTo>
                <a:lnTo>
                  <a:pt x="216101" y="308084"/>
                </a:lnTo>
                <a:cubicBezTo>
                  <a:pt x="216103" y="314899"/>
                  <a:pt x="210670" y="320471"/>
                  <a:pt x="203858" y="320641"/>
                </a:cubicBezTo>
                <a:lnTo>
                  <a:pt x="70122" y="320641"/>
                </a:lnTo>
                <a:cubicBezTo>
                  <a:pt x="63186" y="320641"/>
                  <a:pt x="57564" y="315019"/>
                  <a:pt x="57564" y="308084"/>
                </a:cubicBezTo>
                <a:lnTo>
                  <a:pt x="57564" y="272923"/>
                </a:lnTo>
                <a:cubicBezTo>
                  <a:pt x="57564" y="265988"/>
                  <a:pt x="63186" y="260366"/>
                  <a:pt x="70122" y="260366"/>
                </a:cubicBezTo>
                <a:lnTo>
                  <a:pt x="82679" y="260366"/>
                </a:lnTo>
                <a:lnTo>
                  <a:pt x="82679" y="247809"/>
                </a:lnTo>
                <a:cubicBezTo>
                  <a:pt x="82679" y="240873"/>
                  <a:pt x="88301" y="235251"/>
                  <a:pt x="95236" y="235251"/>
                </a:cubicBezTo>
                <a:close/>
                <a:moveTo>
                  <a:pt x="204603" y="24876"/>
                </a:moveTo>
                <a:cubicBezTo>
                  <a:pt x="193576" y="24915"/>
                  <a:pt x="182510" y="29154"/>
                  <a:pt x="174034" y="37473"/>
                </a:cubicBezTo>
                <a:lnTo>
                  <a:pt x="107480" y="104027"/>
                </a:lnTo>
                <a:cubicBezTo>
                  <a:pt x="102538" y="108968"/>
                  <a:pt x="94527" y="108968"/>
                  <a:pt x="89586" y="104027"/>
                </a:cubicBezTo>
                <a:cubicBezTo>
                  <a:pt x="84644" y="99085"/>
                  <a:pt x="84644" y="91074"/>
                  <a:pt x="89586" y="86132"/>
                </a:cubicBezTo>
                <a:lnTo>
                  <a:pt x="118221" y="57632"/>
                </a:lnTo>
                <a:lnTo>
                  <a:pt x="98376" y="37786"/>
                </a:lnTo>
                <a:cubicBezTo>
                  <a:pt x="80171" y="22529"/>
                  <a:pt x="53044" y="24918"/>
                  <a:pt x="37786" y="43123"/>
                </a:cubicBezTo>
                <a:cubicBezTo>
                  <a:pt x="24392" y="59106"/>
                  <a:pt x="24392" y="82394"/>
                  <a:pt x="37786" y="98376"/>
                </a:cubicBezTo>
                <a:lnTo>
                  <a:pt x="66577" y="127258"/>
                </a:lnTo>
                <a:lnTo>
                  <a:pt x="66668" y="127258"/>
                </a:lnTo>
                <a:lnTo>
                  <a:pt x="136206" y="196794"/>
                </a:lnTo>
                <a:lnTo>
                  <a:pt x="206055" y="127258"/>
                </a:lnTo>
                <a:lnTo>
                  <a:pt x="206055" y="127258"/>
                </a:lnTo>
                <a:lnTo>
                  <a:pt x="234937" y="98376"/>
                </a:lnTo>
                <a:cubicBezTo>
                  <a:pt x="251576" y="81737"/>
                  <a:pt x="251576" y="54425"/>
                  <a:pt x="234937" y="37473"/>
                </a:cubicBezTo>
                <a:cubicBezTo>
                  <a:pt x="226618" y="28997"/>
                  <a:pt x="215630" y="24837"/>
                  <a:pt x="204603" y="24876"/>
                </a:cubicBezTo>
                <a:close/>
                <a:moveTo>
                  <a:pt x="68150" y="0"/>
                </a:moveTo>
                <a:cubicBezTo>
                  <a:pt x="85561" y="0"/>
                  <a:pt x="102971" y="6631"/>
                  <a:pt x="116270" y="19892"/>
                </a:cubicBezTo>
                <a:lnTo>
                  <a:pt x="136158" y="39780"/>
                </a:lnTo>
                <a:lnTo>
                  <a:pt x="156140" y="19892"/>
                </a:lnTo>
                <a:cubicBezTo>
                  <a:pt x="182791" y="-6684"/>
                  <a:pt x="225941" y="-6623"/>
                  <a:pt x="252517" y="20029"/>
                </a:cubicBezTo>
                <a:cubicBezTo>
                  <a:pt x="279040" y="46627"/>
                  <a:pt x="279040" y="89672"/>
                  <a:pt x="252517" y="116270"/>
                </a:cubicBezTo>
                <a:lnTo>
                  <a:pt x="223950" y="144837"/>
                </a:lnTo>
                <a:lnTo>
                  <a:pt x="223950" y="145152"/>
                </a:lnTo>
                <a:lnTo>
                  <a:pt x="145152" y="223636"/>
                </a:lnTo>
                <a:cubicBezTo>
                  <a:pt x="142833" y="226002"/>
                  <a:pt x="139674" y="227356"/>
                  <a:pt x="136362" y="227403"/>
                </a:cubicBezTo>
                <a:lnTo>
                  <a:pt x="136208" y="227337"/>
                </a:lnTo>
                <a:lnTo>
                  <a:pt x="136048" y="227403"/>
                </a:lnTo>
                <a:cubicBezTo>
                  <a:pt x="132736" y="227356"/>
                  <a:pt x="129576" y="226002"/>
                  <a:pt x="127258" y="223636"/>
                </a:cubicBezTo>
                <a:lnTo>
                  <a:pt x="19892" y="116270"/>
                </a:lnTo>
                <a:cubicBezTo>
                  <a:pt x="-6684" y="89618"/>
                  <a:pt x="-6623" y="46468"/>
                  <a:pt x="20029" y="19892"/>
                </a:cubicBezTo>
                <a:cubicBezTo>
                  <a:pt x="33328" y="6631"/>
                  <a:pt x="50739" y="0"/>
                  <a:pt x="68150" y="0"/>
                </a:cubicBezTo>
                <a:close/>
              </a:path>
            </a:pathLst>
          </a:custGeom>
          <a:solidFill>
            <a:schemeClr val="accent1"/>
          </a:solidFill>
          <a:ln w="30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1" name="任意多边形: 形状 120"/>
          <p:cNvSpPr/>
          <p:nvPr/>
        </p:nvSpPr>
        <p:spPr>
          <a:xfrm>
            <a:off x="8887814" y="4727180"/>
            <a:ext cx="247474" cy="280736"/>
          </a:xfrm>
          <a:custGeom>
            <a:avLst/>
            <a:gdLst>
              <a:gd name="connsiteX0" fmla="*/ 181072 w 247474"/>
              <a:gd name="connsiteY0" fmla="*/ 84508 h 280736"/>
              <a:gd name="connsiteX1" fmla="*/ 189794 w 247474"/>
              <a:gd name="connsiteY1" fmla="*/ 87532 h 280736"/>
              <a:gd name="connsiteX2" fmla="*/ 190725 w 247474"/>
              <a:gd name="connsiteY2" fmla="*/ 104279 h 280736"/>
              <a:gd name="connsiteX3" fmla="*/ 190546 w 247474"/>
              <a:gd name="connsiteY3" fmla="*/ 104479 h 280736"/>
              <a:gd name="connsiteX4" fmla="*/ 190725 w 247474"/>
              <a:gd name="connsiteY4" fmla="*/ 107695 h 280736"/>
              <a:gd name="connsiteX5" fmla="*/ 118157 w 247474"/>
              <a:gd name="connsiteY5" fmla="*/ 188635 h 280736"/>
              <a:gd name="connsiteX6" fmla="*/ 101410 w 247474"/>
              <a:gd name="connsiteY6" fmla="*/ 189566 h 280736"/>
              <a:gd name="connsiteX7" fmla="*/ 59544 w 247474"/>
              <a:gd name="connsiteY7" fmla="*/ 148630 h 280736"/>
              <a:gd name="connsiteX8" fmla="*/ 59544 w 247474"/>
              <a:gd name="connsiteY8" fmla="*/ 145214 h 280736"/>
              <a:gd name="connsiteX9" fmla="*/ 59544 w 247474"/>
              <a:gd name="connsiteY9" fmla="*/ 131883 h 280736"/>
              <a:gd name="connsiteX10" fmla="*/ 59544 w 247474"/>
              <a:gd name="connsiteY10" fmla="*/ 128467 h 280736"/>
              <a:gd name="connsiteX11" fmla="*/ 76291 w 247474"/>
              <a:gd name="connsiteY11" fmla="*/ 128467 h 280736"/>
              <a:gd name="connsiteX12" fmla="*/ 108851 w 247474"/>
              <a:gd name="connsiteY12" fmla="*/ 161031 h 280736"/>
              <a:gd name="connsiteX13" fmla="*/ 173047 w 247474"/>
              <a:gd name="connsiteY13" fmla="*/ 88463 h 280736"/>
              <a:gd name="connsiteX14" fmla="*/ 181072 w 247474"/>
              <a:gd name="connsiteY14" fmla="*/ 84508 h 280736"/>
              <a:gd name="connsiteX15" fmla="*/ 123596 w 247474"/>
              <a:gd name="connsiteY15" fmla="*/ 27324 h 280736"/>
              <a:gd name="connsiteX16" fmla="*/ 123285 w 247474"/>
              <a:gd name="connsiteY16" fmla="*/ 27539 h 280736"/>
              <a:gd name="connsiteX17" fmla="*/ 122689 w 247474"/>
              <a:gd name="connsiteY17" fmla="*/ 27958 h 280736"/>
              <a:gd name="connsiteX18" fmla="*/ 122085 w 247474"/>
              <a:gd name="connsiteY18" fmla="*/ 28323 h 280736"/>
              <a:gd name="connsiteX19" fmla="*/ 78424 w 247474"/>
              <a:gd name="connsiteY19" fmla="*/ 48742 h 280736"/>
              <a:gd name="connsiteX20" fmla="*/ 61412 w 247474"/>
              <a:gd name="connsiteY20" fmla="*/ 54426 h 280736"/>
              <a:gd name="connsiteX21" fmla="*/ 60299 w 247474"/>
              <a:gd name="connsiteY21" fmla="*/ 54616 h 280736"/>
              <a:gd name="connsiteX22" fmla="*/ 29594 w 247474"/>
              <a:gd name="connsiteY22" fmla="*/ 59887 h 280736"/>
              <a:gd name="connsiteX23" fmla="*/ 28327 w 247474"/>
              <a:gd name="connsiteY23" fmla="*/ 60087 h 280736"/>
              <a:gd name="connsiteX24" fmla="*/ 27902 w 247474"/>
              <a:gd name="connsiteY24" fmla="*/ 60647 h 280736"/>
              <a:gd name="connsiteX25" fmla="*/ 26349 w 247474"/>
              <a:gd name="connsiteY25" fmla="*/ 61885 h 280736"/>
              <a:gd name="connsiteX26" fmla="*/ 26144 w 247474"/>
              <a:gd name="connsiteY26" fmla="*/ 63581 h 280736"/>
              <a:gd name="connsiteX27" fmla="*/ 26144 w 247474"/>
              <a:gd name="connsiteY27" fmla="*/ 159429 h 280736"/>
              <a:gd name="connsiteX28" fmla="*/ 61497 w 247474"/>
              <a:gd name="connsiteY28" fmla="*/ 221194 h 280736"/>
              <a:gd name="connsiteX29" fmla="*/ 122868 w 247474"/>
              <a:gd name="connsiteY29" fmla="*/ 253539 h 280736"/>
              <a:gd name="connsiteX30" fmla="*/ 184795 w 247474"/>
              <a:gd name="connsiteY30" fmla="*/ 221150 h 280736"/>
              <a:gd name="connsiteX31" fmla="*/ 221334 w 247474"/>
              <a:gd name="connsiteY31" fmla="*/ 159258 h 280736"/>
              <a:gd name="connsiteX32" fmla="*/ 221334 w 247474"/>
              <a:gd name="connsiteY32" fmla="*/ 63581 h 280736"/>
              <a:gd name="connsiteX33" fmla="*/ 218719 w 247474"/>
              <a:gd name="connsiteY33" fmla="*/ 60090 h 280736"/>
              <a:gd name="connsiteX34" fmla="*/ 218121 w 247474"/>
              <a:gd name="connsiteY34" fmla="*/ 60087 h 280736"/>
              <a:gd name="connsiteX35" fmla="*/ 217649 w 247474"/>
              <a:gd name="connsiteY35" fmla="*/ 60060 h 280736"/>
              <a:gd name="connsiteX36" fmla="*/ 169054 w 247474"/>
              <a:gd name="connsiteY36" fmla="*/ 48738 h 280736"/>
              <a:gd name="connsiteX37" fmla="*/ 168942 w 247474"/>
              <a:gd name="connsiteY37" fmla="*/ 48700 h 280736"/>
              <a:gd name="connsiteX38" fmla="*/ 125815 w 247474"/>
              <a:gd name="connsiteY38" fmla="*/ 28554 h 280736"/>
              <a:gd name="connsiteX39" fmla="*/ 125424 w 247474"/>
              <a:gd name="connsiteY39" fmla="*/ 28331 h 280736"/>
              <a:gd name="connsiteX40" fmla="*/ 125052 w 247474"/>
              <a:gd name="connsiteY40" fmla="*/ 28108 h 280736"/>
              <a:gd name="connsiteX41" fmla="*/ 123596 w 247474"/>
              <a:gd name="connsiteY41" fmla="*/ 27324 h 280736"/>
              <a:gd name="connsiteX42" fmla="*/ 123392 w 247474"/>
              <a:gd name="connsiteY42" fmla="*/ 0 h 280736"/>
              <a:gd name="connsiteX43" fmla="*/ 135383 w 247474"/>
              <a:gd name="connsiteY43" fmla="*/ 3876 h 280736"/>
              <a:gd name="connsiteX44" fmla="*/ 178659 w 247474"/>
              <a:gd name="connsiteY44" fmla="*/ 24126 h 280736"/>
              <a:gd name="connsiteX45" fmla="*/ 225247 w 247474"/>
              <a:gd name="connsiteY45" fmla="*/ 35117 h 280736"/>
              <a:gd name="connsiteX46" fmla="*/ 247474 w 247474"/>
              <a:gd name="connsiteY46" fmla="*/ 58381 h 280736"/>
              <a:gd name="connsiteX47" fmla="*/ 247474 w 247474"/>
              <a:gd name="connsiteY47" fmla="*/ 160715 h 280736"/>
              <a:gd name="connsiteX48" fmla="*/ 202393 w 247474"/>
              <a:gd name="connsiteY48" fmla="*/ 240919 h 280736"/>
              <a:gd name="connsiteX49" fmla="*/ 122809 w 247474"/>
              <a:gd name="connsiteY49" fmla="*/ 280736 h 280736"/>
              <a:gd name="connsiteX50" fmla="*/ 43793 w 247474"/>
              <a:gd name="connsiteY50" fmla="*/ 240910 h 280736"/>
              <a:gd name="connsiteX51" fmla="*/ 0 w 247474"/>
              <a:gd name="connsiteY51" fmla="*/ 160718 h 280736"/>
              <a:gd name="connsiteX52" fmla="*/ 0 w 247474"/>
              <a:gd name="connsiteY52" fmla="*/ 58384 h 280736"/>
              <a:gd name="connsiteX53" fmla="*/ 7291 w 247474"/>
              <a:gd name="connsiteY53" fmla="*/ 41537 h 280736"/>
              <a:gd name="connsiteX54" fmla="*/ 20234 w 247474"/>
              <a:gd name="connsiteY54" fmla="*/ 35123 h 280736"/>
              <a:gd name="connsiteX55" fmla="*/ 52334 w 247474"/>
              <a:gd name="connsiteY55" fmla="*/ 29621 h 280736"/>
              <a:gd name="connsiteX56" fmla="*/ 68893 w 247474"/>
              <a:gd name="connsiteY56" fmla="*/ 24101 h 280736"/>
              <a:gd name="connsiteX57" fmla="*/ 111984 w 247474"/>
              <a:gd name="connsiteY57" fmla="*/ 3942 h 280736"/>
              <a:gd name="connsiteX58" fmla="*/ 123392 w 247474"/>
              <a:gd name="connsiteY58" fmla="*/ 0 h 28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47474" h="280736">
                <a:moveTo>
                  <a:pt x="181072" y="84508"/>
                </a:moveTo>
                <a:cubicBezTo>
                  <a:pt x="183979" y="84275"/>
                  <a:pt x="187003" y="85206"/>
                  <a:pt x="189794" y="87532"/>
                </a:cubicBezTo>
                <a:cubicBezTo>
                  <a:pt x="194447" y="92185"/>
                  <a:pt x="195378" y="98696"/>
                  <a:pt x="190725" y="104279"/>
                </a:cubicBezTo>
                <a:lnTo>
                  <a:pt x="190546" y="104479"/>
                </a:lnTo>
                <a:lnTo>
                  <a:pt x="190725" y="107695"/>
                </a:lnTo>
                <a:lnTo>
                  <a:pt x="118157" y="188635"/>
                </a:lnTo>
                <a:cubicBezTo>
                  <a:pt x="113504" y="193288"/>
                  <a:pt x="106062" y="194219"/>
                  <a:pt x="101410" y="189566"/>
                </a:cubicBezTo>
                <a:lnTo>
                  <a:pt x="59544" y="148630"/>
                </a:lnTo>
                <a:lnTo>
                  <a:pt x="59544" y="145214"/>
                </a:lnTo>
                <a:lnTo>
                  <a:pt x="59544" y="131883"/>
                </a:lnTo>
                <a:lnTo>
                  <a:pt x="59544" y="128467"/>
                </a:lnTo>
                <a:cubicBezTo>
                  <a:pt x="64196" y="123815"/>
                  <a:pt x="71638" y="123815"/>
                  <a:pt x="76291" y="128467"/>
                </a:cubicBezTo>
                <a:lnTo>
                  <a:pt x="108851" y="161031"/>
                </a:lnTo>
                <a:lnTo>
                  <a:pt x="173047" y="88463"/>
                </a:lnTo>
                <a:cubicBezTo>
                  <a:pt x="175374" y="86137"/>
                  <a:pt x="178165" y="84741"/>
                  <a:pt x="181072" y="84508"/>
                </a:cubicBezTo>
                <a:close/>
                <a:moveTo>
                  <a:pt x="123596" y="27324"/>
                </a:moveTo>
                <a:cubicBezTo>
                  <a:pt x="123508" y="27380"/>
                  <a:pt x="123406" y="27451"/>
                  <a:pt x="123285" y="27539"/>
                </a:cubicBezTo>
                <a:lnTo>
                  <a:pt x="122689" y="27958"/>
                </a:lnTo>
                <a:lnTo>
                  <a:pt x="122085" y="28323"/>
                </a:lnTo>
                <a:cubicBezTo>
                  <a:pt x="116947" y="31316"/>
                  <a:pt x="98702" y="41590"/>
                  <a:pt x="78424" y="48742"/>
                </a:cubicBezTo>
                <a:lnTo>
                  <a:pt x="61412" y="54426"/>
                </a:lnTo>
                <a:lnTo>
                  <a:pt x="60299" y="54616"/>
                </a:lnTo>
                <a:cubicBezTo>
                  <a:pt x="50826" y="56342"/>
                  <a:pt x="40790" y="58023"/>
                  <a:pt x="29594" y="59887"/>
                </a:cubicBezTo>
                <a:lnTo>
                  <a:pt x="28327" y="60087"/>
                </a:lnTo>
                <a:lnTo>
                  <a:pt x="27902" y="60647"/>
                </a:lnTo>
                <a:lnTo>
                  <a:pt x="26349" y="61885"/>
                </a:lnTo>
                <a:cubicBezTo>
                  <a:pt x="26364" y="61906"/>
                  <a:pt x="26144" y="62470"/>
                  <a:pt x="26144" y="63581"/>
                </a:cubicBezTo>
                <a:lnTo>
                  <a:pt x="26144" y="159429"/>
                </a:lnTo>
                <a:cubicBezTo>
                  <a:pt x="26144" y="177336"/>
                  <a:pt x="39361" y="200425"/>
                  <a:pt x="61497" y="221194"/>
                </a:cubicBezTo>
                <a:cubicBezTo>
                  <a:pt x="82444" y="240844"/>
                  <a:pt x="106535" y="253539"/>
                  <a:pt x="122868" y="253539"/>
                </a:cubicBezTo>
                <a:cubicBezTo>
                  <a:pt x="139188" y="253539"/>
                  <a:pt x="163496" y="240826"/>
                  <a:pt x="184795" y="221150"/>
                </a:cubicBezTo>
                <a:cubicBezTo>
                  <a:pt x="207306" y="200355"/>
                  <a:pt x="220967" y="177216"/>
                  <a:pt x="221334" y="159258"/>
                </a:cubicBezTo>
                <a:lnTo>
                  <a:pt x="221334" y="63581"/>
                </a:lnTo>
                <a:cubicBezTo>
                  <a:pt x="221334" y="62232"/>
                  <a:pt x="220624" y="60090"/>
                  <a:pt x="218719" y="60090"/>
                </a:cubicBezTo>
                <a:lnTo>
                  <a:pt x="218121" y="60087"/>
                </a:lnTo>
                <a:lnTo>
                  <a:pt x="217649" y="60060"/>
                </a:lnTo>
                <a:cubicBezTo>
                  <a:pt x="204809" y="59139"/>
                  <a:pt x="186207" y="54802"/>
                  <a:pt x="169054" y="48738"/>
                </a:cubicBezTo>
                <a:lnTo>
                  <a:pt x="168942" y="48700"/>
                </a:lnTo>
                <a:cubicBezTo>
                  <a:pt x="152015" y="42462"/>
                  <a:pt x="137007" y="34658"/>
                  <a:pt x="125815" y="28554"/>
                </a:cubicBezTo>
                <a:lnTo>
                  <a:pt x="125424" y="28331"/>
                </a:lnTo>
                <a:lnTo>
                  <a:pt x="125052" y="28108"/>
                </a:lnTo>
                <a:cubicBezTo>
                  <a:pt x="124374" y="27680"/>
                  <a:pt x="123896" y="27448"/>
                  <a:pt x="123596" y="27324"/>
                </a:cubicBezTo>
                <a:close/>
                <a:moveTo>
                  <a:pt x="123392" y="0"/>
                </a:moveTo>
                <a:cubicBezTo>
                  <a:pt x="127277" y="0"/>
                  <a:pt x="131200" y="1269"/>
                  <a:pt x="135383" y="3876"/>
                </a:cubicBezTo>
                <a:cubicBezTo>
                  <a:pt x="146732" y="10067"/>
                  <a:pt x="161893" y="17953"/>
                  <a:pt x="178659" y="24126"/>
                </a:cubicBezTo>
                <a:cubicBezTo>
                  <a:pt x="195444" y="30044"/>
                  <a:pt x="213293" y="34259"/>
                  <a:pt x="225247" y="35117"/>
                </a:cubicBezTo>
                <a:cubicBezTo>
                  <a:pt x="237717" y="35173"/>
                  <a:pt x="247474" y="45372"/>
                  <a:pt x="247474" y="58381"/>
                </a:cubicBezTo>
                <a:lnTo>
                  <a:pt x="247474" y="160715"/>
                </a:lnTo>
                <a:cubicBezTo>
                  <a:pt x="247041" y="185257"/>
                  <a:pt x="230188" y="215220"/>
                  <a:pt x="202393" y="240919"/>
                </a:cubicBezTo>
                <a:cubicBezTo>
                  <a:pt x="175830" y="265480"/>
                  <a:pt x="145334" y="280736"/>
                  <a:pt x="122809" y="280736"/>
                </a:cubicBezTo>
                <a:cubicBezTo>
                  <a:pt x="100266" y="280736"/>
                  <a:pt x="69990" y="265474"/>
                  <a:pt x="43793" y="240910"/>
                </a:cubicBezTo>
                <a:cubicBezTo>
                  <a:pt x="16371" y="215195"/>
                  <a:pt x="0" y="185217"/>
                  <a:pt x="0" y="160718"/>
                </a:cubicBezTo>
                <a:lnTo>
                  <a:pt x="0" y="58384"/>
                </a:lnTo>
                <a:cubicBezTo>
                  <a:pt x="0" y="51410"/>
                  <a:pt x="2585" y="45444"/>
                  <a:pt x="7291" y="41537"/>
                </a:cubicBezTo>
                <a:cubicBezTo>
                  <a:pt x="10562" y="37342"/>
                  <a:pt x="14914" y="35186"/>
                  <a:pt x="20234" y="35123"/>
                </a:cubicBezTo>
                <a:cubicBezTo>
                  <a:pt x="31025" y="33331"/>
                  <a:pt x="42167" y="31476"/>
                  <a:pt x="52334" y="29621"/>
                </a:cubicBezTo>
                <a:lnTo>
                  <a:pt x="68893" y="24101"/>
                </a:lnTo>
                <a:cubicBezTo>
                  <a:pt x="84703" y="18517"/>
                  <a:pt x="101500" y="10039"/>
                  <a:pt x="111984" y="3942"/>
                </a:cubicBezTo>
                <a:cubicBezTo>
                  <a:pt x="115728" y="1288"/>
                  <a:pt x="119460" y="0"/>
                  <a:pt x="123392" y="0"/>
                </a:cubicBezTo>
                <a:close/>
              </a:path>
            </a:pathLst>
          </a:custGeom>
          <a:solidFill>
            <a:schemeClr val="accent1"/>
          </a:solidFill>
          <a:ln w="30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122" name="组合 121"/>
          <p:cNvGrpSpPr/>
          <p:nvPr/>
        </p:nvGrpSpPr>
        <p:grpSpPr>
          <a:xfrm>
            <a:off x="8733526" y="4962808"/>
            <a:ext cx="544068" cy="281483"/>
            <a:chOff x="2916625" y="4819454"/>
            <a:chExt cx="544068" cy="281483"/>
          </a:xfrm>
        </p:grpSpPr>
        <p:sp>
          <p:nvSpPr>
            <p:cNvPr id="123" name="椭圆 122"/>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4" name="椭圆 123"/>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5" name="组合 124"/>
          <p:cNvGrpSpPr/>
          <p:nvPr/>
        </p:nvGrpSpPr>
        <p:grpSpPr>
          <a:xfrm>
            <a:off x="7654764" y="5239230"/>
            <a:ext cx="544068" cy="281483"/>
            <a:chOff x="2916625" y="4819454"/>
            <a:chExt cx="544068" cy="281483"/>
          </a:xfrm>
        </p:grpSpPr>
        <p:sp>
          <p:nvSpPr>
            <p:cNvPr id="126" name="椭圆 125"/>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27" name="椭圆 126"/>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28" name="组合 127"/>
          <p:cNvGrpSpPr/>
          <p:nvPr/>
        </p:nvGrpSpPr>
        <p:grpSpPr>
          <a:xfrm>
            <a:off x="6418633" y="5394839"/>
            <a:ext cx="544068" cy="281483"/>
            <a:chOff x="2916625" y="4819454"/>
            <a:chExt cx="544068" cy="281483"/>
          </a:xfrm>
        </p:grpSpPr>
        <p:sp>
          <p:nvSpPr>
            <p:cNvPr id="129" name="椭圆 128"/>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0" name="椭圆 129"/>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1" name="组合 130"/>
          <p:cNvGrpSpPr/>
          <p:nvPr/>
        </p:nvGrpSpPr>
        <p:grpSpPr>
          <a:xfrm>
            <a:off x="5255254" y="5394839"/>
            <a:ext cx="544068" cy="281483"/>
            <a:chOff x="2916625" y="4819454"/>
            <a:chExt cx="544068" cy="281483"/>
          </a:xfrm>
        </p:grpSpPr>
        <p:sp>
          <p:nvSpPr>
            <p:cNvPr id="132" name="椭圆 131"/>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3" name="椭圆 132"/>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4" name="组合 133"/>
          <p:cNvGrpSpPr/>
          <p:nvPr/>
        </p:nvGrpSpPr>
        <p:grpSpPr>
          <a:xfrm>
            <a:off x="4019125" y="5239230"/>
            <a:ext cx="544068" cy="281483"/>
            <a:chOff x="2916625" y="4819454"/>
            <a:chExt cx="544068" cy="281483"/>
          </a:xfrm>
        </p:grpSpPr>
        <p:sp>
          <p:nvSpPr>
            <p:cNvPr id="135" name="椭圆 134"/>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36" name="椭圆 135"/>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30" name="标题 29"/>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城市大数据模型</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形状 33"/>
          <p:cNvSpPr/>
          <p:nvPr/>
        </p:nvSpPr>
        <p:spPr>
          <a:xfrm flipV="1">
            <a:off x="2254250" y="1629335"/>
            <a:ext cx="7683500" cy="4110645"/>
          </a:xfrm>
          <a:custGeom>
            <a:avLst/>
            <a:gdLst>
              <a:gd name="connsiteX0" fmla="*/ 0 w 7683500"/>
              <a:gd name="connsiteY0" fmla="*/ 4110645 h 4110645"/>
              <a:gd name="connsiteX1" fmla="*/ 7683500 w 7683500"/>
              <a:gd name="connsiteY1" fmla="*/ 4110645 h 4110645"/>
              <a:gd name="connsiteX2" fmla="*/ 5771022 w 7683500"/>
              <a:gd name="connsiteY2" fmla="*/ 0 h 4110645"/>
              <a:gd name="connsiteX3" fmla="*/ 5739395 w 7683500"/>
              <a:gd name="connsiteY3" fmla="*/ 0 h 4110645"/>
              <a:gd name="connsiteX4" fmla="*/ 5746750 w 7683500"/>
              <a:gd name="connsiteY4" fmla="*/ 24049 h 4110645"/>
              <a:gd name="connsiteX5" fmla="*/ 3841750 w 7683500"/>
              <a:gd name="connsiteY5" fmla="*/ 338553 h 4110645"/>
              <a:gd name="connsiteX6" fmla="*/ 1936750 w 7683500"/>
              <a:gd name="connsiteY6" fmla="*/ 24049 h 4110645"/>
              <a:gd name="connsiteX7" fmla="*/ 1944106 w 7683500"/>
              <a:gd name="connsiteY7" fmla="*/ 0 h 4110645"/>
              <a:gd name="connsiteX8" fmla="*/ 1912478 w 7683500"/>
              <a:gd name="connsiteY8" fmla="*/ 0 h 4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3500" h="4110645">
                <a:moveTo>
                  <a:pt x="0" y="4110645"/>
                </a:moveTo>
                <a:lnTo>
                  <a:pt x="7683500" y="4110645"/>
                </a:lnTo>
                <a:lnTo>
                  <a:pt x="5771022" y="0"/>
                </a:lnTo>
                <a:lnTo>
                  <a:pt x="5739395" y="0"/>
                </a:lnTo>
                <a:lnTo>
                  <a:pt x="5746750" y="24049"/>
                </a:lnTo>
                <a:cubicBezTo>
                  <a:pt x="5746750" y="197745"/>
                  <a:pt x="4893852" y="338553"/>
                  <a:pt x="3841750" y="338553"/>
                </a:cubicBezTo>
                <a:cubicBezTo>
                  <a:pt x="2789648" y="338553"/>
                  <a:pt x="1936750" y="197745"/>
                  <a:pt x="1936750" y="24049"/>
                </a:cubicBezTo>
                <a:lnTo>
                  <a:pt x="1944106" y="0"/>
                </a:lnTo>
                <a:lnTo>
                  <a:pt x="1912478" y="0"/>
                </a:lnTo>
                <a:close/>
              </a:path>
            </a:pathLst>
          </a:custGeom>
          <a:gradFill>
            <a:gsLst>
              <a:gs pos="50000">
                <a:schemeClr val="accent1">
                  <a:alpha val="7000"/>
                </a:schemeClr>
              </a:gs>
              <a:gs pos="0">
                <a:schemeClr val="accent1">
                  <a:alpha val="8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4" name="椭圆 13"/>
          <p:cNvSpPr/>
          <p:nvPr/>
        </p:nvSpPr>
        <p:spPr>
          <a:xfrm>
            <a:off x="3527739" y="5159071"/>
            <a:ext cx="5008060" cy="1161821"/>
          </a:xfrm>
          <a:prstGeom prst="ellipse">
            <a:avLst/>
          </a:prstGeom>
          <a:gradFill>
            <a:gsLst>
              <a:gs pos="100000">
                <a:schemeClr val="accent1">
                  <a:alpha val="23000"/>
                </a:schemeClr>
              </a:gs>
              <a:gs pos="3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4" name="椭圆 3"/>
          <p:cNvSpPr/>
          <p:nvPr/>
        </p:nvSpPr>
        <p:spPr>
          <a:xfrm>
            <a:off x="2418080" y="1311421"/>
            <a:ext cx="7355840" cy="1188591"/>
          </a:xfrm>
          <a:prstGeom prst="ellipse">
            <a:avLst/>
          </a:prstGeom>
          <a:noFill/>
          <a:ln w="47625">
            <a:gradFill>
              <a:gsLst>
                <a:gs pos="0">
                  <a:schemeClr val="accent2">
                    <a:alpha val="3200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2872FF"/>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椭圆 4"/>
          <p:cNvSpPr/>
          <p:nvPr/>
        </p:nvSpPr>
        <p:spPr>
          <a:xfrm>
            <a:off x="4191000" y="5401427"/>
            <a:ext cx="3810000" cy="629008"/>
          </a:xfrm>
          <a:prstGeom prst="ellipse">
            <a:avLst/>
          </a:prstGeom>
          <a:gradFill>
            <a:gsLst>
              <a:gs pos="100000">
                <a:schemeClr val="accent1">
                  <a:alpha val="0"/>
                </a:schemeClr>
              </a:gs>
              <a:gs pos="0">
                <a:schemeClr val="accent1">
                  <a:alpha val="20000"/>
                </a:schemeClr>
              </a:gs>
            </a:gsLst>
            <a:lin ang="5400000" scaled="1"/>
          </a:gradFill>
          <a:ln w="47625">
            <a:gradFill>
              <a:gsLst>
                <a:gs pos="0">
                  <a:schemeClr val="accent1">
                    <a:alpha val="51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 name="椭圆 5"/>
          <p:cNvSpPr/>
          <p:nvPr/>
        </p:nvSpPr>
        <p:spPr>
          <a:xfrm>
            <a:off x="3527738" y="3896881"/>
            <a:ext cx="5118421" cy="792611"/>
          </a:xfrm>
          <a:prstGeom prst="ellipse">
            <a:avLst/>
          </a:prstGeom>
          <a:gradFill>
            <a:gsLst>
              <a:gs pos="0">
                <a:schemeClr val="accent1">
                  <a:alpha val="19000"/>
                </a:schemeClr>
              </a:gs>
              <a:gs pos="58000">
                <a:schemeClr val="accent1">
                  <a:alpha val="0"/>
                </a:schemeClr>
              </a:gs>
            </a:gsLst>
            <a:lin ang="5400000" scaled="1"/>
          </a:gra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7" name="弧形 6"/>
          <p:cNvSpPr/>
          <p:nvPr/>
        </p:nvSpPr>
        <p:spPr>
          <a:xfrm>
            <a:off x="3527738" y="3878161"/>
            <a:ext cx="5118421" cy="814373"/>
          </a:xfrm>
          <a:prstGeom prst="arc">
            <a:avLst>
              <a:gd name="adj1" fmla="val 21389116"/>
              <a:gd name="adj2" fmla="val 10892524"/>
            </a:avLst>
          </a:prstGeom>
          <a:noFill/>
          <a:ln w="476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8" name="椭圆 7"/>
          <p:cNvSpPr/>
          <p:nvPr/>
        </p:nvSpPr>
        <p:spPr>
          <a:xfrm>
            <a:off x="3000983" y="2934939"/>
            <a:ext cx="4102550" cy="571474"/>
          </a:xfrm>
          <a:prstGeom prst="ellipse">
            <a:avLst/>
          </a:prstGeom>
          <a:noFill/>
          <a:ln w="25400">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9" name="椭圆 8"/>
          <p:cNvSpPr/>
          <p:nvPr/>
        </p:nvSpPr>
        <p:spPr>
          <a:xfrm>
            <a:off x="5088468" y="2947143"/>
            <a:ext cx="4090240" cy="571474"/>
          </a:xfrm>
          <a:prstGeom prst="ellipse">
            <a:avLst/>
          </a:prstGeom>
          <a:noFill/>
          <a:ln w="25400">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cxnSp>
        <p:nvCxnSpPr>
          <p:cNvPr id="10" name="直接连接符 9"/>
          <p:cNvCxnSpPr>
            <a:stCxn id="5" idx="3"/>
            <a:endCxn id="5" idx="7"/>
          </p:cNvCxnSpPr>
          <p:nvPr/>
        </p:nvCxnSpPr>
        <p:spPr>
          <a:xfrm flipV="1">
            <a:off x="4748962" y="5493543"/>
            <a:ext cx="2694076" cy="444776"/>
          </a:xfrm>
          <a:prstGeom prst="line">
            <a:avLst/>
          </a:prstGeom>
          <a:ln>
            <a:gradFill>
              <a:gsLst>
                <a:gs pos="0">
                  <a:schemeClr val="accent1"/>
                </a:gs>
                <a:gs pos="35000">
                  <a:schemeClr val="accent1">
                    <a:alpha val="0"/>
                  </a:schemeClr>
                </a:gs>
                <a:gs pos="6500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5" idx="1"/>
            <a:endCxn id="5" idx="5"/>
          </p:cNvCxnSpPr>
          <p:nvPr/>
        </p:nvCxnSpPr>
        <p:spPr>
          <a:xfrm>
            <a:off x="4748962" y="5493543"/>
            <a:ext cx="2694076" cy="444776"/>
          </a:xfrm>
          <a:prstGeom prst="line">
            <a:avLst/>
          </a:prstGeom>
          <a:ln>
            <a:gradFill>
              <a:gsLst>
                <a:gs pos="0">
                  <a:schemeClr val="accent1"/>
                </a:gs>
                <a:gs pos="35000">
                  <a:schemeClr val="accent1">
                    <a:alpha val="0"/>
                  </a:schemeClr>
                </a:gs>
                <a:gs pos="6500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4" idx="1"/>
            <a:endCxn id="4" idx="5"/>
          </p:cNvCxnSpPr>
          <p:nvPr/>
        </p:nvCxnSpPr>
        <p:spPr>
          <a:xfrm>
            <a:off x="3495318" y="1485486"/>
            <a:ext cx="5201364" cy="840461"/>
          </a:xfrm>
          <a:prstGeom prst="line">
            <a:avLst/>
          </a:prstGeom>
          <a:ln>
            <a:gradFill>
              <a:gsLst>
                <a:gs pos="0">
                  <a:schemeClr val="accent2"/>
                </a:gs>
                <a:gs pos="35000">
                  <a:schemeClr val="accent2">
                    <a:alpha val="0"/>
                  </a:schemeClr>
                </a:gs>
                <a:gs pos="6500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4" idx="3"/>
            <a:endCxn id="4" idx="7"/>
          </p:cNvCxnSpPr>
          <p:nvPr/>
        </p:nvCxnSpPr>
        <p:spPr>
          <a:xfrm flipV="1">
            <a:off x="3495318" y="1485486"/>
            <a:ext cx="5201364" cy="840461"/>
          </a:xfrm>
          <a:prstGeom prst="line">
            <a:avLst/>
          </a:prstGeom>
          <a:ln>
            <a:gradFill>
              <a:gsLst>
                <a:gs pos="0">
                  <a:schemeClr val="accent2"/>
                </a:gs>
                <a:gs pos="35000">
                  <a:schemeClr val="accent2">
                    <a:alpha val="0"/>
                  </a:schemeClr>
                </a:gs>
                <a:gs pos="6500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4224735" y="5022039"/>
            <a:ext cx="800219" cy="276999"/>
          </a:xfrm>
          <a:prstGeom prst="rect">
            <a:avLst/>
          </a:prstGeom>
          <a:noFill/>
        </p:spPr>
        <p:txBody>
          <a:bodyPr wrap="none" rtlCol="0">
            <a:spAutoFit/>
          </a:bodyPr>
          <a:lstStyle/>
          <a:p>
            <a:pPr algn="l"/>
            <a:r>
              <a:rPr lang="zh-CN" altLang="en-US" sz="12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rPr>
              <a:t>爬虫设计</a:t>
            </a:r>
            <a:endParaRPr lang="zh-CN" altLang="en-US" sz="12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18" name="文本框 17"/>
          <p:cNvSpPr txBox="1"/>
          <p:nvPr/>
        </p:nvSpPr>
        <p:spPr>
          <a:xfrm>
            <a:off x="4224735" y="5941504"/>
            <a:ext cx="800219"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源头筛选</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19" name="文本框 18"/>
          <p:cNvSpPr txBox="1"/>
          <p:nvPr/>
        </p:nvSpPr>
        <p:spPr>
          <a:xfrm>
            <a:off x="7250924" y="5941504"/>
            <a:ext cx="800219"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实时采集</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0" name="文本框 19"/>
          <p:cNvSpPr txBox="1"/>
          <p:nvPr/>
        </p:nvSpPr>
        <p:spPr>
          <a:xfrm>
            <a:off x="7250924" y="5022039"/>
            <a:ext cx="800219" cy="276999"/>
          </a:xfrm>
          <a:prstGeom prst="rect">
            <a:avLst/>
          </a:prstGeom>
          <a:noFill/>
        </p:spPr>
        <p:txBody>
          <a:bodyPr wrap="none" rtlCol="0">
            <a:spAutoFit/>
          </a:bodyPr>
          <a:lstStyle/>
          <a:p>
            <a:pPr algn="l"/>
            <a:r>
              <a:rPr lang="zh-CN" altLang="en-US" sz="12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rPr>
              <a:t>增量更新</a:t>
            </a:r>
            <a:endParaRPr lang="zh-CN" altLang="en-US" sz="12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4" name="文本框 23"/>
          <p:cNvSpPr txBox="1"/>
          <p:nvPr/>
        </p:nvSpPr>
        <p:spPr>
          <a:xfrm>
            <a:off x="5388114" y="4159864"/>
            <a:ext cx="1415772" cy="338554"/>
          </a:xfrm>
          <a:prstGeom prst="rect">
            <a:avLst/>
          </a:prstGeom>
          <a:noFill/>
        </p:spPr>
        <p:txBody>
          <a:bodyPr wrap="none" rtlCol="0">
            <a:spAutoFit/>
          </a:bodyPr>
          <a:lstStyle/>
          <a:p>
            <a:pPr algn="ctr"/>
            <a:r>
              <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数据处理平台</a:t>
            </a:r>
            <a:endPar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5" name="文本框 24"/>
          <p:cNvSpPr txBox="1"/>
          <p:nvPr/>
        </p:nvSpPr>
        <p:spPr>
          <a:xfrm>
            <a:off x="5388114" y="3041068"/>
            <a:ext cx="1415772" cy="338554"/>
          </a:xfrm>
          <a:prstGeom prst="rect">
            <a:avLst/>
          </a:prstGeom>
          <a:noFill/>
        </p:spPr>
        <p:txBody>
          <a:bodyPr wrap="none" rtlCol="0">
            <a:spAutoFit/>
          </a:bodyPr>
          <a:lstStyle/>
          <a:p>
            <a:pPr algn="ctr"/>
            <a:r>
              <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数据分析平台</a:t>
            </a:r>
            <a:endPar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7" name="文本框 26"/>
          <p:cNvSpPr txBox="1"/>
          <p:nvPr/>
        </p:nvSpPr>
        <p:spPr>
          <a:xfrm>
            <a:off x="8244844" y="2784729"/>
            <a:ext cx="748923" cy="261610"/>
          </a:xfrm>
          <a:prstGeom prst="rect">
            <a:avLst/>
          </a:prstGeom>
          <a:noFill/>
        </p:spPr>
        <p:txBody>
          <a:bodyPr wrap="none" rtlCol="0">
            <a:spAutoFit/>
          </a:bodyPr>
          <a:lstStyle/>
          <a:p>
            <a:pPr algn="l"/>
            <a:r>
              <a:rPr lang="zh-CN" altLang="en-US" sz="11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rPr>
              <a:t>趋势预测</a:t>
            </a:r>
            <a:endParaRPr lang="en-US" altLang="zh-CN" sz="11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8" name="文本框 27"/>
          <p:cNvSpPr txBox="1"/>
          <p:nvPr/>
        </p:nvSpPr>
        <p:spPr>
          <a:xfrm>
            <a:off x="5311170" y="1751903"/>
            <a:ext cx="1569660" cy="369332"/>
          </a:xfrm>
          <a:prstGeom prst="rect">
            <a:avLst/>
          </a:prstGeom>
          <a:noFill/>
        </p:spPr>
        <p:txBody>
          <a:bodyPr wrap="none" rtlCol="0">
            <a:spAutoFit/>
          </a:bodyPr>
          <a:lstStyle/>
          <a:p>
            <a:pPr algn="ctr"/>
            <a:r>
              <a:rPr lang="zh-CN" altLang="en-US"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数据应用平台</a:t>
            </a:r>
            <a:endParaRPr lang="zh-CN" altLang="en-US"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9" name="文本框 28"/>
          <p:cNvSpPr txBox="1"/>
          <p:nvPr/>
        </p:nvSpPr>
        <p:spPr>
          <a:xfrm>
            <a:off x="3069811" y="1568424"/>
            <a:ext cx="954107"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可视化展示</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30" name="文本框 29"/>
          <p:cNvSpPr txBox="1"/>
          <p:nvPr/>
        </p:nvSpPr>
        <p:spPr>
          <a:xfrm>
            <a:off x="3069811" y="1951957"/>
            <a:ext cx="954107"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个性化推荐</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31" name="文本框 30"/>
          <p:cNvSpPr txBox="1"/>
          <p:nvPr/>
        </p:nvSpPr>
        <p:spPr>
          <a:xfrm>
            <a:off x="8246049" y="1951957"/>
            <a:ext cx="800219"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决策支持</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32" name="文本框 31"/>
          <p:cNvSpPr txBox="1"/>
          <p:nvPr/>
        </p:nvSpPr>
        <p:spPr>
          <a:xfrm>
            <a:off x="8246049" y="1568424"/>
            <a:ext cx="800219" cy="276999"/>
          </a:xfrm>
          <a:prstGeom prst="rect">
            <a:avLst/>
          </a:prstGeom>
          <a:noFill/>
        </p:spPr>
        <p:txBody>
          <a:bodyPr wrap="none" rtlCol="0">
            <a:spAutoFit/>
          </a:bodyPr>
          <a:lstStyle/>
          <a:p>
            <a:pPr algn="l"/>
            <a:r>
              <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安全共享</a:t>
            </a:r>
            <a:endParaRPr lang="zh-CN" altLang="en-US" sz="1200" b="0"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2" name="椭圆 1"/>
          <p:cNvSpPr/>
          <p:nvPr/>
        </p:nvSpPr>
        <p:spPr>
          <a:xfrm>
            <a:off x="3813244" y="2566598"/>
            <a:ext cx="755512" cy="755512"/>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15" name="椭圆 14"/>
          <p:cNvSpPr/>
          <p:nvPr/>
        </p:nvSpPr>
        <p:spPr>
          <a:xfrm>
            <a:off x="3929046" y="2682400"/>
            <a:ext cx="523908" cy="5239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图形 68"/>
          <p:cNvSpPr/>
          <p:nvPr/>
        </p:nvSpPr>
        <p:spPr>
          <a:xfrm>
            <a:off x="4061901" y="2800307"/>
            <a:ext cx="239820" cy="230454"/>
          </a:xfrm>
          <a:custGeom>
            <a:avLst/>
            <a:gdLst>
              <a:gd name="connsiteX0" fmla="*/ 223242 w 1451967"/>
              <a:gd name="connsiteY0" fmla="*/ 446484 h 1395263"/>
              <a:gd name="connsiteX1" fmla="*/ 429909 w 1451967"/>
              <a:gd name="connsiteY1" fmla="*/ 306958 h 1395263"/>
              <a:gd name="connsiteX2" fmla="*/ 1395543 w 1451967"/>
              <a:gd name="connsiteY2" fmla="*/ 306958 h 1395263"/>
              <a:gd name="connsiteX3" fmla="*/ 1451353 w 1451967"/>
              <a:gd name="connsiteY3" fmla="*/ 251147 h 1395263"/>
              <a:gd name="connsiteX4" fmla="*/ 1395543 w 1451967"/>
              <a:gd name="connsiteY4" fmla="*/ 195337 h 1395263"/>
              <a:gd name="connsiteX5" fmla="*/ 443694 w 1451967"/>
              <a:gd name="connsiteY5" fmla="*/ 195337 h 1395263"/>
              <a:gd name="connsiteX6" fmla="*/ 223242 w 1451967"/>
              <a:gd name="connsiteY6" fmla="*/ 0 h 1395263"/>
              <a:gd name="connsiteX7" fmla="*/ 0 w 1451967"/>
              <a:gd name="connsiteY7" fmla="*/ 223242 h 1395263"/>
              <a:gd name="connsiteX8" fmla="*/ 223242 w 1451967"/>
              <a:gd name="connsiteY8" fmla="*/ 446484 h 1395263"/>
              <a:gd name="connsiteX9" fmla="*/ 223242 w 1451967"/>
              <a:gd name="connsiteY9" fmla="*/ 111621 h 1395263"/>
              <a:gd name="connsiteX10" fmla="*/ 334863 w 1451967"/>
              <a:gd name="connsiteY10" fmla="*/ 223298 h 1395263"/>
              <a:gd name="connsiteX11" fmla="*/ 223186 w 1451967"/>
              <a:gd name="connsiteY11" fmla="*/ 334919 h 1395263"/>
              <a:gd name="connsiteX12" fmla="*/ 111565 w 1451967"/>
              <a:gd name="connsiteY12" fmla="*/ 223242 h 1395263"/>
              <a:gd name="connsiteX13" fmla="*/ 223242 w 1451967"/>
              <a:gd name="connsiteY13" fmla="*/ 111621 h 1395263"/>
              <a:gd name="connsiteX14" fmla="*/ 1396157 w 1451967"/>
              <a:gd name="connsiteY14" fmla="*/ 948779 h 1395263"/>
              <a:gd name="connsiteX15" fmla="*/ 446484 w 1451967"/>
              <a:gd name="connsiteY15" fmla="*/ 948779 h 1395263"/>
              <a:gd name="connsiteX16" fmla="*/ 439062 w 1451967"/>
              <a:gd name="connsiteY16" fmla="*/ 950286 h 1395263"/>
              <a:gd name="connsiteX17" fmla="*/ 223242 w 1451967"/>
              <a:gd name="connsiteY17" fmla="*/ 781348 h 1395263"/>
              <a:gd name="connsiteX18" fmla="*/ 0 w 1451967"/>
              <a:gd name="connsiteY18" fmla="*/ 1004590 h 1395263"/>
              <a:gd name="connsiteX19" fmla="*/ 223242 w 1451967"/>
              <a:gd name="connsiteY19" fmla="*/ 1227832 h 1395263"/>
              <a:gd name="connsiteX20" fmla="*/ 439062 w 1451967"/>
              <a:gd name="connsiteY20" fmla="*/ 1058894 h 1395263"/>
              <a:gd name="connsiteX21" fmla="*/ 446484 w 1451967"/>
              <a:gd name="connsiteY21" fmla="*/ 1060400 h 1395263"/>
              <a:gd name="connsiteX22" fmla="*/ 1396157 w 1451967"/>
              <a:gd name="connsiteY22" fmla="*/ 1060400 h 1395263"/>
              <a:gd name="connsiteX23" fmla="*/ 1451967 w 1451967"/>
              <a:gd name="connsiteY23" fmla="*/ 1004590 h 1395263"/>
              <a:gd name="connsiteX24" fmla="*/ 1396157 w 1451967"/>
              <a:gd name="connsiteY24" fmla="*/ 948779 h 1395263"/>
              <a:gd name="connsiteX25" fmla="*/ 223242 w 1451967"/>
              <a:gd name="connsiteY25" fmla="*/ 1116211 h 1395263"/>
              <a:gd name="connsiteX26" fmla="*/ 111621 w 1451967"/>
              <a:gd name="connsiteY26" fmla="*/ 1004534 h 1395263"/>
              <a:gd name="connsiteX27" fmla="*/ 223298 w 1451967"/>
              <a:gd name="connsiteY27" fmla="*/ 892913 h 1395263"/>
              <a:gd name="connsiteX28" fmla="*/ 334919 w 1451967"/>
              <a:gd name="connsiteY28" fmla="*/ 1004590 h 1395263"/>
              <a:gd name="connsiteX29" fmla="*/ 223242 w 1451967"/>
              <a:gd name="connsiteY29" fmla="*/ 1116211 h 1395263"/>
              <a:gd name="connsiteX30" fmla="*/ 1396157 w 1451967"/>
              <a:gd name="connsiteY30" fmla="*/ 558106 h 1395263"/>
              <a:gd name="connsiteX31" fmla="*/ 892969 w 1451967"/>
              <a:gd name="connsiteY31" fmla="*/ 558106 h 1395263"/>
              <a:gd name="connsiteX32" fmla="*/ 837158 w 1451967"/>
              <a:gd name="connsiteY32" fmla="*/ 613916 h 1395263"/>
              <a:gd name="connsiteX33" fmla="*/ 892969 w 1451967"/>
              <a:gd name="connsiteY33" fmla="*/ 669727 h 1395263"/>
              <a:gd name="connsiteX34" fmla="*/ 1396157 w 1451967"/>
              <a:gd name="connsiteY34" fmla="*/ 669727 h 1395263"/>
              <a:gd name="connsiteX35" fmla="*/ 1451967 w 1451967"/>
              <a:gd name="connsiteY35" fmla="*/ 613916 h 1395263"/>
              <a:gd name="connsiteX36" fmla="*/ 1396157 w 1451967"/>
              <a:gd name="connsiteY36" fmla="*/ 558106 h 1395263"/>
              <a:gd name="connsiteX37" fmla="*/ 1396157 w 1451967"/>
              <a:gd name="connsiteY37" fmla="*/ 1283643 h 1395263"/>
              <a:gd name="connsiteX38" fmla="*/ 892969 w 1451967"/>
              <a:gd name="connsiteY38" fmla="*/ 1283643 h 1395263"/>
              <a:gd name="connsiteX39" fmla="*/ 837158 w 1451967"/>
              <a:gd name="connsiteY39" fmla="*/ 1339453 h 1395263"/>
              <a:gd name="connsiteX40" fmla="*/ 892969 w 1451967"/>
              <a:gd name="connsiteY40" fmla="*/ 1395264 h 1395263"/>
              <a:gd name="connsiteX41" fmla="*/ 1396157 w 1451967"/>
              <a:gd name="connsiteY41" fmla="*/ 1395264 h 1395263"/>
              <a:gd name="connsiteX42" fmla="*/ 1451967 w 1451967"/>
              <a:gd name="connsiteY42" fmla="*/ 1339453 h 1395263"/>
              <a:gd name="connsiteX43" fmla="*/ 1396157 w 1451967"/>
              <a:gd name="connsiteY43" fmla="*/ 1283643 h 1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51967" h="1395263">
                <a:moveTo>
                  <a:pt x="223242" y="446484"/>
                </a:moveTo>
                <a:cubicBezTo>
                  <a:pt x="314130" y="446445"/>
                  <a:pt x="395897" y="391242"/>
                  <a:pt x="429909" y="306958"/>
                </a:cubicBezTo>
                <a:lnTo>
                  <a:pt x="1395543" y="306958"/>
                </a:lnTo>
                <a:cubicBezTo>
                  <a:pt x="1426366" y="306958"/>
                  <a:pt x="1451353" y="281971"/>
                  <a:pt x="1451353" y="251147"/>
                </a:cubicBezTo>
                <a:cubicBezTo>
                  <a:pt x="1451353" y="220324"/>
                  <a:pt x="1426366" y="195337"/>
                  <a:pt x="1395543" y="195337"/>
                </a:cubicBezTo>
                <a:lnTo>
                  <a:pt x="443694" y="195337"/>
                </a:lnTo>
                <a:cubicBezTo>
                  <a:pt x="429797" y="85390"/>
                  <a:pt x="336984" y="0"/>
                  <a:pt x="223242" y="0"/>
                </a:cubicBezTo>
                <a:cubicBezTo>
                  <a:pt x="99949" y="0"/>
                  <a:pt x="0" y="99949"/>
                  <a:pt x="0" y="223242"/>
                </a:cubicBezTo>
                <a:cubicBezTo>
                  <a:pt x="0" y="346535"/>
                  <a:pt x="99949" y="446484"/>
                  <a:pt x="223242" y="446484"/>
                </a:cubicBezTo>
                <a:close/>
                <a:moveTo>
                  <a:pt x="223242" y="111621"/>
                </a:moveTo>
                <a:cubicBezTo>
                  <a:pt x="284904" y="111637"/>
                  <a:pt x="334879" y="161636"/>
                  <a:pt x="334863" y="223298"/>
                </a:cubicBezTo>
                <a:cubicBezTo>
                  <a:pt x="334848" y="284960"/>
                  <a:pt x="284848" y="334934"/>
                  <a:pt x="223186" y="334919"/>
                </a:cubicBezTo>
                <a:cubicBezTo>
                  <a:pt x="161524" y="334904"/>
                  <a:pt x="111550" y="284904"/>
                  <a:pt x="111565" y="223242"/>
                </a:cubicBezTo>
                <a:cubicBezTo>
                  <a:pt x="111581" y="161580"/>
                  <a:pt x="161580" y="111606"/>
                  <a:pt x="223242" y="111621"/>
                </a:cubicBezTo>
                <a:close/>
                <a:moveTo>
                  <a:pt x="1396157" y="948779"/>
                </a:moveTo>
                <a:lnTo>
                  <a:pt x="446484" y="948779"/>
                </a:lnTo>
                <a:cubicBezTo>
                  <a:pt x="443861" y="948779"/>
                  <a:pt x="441573" y="949951"/>
                  <a:pt x="439062" y="950286"/>
                </a:cubicBezTo>
                <a:cubicBezTo>
                  <a:pt x="414365" y="851151"/>
                  <a:pt x="325407" y="781517"/>
                  <a:pt x="223242" y="781348"/>
                </a:cubicBezTo>
                <a:cubicBezTo>
                  <a:pt x="99949" y="781348"/>
                  <a:pt x="0" y="881297"/>
                  <a:pt x="0" y="1004590"/>
                </a:cubicBezTo>
                <a:cubicBezTo>
                  <a:pt x="0" y="1127883"/>
                  <a:pt x="99949" y="1227832"/>
                  <a:pt x="223242" y="1227832"/>
                </a:cubicBezTo>
                <a:cubicBezTo>
                  <a:pt x="325407" y="1227663"/>
                  <a:pt x="414365" y="1158029"/>
                  <a:pt x="439062" y="1058894"/>
                </a:cubicBezTo>
                <a:cubicBezTo>
                  <a:pt x="441573" y="1059228"/>
                  <a:pt x="443861" y="1060400"/>
                  <a:pt x="446484" y="1060400"/>
                </a:cubicBezTo>
                <a:lnTo>
                  <a:pt x="1396157" y="1060400"/>
                </a:lnTo>
                <a:cubicBezTo>
                  <a:pt x="1426980" y="1060400"/>
                  <a:pt x="1451967" y="1035413"/>
                  <a:pt x="1451967" y="1004590"/>
                </a:cubicBezTo>
                <a:cubicBezTo>
                  <a:pt x="1451967" y="973767"/>
                  <a:pt x="1426980" y="948779"/>
                  <a:pt x="1396157" y="948779"/>
                </a:cubicBezTo>
                <a:close/>
                <a:moveTo>
                  <a:pt x="223242" y="1116211"/>
                </a:moveTo>
                <a:cubicBezTo>
                  <a:pt x="161580" y="1116196"/>
                  <a:pt x="111606" y="1066196"/>
                  <a:pt x="111621" y="1004534"/>
                </a:cubicBezTo>
                <a:cubicBezTo>
                  <a:pt x="111637" y="942872"/>
                  <a:pt x="161636" y="892897"/>
                  <a:pt x="223298" y="892913"/>
                </a:cubicBezTo>
                <a:cubicBezTo>
                  <a:pt x="284960" y="892928"/>
                  <a:pt x="334934" y="942928"/>
                  <a:pt x="334919" y="1004590"/>
                </a:cubicBezTo>
                <a:cubicBezTo>
                  <a:pt x="334904" y="1066252"/>
                  <a:pt x="284904" y="1116226"/>
                  <a:pt x="223242" y="1116211"/>
                </a:cubicBezTo>
                <a:close/>
                <a:moveTo>
                  <a:pt x="1396157" y="558106"/>
                </a:moveTo>
                <a:lnTo>
                  <a:pt x="892969" y="558106"/>
                </a:lnTo>
                <a:cubicBezTo>
                  <a:pt x="862145" y="558106"/>
                  <a:pt x="837158" y="583093"/>
                  <a:pt x="837158" y="613916"/>
                </a:cubicBezTo>
                <a:cubicBezTo>
                  <a:pt x="837158" y="644739"/>
                  <a:pt x="862145" y="669727"/>
                  <a:pt x="892969" y="669727"/>
                </a:cubicBezTo>
                <a:lnTo>
                  <a:pt x="1396157" y="669727"/>
                </a:lnTo>
                <a:cubicBezTo>
                  <a:pt x="1426980" y="669727"/>
                  <a:pt x="1451967" y="644739"/>
                  <a:pt x="1451967" y="613916"/>
                </a:cubicBezTo>
                <a:cubicBezTo>
                  <a:pt x="1451967" y="583093"/>
                  <a:pt x="1426980" y="558106"/>
                  <a:pt x="1396157" y="558106"/>
                </a:cubicBezTo>
                <a:close/>
                <a:moveTo>
                  <a:pt x="1396157" y="1283643"/>
                </a:moveTo>
                <a:lnTo>
                  <a:pt x="892969" y="1283643"/>
                </a:lnTo>
                <a:cubicBezTo>
                  <a:pt x="862145" y="1283643"/>
                  <a:pt x="837158" y="1308630"/>
                  <a:pt x="837158" y="1339453"/>
                </a:cubicBezTo>
                <a:cubicBezTo>
                  <a:pt x="837158" y="1370277"/>
                  <a:pt x="862145" y="1395264"/>
                  <a:pt x="892969" y="1395264"/>
                </a:cubicBezTo>
                <a:lnTo>
                  <a:pt x="1396157" y="1395264"/>
                </a:lnTo>
                <a:cubicBezTo>
                  <a:pt x="1426980" y="1395264"/>
                  <a:pt x="1451967" y="1370277"/>
                  <a:pt x="1451967" y="1339453"/>
                </a:cubicBezTo>
                <a:cubicBezTo>
                  <a:pt x="1451967" y="1308630"/>
                  <a:pt x="1426980" y="1283643"/>
                  <a:pt x="1396157" y="1283643"/>
                </a:cubicBezTo>
                <a:close/>
              </a:path>
            </a:pathLst>
          </a:custGeom>
          <a:solidFill>
            <a:schemeClr val="tx1"/>
          </a:solidFill>
          <a:ln w="1860"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2" name="椭圆 21"/>
          <p:cNvSpPr/>
          <p:nvPr/>
        </p:nvSpPr>
        <p:spPr>
          <a:xfrm>
            <a:off x="7422679" y="2566598"/>
            <a:ext cx="755512" cy="755512"/>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23" name="椭圆 22"/>
          <p:cNvSpPr/>
          <p:nvPr/>
        </p:nvSpPr>
        <p:spPr>
          <a:xfrm>
            <a:off x="7538481" y="2682400"/>
            <a:ext cx="523908" cy="5239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文本框 25"/>
          <p:cNvSpPr txBox="1"/>
          <p:nvPr/>
        </p:nvSpPr>
        <p:spPr>
          <a:xfrm>
            <a:off x="3059135" y="2784729"/>
            <a:ext cx="748923" cy="261610"/>
          </a:xfrm>
          <a:prstGeom prst="rect">
            <a:avLst/>
          </a:prstGeom>
          <a:noFill/>
        </p:spPr>
        <p:txBody>
          <a:bodyPr wrap="none" rtlCol="0">
            <a:spAutoFit/>
          </a:bodyPr>
          <a:lstStyle/>
          <a:p>
            <a:r>
              <a:rPr lang="zh-CN" altLang="en-US" sz="11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rPr>
              <a:t>数据挖掘</a:t>
            </a:r>
            <a:endParaRPr lang="en-US" altLang="zh-CN" sz="1100" b="0" i="0" dirty="0">
              <a:solidFill>
                <a:schemeClr val="tx2"/>
              </a:solidFill>
              <a:effectLst/>
              <a:latin typeface="Arial" panose="020B0604020202090204" pitchFamily="34" charset="0"/>
              <a:ea typeface="微软雅黑" panose="020B0502040204020203" pitchFamily="34" charset="-122"/>
              <a:cs typeface="Arial" panose="020B0604020202090204" pitchFamily="34" charset="0"/>
            </a:endParaRPr>
          </a:p>
        </p:txBody>
      </p:sp>
      <p:grpSp>
        <p:nvGrpSpPr>
          <p:cNvPr id="40" name="组合 39"/>
          <p:cNvGrpSpPr/>
          <p:nvPr/>
        </p:nvGrpSpPr>
        <p:grpSpPr>
          <a:xfrm>
            <a:off x="7708419" y="2868333"/>
            <a:ext cx="184033" cy="152042"/>
            <a:chOff x="7699229" y="2604375"/>
            <a:chExt cx="184033" cy="152042"/>
          </a:xfrm>
          <a:solidFill>
            <a:schemeClr val="tx1"/>
          </a:solidFill>
        </p:grpSpPr>
        <p:sp>
          <p:nvSpPr>
            <p:cNvPr id="38" name="任意多边形: 形状 37"/>
            <p:cNvSpPr/>
            <p:nvPr/>
          </p:nvSpPr>
          <p:spPr>
            <a:xfrm>
              <a:off x="7699229" y="2604375"/>
              <a:ext cx="184033" cy="152042"/>
            </a:xfrm>
            <a:custGeom>
              <a:avLst/>
              <a:gdLst>
                <a:gd name="connsiteX0" fmla="*/ 172605 w 184033"/>
                <a:gd name="connsiteY0" fmla="*/ 0 h 152042"/>
                <a:gd name="connsiteX1" fmla="*/ 11429 w 184033"/>
                <a:gd name="connsiteY1" fmla="*/ 0 h 152042"/>
                <a:gd name="connsiteX2" fmla="*/ 0 w 184033"/>
                <a:gd name="connsiteY2" fmla="*/ 11429 h 152042"/>
                <a:gd name="connsiteX3" fmla="*/ 0 w 184033"/>
                <a:gd name="connsiteY3" fmla="*/ 140613 h 152042"/>
                <a:gd name="connsiteX4" fmla="*/ 11429 w 184033"/>
                <a:gd name="connsiteY4" fmla="*/ 152042 h 152042"/>
                <a:gd name="connsiteX5" fmla="*/ 172605 w 184033"/>
                <a:gd name="connsiteY5" fmla="*/ 152042 h 152042"/>
                <a:gd name="connsiteX6" fmla="*/ 184034 w 184033"/>
                <a:gd name="connsiteY6" fmla="*/ 140613 h 152042"/>
                <a:gd name="connsiteX7" fmla="*/ 184034 w 184033"/>
                <a:gd name="connsiteY7" fmla="*/ 11429 h 152042"/>
                <a:gd name="connsiteX8" fmla="*/ 172605 w 184033"/>
                <a:gd name="connsiteY8" fmla="*/ 0 h 152042"/>
                <a:gd name="connsiteX9" fmla="*/ 170333 w 184033"/>
                <a:gd name="connsiteY9" fmla="*/ 138318 h 152042"/>
                <a:gd name="connsiteX10" fmla="*/ 13701 w 184033"/>
                <a:gd name="connsiteY10" fmla="*/ 138318 h 152042"/>
                <a:gd name="connsiteX11" fmla="*/ 13701 w 184033"/>
                <a:gd name="connsiteY11" fmla="*/ 13724 h 152042"/>
                <a:gd name="connsiteX12" fmla="*/ 170310 w 184033"/>
                <a:gd name="connsiteY12" fmla="*/ 13724 h 152042"/>
                <a:gd name="connsiteX13" fmla="*/ 170310 w 184033"/>
                <a:gd name="connsiteY13" fmla="*/ 138318 h 1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4033" h="152042">
                  <a:moveTo>
                    <a:pt x="172605" y="0"/>
                  </a:moveTo>
                  <a:lnTo>
                    <a:pt x="11429" y="0"/>
                  </a:lnTo>
                  <a:cubicBezTo>
                    <a:pt x="5129" y="0"/>
                    <a:pt x="0" y="5129"/>
                    <a:pt x="0" y="11429"/>
                  </a:cubicBezTo>
                  <a:lnTo>
                    <a:pt x="0" y="140613"/>
                  </a:lnTo>
                  <a:cubicBezTo>
                    <a:pt x="0" y="146913"/>
                    <a:pt x="5129" y="152042"/>
                    <a:pt x="11429" y="152042"/>
                  </a:cubicBezTo>
                  <a:lnTo>
                    <a:pt x="172605" y="152042"/>
                  </a:lnTo>
                  <a:cubicBezTo>
                    <a:pt x="178905" y="152042"/>
                    <a:pt x="184034" y="146913"/>
                    <a:pt x="184034" y="140613"/>
                  </a:cubicBezTo>
                  <a:lnTo>
                    <a:pt x="184034" y="11429"/>
                  </a:lnTo>
                  <a:cubicBezTo>
                    <a:pt x="184034" y="5129"/>
                    <a:pt x="178905" y="0"/>
                    <a:pt x="172605" y="0"/>
                  </a:cubicBezTo>
                  <a:close/>
                  <a:moveTo>
                    <a:pt x="170333" y="138318"/>
                  </a:moveTo>
                  <a:lnTo>
                    <a:pt x="13701" y="138318"/>
                  </a:lnTo>
                  <a:lnTo>
                    <a:pt x="13701" y="13724"/>
                  </a:lnTo>
                  <a:lnTo>
                    <a:pt x="170310" y="13724"/>
                  </a:lnTo>
                  <a:lnTo>
                    <a:pt x="170310" y="138318"/>
                  </a:lnTo>
                  <a:close/>
                </a:path>
              </a:pathLst>
            </a:custGeom>
            <a:grpFill/>
            <a:ln w="233" cap="flat">
              <a:noFill/>
              <a:prstDash val="solid"/>
              <a:miter/>
            </a:ln>
          </p:spPr>
          <p:txBody>
            <a:bodyPr rtlCol="0" anchor="ctr"/>
            <a:lstStyle/>
            <a:p>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39" name="任意多边形: 形状 38"/>
            <p:cNvSpPr/>
            <p:nvPr/>
          </p:nvSpPr>
          <p:spPr>
            <a:xfrm>
              <a:off x="7738915" y="2657084"/>
              <a:ext cx="104847" cy="46789"/>
            </a:xfrm>
            <a:custGeom>
              <a:avLst/>
              <a:gdLst>
                <a:gd name="connsiteX0" fmla="*/ 11603 w 104847"/>
                <a:gd name="connsiteY0" fmla="*/ 44882 h 46789"/>
                <a:gd name="connsiteX1" fmla="*/ 34766 w 104847"/>
                <a:gd name="connsiteY1" fmla="*/ 22703 h 46789"/>
                <a:gd name="connsiteX2" fmla="*/ 40831 w 104847"/>
                <a:gd name="connsiteY2" fmla="*/ 22656 h 46789"/>
                <a:gd name="connsiteX3" fmla="*/ 64813 w 104847"/>
                <a:gd name="connsiteY3" fmla="*/ 45022 h 46789"/>
                <a:gd name="connsiteX4" fmla="*/ 70411 w 104847"/>
                <a:gd name="connsiteY4" fmla="*/ 44882 h 46789"/>
                <a:gd name="connsiteX5" fmla="*/ 102894 w 104847"/>
                <a:gd name="connsiteY5" fmla="*/ 11649 h 46789"/>
                <a:gd name="connsiteX6" fmla="*/ 102777 w 104847"/>
                <a:gd name="connsiteY6" fmla="*/ 1953 h 46789"/>
                <a:gd name="connsiteX7" fmla="*/ 93081 w 104847"/>
                <a:gd name="connsiteY7" fmla="*/ 2070 h 46789"/>
                <a:gd name="connsiteX8" fmla="*/ 68420 w 104847"/>
                <a:gd name="connsiteY8" fmla="*/ 27293 h 46789"/>
                <a:gd name="connsiteX9" fmla="*/ 65961 w 104847"/>
                <a:gd name="connsiteY9" fmla="*/ 27340 h 46789"/>
                <a:gd name="connsiteX10" fmla="*/ 41370 w 104847"/>
                <a:gd name="connsiteY10" fmla="*/ 4412 h 46789"/>
                <a:gd name="connsiteX11" fmla="*/ 33969 w 104847"/>
                <a:gd name="connsiteY11" fmla="*/ 4459 h 46789"/>
                <a:gd name="connsiteX12" fmla="*/ 2118 w 104847"/>
                <a:gd name="connsiteY12" fmla="*/ 34975 h 46789"/>
                <a:gd name="connsiteX13" fmla="*/ 1907 w 104847"/>
                <a:gd name="connsiteY13" fmla="*/ 44671 h 46789"/>
                <a:gd name="connsiteX14" fmla="*/ 11603 w 104847"/>
                <a:gd name="connsiteY14" fmla="*/ 44882 h 4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847" h="46789">
                  <a:moveTo>
                    <a:pt x="11603" y="44882"/>
                  </a:moveTo>
                  <a:lnTo>
                    <a:pt x="34766" y="22703"/>
                  </a:lnTo>
                  <a:cubicBezTo>
                    <a:pt x="36452" y="21087"/>
                    <a:pt x="39122" y="21064"/>
                    <a:pt x="40831" y="22656"/>
                  </a:cubicBezTo>
                  <a:lnTo>
                    <a:pt x="64813" y="45022"/>
                  </a:lnTo>
                  <a:cubicBezTo>
                    <a:pt x="66406" y="46498"/>
                    <a:pt x="68888" y="46451"/>
                    <a:pt x="70411" y="44882"/>
                  </a:cubicBezTo>
                  <a:lnTo>
                    <a:pt x="102894" y="11649"/>
                  </a:lnTo>
                  <a:cubicBezTo>
                    <a:pt x="105541" y="8932"/>
                    <a:pt x="105494" y="4600"/>
                    <a:pt x="102777" y="1953"/>
                  </a:cubicBezTo>
                  <a:cubicBezTo>
                    <a:pt x="100060" y="-693"/>
                    <a:pt x="95728" y="-647"/>
                    <a:pt x="93081" y="2070"/>
                  </a:cubicBezTo>
                  <a:lnTo>
                    <a:pt x="68420" y="27293"/>
                  </a:lnTo>
                  <a:cubicBezTo>
                    <a:pt x="67764" y="27973"/>
                    <a:pt x="66664" y="27996"/>
                    <a:pt x="65961" y="27340"/>
                  </a:cubicBezTo>
                  <a:lnTo>
                    <a:pt x="41370" y="4412"/>
                  </a:lnTo>
                  <a:cubicBezTo>
                    <a:pt x="39286" y="2468"/>
                    <a:pt x="36030" y="2492"/>
                    <a:pt x="33969" y="4459"/>
                  </a:cubicBezTo>
                  <a:lnTo>
                    <a:pt x="2118" y="34975"/>
                  </a:lnTo>
                  <a:cubicBezTo>
                    <a:pt x="-622" y="37598"/>
                    <a:pt x="-716" y="41931"/>
                    <a:pt x="1907" y="44671"/>
                  </a:cubicBezTo>
                  <a:cubicBezTo>
                    <a:pt x="4530" y="47411"/>
                    <a:pt x="8863" y="47505"/>
                    <a:pt x="11603" y="44882"/>
                  </a:cubicBezTo>
                  <a:close/>
                </a:path>
              </a:pathLst>
            </a:custGeom>
            <a:grpFill/>
            <a:ln w="233"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sp>
        <p:nvSpPr>
          <p:cNvPr id="21" name="文本框 20"/>
          <p:cNvSpPr txBox="1"/>
          <p:nvPr/>
        </p:nvSpPr>
        <p:spPr>
          <a:xfrm>
            <a:off x="5388114" y="5510319"/>
            <a:ext cx="1415772" cy="338554"/>
          </a:xfrm>
          <a:prstGeom prst="rect">
            <a:avLst/>
          </a:prstGeom>
          <a:noFill/>
        </p:spPr>
        <p:txBody>
          <a:bodyPr wrap="none" rtlCol="0">
            <a:spAutoFit/>
          </a:bodyPr>
          <a:lstStyle/>
          <a:p>
            <a:pPr algn="ctr"/>
            <a:r>
              <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rPr>
              <a:t>数据收集平台</a:t>
            </a:r>
            <a:endParaRPr lang="zh-CN" altLang="en-US" sz="1600" b="1" i="0" dirty="0">
              <a:solidFill>
                <a:schemeClr val="accent1"/>
              </a:solidFill>
              <a:effectLst/>
              <a:latin typeface="Arial" panose="020B0604020202090204" pitchFamily="34" charset="0"/>
              <a:ea typeface="微软雅黑" panose="020B0502040204020203" pitchFamily="34" charset="-122"/>
              <a:cs typeface="Arial" panose="020B0604020202090204" pitchFamily="34" charset="0"/>
            </a:endParaRPr>
          </a:p>
        </p:txBody>
      </p:sp>
      <p:sp>
        <p:nvSpPr>
          <p:cNvPr id="33" name="标题 32"/>
          <p:cNvSpPr>
            <a:spLocks noGrp="1"/>
          </p:cNvSpPr>
          <p:nvPr>
            <p:ph type="title"/>
          </p:nvPr>
        </p:nvSpPr>
        <p:spPr/>
        <p:txBody>
          <a:bodyPr/>
          <a:lstStyle/>
          <a:p>
            <a:r>
              <a:rPr lang="zh-CN" altLang="en-US" dirty="0">
                <a:latin typeface="Arial" panose="020B0604020202090204" pitchFamily="34" charset="0"/>
                <a:cs typeface="Arial" panose="020B0604020202090204" pitchFamily="34" charset="0"/>
              </a:rPr>
              <a:t>数据获取模型</a:t>
            </a:r>
            <a:endParaRPr lang="zh-CN" altLang="en-US" dirty="0">
              <a:latin typeface="Arial" panose="020B0604020202090204" pitchFamily="34" charset="0"/>
              <a:cs typeface="Arial" panose="020B060402020209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20630"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 name="椭圆 3"/>
          <p:cNvSpPr/>
          <p:nvPr/>
        </p:nvSpPr>
        <p:spPr>
          <a:xfrm>
            <a:off x="1435571"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椭圆 4"/>
          <p:cNvSpPr/>
          <p:nvPr/>
        </p:nvSpPr>
        <p:spPr>
          <a:xfrm>
            <a:off x="4835908"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 name="椭圆 5"/>
          <p:cNvSpPr/>
          <p:nvPr/>
        </p:nvSpPr>
        <p:spPr>
          <a:xfrm>
            <a:off x="4850849"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7" name="椭圆 6"/>
          <p:cNvSpPr/>
          <p:nvPr/>
        </p:nvSpPr>
        <p:spPr>
          <a:xfrm>
            <a:off x="8271652"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 name="椭圆 7"/>
          <p:cNvSpPr/>
          <p:nvPr/>
        </p:nvSpPr>
        <p:spPr>
          <a:xfrm>
            <a:off x="8286593"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 name="椭圆 8"/>
          <p:cNvSpPr/>
          <p:nvPr/>
        </p:nvSpPr>
        <p:spPr>
          <a:xfrm>
            <a:off x="1480907" y="3888342"/>
            <a:ext cx="9212494" cy="862249"/>
          </a:xfrm>
          <a:prstGeom prst="ellipse">
            <a:avLst/>
          </a:prstGeom>
          <a:gradFill>
            <a:gsLst>
              <a:gs pos="23000">
                <a:schemeClr val="accent1">
                  <a:alpha val="0"/>
                </a:schemeClr>
              </a:gs>
              <a:gs pos="100000">
                <a:schemeClr val="accent1">
                  <a:alpha val="21000"/>
                </a:schemeClr>
              </a:gs>
            </a:gsLst>
            <a:lin ang="5400000" scaled="1"/>
          </a:gradFill>
          <a:ln>
            <a:gradFill>
              <a:gsLst>
                <a:gs pos="20000">
                  <a:schemeClr val="accent2">
                    <a:alpha val="0"/>
                  </a:schemeClr>
                </a:gs>
                <a:gs pos="100000">
                  <a:schemeClr val="accent2"/>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0" name="椭圆 9"/>
          <p:cNvSpPr/>
          <p:nvPr/>
        </p:nvSpPr>
        <p:spPr>
          <a:xfrm>
            <a:off x="1609694" y="2861733"/>
            <a:ext cx="2124364" cy="503767"/>
          </a:xfrm>
          <a:prstGeom prst="ellipse">
            <a:avLst/>
          </a:pr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1" name="椭圆 10"/>
          <p:cNvSpPr/>
          <p:nvPr/>
        </p:nvSpPr>
        <p:spPr>
          <a:xfrm>
            <a:off x="1501937" y="3144805"/>
            <a:ext cx="2339878" cy="578170"/>
          </a:xfrm>
          <a:prstGeom prst="ellipse">
            <a:avLst/>
          </a:prstGeom>
          <a:gradFill>
            <a:gsLst>
              <a:gs pos="0">
                <a:schemeClr val="accent1">
                  <a:alpha val="0"/>
                </a:schemeClr>
              </a:gs>
              <a:gs pos="100000">
                <a:schemeClr val="accent1">
                  <a:alpha val="3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12" name="文本框 11"/>
          <p:cNvSpPr txBox="1"/>
          <p:nvPr/>
        </p:nvSpPr>
        <p:spPr>
          <a:xfrm>
            <a:off x="2323063" y="2769681"/>
            <a:ext cx="697627" cy="400110"/>
          </a:xfrm>
          <a:prstGeom prst="rect">
            <a:avLst/>
          </a:prstGeom>
          <a:noFill/>
        </p:spPr>
        <p:txBody>
          <a:bodyPr wrap="none" rtlCol="0">
            <a:spAutoFit/>
          </a:bodyPr>
          <a:lstStyle/>
          <a:p>
            <a:pPr algn="ct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平台</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3" name="文本框 12"/>
          <p:cNvSpPr txBox="1"/>
          <p:nvPr/>
        </p:nvSpPr>
        <p:spPr>
          <a:xfrm>
            <a:off x="2066582" y="2417314"/>
            <a:ext cx="1210588"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引入新角色</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4" name="文本框 13"/>
          <p:cNvSpPr txBox="1"/>
          <p:nvPr/>
        </p:nvSpPr>
        <p:spPr>
          <a:xfrm>
            <a:off x="8917604" y="2417314"/>
            <a:ext cx="1210588" cy="338554"/>
          </a:xfrm>
          <a:prstGeom prst="rect">
            <a:avLst/>
          </a:prstGeom>
          <a:noFill/>
        </p:spPr>
        <p:txBody>
          <a:bodyPr wrap="none" rtlCol="0">
            <a:spAutoFit/>
          </a:bodyPr>
          <a:lstStyle/>
          <a:p>
            <a:pPr algn="ctr"/>
            <a:r>
              <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开创新形态</a:t>
            </a:r>
            <a:endParaRPr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文本框 15"/>
          <p:cNvSpPr txBox="1"/>
          <p:nvPr/>
        </p:nvSpPr>
        <p:spPr>
          <a:xfrm>
            <a:off x="9045845" y="2769681"/>
            <a:ext cx="954107" cy="400110"/>
          </a:xfrm>
          <a:prstGeom prst="rect">
            <a:avLst/>
          </a:prstGeom>
          <a:noFill/>
        </p:spPr>
        <p:txBody>
          <a:bodyPr wrap="none" rtlCol="0">
            <a:spAutoFit/>
          </a:bodyPr>
          <a:lstStyle/>
          <a:p>
            <a:pPr algn="ctr"/>
            <a:r>
              <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经纪人</a:t>
            </a:r>
            <a:endParaRPr lang="zh-CN" altLang="en-US" sz="20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文本框 16"/>
          <p:cNvSpPr txBox="1"/>
          <p:nvPr/>
        </p:nvSpPr>
        <p:spPr>
          <a:xfrm>
            <a:off x="2169175" y="4877962"/>
            <a:ext cx="1005403" cy="338554"/>
          </a:xfrm>
          <a:prstGeom prst="rect">
            <a:avLst/>
          </a:prstGeom>
          <a:noFill/>
        </p:spPr>
        <p:txBody>
          <a:bodyPr wrap="none" rtlCol="0">
            <a:spAutoFit/>
          </a:bodyPr>
          <a:lstStyle/>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账户能力</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文本框 17"/>
          <p:cNvSpPr txBox="1"/>
          <p:nvPr/>
        </p:nvSpPr>
        <p:spPr>
          <a:xfrm>
            <a:off x="5584452" y="4877962"/>
            <a:ext cx="1005403" cy="338554"/>
          </a:xfrm>
          <a:prstGeom prst="rect">
            <a:avLst/>
          </a:prstGeom>
          <a:noFill/>
        </p:spPr>
        <p:txBody>
          <a:bodyPr wrap="none" rtlCol="0">
            <a:spAutoFit/>
          </a:bodyPr>
          <a:lstStyle/>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投放能力</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文本框 18"/>
          <p:cNvSpPr txBox="1"/>
          <p:nvPr/>
        </p:nvSpPr>
        <p:spPr>
          <a:xfrm>
            <a:off x="9020197" y="4877962"/>
            <a:ext cx="1005403" cy="338554"/>
          </a:xfrm>
          <a:prstGeom prst="rect">
            <a:avLst/>
          </a:prstGeom>
          <a:noFill/>
        </p:spPr>
        <p:txBody>
          <a:bodyPr wrap="none" rtlCol="0">
            <a:spAutoFit/>
          </a:bodyPr>
          <a:lstStyle/>
          <a:p>
            <a:pPr algn="ct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经营能力</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文本框 19"/>
          <p:cNvSpPr txBox="1"/>
          <p:nvPr/>
        </p:nvSpPr>
        <p:spPr>
          <a:xfrm>
            <a:off x="1859076" y="5300133"/>
            <a:ext cx="1625600" cy="535963"/>
          </a:xfrm>
          <a:prstGeom prst="roundRect">
            <a:avLst/>
          </a:prstGeom>
          <a:solidFill>
            <a:schemeClr val="bg1"/>
          </a:solidFill>
          <a:ln w="12700">
            <a:solidFill>
              <a:schemeClr val="accent2"/>
            </a:solidFill>
          </a:ln>
        </p:spPr>
        <p:txBody>
          <a:bodyPr wrap="square" rtlCol="0">
            <a:spAutoFit/>
          </a:bodyPr>
          <a:lstStyle/>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资质认证</a:t>
            </a:r>
            <a:endParaRPr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绑定和管理</a:t>
            </a:r>
            <a:endPar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1" name="文本框 20"/>
          <p:cNvSpPr txBox="1"/>
          <p:nvPr/>
        </p:nvSpPr>
        <p:spPr>
          <a:xfrm>
            <a:off x="5274353" y="5300133"/>
            <a:ext cx="1625600" cy="535963"/>
          </a:xfrm>
          <a:prstGeom prst="roundRect">
            <a:avLst/>
          </a:prstGeom>
          <a:solidFill>
            <a:schemeClr val="bg1"/>
          </a:solidFill>
          <a:ln w="12700">
            <a:solidFill>
              <a:schemeClr val="accent2"/>
            </a:solidFill>
          </a:ln>
        </p:spPr>
        <p:txBody>
          <a:bodyPr wrap="square" rtlCol="0">
            <a:spAutoFit/>
          </a:bodyPr>
          <a:lstStyle/>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资质认证</a:t>
            </a:r>
            <a:endParaRPr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绑定和管理</a:t>
            </a:r>
            <a:endPar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文本框 21"/>
          <p:cNvSpPr txBox="1"/>
          <p:nvPr/>
        </p:nvSpPr>
        <p:spPr>
          <a:xfrm>
            <a:off x="8710098" y="5300133"/>
            <a:ext cx="1625600" cy="535963"/>
          </a:xfrm>
          <a:prstGeom prst="roundRect">
            <a:avLst/>
          </a:prstGeom>
          <a:solidFill>
            <a:schemeClr val="bg1"/>
          </a:solidFill>
          <a:ln w="12700">
            <a:solidFill>
              <a:schemeClr val="accent2"/>
            </a:solidFill>
          </a:ln>
        </p:spPr>
        <p:txBody>
          <a:bodyPr wrap="square" rtlCol="0">
            <a:spAutoFit/>
          </a:bodyPr>
          <a:lstStyle/>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资质认证</a:t>
            </a:r>
            <a:endParaRPr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lnSpc>
                <a:spcPct val="110000"/>
              </a:lnSpc>
            </a:pPr>
            <a:r>
              <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绑定和管理</a:t>
            </a:r>
            <a:endParaRPr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椭圆 22"/>
          <p:cNvSpPr/>
          <p:nvPr/>
        </p:nvSpPr>
        <p:spPr>
          <a:xfrm>
            <a:off x="8460716" y="2861733"/>
            <a:ext cx="2124364" cy="503767"/>
          </a:xfrm>
          <a:prstGeom prst="ellipse">
            <a:avLst/>
          </a:pr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4" name="椭圆 23"/>
          <p:cNvSpPr/>
          <p:nvPr/>
        </p:nvSpPr>
        <p:spPr>
          <a:xfrm>
            <a:off x="8352959" y="3144805"/>
            <a:ext cx="2339878" cy="578170"/>
          </a:xfrm>
          <a:prstGeom prst="ellipse">
            <a:avLst/>
          </a:prstGeom>
          <a:gradFill>
            <a:gsLst>
              <a:gs pos="0">
                <a:schemeClr val="accent1">
                  <a:alpha val="0"/>
                </a:schemeClr>
              </a:gs>
              <a:gs pos="100000">
                <a:schemeClr val="accent1">
                  <a:alpha val="3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5" name="任意多边形: 形状 24"/>
          <p:cNvSpPr/>
          <p:nvPr/>
        </p:nvSpPr>
        <p:spPr>
          <a:xfrm flipV="1">
            <a:off x="4378466" y="2596236"/>
            <a:ext cx="3417375" cy="1326614"/>
          </a:xfrm>
          <a:custGeom>
            <a:avLst/>
            <a:gdLst>
              <a:gd name="connsiteX0" fmla="*/ 0 w 3417375"/>
              <a:gd name="connsiteY0" fmla="*/ 1326614 h 1326614"/>
              <a:gd name="connsiteX1" fmla="*/ 14069 w 3417375"/>
              <a:gd name="connsiteY1" fmla="*/ 1320132 h 1326614"/>
              <a:gd name="connsiteX2" fmla="*/ 1708687 w 3417375"/>
              <a:gd name="connsiteY2" fmla="*/ 1096297 h 1326614"/>
              <a:gd name="connsiteX3" fmla="*/ 3403305 w 3417375"/>
              <a:gd name="connsiteY3" fmla="*/ 1320132 h 1326614"/>
              <a:gd name="connsiteX4" fmla="*/ 3417375 w 3417375"/>
              <a:gd name="connsiteY4" fmla="*/ 1326614 h 1326614"/>
              <a:gd name="connsiteX5" fmla="*/ 2427681 w 3417375"/>
              <a:gd name="connsiteY5" fmla="*/ 0 h 1326614"/>
              <a:gd name="connsiteX6" fmla="*/ 989693 w 3417375"/>
              <a:gd name="connsiteY6" fmla="*/ 0 h 1326614"/>
              <a:gd name="connsiteX7" fmla="*/ 0 w 3417375"/>
              <a:gd name="connsiteY7" fmla="*/ 1326614 h 1326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7375" h="1326614">
                <a:moveTo>
                  <a:pt x="0" y="1326614"/>
                </a:moveTo>
                <a:lnTo>
                  <a:pt x="14069" y="1320132"/>
                </a:lnTo>
                <a:cubicBezTo>
                  <a:pt x="340424" y="1186806"/>
                  <a:pt x="976929" y="1096297"/>
                  <a:pt x="1708687" y="1096297"/>
                </a:cubicBezTo>
                <a:cubicBezTo>
                  <a:pt x="2440446" y="1096297"/>
                  <a:pt x="3076951" y="1186806"/>
                  <a:pt x="3403305" y="1320132"/>
                </a:cubicBezTo>
                <a:lnTo>
                  <a:pt x="3417375" y="1326614"/>
                </a:lnTo>
                <a:lnTo>
                  <a:pt x="2427681" y="0"/>
                </a:lnTo>
                <a:lnTo>
                  <a:pt x="989693" y="0"/>
                </a:lnTo>
                <a:lnTo>
                  <a:pt x="0" y="1326614"/>
                </a:lnTo>
                <a:close/>
              </a:path>
            </a:pathLst>
          </a:custGeom>
          <a:gradFill>
            <a:gsLst>
              <a:gs pos="0">
                <a:schemeClr val="accent2">
                  <a:alpha val="0"/>
                </a:schemeClr>
              </a:gs>
              <a:gs pos="100000">
                <a:schemeClr val="accent2">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26" name="椭圆 25"/>
          <p:cNvSpPr/>
          <p:nvPr/>
        </p:nvSpPr>
        <p:spPr>
          <a:xfrm>
            <a:off x="4159929" y="1971143"/>
            <a:ext cx="3854448" cy="855410"/>
          </a:xfrm>
          <a:prstGeom prst="ellipse">
            <a:avLst/>
          </a:prstGeom>
          <a:gradFill>
            <a:gsLst>
              <a:gs pos="0">
                <a:schemeClr val="accent2">
                  <a:alpha val="0"/>
                </a:schemeClr>
              </a:gs>
              <a:gs pos="100000">
                <a:schemeClr val="accent2">
                  <a:alpha val="6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7" name="文本框 26"/>
          <p:cNvSpPr txBox="1"/>
          <p:nvPr/>
        </p:nvSpPr>
        <p:spPr>
          <a:xfrm>
            <a:off x="5738340" y="1512908"/>
            <a:ext cx="697627" cy="400110"/>
          </a:xfrm>
          <a:prstGeom prst="rect">
            <a:avLst/>
          </a:prstGeom>
          <a:noFill/>
        </p:spPr>
        <p:txBody>
          <a:bodyPr wrap="none" rtlCol="0">
            <a:spAutoFit/>
          </a:bodyPr>
          <a:lstStyle/>
          <a:p>
            <a:pPr algn="ctr"/>
            <a:r>
              <a:rPr lang="zh-CN" altLang="en-US" sz="20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机构</a:t>
            </a:r>
            <a:endParaRPr lang="zh-CN" altLang="en-US" sz="20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sp>
        <p:nvSpPr>
          <p:cNvPr id="28" name="椭圆 27"/>
          <p:cNvSpPr/>
          <p:nvPr/>
        </p:nvSpPr>
        <p:spPr>
          <a:xfrm>
            <a:off x="4918753" y="1618431"/>
            <a:ext cx="2336800" cy="503767"/>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9" name="椭圆 28"/>
          <p:cNvSpPr/>
          <p:nvPr/>
        </p:nvSpPr>
        <p:spPr>
          <a:xfrm>
            <a:off x="4800220" y="1901503"/>
            <a:ext cx="2573866" cy="578170"/>
          </a:xfrm>
          <a:prstGeom prst="ellipse">
            <a:avLst/>
          </a:prstGeom>
          <a:gradFill>
            <a:gsLst>
              <a:gs pos="0">
                <a:schemeClr val="accent2">
                  <a:alpha val="0"/>
                </a:schemeClr>
              </a:gs>
              <a:gs pos="100000">
                <a:schemeClr val="accent2">
                  <a:alpha val="1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33" name="文本框 32"/>
          <p:cNvSpPr txBox="1"/>
          <p:nvPr/>
        </p:nvSpPr>
        <p:spPr>
          <a:xfrm>
            <a:off x="4817212" y="3938436"/>
            <a:ext cx="2438400" cy="519351"/>
          </a:xfrm>
          <a:prstGeom prst="roundRect">
            <a:avLst>
              <a:gd name="adj" fmla="val 50000"/>
            </a:avLst>
          </a:prstGeom>
          <a:solidFill>
            <a:schemeClr val="bg1"/>
          </a:solidFill>
          <a:ln w="15875">
            <a:solidFill>
              <a:schemeClr val="accent1"/>
            </a:solidFill>
          </a:ln>
        </p:spPr>
        <p:txBody>
          <a:bodyPr wrap="square" rtlCol="0">
            <a:spAutoFit/>
          </a:bodyPr>
          <a:lstStyle/>
          <a:p>
            <a:pPr algn="ctr"/>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资质审核</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4" name="文本框 33"/>
          <p:cNvSpPr txBox="1"/>
          <p:nvPr/>
        </p:nvSpPr>
        <p:spPr>
          <a:xfrm>
            <a:off x="5533155" y="3281975"/>
            <a:ext cx="1107996" cy="369332"/>
          </a:xfrm>
          <a:prstGeom prst="rect">
            <a:avLst/>
          </a:prstGeom>
          <a:noFill/>
        </p:spPr>
        <p:txBody>
          <a:bodyPr wrap="none" rtlCol="0">
            <a:spAutoFit/>
          </a:bodyPr>
          <a:lstStyle/>
          <a:p>
            <a:r>
              <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rPr>
              <a:t>官方账号</a:t>
            </a:r>
            <a:endParaRPr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5" name="椭圆 34"/>
          <p:cNvSpPr/>
          <p:nvPr/>
        </p:nvSpPr>
        <p:spPr>
          <a:xfrm>
            <a:off x="3885314" y="2226597"/>
            <a:ext cx="4403678" cy="946836"/>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90204" pitchFamily="34" charset="0"/>
              <a:ea typeface="微软雅黑" panose="020B0502040204020203" pitchFamily="34" charset="-122"/>
              <a:cs typeface="Arial" panose="020B0604020202090204" pitchFamily="34" charset="0"/>
            </a:endParaRPr>
          </a:p>
        </p:txBody>
      </p:sp>
      <p:sp>
        <p:nvSpPr>
          <p:cNvPr id="2" name="标题 1"/>
          <p:cNvSpPr>
            <a:spLocks noGrp="1"/>
          </p:cNvSpPr>
          <p:nvPr>
            <p:ph type="title"/>
          </p:nvPr>
        </p:nvSpPr>
        <p:spPr/>
        <p:txBody>
          <a:bodyPr/>
          <a:lstStyle/>
          <a:p>
            <a:r>
              <a:rPr lang="zh-CN" altLang="en-US" dirty="0">
                <a:latin typeface="Arial" panose="020B0604020202090204" pitchFamily="34" charset="0"/>
                <a:ea typeface="微软雅黑" panose="020B0502040204020203" pitchFamily="34" charset="-122"/>
                <a:cs typeface="Arial" panose="020B0604020202090204" pitchFamily="34" charset="0"/>
              </a:rPr>
              <a:t>运营矩阵传播注入新动力</a:t>
            </a: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系统架构图 </a:t>
            </a:r>
            <a:r>
              <a:rPr kumimoji="1" lang="en-US" altLang="zh-CN" dirty="0"/>
              <a:t>/</a:t>
            </a:r>
            <a:r>
              <a:rPr kumimoji="1" lang="zh-CN" altLang="en-US" dirty="0"/>
              <a:t> 双中台架构</a:t>
            </a:r>
            <a:endParaRPr kumimoji="1" lang="zh-CN" altLang="en-US" dirty="0"/>
          </a:p>
        </p:txBody>
      </p:sp>
      <p:grpSp>
        <p:nvGrpSpPr>
          <p:cNvPr id="8" name="组合 7"/>
          <p:cNvGrpSpPr/>
          <p:nvPr/>
        </p:nvGrpSpPr>
        <p:grpSpPr>
          <a:xfrm rot="5400000">
            <a:off x="756820" y="3443106"/>
            <a:ext cx="4468510" cy="702088"/>
            <a:chOff x="1447425" y="3626602"/>
            <a:chExt cx="7200000" cy="702088"/>
          </a:xfrm>
        </p:grpSpPr>
        <p:sp>
          <p:nvSpPr>
            <p:cNvPr id="9" name="梯形 8"/>
            <p:cNvSpPr/>
            <p:nvPr/>
          </p:nvSpPr>
          <p:spPr>
            <a:xfrm>
              <a:off x="1447425" y="3626602"/>
              <a:ext cx="7200000" cy="630087"/>
            </a:xfrm>
            <a:prstGeom prst="trapezoid">
              <a:avLst>
                <a:gd name="adj" fmla="val 61701"/>
              </a:avLst>
            </a:prstGeom>
            <a:noFill/>
            <a:ln w="12700">
              <a:gradFill>
                <a:gsLst>
                  <a:gs pos="17000">
                    <a:schemeClr val="accent2">
                      <a:alpha val="0"/>
                    </a:schemeClr>
                  </a:gs>
                  <a:gs pos="99000">
                    <a:schemeClr val="accent2"/>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 name="矩形 9"/>
            <p:cNvSpPr/>
            <p:nvPr/>
          </p:nvSpPr>
          <p:spPr>
            <a:xfrm>
              <a:off x="1447631" y="4256690"/>
              <a:ext cx="7199588" cy="72000"/>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21" name="圆角矩形 20"/>
          <p:cNvSpPr/>
          <p:nvPr/>
        </p:nvSpPr>
        <p:spPr>
          <a:xfrm>
            <a:off x="3552824" y="3845676"/>
            <a:ext cx="4340018" cy="2002632"/>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圆柱体 15"/>
          <p:cNvSpPr/>
          <p:nvPr/>
        </p:nvSpPr>
        <p:spPr>
          <a:xfrm rot="5400000">
            <a:off x="2340803" y="4531954"/>
            <a:ext cx="2002634" cy="630087"/>
          </a:xfrm>
          <a:prstGeom prst="can">
            <a:avLst/>
          </a:prstGeom>
          <a:gradFill flip="none" rotWithShape="1">
            <a:gsLst>
              <a:gs pos="0">
                <a:schemeClr val="accent2"/>
              </a:gs>
              <a:gs pos="100000">
                <a:schemeClr val="accent1"/>
              </a:gs>
            </a:gsLst>
            <a:path path="circle">
              <a:fillToRect l="50000" t="130000" r="50000" b="-30000"/>
            </a:path>
            <a:tileRect/>
          </a:gra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kumimoji="1" lang="zh-CN" altLang="en-US" sz="1400" b="1" dirty="0">
                <a:solidFill>
                  <a:schemeClr val="tx1"/>
                </a:solidFill>
                <a:latin typeface="Arial" panose="020B0604020202090204" pitchFamily="34" charset="0"/>
                <a:ea typeface="微软雅黑" panose="020B0502040204020203" pitchFamily="34" charset="-122"/>
                <a:cs typeface="Arial" panose="020B0604020202090204" pitchFamily="34" charset="0"/>
              </a:rPr>
              <a:t>数据中台</a:t>
            </a:r>
            <a:endParaRPr kumimoji="1" lang="zh-CN" altLang="en-US" sz="14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椭圆 21"/>
          <p:cNvSpPr/>
          <p:nvPr/>
        </p:nvSpPr>
        <p:spPr>
          <a:xfrm rot="5400000">
            <a:off x="3048202" y="4738992"/>
            <a:ext cx="1800000" cy="216000"/>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lIns="72000" tIns="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数仓</a:t>
            </a:r>
            <a:endParaRPr kumimoji="0" lang="zh-CN" altLang="en-US" sz="1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8" name="左大括号 27"/>
          <p:cNvSpPr/>
          <p:nvPr/>
        </p:nvSpPr>
        <p:spPr>
          <a:xfrm>
            <a:off x="4062395" y="4122656"/>
            <a:ext cx="194141" cy="1460341"/>
          </a:xfrm>
          <a:prstGeom prst="leftBrace">
            <a:avLst>
              <a:gd name="adj1" fmla="val 95794"/>
              <a:gd name="adj2" fmla="val 50000"/>
            </a:avLst>
          </a:prstGeom>
          <a:ln w="12700">
            <a:solidFill>
              <a:schemeClr val="accent1">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Arial" panose="020B0604020202090204" pitchFamily="34" charset="0"/>
              <a:ea typeface="微软雅黑" panose="020B0502040204020203" pitchFamily="34" charset="-122"/>
              <a:cs typeface="Arial" panose="020B0604020202090204" pitchFamily="34" charset="0"/>
            </a:endParaRPr>
          </a:p>
        </p:txBody>
      </p:sp>
      <p:grpSp>
        <p:nvGrpSpPr>
          <p:cNvPr id="76" name="组合 75"/>
          <p:cNvGrpSpPr/>
          <p:nvPr/>
        </p:nvGrpSpPr>
        <p:grpSpPr>
          <a:xfrm>
            <a:off x="5689780" y="3946987"/>
            <a:ext cx="2246407" cy="828264"/>
            <a:chOff x="5550467" y="3945757"/>
            <a:chExt cx="2246407" cy="828264"/>
          </a:xfrm>
        </p:grpSpPr>
        <p:sp>
          <p:nvSpPr>
            <p:cNvPr id="29" name="圆角矩形 28"/>
            <p:cNvSpPr/>
            <p:nvPr/>
          </p:nvSpPr>
          <p:spPr>
            <a:xfrm>
              <a:off x="5595053" y="3945757"/>
              <a:ext cx="1943644" cy="828262"/>
            </a:xfrm>
            <a:prstGeom prst="roundRect">
              <a:avLst>
                <a:gd name="adj" fmla="val 3983"/>
              </a:avLst>
            </a:prstGeom>
            <a:gradFill flip="none" rotWithShape="1">
              <a:gsLst>
                <a:gs pos="0">
                  <a:schemeClr val="bg1"/>
                </a:gs>
                <a:gs pos="100000">
                  <a:schemeClr val="bg1"/>
                </a:gs>
              </a:gsLst>
              <a:path path="circle">
                <a:fillToRect l="50000" t="130000" r="50000" b="-30000"/>
              </a:path>
              <a:tileRect/>
            </a:gra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椭圆 29"/>
            <p:cNvSpPr/>
            <p:nvPr/>
          </p:nvSpPr>
          <p:spPr>
            <a:xfrm rot="5400000">
              <a:off x="5205311" y="4290913"/>
              <a:ext cx="828264"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数据</a:t>
              </a:r>
              <a:br>
                <a:rPr kumimoji="0" lang="en-US" altLang="zh-CN"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br>
              <a:r>
                <a:rPr kumimoji="0" lang="zh-CN" altLang="en-US"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主题域</a:t>
              </a:r>
              <a:endParaRPr kumimoji="0" lang="zh-CN" altLang="en-US"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1" name="圆角矩形 30"/>
            <p:cNvSpPr/>
            <p:nvPr/>
          </p:nvSpPr>
          <p:spPr>
            <a:xfrm>
              <a:off x="6177515" y="3996585"/>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交易主题域</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2" name="圆角矩形 31"/>
            <p:cNvSpPr/>
            <p:nvPr/>
          </p:nvSpPr>
          <p:spPr>
            <a:xfrm>
              <a:off x="6177515" y="4256693"/>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商品主题域</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3" name="圆角矩形 32"/>
            <p:cNvSpPr/>
            <p:nvPr/>
          </p:nvSpPr>
          <p:spPr>
            <a:xfrm>
              <a:off x="6177515" y="4516801"/>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用户主题域</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35" name="任意多边形: 形状 22"/>
            <p:cNvSpPr/>
            <p:nvPr/>
          </p:nvSpPr>
          <p:spPr>
            <a:xfrm rot="5400000">
              <a:off x="7326493" y="4098152"/>
              <a:ext cx="424407" cy="5163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alpha val="7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34" name="椭圆 33"/>
            <p:cNvSpPr/>
            <p:nvPr/>
          </p:nvSpPr>
          <p:spPr>
            <a:xfrm rot="5400000">
              <a:off x="7098096" y="4290913"/>
              <a:ext cx="828264"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70" name="组合 69"/>
          <p:cNvGrpSpPr/>
          <p:nvPr/>
        </p:nvGrpSpPr>
        <p:grpSpPr>
          <a:xfrm>
            <a:off x="4287162" y="3981087"/>
            <a:ext cx="1041977" cy="288000"/>
            <a:chOff x="3949852" y="3979857"/>
            <a:chExt cx="1041977" cy="288000"/>
          </a:xfrm>
        </p:grpSpPr>
        <p:sp>
          <p:nvSpPr>
            <p:cNvPr id="23" name="圆角矩形 22"/>
            <p:cNvSpPr/>
            <p:nvPr/>
          </p:nvSpPr>
          <p:spPr>
            <a:xfrm>
              <a:off x="3983829" y="3979857"/>
              <a:ext cx="1008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rPr>
                <a:t>用户基础数据</a:t>
              </a:r>
              <a:endPar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5" name="椭圆 64"/>
            <p:cNvSpPr>
              <a:spLocks noChangeAspect="1"/>
            </p:cNvSpPr>
            <p:nvPr/>
          </p:nvSpPr>
          <p:spPr>
            <a:xfrm flipH="1">
              <a:off x="3949852" y="4080657"/>
              <a:ext cx="86400" cy="86400"/>
            </a:xfrm>
            <a:prstGeom prst="ellipse">
              <a:avLst/>
            </a:prstGeom>
            <a:solidFill>
              <a:schemeClr val="accent1"/>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1" name="组合 70"/>
          <p:cNvGrpSpPr/>
          <p:nvPr/>
        </p:nvGrpSpPr>
        <p:grpSpPr>
          <a:xfrm>
            <a:off x="4287162" y="4340629"/>
            <a:ext cx="1041977" cy="288000"/>
            <a:chOff x="3949852" y="4339399"/>
            <a:chExt cx="1041977" cy="288000"/>
          </a:xfrm>
        </p:grpSpPr>
        <p:sp>
          <p:nvSpPr>
            <p:cNvPr id="24" name="圆角矩形 23"/>
            <p:cNvSpPr/>
            <p:nvPr/>
          </p:nvSpPr>
          <p:spPr>
            <a:xfrm>
              <a:off x="3983829" y="4339399"/>
              <a:ext cx="1008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rPr>
                <a:t>商品数据</a:t>
              </a:r>
              <a:endPar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6" name="椭圆 65"/>
            <p:cNvSpPr>
              <a:spLocks noChangeAspect="1"/>
            </p:cNvSpPr>
            <p:nvPr/>
          </p:nvSpPr>
          <p:spPr>
            <a:xfrm flipH="1">
              <a:off x="3949852" y="4440199"/>
              <a:ext cx="86400" cy="86400"/>
            </a:xfrm>
            <a:prstGeom prst="ellipse">
              <a:avLst/>
            </a:prstGeom>
            <a:solidFill>
              <a:schemeClr val="accent1"/>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2" name="组合 71"/>
          <p:cNvGrpSpPr/>
          <p:nvPr/>
        </p:nvGrpSpPr>
        <p:grpSpPr>
          <a:xfrm>
            <a:off x="4287162" y="4700171"/>
            <a:ext cx="1041977" cy="288000"/>
            <a:chOff x="3949852" y="4698941"/>
            <a:chExt cx="1041977" cy="288000"/>
          </a:xfrm>
        </p:grpSpPr>
        <p:sp>
          <p:nvSpPr>
            <p:cNvPr id="25" name="圆角矩形 24"/>
            <p:cNvSpPr/>
            <p:nvPr/>
          </p:nvSpPr>
          <p:spPr>
            <a:xfrm>
              <a:off x="3983829" y="4698941"/>
              <a:ext cx="1008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rPr>
                <a:t>订单数据</a:t>
              </a:r>
              <a:endPar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7" name="椭圆 66"/>
            <p:cNvSpPr>
              <a:spLocks noChangeAspect="1"/>
            </p:cNvSpPr>
            <p:nvPr/>
          </p:nvSpPr>
          <p:spPr>
            <a:xfrm flipH="1">
              <a:off x="3949852" y="4799741"/>
              <a:ext cx="86400" cy="86400"/>
            </a:xfrm>
            <a:prstGeom prst="ellipse">
              <a:avLst/>
            </a:prstGeom>
            <a:solidFill>
              <a:schemeClr val="accent1"/>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3" name="组合 72"/>
          <p:cNvGrpSpPr/>
          <p:nvPr/>
        </p:nvGrpSpPr>
        <p:grpSpPr>
          <a:xfrm>
            <a:off x="4287162" y="5059713"/>
            <a:ext cx="1041977" cy="288000"/>
            <a:chOff x="3949852" y="5058483"/>
            <a:chExt cx="1041977" cy="288000"/>
          </a:xfrm>
        </p:grpSpPr>
        <p:sp>
          <p:nvSpPr>
            <p:cNvPr id="26" name="圆角矩形 25"/>
            <p:cNvSpPr/>
            <p:nvPr/>
          </p:nvSpPr>
          <p:spPr>
            <a:xfrm>
              <a:off x="3983829" y="5058483"/>
              <a:ext cx="1008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rPr>
                <a:t>支付数据</a:t>
              </a:r>
              <a:endPar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8" name="椭圆 67"/>
            <p:cNvSpPr>
              <a:spLocks noChangeAspect="1"/>
            </p:cNvSpPr>
            <p:nvPr/>
          </p:nvSpPr>
          <p:spPr>
            <a:xfrm flipH="1">
              <a:off x="3949852" y="5159283"/>
              <a:ext cx="86400" cy="86400"/>
            </a:xfrm>
            <a:prstGeom prst="ellipse">
              <a:avLst/>
            </a:prstGeom>
            <a:solidFill>
              <a:schemeClr val="accent1"/>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4" name="组合 73"/>
          <p:cNvGrpSpPr/>
          <p:nvPr/>
        </p:nvGrpSpPr>
        <p:grpSpPr>
          <a:xfrm>
            <a:off x="4287162" y="5419254"/>
            <a:ext cx="1041977" cy="288000"/>
            <a:chOff x="3949852" y="5418024"/>
            <a:chExt cx="1041977" cy="288000"/>
          </a:xfrm>
        </p:grpSpPr>
        <p:sp>
          <p:nvSpPr>
            <p:cNvPr id="27" name="圆角矩形 26"/>
            <p:cNvSpPr/>
            <p:nvPr/>
          </p:nvSpPr>
          <p:spPr>
            <a:xfrm>
              <a:off x="3983829" y="5418024"/>
              <a:ext cx="1008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rPr>
                <a:t>位置数据</a:t>
              </a:r>
              <a:endParaRPr kumimoji="1" lang="zh-CN" altLang="en-US" sz="10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69" name="椭圆 68"/>
            <p:cNvSpPr>
              <a:spLocks noChangeAspect="1"/>
            </p:cNvSpPr>
            <p:nvPr/>
          </p:nvSpPr>
          <p:spPr>
            <a:xfrm flipH="1">
              <a:off x="3949852" y="5518824"/>
              <a:ext cx="86400" cy="86400"/>
            </a:xfrm>
            <a:prstGeom prst="ellipse">
              <a:avLst/>
            </a:prstGeom>
            <a:solidFill>
              <a:schemeClr val="accent1"/>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7" name="组合 76"/>
          <p:cNvGrpSpPr/>
          <p:nvPr/>
        </p:nvGrpSpPr>
        <p:grpSpPr>
          <a:xfrm>
            <a:off x="5689780" y="4918506"/>
            <a:ext cx="2246407" cy="828264"/>
            <a:chOff x="5550467" y="3945757"/>
            <a:chExt cx="2246407" cy="828264"/>
          </a:xfrm>
        </p:grpSpPr>
        <p:sp>
          <p:nvSpPr>
            <p:cNvPr id="78" name="圆角矩形 77"/>
            <p:cNvSpPr/>
            <p:nvPr/>
          </p:nvSpPr>
          <p:spPr>
            <a:xfrm>
              <a:off x="5595053" y="3945757"/>
              <a:ext cx="1943644" cy="828262"/>
            </a:xfrm>
            <a:prstGeom prst="roundRect">
              <a:avLst>
                <a:gd name="adj" fmla="val 3983"/>
              </a:avLst>
            </a:prstGeom>
            <a:gradFill flip="none" rotWithShape="1">
              <a:gsLst>
                <a:gs pos="0">
                  <a:schemeClr val="bg1"/>
                </a:gs>
                <a:gs pos="100000">
                  <a:schemeClr val="bg1"/>
                </a:gs>
              </a:gsLst>
              <a:path path="circle">
                <a:fillToRect l="50000" t="130000" r="50000" b="-30000"/>
              </a:path>
              <a:tileRect/>
            </a:gra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9" name="椭圆 78"/>
            <p:cNvSpPr/>
            <p:nvPr/>
          </p:nvSpPr>
          <p:spPr>
            <a:xfrm rot="5400000">
              <a:off x="5205311" y="4290913"/>
              <a:ext cx="828264"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rPr>
                <a:t>数据</a:t>
              </a:r>
              <a:r>
                <a:rPr lang="zh-CN" altLang="en-US" sz="11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治</a:t>
              </a:r>
              <a:br>
                <a:rPr lang="en-US" altLang="zh-CN" sz="11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lang="zh-CN" altLang="en-US" sz="11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理套件</a:t>
              </a:r>
              <a:endParaRPr kumimoji="0" lang="zh-CN" altLang="en-US" sz="11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80" name="圆角矩形 79"/>
            <p:cNvSpPr/>
            <p:nvPr/>
          </p:nvSpPr>
          <p:spPr>
            <a:xfrm>
              <a:off x="6177515" y="3996585"/>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数据地图</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1" name="圆角矩形 80"/>
            <p:cNvSpPr/>
            <p:nvPr/>
          </p:nvSpPr>
          <p:spPr>
            <a:xfrm>
              <a:off x="6177515" y="4256693"/>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数据模型</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2" name="圆角矩形 81"/>
            <p:cNvSpPr/>
            <p:nvPr/>
          </p:nvSpPr>
          <p:spPr>
            <a:xfrm>
              <a:off x="6177515" y="4516801"/>
              <a:ext cx="1080000" cy="198000"/>
            </a:xfrm>
            <a:prstGeom prst="roundRect">
              <a:avLst>
                <a:gd name="adj" fmla="val 50000"/>
              </a:avLst>
            </a:prstGeom>
            <a:solidFill>
              <a:schemeClr val="accent1">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数据质量</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3" name="任意多边形: 形状 22"/>
            <p:cNvSpPr/>
            <p:nvPr/>
          </p:nvSpPr>
          <p:spPr>
            <a:xfrm rot="5400000">
              <a:off x="7326493" y="4098152"/>
              <a:ext cx="424407" cy="51635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alpha val="7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84" name="椭圆 83"/>
            <p:cNvSpPr/>
            <p:nvPr/>
          </p:nvSpPr>
          <p:spPr>
            <a:xfrm rot="5400000">
              <a:off x="7098096" y="4290913"/>
              <a:ext cx="828264"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0" name="组合 109"/>
          <p:cNvGrpSpPr/>
          <p:nvPr/>
        </p:nvGrpSpPr>
        <p:grpSpPr>
          <a:xfrm>
            <a:off x="3027076" y="1666985"/>
            <a:ext cx="4865766" cy="2002635"/>
            <a:chOff x="2796573" y="1182528"/>
            <a:chExt cx="4865766" cy="2002635"/>
          </a:xfrm>
        </p:grpSpPr>
        <p:sp>
          <p:nvSpPr>
            <p:cNvPr id="17" name="圆角矩形 16"/>
            <p:cNvSpPr/>
            <p:nvPr/>
          </p:nvSpPr>
          <p:spPr>
            <a:xfrm>
              <a:off x="3322321" y="1182528"/>
              <a:ext cx="4340018" cy="2002632"/>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圆柱体 14"/>
            <p:cNvSpPr/>
            <p:nvPr/>
          </p:nvSpPr>
          <p:spPr>
            <a:xfrm rot="5400000">
              <a:off x="2110301" y="1868803"/>
              <a:ext cx="2002632" cy="630087"/>
            </a:xfrm>
            <a:prstGeom prst="can">
              <a:avLst/>
            </a:prstGeom>
            <a:gradFill flip="none" rotWithShape="1">
              <a:gsLst>
                <a:gs pos="0">
                  <a:schemeClr val="accent2"/>
                </a:gs>
                <a:gs pos="100000">
                  <a:schemeClr val="accent1"/>
                </a:gs>
              </a:gsLst>
              <a:path path="circle">
                <a:fillToRect l="50000" t="130000" r="50000" b="-30000"/>
              </a:path>
              <a:tileRect/>
            </a:gra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kumimoji="1" lang="zh-CN" altLang="en-US" sz="1400" b="1" dirty="0">
                  <a:solidFill>
                    <a:schemeClr val="tx1"/>
                  </a:solidFill>
                  <a:latin typeface="Arial" panose="020B0604020202090204" pitchFamily="34" charset="0"/>
                  <a:ea typeface="微软雅黑" panose="020B0502040204020203" pitchFamily="34" charset="-122"/>
                  <a:cs typeface="Arial" panose="020B0604020202090204" pitchFamily="34" charset="0"/>
                </a:rPr>
                <a:t>业务中台</a:t>
              </a:r>
              <a:endParaRPr kumimoji="1"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08" name="组合 107"/>
            <p:cNvGrpSpPr/>
            <p:nvPr/>
          </p:nvGrpSpPr>
          <p:grpSpPr>
            <a:xfrm>
              <a:off x="3554471" y="1340616"/>
              <a:ext cx="3984056" cy="1686456"/>
              <a:chOff x="3554471" y="1315532"/>
              <a:chExt cx="3984056" cy="1686456"/>
            </a:xfrm>
          </p:grpSpPr>
          <p:grpSp>
            <p:nvGrpSpPr>
              <p:cNvPr id="94" name="组合 93"/>
              <p:cNvGrpSpPr/>
              <p:nvPr/>
            </p:nvGrpSpPr>
            <p:grpSpPr>
              <a:xfrm>
                <a:off x="3554471" y="1315532"/>
                <a:ext cx="3984056" cy="324000"/>
                <a:chOff x="3554471" y="1315532"/>
                <a:chExt cx="3984056" cy="324000"/>
              </a:xfrm>
            </p:grpSpPr>
            <p:sp>
              <p:nvSpPr>
                <p:cNvPr id="18" name="圆角矩形 17"/>
                <p:cNvSpPr/>
                <p:nvPr/>
              </p:nvSpPr>
              <p:spPr>
                <a:xfrm>
                  <a:off x="3554471"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商品中心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圆角矩形 18"/>
                <p:cNvSpPr/>
                <p:nvPr/>
              </p:nvSpPr>
              <p:spPr>
                <a:xfrm>
                  <a:off x="4916499"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客户</a:t>
                  </a:r>
                  <a:r>
                    <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会员中心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圆角矩形 19"/>
                <p:cNvSpPr/>
                <p:nvPr/>
              </p:nvSpPr>
              <p:spPr>
                <a:xfrm>
                  <a:off x="6278527"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推荐中心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95" name="组合 94"/>
              <p:cNvGrpSpPr/>
              <p:nvPr/>
            </p:nvGrpSpPr>
            <p:grpSpPr>
              <a:xfrm>
                <a:off x="3554471" y="1769684"/>
                <a:ext cx="3984056" cy="324000"/>
                <a:chOff x="3554471" y="1315532"/>
                <a:chExt cx="3984056" cy="324000"/>
              </a:xfrm>
            </p:grpSpPr>
            <p:sp>
              <p:nvSpPr>
                <p:cNvPr id="96" name="圆角矩形 95"/>
                <p:cNvSpPr/>
                <p:nvPr/>
              </p:nvSpPr>
              <p:spPr>
                <a:xfrm>
                  <a:off x="3554471"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支付中心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7" name="圆角矩形 96"/>
                <p:cNvSpPr/>
                <p:nvPr/>
              </p:nvSpPr>
              <p:spPr>
                <a:xfrm>
                  <a:off x="4916499"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工单中心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8" name="圆角矩形 97"/>
                <p:cNvSpPr/>
                <p:nvPr/>
              </p:nvSpPr>
              <p:spPr>
                <a:xfrm>
                  <a:off x="6278527"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消息中心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0" name="组合 99"/>
              <p:cNvGrpSpPr/>
              <p:nvPr/>
            </p:nvGrpSpPr>
            <p:grpSpPr>
              <a:xfrm>
                <a:off x="3554471" y="2223836"/>
                <a:ext cx="3984056" cy="324000"/>
                <a:chOff x="3554471" y="1315532"/>
                <a:chExt cx="3984056" cy="324000"/>
              </a:xfrm>
            </p:grpSpPr>
            <p:sp>
              <p:nvSpPr>
                <p:cNvPr id="101" name="圆角矩形 100"/>
                <p:cNvSpPr/>
                <p:nvPr/>
              </p:nvSpPr>
              <p:spPr>
                <a:xfrm>
                  <a:off x="3554471"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评价中心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2" name="圆角矩形 101"/>
                <p:cNvSpPr/>
                <p:nvPr/>
              </p:nvSpPr>
              <p:spPr>
                <a:xfrm>
                  <a:off x="4916499"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物流中心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3" name="圆角矩形 102"/>
                <p:cNvSpPr/>
                <p:nvPr/>
              </p:nvSpPr>
              <p:spPr>
                <a:xfrm>
                  <a:off x="6278527"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渠道中心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4" name="组合 103"/>
              <p:cNvGrpSpPr/>
              <p:nvPr/>
            </p:nvGrpSpPr>
            <p:grpSpPr>
              <a:xfrm>
                <a:off x="3554471" y="2677988"/>
                <a:ext cx="3984056" cy="324000"/>
                <a:chOff x="3554471" y="1315532"/>
                <a:chExt cx="3984056" cy="324000"/>
              </a:xfrm>
            </p:grpSpPr>
            <p:sp>
              <p:nvSpPr>
                <p:cNvPr id="105" name="圆角矩形 104"/>
                <p:cNvSpPr/>
                <p:nvPr/>
              </p:nvSpPr>
              <p:spPr>
                <a:xfrm>
                  <a:off x="3554471"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营销中心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6" name="圆角矩形 105"/>
                <p:cNvSpPr/>
                <p:nvPr/>
              </p:nvSpPr>
              <p:spPr>
                <a:xfrm>
                  <a:off x="4916499"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用户中心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7" name="圆角矩形 106"/>
                <p:cNvSpPr/>
                <p:nvPr/>
              </p:nvSpPr>
              <p:spPr>
                <a:xfrm>
                  <a:off x="6278527" y="1315532"/>
                  <a:ext cx="1260000" cy="324000"/>
                </a:xfrm>
                <a:prstGeom prst="roundRect">
                  <a:avLst/>
                </a:prstGeom>
                <a:solidFill>
                  <a:schemeClr val="bg1"/>
                </a:solidFill>
                <a:ln w="9525" cmpd="sng">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库存中心</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grpSp>
      <p:sp>
        <p:nvSpPr>
          <p:cNvPr id="111" name="圆柱体 110"/>
          <p:cNvSpPr/>
          <p:nvPr/>
        </p:nvSpPr>
        <p:spPr>
          <a:xfrm rot="5400000">
            <a:off x="6392618" y="3379715"/>
            <a:ext cx="4184875" cy="752313"/>
          </a:xfrm>
          <a:prstGeom prst="can">
            <a:avLst>
              <a:gd name="adj" fmla="val 32293"/>
            </a:avLst>
          </a:prstGeom>
          <a:gradFill flip="none" rotWithShape="1">
            <a:gsLst>
              <a:gs pos="0">
                <a:schemeClr val="bg1"/>
              </a:gs>
              <a:gs pos="100000">
                <a:schemeClr val="accent1">
                  <a:lumMod val="20000"/>
                  <a:lumOff val="80000"/>
                  <a:alpha val="50000"/>
                </a:schemeClr>
              </a:gs>
            </a:gsLst>
            <a:path path="circle">
              <a:fillToRect l="50000" t="130000" r="50000" b="-30000"/>
            </a:path>
            <a:tileRect/>
          </a:gra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tIns="108000" bIns="36000" rtlCol="0" anchor="ctr"/>
          <a:lstStyle/>
          <a:p>
            <a:pPr algn="ct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服务</a:t>
            </a:r>
            <a:br>
              <a:rPr kumimoji="1"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能力</a:t>
            </a:r>
            <a:endParaRPr kumimoji="1" lang="zh-CN" altLang="en-US" sz="12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12" name="文本框 111"/>
          <p:cNvSpPr txBox="1"/>
          <p:nvPr/>
        </p:nvSpPr>
        <p:spPr>
          <a:xfrm>
            <a:off x="8202827" y="2584935"/>
            <a:ext cx="290118" cy="830997"/>
          </a:xfrm>
          <a:prstGeom prst="rect">
            <a:avLst/>
          </a:prstGeom>
          <a:noFill/>
          <a:ln>
            <a:noFill/>
          </a:ln>
        </p:spPr>
        <p:txBody>
          <a:bodyPr wrap="square" rtlCol="0">
            <a:spAutoFit/>
          </a:bodyP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功能服务</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3" name="文本框 112"/>
          <p:cNvSpPr txBox="1"/>
          <p:nvPr/>
        </p:nvSpPr>
        <p:spPr>
          <a:xfrm>
            <a:off x="8202827" y="4130271"/>
            <a:ext cx="290118" cy="830997"/>
          </a:xfrm>
          <a:prstGeom prst="rect">
            <a:avLst/>
          </a:prstGeom>
          <a:noFill/>
          <a:ln>
            <a:noFill/>
          </a:ln>
        </p:spPr>
        <p:txBody>
          <a:bodyPr wrap="square" rtlCol="0">
            <a:spAutoFit/>
          </a:bodyP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数据服务</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34" name="组合 133"/>
          <p:cNvGrpSpPr/>
          <p:nvPr/>
        </p:nvGrpSpPr>
        <p:grpSpPr>
          <a:xfrm>
            <a:off x="8650378" y="1663434"/>
            <a:ext cx="852518" cy="540000"/>
            <a:chOff x="8430245" y="1426367"/>
            <a:chExt cx="852518" cy="540000"/>
          </a:xfrm>
        </p:grpSpPr>
        <p:sp>
          <p:nvSpPr>
            <p:cNvPr id="115" name="六边形 114"/>
            <p:cNvSpPr/>
            <p:nvPr/>
          </p:nvSpPr>
          <p:spPr>
            <a:xfrm rot="5400000">
              <a:off x="8778763" y="1462367"/>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用户</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2" name="直线连接符 121"/>
            <p:cNvCxnSpPr/>
            <p:nvPr/>
          </p:nvCxnSpPr>
          <p:spPr>
            <a:xfrm>
              <a:off x="8430245" y="1696367"/>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8650378" y="2392409"/>
            <a:ext cx="852518" cy="540000"/>
            <a:chOff x="8430245" y="2155342"/>
            <a:chExt cx="852518" cy="540000"/>
          </a:xfrm>
        </p:grpSpPr>
        <p:sp>
          <p:nvSpPr>
            <p:cNvPr id="116" name="六边形 115"/>
            <p:cNvSpPr/>
            <p:nvPr/>
          </p:nvSpPr>
          <p:spPr>
            <a:xfrm rot="5400000">
              <a:off x="8778763" y="2191342"/>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交易</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4" name="直线连接符 123"/>
            <p:cNvCxnSpPr/>
            <p:nvPr/>
          </p:nvCxnSpPr>
          <p:spPr>
            <a:xfrm>
              <a:off x="8430245" y="2425342"/>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32" name="组合 131"/>
          <p:cNvGrpSpPr/>
          <p:nvPr/>
        </p:nvGrpSpPr>
        <p:grpSpPr>
          <a:xfrm>
            <a:off x="8650378" y="3121384"/>
            <a:ext cx="852518" cy="540000"/>
            <a:chOff x="8430245" y="2884317"/>
            <a:chExt cx="852518" cy="540000"/>
          </a:xfrm>
        </p:grpSpPr>
        <p:sp>
          <p:nvSpPr>
            <p:cNvPr id="117" name="六边形 116"/>
            <p:cNvSpPr/>
            <p:nvPr/>
          </p:nvSpPr>
          <p:spPr>
            <a:xfrm rot="5400000">
              <a:off x="8778763" y="2920317"/>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消息</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5" name="直线连接符 124"/>
            <p:cNvCxnSpPr/>
            <p:nvPr/>
          </p:nvCxnSpPr>
          <p:spPr>
            <a:xfrm>
              <a:off x="8430245" y="3154317"/>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31" name="组合 130"/>
          <p:cNvGrpSpPr/>
          <p:nvPr/>
        </p:nvGrpSpPr>
        <p:grpSpPr>
          <a:xfrm>
            <a:off x="8650378" y="3850359"/>
            <a:ext cx="852518" cy="540000"/>
            <a:chOff x="8430245" y="3613292"/>
            <a:chExt cx="852518" cy="540000"/>
          </a:xfrm>
        </p:grpSpPr>
        <p:sp>
          <p:nvSpPr>
            <p:cNvPr id="118" name="六边形 117"/>
            <p:cNvSpPr/>
            <p:nvPr/>
          </p:nvSpPr>
          <p:spPr>
            <a:xfrm rot="5400000">
              <a:off x="8778763" y="3649292"/>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支付</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6" name="直线连接符 125"/>
            <p:cNvCxnSpPr/>
            <p:nvPr/>
          </p:nvCxnSpPr>
          <p:spPr>
            <a:xfrm>
              <a:off x="8430245" y="3883292"/>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30" name="组合 129"/>
          <p:cNvGrpSpPr/>
          <p:nvPr/>
        </p:nvGrpSpPr>
        <p:grpSpPr>
          <a:xfrm>
            <a:off x="8650378" y="4579334"/>
            <a:ext cx="852518" cy="540000"/>
            <a:chOff x="8430245" y="4342267"/>
            <a:chExt cx="852518" cy="540000"/>
          </a:xfrm>
        </p:grpSpPr>
        <p:sp>
          <p:nvSpPr>
            <p:cNvPr id="119" name="六边形 118"/>
            <p:cNvSpPr/>
            <p:nvPr/>
          </p:nvSpPr>
          <p:spPr>
            <a:xfrm rot="5400000">
              <a:off x="8778763" y="4378267"/>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报表</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7" name="直线连接符 126"/>
            <p:cNvCxnSpPr/>
            <p:nvPr/>
          </p:nvCxnSpPr>
          <p:spPr>
            <a:xfrm>
              <a:off x="8430245" y="4612267"/>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8650378" y="5308309"/>
            <a:ext cx="852518" cy="540000"/>
            <a:chOff x="8430245" y="5071242"/>
            <a:chExt cx="852518" cy="540000"/>
          </a:xfrm>
        </p:grpSpPr>
        <p:sp>
          <p:nvSpPr>
            <p:cNvPr id="120" name="六边形 119"/>
            <p:cNvSpPr/>
            <p:nvPr/>
          </p:nvSpPr>
          <p:spPr>
            <a:xfrm rot="5400000">
              <a:off x="8778763" y="5107242"/>
              <a:ext cx="540000" cy="468000"/>
            </a:xfrm>
            <a:prstGeom prst="hexagon">
              <a:avLst>
                <a:gd name="adj" fmla="val 31819"/>
                <a:gd name="vf" fmla="val 115470"/>
              </a:avLst>
            </a:prstGeom>
            <a:gradFill flip="none" rotWithShape="1">
              <a:gsLst>
                <a:gs pos="0">
                  <a:schemeClr val="accent1">
                    <a:lumMod val="75000"/>
                    <a:lumOff val="25000"/>
                  </a:schemeClr>
                </a:gs>
                <a:gs pos="99000">
                  <a:schemeClr val="accent1"/>
                </a:gs>
              </a:gsLst>
              <a:lin ang="0" scaled="1"/>
              <a:tileRect/>
            </a:gradFill>
            <a:ln w="76200">
              <a:solidFill>
                <a:schemeClr val="accent1">
                  <a:alpha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noAutofit/>
            </a:bodyPr>
            <a:lstStyle/>
            <a:p>
              <a:pPr algn="ct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智能推荐</a:t>
              </a:r>
              <a:br>
                <a:rPr lang="en-US" altLang="zh-CN" sz="900" dirty="0">
                  <a:solidFill>
                    <a:srgbClr val="FFFFFF"/>
                  </a:solidFill>
                  <a:latin typeface="Arial" panose="020B0604020202090204" pitchFamily="34" charset="0"/>
                  <a:ea typeface="微软雅黑" panose="020B0502040204020203" pitchFamily="34" charset="-122"/>
                  <a:cs typeface="Arial" panose="020B0604020202090204" pitchFamily="34" charset="0"/>
                </a:rPr>
              </a:br>
              <a:r>
                <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rPr>
                <a:t>服务</a:t>
              </a:r>
              <a:endParaRPr lang="zh-CN" altLang="en-US" sz="900"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28" name="直线连接符 127"/>
            <p:cNvCxnSpPr/>
            <p:nvPr/>
          </p:nvCxnSpPr>
          <p:spPr>
            <a:xfrm>
              <a:off x="8430245" y="5341242"/>
              <a:ext cx="360000" cy="0"/>
            </a:xfrm>
            <a:prstGeom prst="line">
              <a:avLst/>
            </a:prstGeom>
            <a:ln w="9525">
              <a:gradFill>
                <a:gsLst>
                  <a:gs pos="100000">
                    <a:schemeClr val="accent1">
                      <a:lumMod val="60000"/>
                      <a:lumOff val="40000"/>
                    </a:schemeClr>
                  </a:gs>
                  <a:gs pos="0">
                    <a:schemeClr val="accent1">
                      <a:lumMod val="60000"/>
                      <a:lumOff val="40000"/>
                      <a:alpha val="0"/>
                    </a:schemeClr>
                  </a:gs>
                </a:gsLst>
                <a:lin ang="0" scaled="0"/>
              </a:gradFill>
              <a:tailEnd type="oval" w="sm" len="sm"/>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626289" y="1801226"/>
            <a:ext cx="1990336" cy="3985848"/>
            <a:chOff x="406156" y="1564159"/>
            <a:chExt cx="1990336" cy="3985848"/>
          </a:xfrm>
        </p:grpSpPr>
        <p:sp>
          <p:nvSpPr>
            <p:cNvPr id="7" name="圆柱体 6"/>
            <p:cNvSpPr/>
            <p:nvPr/>
          </p:nvSpPr>
          <p:spPr>
            <a:xfrm>
              <a:off x="406156" y="1564159"/>
              <a:ext cx="1512000" cy="648000"/>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ERP</a:t>
              </a: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系统</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圆柱体 10"/>
            <p:cNvSpPr/>
            <p:nvPr/>
          </p:nvSpPr>
          <p:spPr>
            <a:xfrm>
              <a:off x="406156" y="2398621"/>
              <a:ext cx="1512000" cy="648000"/>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采购系统</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 name="圆柱体 11"/>
            <p:cNvSpPr/>
            <p:nvPr/>
          </p:nvSpPr>
          <p:spPr>
            <a:xfrm>
              <a:off x="406156" y="3233083"/>
              <a:ext cx="1512000" cy="648000"/>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基础数据管理</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3" name="圆柱体 12"/>
            <p:cNvSpPr/>
            <p:nvPr/>
          </p:nvSpPr>
          <p:spPr>
            <a:xfrm>
              <a:off x="406156" y="4067545"/>
              <a:ext cx="1512000" cy="648000"/>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PLM</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4" name="圆柱体 13"/>
            <p:cNvSpPr/>
            <p:nvPr/>
          </p:nvSpPr>
          <p:spPr>
            <a:xfrm>
              <a:off x="406156" y="4902007"/>
              <a:ext cx="1512000" cy="648000"/>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WMS</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36" name="直线连接符 135"/>
            <p:cNvCxnSpPr/>
            <p:nvPr/>
          </p:nvCxnSpPr>
          <p:spPr>
            <a:xfrm>
              <a:off x="2019080" y="1912006"/>
              <a:ext cx="259076" cy="0"/>
            </a:xfrm>
            <a:prstGeom prst="line">
              <a:avLst/>
            </a:prstGeom>
            <a:ln w="22225">
              <a:solidFill>
                <a:schemeClr val="bg2">
                  <a:lumMod val="50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38" name="直线连接符 137"/>
            <p:cNvCxnSpPr/>
            <p:nvPr/>
          </p:nvCxnSpPr>
          <p:spPr>
            <a:xfrm>
              <a:off x="2019080" y="2720695"/>
              <a:ext cx="259076" cy="0"/>
            </a:xfrm>
            <a:prstGeom prst="line">
              <a:avLst/>
            </a:prstGeom>
            <a:ln w="22225">
              <a:solidFill>
                <a:schemeClr val="bg2">
                  <a:lumMod val="50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39" name="直线连接符 138"/>
            <p:cNvCxnSpPr/>
            <p:nvPr/>
          </p:nvCxnSpPr>
          <p:spPr>
            <a:xfrm>
              <a:off x="2019080" y="3529384"/>
              <a:ext cx="259076" cy="0"/>
            </a:xfrm>
            <a:prstGeom prst="line">
              <a:avLst/>
            </a:prstGeom>
            <a:ln w="22225">
              <a:solidFill>
                <a:schemeClr val="bg2">
                  <a:lumMod val="50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0" name="直线连接符 139"/>
            <p:cNvCxnSpPr/>
            <p:nvPr/>
          </p:nvCxnSpPr>
          <p:spPr>
            <a:xfrm>
              <a:off x="2019080" y="4385643"/>
              <a:ext cx="259076" cy="0"/>
            </a:xfrm>
            <a:prstGeom prst="line">
              <a:avLst/>
            </a:prstGeom>
            <a:ln w="22225">
              <a:solidFill>
                <a:schemeClr val="bg2">
                  <a:lumMod val="50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1" name="直线连接符 140"/>
            <p:cNvCxnSpPr/>
            <p:nvPr/>
          </p:nvCxnSpPr>
          <p:spPr>
            <a:xfrm>
              <a:off x="2019080" y="5252473"/>
              <a:ext cx="259076" cy="0"/>
            </a:xfrm>
            <a:prstGeom prst="line">
              <a:avLst/>
            </a:prstGeom>
            <a:ln w="22225">
              <a:solidFill>
                <a:schemeClr val="bg2">
                  <a:lumMod val="50000"/>
                </a:schemeClr>
              </a:solidFill>
              <a:tailEnd type="arrow" w="sm" len="sm"/>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1929698" y="3256957"/>
              <a:ext cx="466794" cy="261610"/>
            </a:xfrm>
            <a:prstGeom prst="rect">
              <a:avLst/>
            </a:prstGeom>
            <a:noFill/>
          </p:spPr>
          <p:txBody>
            <a:bodyPr wrap="none" rtlCol="0">
              <a:spAutoFit/>
            </a:bodyPr>
            <a:lstStyle/>
            <a:p>
              <a:pPr algn="l"/>
              <a:r>
                <a:rPr kumimoji="1" lang="zh-CN" altLang="en-US" sz="105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输入</a:t>
              </a:r>
              <a:endParaRPr kumimoji="1" lang="zh-CN" altLang="en-US" sz="105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4" name="组合 143"/>
          <p:cNvGrpSpPr/>
          <p:nvPr/>
        </p:nvGrpSpPr>
        <p:grpSpPr>
          <a:xfrm>
            <a:off x="10008360" y="2149073"/>
            <a:ext cx="453970" cy="3340467"/>
            <a:chOff x="1929698" y="1912006"/>
            <a:chExt cx="453970" cy="3340467"/>
          </a:xfrm>
        </p:grpSpPr>
        <p:cxnSp>
          <p:nvCxnSpPr>
            <p:cNvPr id="150" name="直线连接符 149"/>
            <p:cNvCxnSpPr/>
            <p:nvPr/>
          </p:nvCxnSpPr>
          <p:spPr>
            <a:xfrm>
              <a:off x="2019080" y="1912006"/>
              <a:ext cx="259076" cy="0"/>
            </a:xfrm>
            <a:prstGeom prst="line">
              <a:avLst/>
            </a:prstGeom>
            <a:ln w="22225">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1" name="直线连接符 150"/>
            <p:cNvCxnSpPr/>
            <p:nvPr/>
          </p:nvCxnSpPr>
          <p:spPr>
            <a:xfrm>
              <a:off x="2019080" y="2720695"/>
              <a:ext cx="259076" cy="0"/>
            </a:xfrm>
            <a:prstGeom prst="line">
              <a:avLst/>
            </a:prstGeom>
            <a:ln w="22225">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2" name="直线连接符 151"/>
            <p:cNvCxnSpPr/>
            <p:nvPr/>
          </p:nvCxnSpPr>
          <p:spPr>
            <a:xfrm>
              <a:off x="2019080" y="3529384"/>
              <a:ext cx="259076" cy="0"/>
            </a:xfrm>
            <a:prstGeom prst="line">
              <a:avLst/>
            </a:prstGeom>
            <a:ln w="22225">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3" name="直线连接符 152"/>
            <p:cNvCxnSpPr/>
            <p:nvPr/>
          </p:nvCxnSpPr>
          <p:spPr>
            <a:xfrm>
              <a:off x="2019080" y="4385643"/>
              <a:ext cx="259076" cy="0"/>
            </a:xfrm>
            <a:prstGeom prst="line">
              <a:avLst/>
            </a:prstGeom>
            <a:ln w="22225">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4" name="直线连接符 153"/>
            <p:cNvCxnSpPr/>
            <p:nvPr/>
          </p:nvCxnSpPr>
          <p:spPr>
            <a:xfrm>
              <a:off x="2019080" y="5252473"/>
              <a:ext cx="259076" cy="0"/>
            </a:xfrm>
            <a:prstGeom prst="line">
              <a:avLst/>
            </a:prstGeom>
            <a:ln w="22225">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
          <p:nvSpPr>
            <p:cNvPr id="155" name="文本框 154"/>
            <p:cNvSpPr txBox="1"/>
            <p:nvPr/>
          </p:nvSpPr>
          <p:spPr>
            <a:xfrm>
              <a:off x="1929698" y="3266101"/>
              <a:ext cx="453970" cy="253916"/>
            </a:xfrm>
            <a:prstGeom prst="rect">
              <a:avLst/>
            </a:prstGeom>
            <a:noFill/>
          </p:spPr>
          <p:txBody>
            <a:bodyPr wrap="none" rtlCol="0">
              <a:spAutoFit/>
            </a:bodyPr>
            <a:lstStyle/>
            <a:p>
              <a:pPr algn="l"/>
              <a:r>
                <a:rPr kumimoji="1" lang="zh-CN" altLang="en-US" sz="1050" dirty="0">
                  <a:solidFill>
                    <a:schemeClr val="accent1"/>
                  </a:solidFill>
                  <a:latin typeface="Arial" panose="020B0604020202090204" pitchFamily="34" charset="0"/>
                  <a:ea typeface="微软雅黑" panose="020B0502040204020203" pitchFamily="34" charset="-122"/>
                  <a:cs typeface="Arial" panose="020B0604020202090204" pitchFamily="34" charset="0"/>
                </a:rPr>
                <a:t>支撑</a:t>
              </a:r>
              <a:endParaRPr kumimoji="1" lang="zh-CN" altLang="en-US" sz="105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76" name="组合 175"/>
          <p:cNvGrpSpPr/>
          <p:nvPr/>
        </p:nvGrpSpPr>
        <p:grpSpPr>
          <a:xfrm>
            <a:off x="10594218" y="1795628"/>
            <a:ext cx="728233" cy="3996901"/>
            <a:chOff x="10374085" y="1597336"/>
            <a:chExt cx="728233" cy="3996901"/>
          </a:xfrm>
        </p:grpSpPr>
        <p:grpSp>
          <p:nvGrpSpPr>
            <p:cNvPr id="160" name="组合 159"/>
            <p:cNvGrpSpPr/>
            <p:nvPr/>
          </p:nvGrpSpPr>
          <p:grpSpPr>
            <a:xfrm>
              <a:off x="10374085" y="1597336"/>
              <a:ext cx="728233" cy="738061"/>
              <a:chOff x="10718530" y="2082248"/>
              <a:chExt cx="728233" cy="738061"/>
            </a:xfrm>
          </p:grpSpPr>
          <p:sp>
            <p:nvSpPr>
              <p:cNvPr id="156" name="椭圆 155"/>
              <p:cNvSpPr/>
              <p:nvPr/>
            </p:nvSpPr>
            <p:spPr>
              <a:xfrm>
                <a:off x="10718530" y="26778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r>
                  <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rPr>
                  <a:t>电子商城</a:t>
                </a: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7" name="椭圆 156"/>
              <p:cNvSpPr/>
              <p:nvPr/>
            </p:nvSpPr>
            <p:spPr>
              <a:xfrm>
                <a:off x="10718530" y="26494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8" name="椭圆 157"/>
              <p:cNvSpPr/>
              <p:nvPr/>
            </p:nvSpPr>
            <p:spPr>
              <a:xfrm>
                <a:off x="10784830" y="2082248"/>
                <a:ext cx="595633" cy="595633"/>
              </a:xfrm>
              <a:prstGeom prst="ellipse">
                <a:avLst/>
              </a:prstGeom>
              <a:gradFill flip="none" rotWithShape="1">
                <a:gsLst>
                  <a:gs pos="0">
                    <a:schemeClr val="accent1">
                      <a:lumMod val="60000"/>
                      <a:lumOff val="40000"/>
                    </a:schemeClr>
                  </a:gs>
                  <a:gs pos="100000">
                    <a:schemeClr val="bg1"/>
                  </a:gs>
                </a:gsLst>
                <a:path path="circle">
                  <a:fillToRect l="100000" t="100000"/>
                </a:path>
                <a:tileRect r="-100000" b="-100000"/>
              </a:gradFill>
              <a:ln>
                <a:noFill/>
              </a:ln>
              <a:effectLst>
                <a:innerShdw blurRad="762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u="none" strike="noStrike" kern="1200" cap="none" spc="0" normalizeH="0" baseline="0" noProof="0" dirty="0">
                  <a:ln>
                    <a:noFill/>
                  </a:ln>
                  <a:solidFill>
                    <a:srgbClr val="FFFFFF"/>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59" name="图形 2"/>
              <p:cNvSpPr>
                <a:spLocks noChangeAspect="1"/>
              </p:cNvSpPr>
              <p:nvPr/>
            </p:nvSpPr>
            <p:spPr>
              <a:xfrm>
                <a:off x="10974364" y="2272064"/>
                <a:ext cx="216564" cy="216000"/>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accent2"/>
              </a:solidFill>
              <a:ln w="837" cap="flat">
                <a:noFill/>
                <a:prstDash val="solid"/>
                <a:miter/>
              </a:ln>
            </p:spPr>
            <p:txBody>
              <a:bodyPr rtlCol="0" anchor="ctr"/>
              <a:lstStyle/>
              <a:p>
                <a:endParaRPr lang="zh-CN" altLang="en-US">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1" name="组合 160"/>
            <p:cNvGrpSpPr/>
            <p:nvPr/>
          </p:nvGrpSpPr>
          <p:grpSpPr>
            <a:xfrm>
              <a:off x="10374085" y="2683616"/>
              <a:ext cx="728233" cy="738061"/>
              <a:chOff x="10718530" y="2082248"/>
              <a:chExt cx="728233" cy="738061"/>
            </a:xfrm>
          </p:grpSpPr>
          <p:sp>
            <p:nvSpPr>
              <p:cNvPr id="162" name="椭圆 161"/>
              <p:cNvSpPr/>
              <p:nvPr/>
            </p:nvSpPr>
            <p:spPr>
              <a:xfrm>
                <a:off x="10718530" y="26778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r>
                  <a:rPr lang="en-US" altLang="zh-CN" sz="1050" dirty="0">
                    <a:solidFill>
                      <a:schemeClr val="tx2"/>
                    </a:solidFill>
                    <a:latin typeface="Arial" panose="020B0604020202090204" pitchFamily="34" charset="0"/>
                    <a:ea typeface="微软雅黑" panose="020B0502040204020203" pitchFamily="34" charset="-122"/>
                    <a:cs typeface="Arial" panose="020B0604020202090204" pitchFamily="34" charset="0"/>
                  </a:rPr>
                  <a:t>POS</a:t>
                </a:r>
                <a:r>
                  <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rPr>
                  <a:t>系统</a:t>
                </a: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3" name="椭圆 162"/>
              <p:cNvSpPr/>
              <p:nvPr/>
            </p:nvSpPr>
            <p:spPr>
              <a:xfrm>
                <a:off x="10718530" y="26494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4" name="椭圆 163"/>
              <p:cNvSpPr/>
              <p:nvPr/>
            </p:nvSpPr>
            <p:spPr>
              <a:xfrm>
                <a:off x="10784830" y="2082248"/>
                <a:ext cx="595633" cy="595633"/>
              </a:xfrm>
              <a:prstGeom prst="ellipse">
                <a:avLst/>
              </a:prstGeom>
              <a:gradFill flip="none" rotWithShape="1">
                <a:gsLst>
                  <a:gs pos="0">
                    <a:schemeClr val="accent1">
                      <a:lumMod val="60000"/>
                      <a:lumOff val="40000"/>
                    </a:schemeClr>
                  </a:gs>
                  <a:gs pos="100000">
                    <a:schemeClr val="bg1"/>
                  </a:gs>
                </a:gsLst>
                <a:path path="circle">
                  <a:fillToRect l="100000" t="100000"/>
                </a:path>
                <a:tileRect r="-100000" b="-100000"/>
              </a:gradFill>
              <a:ln>
                <a:noFill/>
              </a:ln>
              <a:effectLst>
                <a:innerShdw blurRad="762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sp>
            <p:nvSpPr>
              <p:cNvPr id="165" name="图形 2"/>
              <p:cNvSpPr>
                <a:spLocks noChangeAspect="1"/>
              </p:cNvSpPr>
              <p:nvPr/>
            </p:nvSpPr>
            <p:spPr>
              <a:xfrm>
                <a:off x="10974364" y="2272064"/>
                <a:ext cx="216564" cy="216000"/>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accent2"/>
              </a:solidFill>
              <a:ln w="83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6" name="组合 165"/>
            <p:cNvGrpSpPr/>
            <p:nvPr/>
          </p:nvGrpSpPr>
          <p:grpSpPr>
            <a:xfrm>
              <a:off x="10374085" y="3769896"/>
              <a:ext cx="728233" cy="738061"/>
              <a:chOff x="10718530" y="2082248"/>
              <a:chExt cx="728233" cy="738061"/>
            </a:xfrm>
          </p:grpSpPr>
          <p:sp>
            <p:nvSpPr>
              <p:cNvPr id="167" name="椭圆 166"/>
              <p:cNvSpPr/>
              <p:nvPr/>
            </p:nvSpPr>
            <p:spPr>
              <a:xfrm>
                <a:off x="10718530" y="26778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r>
                  <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rPr>
                  <a:t>可视化大屏</a:t>
                </a: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8" name="椭圆 167"/>
              <p:cNvSpPr/>
              <p:nvPr/>
            </p:nvSpPr>
            <p:spPr>
              <a:xfrm>
                <a:off x="10718530" y="26494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69" name="椭圆 168"/>
              <p:cNvSpPr/>
              <p:nvPr/>
            </p:nvSpPr>
            <p:spPr>
              <a:xfrm>
                <a:off x="10784830" y="2082248"/>
                <a:ext cx="595633" cy="595633"/>
              </a:xfrm>
              <a:prstGeom prst="ellipse">
                <a:avLst/>
              </a:prstGeom>
              <a:gradFill flip="none" rotWithShape="1">
                <a:gsLst>
                  <a:gs pos="0">
                    <a:schemeClr val="accent1">
                      <a:lumMod val="60000"/>
                      <a:lumOff val="40000"/>
                    </a:schemeClr>
                  </a:gs>
                  <a:gs pos="100000">
                    <a:schemeClr val="bg1"/>
                  </a:gs>
                </a:gsLst>
                <a:path path="circle">
                  <a:fillToRect l="100000" t="100000"/>
                </a:path>
                <a:tileRect r="-100000" b="-100000"/>
              </a:gradFill>
              <a:ln>
                <a:noFill/>
              </a:ln>
              <a:effectLst>
                <a:innerShdw blurRad="762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sp>
            <p:nvSpPr>
              <p:cNvPr id="170" name="图形 2"/>
              <p:cNvSpPr>
                <a:spLocks noChangeAspect="1"/>
              </p:cNvSpPr>
              <p:nvPr/>
            </p:nvSpPr>
            <p:spPr>
              <a:xfrm>
                <a:off x="10974364" y="2272064"/>
                <a:ext cx="216564" cy="216000"/>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accent2"/>
              </a:solidFill>
              <a:ln w="83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nvGrpSpPr>
            <p:cNvPr id="171" name="组合 170"/>
            <p:cNvGrpSpPr/>
            <p:nvPr/>
          </p:nvGrpSpPr>
          <p:grpSpPr>
            <a:xfrm>
              <a:off x="10374085" y="4856176"/>
              <a:ext cx="728233" cy="738061"/>
              <a:chOff x="10718530" y="2082248"/>
              <a:chExt cx="728233" cy="738061"/>
            </a:xfrm>
          </p:grpSpPr>
          <p:sp>
            <p:nvSpPr>
              <p:cNvPr id="172" name="椭圆 171"/>
              <p:cNvSpPr/>
              <p:nvPr/>
            </p:nvSpPr>
            <p:spPr>
              <a:xfrm>
                <a:off x="10718530" y="26778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r>
                  <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rPr>
                  <a:t>会员系统</a:t>
                </a: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3" name="椭圆 172"/>
              <p:cNvSpPr/>
              <p:nvPr/>
            </p:nvSpPr>
            <p:spPr>
              <a:xfrm>
                <a:off x="10718530" y="2649481"/>
                <a:ext cx="728233" cy="142428"/>
              </a:xfrm>
              <a:prstGeom prst="ellipse">
                <a:avLst/>
              </a:prstGeom>
              <a:gradFill>
                <a:gsLst>
                  <a:gs pos="10000">
                    <a:schemeClr val="bg1">
                      <a:alpha val="80000"/>
                    </a:schemeClr>
                  </a:gs>
                  <a:gs pos="90000">
                    <a:schemeClr val="bg1">
                      <a:alpha val="0"/>
                    </a:schemeClr>
                  </a:gs>
                </a:gsLst>
                <a:lin ang="16200000" scaled="1"/>
              </a:gradFill>
              <a:ln w="12700">
                <a:gradFill flip="none" rotWithShape="1">
                  <a:gsLst>
                    <a:gs pos="0">
                      <a:schemeClr val="accent1">
                        <a:lumMod val="60000"/>
                        <a:lumOff val="40000"/>
                      </a:schemeClr>
                    </a:gs>
                    <a:gs pos="88000">
                      <a:schemeClr val="accent1">
                        <a:lumMod val="60000"/>
                        <a:lumOff val="40000"/>
                        <a:alpha val="0"/>
                      </a:schemeClr>
                    </a:gs>
                  </a:gsLst>
                  <a:lin ang="16200000" scaled="1"/>
                  <a:tileRect/>
                </a:gradFill>
                <a:prstDash val="solid"/>
              </a:ln>
              <a:effectLst>
                <a:outerShdw blurRad="381000" dir="5400000" algn="ctr"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72000" tIns="216000" rIns="72000" bIns="0" rtlCol="0" anchor="t"/>
              <a:lstStyle/>
              <a:p>
                <a:pPr algn="ctr"/>
                <a:endParaRPr lang="zh-CN" altLang="en-US" sz="105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4" name="椭圆 173"/>
              <p:cNvSpPr/>
              <p:nvPr/>
            </p:nvSpPr>
            <p:spPr>
              <a:xfrm>
                <a:off x="10784830" y="2082248"/>
                <a:ext cx="595633" cy="595633"/>
              </a:xfrm>
              <a:prstGeom prst="ellipse">
                <a:avLst/>
              </a:prstGeom>
              <a:gradFill flip="none" rotWithShape="1">
                <a:gsLst>
                  <a:gs pos="0">
                    <a:schemeClr val="accent1">
                      <a:lumMod val="60000"/>
                      <a:lumOff val="40000"/>
                    </a:schemeClr>
                  </a:gs>
                  <a:gs pos="100000">
                    <a:schemeClr val="bg1"/>
                  </a:gs>
                </a:gsLst>
                <a:path path="circle">
                  <a:fillToRect l="100000" t="100000"/>
                </a:path>
                <a:tileRect r="-100000" b="-100000"/>
              </a:gradFill>
              <a:ln>
                <a:noFill/>
              </a:ln>
              <a:effectLst>
                <a:innerShdw blurRad="762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Arial" panose="020B0604020202090204" pitchFamily="34" charset="0"/>
                  <a:ea typeface="微软雅黑" panose="020B0502040204020203" pitchFamily="34" charset="-122"/>
                  <a:cs typeface="Arial" panose="020B0604020202090204" pitchFamily="34" charset="0"/>
                </a:endParaRPr>
              </a:p>
            </p:txBody>
          </p:sp>
          <p:sp>
            <p:nvSpPr>
              <p:cNvPr id="175" name="图形 2"/>
              <p:cNvSpPr>
                <a:spLocks noChangeAspect="1"/>
              </p:cNvSpPr>
              <p:nvPr/>
            </p:nvSpPr>
            <p:spPr>
              <a:xfrm>
                <a:off x="10974364" y="2272064"/>
                <a:ext cx="216564" cy="216000"/>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accent2"/>
              </a:solidFill>
              <a:ln w="837" cap="flat">
                <a:noFill/>
                <a:prstDash val="solid"/>
                <a:miter/>
              </a:ln>
            </p:spPr>
            <p:txBody>
              <a:bodyPr rtlCol="0" anchor="ctr"/>
              <a:lstStyle/>
              <a:p>
                <a:endParaRPr lang="zh-CN" altLang="en-US">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86" name="组合 185"/>
          <p:cNvGrpSpPr/>
          <p:nvPr/>
        </p:nvGrpSpPr>
        <p:grpSpPr>
          <a:xfrm>
            <a:off x="406156" y="978393"/>
            <a:ext cx="11377857" cy="523624"/>
            <a:chOff x="406156" y="1033226"/>
            <a:chExt cx="11377857" cy="523624"/>
          </a:xfrm>
        </p:grpSpPr>
        <p:sp>
          <p:nvSpPr>
            <p:cNvPr id="178" name="文本框 177"/>
            <p:cNvSpPr txBox="1"/>
            <p:nvPr/>
          </p:nvSpPr>
          <p:spPr>
            <a:xfrm>
              <a:off x="406156" y="1033226"/>
              <a:ext cx="902811" cy="307777"/>
            </a:xfrm>
            <a:prstGeom prst="rect">
              <a:avLst/>
            </a:prstGeom>
            <a:noFill/>
          </p:spPr>
          <p:txBody>
            <a:bodyPr wrap="none" rtlCol="0">
              <a:spAutoFit/>
            </a:bodyPr>
            <a:lstStyle/>
            <a:p>
              <a:pPr algn="l"/>
              <a:r>
                <a:rPr kumimoji="1" lang="zh-CN" altLang="en-US" sz="1400" b="1" dirty="0">
                  <a:solidFill>
                    <a:schemeClr val="accent1">
                      <a:lumMod val="75000"/>
                    </a:schemeClr>
                  </a:solidFill>
                  <a:latin typeface="Arial" panose="020B0604020202090204" pitchFamily="34" charset="0"/>
                  <a:ea typeface="微软雅黑" panose="020B0502040204020203" pitchFamily="34" charset="-122"/>
                  <a:cs typeface="Arial" panose="020B0604020202090204" pitchFamily="34" charset="0"/>
                </a:rPr>
                <a:t>内部平台</a:t>
              </a:r>
              <a:endParaRPr kumimoji="1" lang="zh-CN" altLang="en-US" sz="1400" b="1" dirty="0">
                <a:solidFill>
                  <a:schemeClr val="accent1">
                    <a:lumMod val="7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79" name="文本框 178"/>
            <p:cNvSpPr txBox="1"/>
            <p:nvPr/>
          </p:nvSpPr>
          <p:spPr>
            <a:xfrm>
              <a:off x="3077437" y="1033226"/>
              <a:ext cx="1082348" cy="307777"/>
            </a:xfrm>
            <a:prstGeom prst="rect">
              <a:avLst/>
            </a:prstGeom>
            <a:noFill/>
          </p:spPr>
          <p:txBody>
            <a:bodyPr wrap="none" rtlCol="0">
              <a:spAutoFit/>
            </a:bodyPr>
            <a:lstStyle/>
            <a:p>
              <a:pPr algn="l"/>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双中台架构</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80" name="文本框 179"/>
            <p:cNvSpPr txBox="1"/>
            <p:nvPr/>
          </p:nvSpPr>
          <p:spPr>
            <a:xfrm>
              <a:off x="9956244" y="1033226"/>
              <a:ext cx="902811" cy="307777"/>
            </a:xfrm>
            <a:prstGeom prst="rect">
              <a:avLst/>
            </a:prstGeom>
            <a:noFill/>
          </p:spPr>
          <p:txBody>
            <a:bodyPr wrap="none" rtlCol="0">
              <a:spAutoFit/>
            </a:bodyPr>
            <a:lstStyle/>
            <a:p>
              <a:pPr algn="l"/>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支撑应用</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182" name="直线箭头连接符 181"/>
            <p:cNvCxnSpPr>
              <a:stCxn id="178" idx="3"/>
              <a:endCxn id="179" idx="1"/>
            </p:cNvCxnSpPr>
            <p:nvPr/>
          </p:nvCxnSpPr>
          <p:spPr>
            <a:xfrm>
              <a:off x="1308967" y="1187115"/>
              <a:ext cx="1768470" cy="0"/>
            </a:xfrm>
            <a:prstGeom prst="straightConnector1">
              <a:avLst/>
            </a:prstGeom>
            <a:ln w="12700">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线箭头连接符 182"/>
            <p:cNvCxnSpPr>
              <a:stCxn id="179" idx="3"/>
            </p:cNvCxnSpPr>
            <p:nvPr/>
          </p:nvCxnSpPr>
          <p:spPr>
            <a:xfrm>
              <a:off x="4159785" y="1187115"/>
              <a:ext cx="5734492" cy="0"/>
            </a:xfrm>
            <a:prstGeom prst="straightConnector1">
              <a:avLst/>
            </a:prstGeom>
            <a:ln w="12700">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8" name="文本框 187"/>
            <p:cNvSpPr txBox="1"/>
            <p:nvPr/>
          </p:nvSpPr>
          <p:spPr>
            <a:xfrm>
              <a:off x="406157" y="1310629"/>
              <a:ext cx="2507088" cy="246221"/>
            </a:xfrm>
            <a:prstGeom prst="rect">
              <a:avLst/>
            </a:prstGeom>
            <a:noFill/>
          </p:spPr>
          <p:txBody>
            <a:bodyPr wrap="square" rtlCol="0">
              <a:spAutoFit/>
            </a:bodyP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说明文本，说明文本说明文本</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89" name="文本框 188"/>
            <p:cNvSpPr txBox="1"/>
            <p:nvPr/>
          </p:nvSpPr>
          <p:spPr>
            <a:xfrm>
              <a:off x="3056890" y="1310629"/>
              <a:ext cx="2507088" cy="246221"/>
            </a:xfrm>
            <a:prstGeom prst="rect">
              <a:avLst/>
            </a:prstGeom>
            <a:noFill/>
          </p:spPr>
          <p:txBody>
            <a:bodyPr wrap="square" rtlCol="0">
              <a:spAutoFit/>
            </a:bodyP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说明文本，说明文本说明文本</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90" name="文本框 189"/>
            <p:cNvSpPr txBox="1"/>
            <p:nvPr/>
          </p:nvSpPr>
          <p:spPr>
            <a:xfrm>
              <a:off x="9957789" y="1310629"/>
              <a:ext cx="1826224" cy="246221"/>
            </a:xfrm>
            <a:prstGeom prst="rect">
              <a:avLst/>
            </a:prstGeom>
            <a:noFill/>
          </p:spPr>
          <p:txBody>
            <a:bodyPr wrap="square" rtlCol="0">
              <a:spAutoFit/>
            </a:bodyP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说明文本，说明说明文本</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52" name="组合 51"/>
          <p:cNvGrpSpPr/>
          <p:nvPr/>
        </p:nvGrpSpPr>
        <p:grpSpPr>
          <a:xfrm>
            <a:off x="5474639" y="4188528"/>
            <a:ext cx="77814" cy="1254594"/>
            <a:chOff x="5432527" y="4188528"/>
            <a:chExt cx="77814" cy="1254594"/>
          </a:xfrm>
        </p:grpSpPr>
        <p:sp>
          <p:nvSpPr>
            <p:cNvPr id="37" name="五边形 36"/>
            <p:cNvSpPr/>
            <p:nvPr>
              <p:custDataLst>
                <p:tags r:id="rId1"/>
              </p:custDataLst>
            </p:nvPr>
          </p:nvSpPr>
          <p:spPr>
            <a:xfrm>
              <a:off x="5432527" y="4188528"/>
              <a:ext cx="77814" cy="201831"/>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8" name="五边形 37"/>
            <p:cNvSpPr/>
            <p:nvPr>
              <p:custDataLst>
                <p:tags r:id="rId2"/>
              </p:custDataLst>
            </p:nvPr>
          </p:nvSpPr>
          <p:spPr>
            <a:xfrm>
              <a:off x="5432527" y="4714909"/>
              <a:ext cx="77814" cy="201831"/>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39" name="五边形 38"/>
            <p:cNvSpPr/>
            <p:nvPr>
              <p:custDataLst>
                <p:tags r:id="rId3"/>
              </p:custDataLst>
            </p:nvPr>
          </p:nvSpPr>
          <p:spPr>
            <a:xfrm>
              <a:off x="5432527" y="5241291"/>
              <a:ext cx="77814" cy="201831"/>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56" name="组合 55"/>
          <p:cNvGrpSpPr/>
          <p:nvPr/>
        </p:nvGrpSpPr>
        <p:grpSpPr>
          <a:xfrm rot="16200000">
            <a:off x="7254357" y="3443034"/>
            <a:ext cx="4468378" cy="702088"/>
            <a:chOff x="1447425" y="3626602"/>
            <a:chExt cx="7200000" cy="702088"/>
          </a:xfrm>
        </p:grpSpPr>
        <p:sp>
          <p:nvSpPr>
            <p:cNvPr id="85" name="梯形 84"/>
            <p:cNvSpPr/>
            <p:nvPr/>
          </p:nvSpPr>
          <p:spPr>
            <a:xfrm>
              <a:off x="1447425" y="3626602"/>
              <a:ext cx="7200000"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6" name="矩形 85"/>
            <p:cNvSpPr/>
            <p:nvPr/>
          </p:nvSpPr>
          <p:spPr>
            <a:xfrm>
              <a:off x="1447631" y="4256690"/>
              <a:ext cx="7199588"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07987" y="4219313"/>
            <a:ext cx="11375371" cy="702088"/>
            <a:chOff x="988127" y="5312141"/>
            <a:chExt cx="10215746" cy="702088"/>
          </a:xfrm>
        </p:grpSpPr>
        <p:sp>
          <p:nvSpPr>
            <p:cNvPr id="15" name="梯形 14"/>
            <p:cNvSpPr/>
            <p:nvPr/>
          </p:nvSpPr>
          <p:spPr>
            <a:xfrm>
              <a:off x="988127" y="5312141"/>
              <a:ext cx="10215746"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29" name="矩形 28"/>
            <p:cNvSpPr/>
            <p:nvPr/>
          </p:nvSpPr>
          <p:spPr>
            <a:xfrm>
              <a:off x="988421" y="5942229"/>
              <a:ext cx="10215160"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grpSp>
      <p:grpSp>
        <p:nvGrpSpPr>
          <p:cNvPr id="13" name="组合 12"/>
          <p:cNvGrpSpPr/>
          <p:nvPr/>
        </p:nvGrpSpPr>
        <p:grpSpPr>
          <a:xfrm>
            <a:off x="407987" y="5734215"/>
            <a:ext cx="11375371" cy="702088"/>
            <a:chOff x="988127" y="5312141"/>
            <a:chExt cx="10215746" cy="702088"/>
          </a:xfrm>
        </p:grpSpPr>
        <p:sp>
          <p:nvSpPr>
            <p:cNvPr id="11" name="梯形 10"/>
            <p:cNvSpPr/>
            <p:nvPr/>
          </p:nvSpPr>
          <p:spPr>
            <a:xfrm>
              <a:off x="988127" y="5312141"/>
              <a:ext cx="10215746"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2" name="矩形 11"/>
            <p:cNvSpPr/>
            <p:nvPr/>
          </p:nvSpPr>
          <p:spPr>
            <a:xfrm>
              <a:off x="988421" y="5942229"/>
              <a:ext cx="10215160"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grpSp>
      <p:sp>
        <p:nvSpPr>
          <p:cNvPr id="2" name="标题 1"/>
          <p:cNvSpPr>
            <a:spLocks noGrp="1"/>
          </p:cNvSpPr>
          <p:nvPr>
            <p:ph type="title"/>
          </p:nvPr>
        </p:nvSpPr>
        <p:spPr/>
        <p:txBody>
          <a:bodyPr/>
          <a:lstStyle/>
          <a:p>
            <a:r>
              <a:rPr kumimoji="1" lang="zh-CN" altLang="en-US" dirty="0"/>
              <a:t>数字化转型战略屋 </a:t>
            </a:r>
            <a:r>
              <a:rPr kumimoji="1" lang="en-US" altLang="zh-CN" dirty="0"/>
              <a:t>/</a:t>
            </a:r>
            <a:r>
              <a:rPr kumimoji="1" lang="zh-CN" altLang="en-US" dirty="0"/>
              <a:t> 架构</a:t>
            </a:r>
            <a:endParaRPr kumimoji="1" lang="zh-CN" altLang="en-US" dirty="0"/>
          </a:p>
        </p:txBody>
      </p:sp>
      <p:sp>
        <p:nvSpPr>
          <p:cNvPr id="16" name="梯形 15"/>
          <p:cNvSpPr/>
          <p:nvPr/>
        </p:nvSpPr>
        <p:spPr>
          <a:xfrm>
            <a:off x="407989" y="1071645"/>
            <a:ext cx="11375044" cy="789556"/>
          </a:xfrm>
          <a:prstGeom prst="trapezoid">
            <a:avLst>
              <a:gd name="adj" fmla="val 55395"/>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lnSpc>
                <a:spcPct val="120000"/>
              </a:lnSpc>
            </a:pPr>
            <a:r>
              <a:rPr kumimoji="1" lang="en-US" altLang="zh-CN" b="1" dirty="0">
                <a:solidFill>
                  <a:schemeClr val="tx2"/>
                </a:solidFill>
                <a:latin typeface="微软雅黑" panose="020B0502040204020203" pitchFamily="34" charset="-122"/>
                <a:ea typeface="微软雅黑" panose="020B0502040204020203" pitchFamily="34" charset="-122"/>
              </a:rPr>
              <a:t>XXXXXX</a:t>
            </a:r>
            <a:r>
              <a:rPr kumimoji="1" lang="zh-CN" altLang="en-US" b="1" dirty="0">
                <a:solidFill>
                  <a:schemeClr val="tx2"/>
                </a:solidFill>
                <a:latin typeface="微软雅黑" panose="020B0502040204020203" pitchFamily="34" charset="-122"/>
                <a:ea typeface="微软雅黑" panose="020B0502040204020203" pitchFamily="34" charset="-122"/>
              </a:rPr>
              <a:t>数字化转型框架</a:t>
            </a:r>
            <a:endParaRPr kumimoji="1" lang="en-US" altLang="zh-CN" b="1" dirty="0">
              <a:solidFill>
                <a:schemeClr val="tx2"/>
              </a:solidFill>
              <a:latin typeface="微软雅黑" panose="020B0502040204020203" pitchFamily="34" charset="-122"/>
              <a:ea typeface="微软雅黑" panose="020B0502040204020203" pitchFamily="34" charset="-122"/>
            </a:endParaRPr>
          </a:p>
          <a:p>
            <a:pPr algn="ctr">
              <a:lnSpc>
                <a:spcPct val="120000"/>
              </a:lnSpc>
            </a:pPr>
            <a:r>
              <a:rPr kumimoji="1" lang="zh-CN" altLang="en-US" sz="1400" b="1" dirty="0">
                <a:solidFill>
                  <a:schemeClr val="accent1"/>
                </a:solidFill>
                <a:latin typeface="微软雅黑" panose="020B0502040204020203" pitchFamily="34" charset="-122"/>
                <a:ea typeface="微软雅黑" panose="020B0502040204020203" pitchFamily="34" charset="-122"/>
              </a:rPr>
              <a:t>业务导向   </a:t>
            </a:r>
            <a:r>
              <a:rPr kumimoji="1" lang="en-US" altLang="zh-CN" sz="1400" dirty="0">
                <a:solidFill>
                  <a:schemeClr val="accent1">
                    <a:lumMod val="60000"/>
                    <a:lumOff val="40000"/>
                  </a:schemeClr>
                </a:solidFill>
                <a:latin typeface="微软雅黑" panose="020B0502040204020203" pitchFamily="34" charset="-122"/>
                <a:ea typeface="微软雅黑" panose="020B0502040204020203" pitchFamily="34" charset="-122"/>
              </a:rPr>
              <a:t>|</a:t>
            </a:r>
            <a:r>
              <a:rPr kumimoji="1" lang="zh-CN" altLang="en-US" sz="1400" b="1" dirty="0">
                <a:solidFill>
                  <a:schemeClr val="accent1"/>
                </a:solidFill>
                <a:latin typeface="微软雅黑" panose="020B0502040204020203" pitchFamily="34" charset="-122"/>
                <a:ea typeface="微软雅黑" panose="020B0502040204020203" pitchFamily="34" charset="-122"/>
              </a:rPr>
              <a:t>   全力转型   </a:t>
            </a:r>
            <a:r>
              <a:rPr kumimoji="1" lang="en-US" altLang="zh-CN" sz="1400" dirty="0">
                <a:solidFill>
                  <a:schemeClr val="accent1">
                    <a:lumMod val="60000"/>
                    <a:lumOff val="40000"/>
                  </a:schemeClr>
                </a:solidFill>
                <a:latin typeface="微软雅黑" panose="020B0502040204020203" pitchFamily="34" charset="-122"/>
                <a:ea typeface="微软雅黑" panose="020B0502040204020203" pitchFamily="34" charset="-122"/>
              </a:rPr>
              <a:t>|</a:t>
            </a:r>
            <a:r>
              <a:rPr kumimoji="1" lang="zh-CN" altLang="en-US" sz="1400" b="1" dirty="0">
                <a:solidFill>
                  <a:schemeClr val="accent1"/>
                </a:solidFill>
                <a:latin typeface="微软雅黑" panose="020B0502040204020203" pitchFamily="34" charset="-122"/>
                <a:ea typeface="微软雅黑" panose="020B0502040204020203" pitchFamily="34" charset="-122"/>
              </a:rPr>
              <a:t>   智能辅助</a:t>
            </a:r>
            <a:endParaRPr kumimoji="1" lang="zh-CN" altLang="en-US" sz="1400" b="1" dirty="0">
              <a:solidFill>
                <a:schemeClr val="accent1"/>
              </a:solidFill>
              <a:latin typeface="微软雅黑" panose="020B0502040204020203" pitchFamily="34" charset="-122"/>
              <a:ea typeface="微软雅黑" panose="020B0502040204020203" pitchFamily="34" charset="-122"/>
            </a:endParaRPr>
          </a:p>
        </p:txBody>
      </p:sp>
      <p:grpSp>
        <p:nvGrpSpPr>
          <p:cNvPr id="185" name="组合 184"/>
          <p:cNvGrpSpPr/>
          <p:nvPr/>
        </p:nvGrpSpPr>
        <p:grpSpPr>
          <a:xfrm>
            <a:off x="751903" y="1989257"/>
            <a:ext cx="10689176" cy="1400615"/>
            <a:chOff x="751903" y="1989257"/>
            <a:chExt cx="10689176" cy="1400615"/>
          </a:xfrm>
        </p:grpSpPr>
        <p:sp>
          <p:nvSpPr>
            <p:cNvPr id="17" name="圆角矩形 16"/>
            <p:cNvSpPr/>
            <p:nvPr/>
          </p:nvSpPr>
          <p:spPr>
            <a:xfrm>
              <a:off x="751903" y="1989257"/>
              <a:ext cx="864000" cy="1400615"/>
            </a:xfrm>
            <a:prstGeom prst="roundRect">
              <a:avLst>
                <a:gd name="adj" fmla="val 0"/>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tIns="503999" rtlCol="0" anchor="ctr"/>
            <a:lstStyle/>
            <a:p>
              <a:pPr algn="ctr"/>
              <a:r>
                <a:rPr kumimoji="1" lang="zh-CN" altLang="en-US" sz="1600" b="1" dirty="0">
                  <a:solidFill>
                    <a:schemeClr val="accent1"/>
                  </a:solidFill>
                  <a:latin typeface="微软雅黑" panose="020B0502040204020203" pitchFamily="34" charset="-122"/>
                  <a:ea typeface="微软雅黑" panose="020B0502040204020203" pitchFamily="34" charset="-122"/>
                </a:rPr>
                <a:t>应用</a:t>
              </a:r>
              <a:endParaRPr kumimoji="1" lang="zh-CN" altLang="en-US" sz="1600" b="1" dirty="0">
                <a:solidFill>
                  <a:schemeClr val="accent1"/>
                </a:solidFill>
                <a:latin typeface="微软雅黑" panose="020B0502040204020203" pitchFamily="34" charset="-122"/>
                <a:ea typeface="微软雅黑" panose="020B0502040204020203" pitchFamily="34" charset="-122"/>
              </a:endParaRPr>
            </a:p>
          </p:txBody>
        </p:sp>
        <p:grpSp>
          <p:nvGrpSpPr>
            <p:cNvPr id="34" name="组合 33"/>
            <p:cNvGrpSpPr/>
            <p:nvPr/>
          </p:nvGrpSpPr>
          <p:grpSpPr>
            <a:xfrm>
              <a:off x="1717673" y="1989257"/>
              <a:ext cx="3888000" cy="1400615"/>
              <a:chOff x="1813740" y="1989257"/>
              <a:chExt cx="3274837" cy="1400615"/>
            </a:xfrm>
          </p:grpSpPr>
          <p:grpSp>
            <p:nvGrpSpPr>
              <p:cNvPr id="32" name="组合 31"/>
              <p:cNvGrpSpPr/>
              <p:nvPr/>
            </p:nvGrpSpPr>
            <p:grpSpPr>
              <a:xfrm>
                <a:off x="1813740" y="1989257"/>
                <a:ext cx="3274837" cy="1400615"/>
                <a:chOff x="1813740" y="1989257"/>
                <a:chExt cx="3274837" cy="1400615"/>
              </a:xfrm>
            </p:grpSpPr>
            <p:sp>
              <p:nvSpPr>
                <p:cNvPr id="18" name="圆角矩形 17"/>
                <p:cNvSpPr/>
                <p:nvPr/>
              </p:nvSpPr>
              <p:spPr>
                <a:xfrm>
                  <a:off x="1813740" y="1989257"/>
                  <a:ext cx="3274837" cy="1400615"/>
                </a:xfrm>
                <a:prstGeom prst="roundRect">
                  <a:avLst>
                    <a:gd name="adj" fmla="val 0"/>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400" b="1" dirty="0">
                      <a:solidFill>
                        <a:schemeClr val="tx2"/>
                      </a:solidFill>
                      <a:latin typeface="微软雅黑" panose="020B0502040204020203" pitchFamily="34" charset="-122"/>
                      <a:ea typeface="微软雅黑" panose="020B0502040204020203" pitchFamily="34" charset="-122"/>
                    </a:rPr>
                    <a:t>销售</a:t>
                  </a:r>
                  <a:endParaRPr kumimoji="1" lang="zh-CN" altLang="en-US" sz="1400" b="1" dirty="0">
                    <a:solidFill>
                      <a:schemeClr val="tx2"/>
                    </a:solidFill>
                    <a:latin typeface="微软雅黑" panose="020B0502040204020203" pitchFamily="34" charset="-122"/>
                    <a:ea typeface="微软雅黑" panose="020B0502040204020203" pitchFamily="34" charset="-122"/>
                  </a:endParaRPr>
                </a:p>
              </p:txBody>
            </p:sp>
            <p:cxnSp>
              <p:nvCxnSpPr>
                <p:cNvPr id="28" name="直线连接符 27"/>
                <p:cNvCxnSpPr/>
                <p:nvPr/>
              </p:nvCxnSpPr>
              <p:spPr>
                <a:xfrm>
                  <a:off x="2287913" y="2145832"/>
                  <a:ext cx="864000" cy="0"/>
                </a:xfrm>
                <a:prstGeom prst="line">
                  <a:avLst/>
                </a:prstGeom>
                <a:ln w="12700">
                  <a:gradFill>
                    <a:gsLst>
                      <a:gs pos="100000">
                        <a:schemeClr val="accent1">
                          <a:lumMod val="60000"/>
                          <a:lumOff val="40000"/>
                        </a:schemeClr>
                      </a:gs>
                      <a:gs pos="0">
                        <a:schemeClr val="accent1">
                          <a:lumMod val="60000"/>
                          <a:lumOff val="40000"/>
                          <a:alpha val="0"/>
                        </a:schemeClr>
                      </a:gs>
                    </a:gsLst>
                    <a:lin ang="0" scaled="0"/>
                  </a:gradFill>
                  <a:tailEnd type="none" w="sm" len="sm"/>
                </a:ln>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flipH="1">
                  <a:off x="3711162" y="2145832"/>
                  <a:ext cx="864000" cy="0"/>
                </a:xfrm>
                <a:prstGeom prst="line">
                  <a:avLst/>
                </a:prstGeom>
                <a:ln w="12700">
                  <a:gradFill>
                    <a:gsLst>
                      <a:gs pos="100000">
                        <a:schemeClr val="accent1">
                          <a:lumMod val="60000"/>
                          <a:lumOff val="40000"/>
                        </a:schemeClr>
                      </a:gs>
                      <a:gs pos="0">
                        <a:schemeClr val="accent1">
                          <a:lumMod val="60000"/>
                          <a:lumOff val="40000"/>
                          <a:alpha val="0"/>
                        </a:schemeClr>
                      </a:gs>
                    </a:gsLst>
                    <a:lin ang="0" scaled="0"/>
                  </a:gradFill>
                  <a:tailEnd type="none" w="sm" len="sm"/>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1937652" y="2308222"/>
                <a:ext cx="3014312" cy="986642"/>
                <a:chOff x="1937652" y="2308222"/>
                <a:chExt cx="3014312" cy="986642"/>
              </a:xfrm>
            </p:grpSpPr>
            <p:sp>
              <p:nvSpPr>
                <p:cNvPr id="19" name="圆角矩形 18"/>
                <p:cNvSpPr/>
                <p:nvPr/>
              </p:nvSpPr>
              <p:spPr>
                <a:xfrm>
                  <a:off x="1937652"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智慧营销</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0" name="圆角矩形 19"/>
                <p:cNvSpPr/>
                <p:nvPr/>
              </p:nvSpPr>
              <p:spPr>
                <a:xfrm>
                  <a:off x="2958808"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智慧电商</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1" name="圆角矩形 20"/>
                <p:cNvSpPr/>
                <p:nvPr/>
              </p:nvSpPr>
              <p:spPr>
                <a:xfrm>
                  <a:off x="3979964"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a:t>
                  </a:r>
                  <a:r>
                    <a:rPr kumimoji="1" lang="en-US" altLang="zh-CN" sz="1050" dirty="0">
                      <a:solidFill>
                        <a:schemeClr val="tx2"/>
                      </a:solidFill>
                      <a:latin typeface="微软雅黑" panose="020B0502040204020203" pitchFamily="34" charset="-122"/>
                      <a:ea typeface="微软雅黑" panose="020B0502040204020203" pitchFamily="34" charset="-122"/>
                    </a:rPr>
                    <a:t>CRM</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2" name="圆角矩形 21"/>
                <p:cNvSpPr/>
                <p:nvPr/>
              </p:nvSpPr>
              <p:spPr>
                <a:xfrm>
                  <a:off x="1937652"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统一支付</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3" name="圆角矩形 22"/>
                <p:cNvSpPr/>
                <p:nvPr/>
              </p:nvSpPr>
              <p:spPr>
                <a:xfrm>
                  <a:off x="2958808"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全渠道系统</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4" name="圆角矩形 23"/>
                <p:cNvSpPr/>
                <p:nvPr/>
              </p:nvSpPr>
              <p:spPr>
                <a:xfrm>
                  <a:off x="3979964"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数字货币</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5" name="圆角矩形 24"/>
                <p:cNvSpPr/>
                <p:nvPr/>
              </p:nvSpPr>
              <p:spPr>
                <a:xfrm>
                  <a:off x="1937652"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智慧码管理</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6" name="圆角矩形 25"/>
                <p:cNvSpPr/>
                <p:nvPr/>
              </p:nvSpPr>
              <p:spPr>
                <a:xfrm>
                  <a:off x="2958808"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物联网系统</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27" name="圆角矩形 26"/>
                <p:cNvSpPr/>
                <p:nvPr/>
              </p:nvSpPr>
              <p:spPr>
                <a:xfrm>
                  <a:off x="3979964"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智慧会员</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grpSp>
        </p:grpSp>
        <p:grpSp>
          <p:nvGrpSpPr>
            <p:cNvPr id="35" name="组合 34"/>
            <p:cNvGrpSpPr/>
            <p:nvPr/>
          </p:nvGrpSpPr>
          <p:grpSpPr>
            <a:xfrm>
              <a:off x="5702707" y="1989257"/>
              <a:ext cx="3888000" cy="1400615"/>
              <a:chOff x="1813740" y="1989257"/>
              <a:chExt cx="3274837" cy="1400615"/>
            </a:xfrm>
          </p:grpSpPr>
          <p:grpSp>
            <p:nvGrpSpPr>
              <p:cNvPr id="36" name="组合 35"/>
              <p:cNvGrpSpPr/>
              <p:nvPr/>
            </p:nvGrpSpPr>
            <p:grpSpPr>
              <a:xfrm>
                <a:off x="1813740" y="1989257"/>
                <a:ext cx="3274837" cy="1400615"/>
                <a:chOff x="1813740" y="1989257"/>
                <a:chExt cx="3274837" cy="1400615"/>
              </a:xfrm>
            </p:grpSpPr>
            <p:sp>
              <p:nvSpPr>
                <p:cNvPr id="47" name="圆角矩形 46"/>
                <p:cNvSpPr/>
                <p:nvPr/>
              </p:nvSpPr>
              <p:spPr>
                <a:xfrm>
                  <a:off x="1813740" y="1989257"/>
                  <a:ext cx="3274837" cy="1400615"/>
                </a:xfrm>
                <a:prstGeom prst="roundRect">
                  <a:avLst>
                    <a:gd name="adj" fmla="val 0"/>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400" b="1" dirty="0">
                      <a:solidFill>
                        <a:schemeClr val="tx2"/>
                      </a:solidFill>
                      <a:latin typeface="微软雅黑" panose="020B0502040204020203" pitchFamily="34" charset="-122"/>
                      <a:ea typeface="微软雅黑" panose="020B0502040204020203" pitchFamily="34" charset="-122"/>
                    </a:rPr>
                    <a:t>生产</a:t>
                  </a:r>
                  <a:endParaRPr kumimoji="1" lang="zh-CN" altLang="en-US" sz="1400" b="1" dirty="0">
                    <a:solidFill>
                      <a:schemeClr val="tx2"/>
                    </a:solidFill>
                    <a:latin typeface="微软雅黑" panose="020B0502040204020203" pitchFamily="34" charset="-122"/>
                    <a:ea typeface="微软雅黑" panose="020B0502040204020203" pitchFamily="34" charset="-122"/>
                  </a:endParaRPr>
                </a:p>
              </p:txBody>
            </p:sp>
            <p:cxnSp>
              <p:nvCxnSpPr>
                <p:cNvPr id="48" name="直线连接符 47"/>
                <p:cNvCxnSpPr/>
                <p:nvPr/>
              </p:nvCxnSpPr>
              <p:spPr>
                <a:xfrm>
                  <a:off x="2287913" y="2145832"/>
                  <a:ext cx="864000" cy="0"/>
                </a:xfrm>
                <a:prstGeom prst="line">
                  <a:avLst/>
                </a:prstGeom>
                <a:ln w="12700">
                  <a:gradFill>
                    <a:gsLst>
                      <a:gs pos="100000">
                        <a:schemeClr val="accent1">
                          <a:lumMod val="60000"/>
                          <a:lumOff val="40000"/>
                        </a:schemeClr>
                      </a:gs>
                      <a:gs pos="0">
                        <a:schemeClr val="accent1">
                          <a:lumMod val="60000"/>
                          <a:lumOff val="40000"/>
                          <a:alpha val="0"/>
                        </a:schemeClr>
                      </a:gs>
                    </a:gsLst>
                    <a:lin ang="0" scaled="0"/>
                  </a:gradFill>
                  <a:tailEnd type="none" w="sm" len="sm"/>
                </a:ln>
              </p:spPr>
              <p:style>
                <a:lnRef idx="1">
                  <a:schemeClr val="accent1"/>
                </a:lnRef>
                <a:fillRef idx="0">
                  <a:schemeClr val="accent1"/>
                </a:fillRef>
                <a:effectRef idx="0">
                  <a:schemeClr val="accent1"/>
                </a:effectRef>
                <a:fontRef idx="minor">
                  <a:schemeClr val="tx1"/>
                </a:fontRef>
              </p:style>
            </p:cxnSp>
            <p:cxnSp>
              <p:nvCxnSpPr>
                <p:cNvPr id="49" name="直线连接符 48"/>
                <p:cNvCxnSpPr/>
                <p:nvPr/>
              </p:nvCxnSpPr>
              <p:spPr>
                <a:xfrm flipH="1">
                  <a:off x="3711162" y="2145832"/>
                  <a:ext cx="864000" cy="0"/>
                </a:xfrm>
                <a:prstGeom prst="line">
                  <a:avLst/>
                </a:prstGeom>
                <a:ln w="12700">
                  <a:gradFill>
                    <a:gsLst>
                      <a:gs pos="100000">
                        <a:schemeClr val="accent1">
                          <a:lumMod val="60000"/>
                          <a:lumOff val="40000"/>
                        </a:schemeClr>
                      </a:gs>
                      <a:gs pos="0">
                        <a:schemeClr val="accent1">
                          <a:lumMod val="60000"/>
                          <a:lumOff val="40000"/>
                          <a:alpha val="0"/>
                        </a:schemeClr>
                      </a:gs>
                    </a:gsLst>
                    <a:lin ang="0" scaled="0"/>
                  </a:gradFill>
                  <a:tailEnd type="none" w="sm" len="sm"/>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1937652" y="2308222"/>
                <a:ext cx="3014312" cy="986642"/>
                <a:chOff x="1937652" y="2308222"/>
                <a:chExt cx="3014312" cy="986642"/>
              </a:xfrm>
            </p:grpSpPr>
            <p:sp>
              <p:nvSpPr>
                <p:cNvPr id="38" name="圆角矩形 37"/>
                <p:cNvSpPr/>
                <p:nvPr/>
              </p:nvSpPr>
              <p:spPr>
                <a:xfrm>
                  <a:off x="1937652"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智慧物流</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39" name="圆角矩形 38"/>
                <p:cNvSpPr/>
                <p:nvPr/>
              </p:nvSpPr>
              <p:spPr>
                <a:xfrm>
                  <a:off x="2958808"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智慧仓储</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0" name="圆角矩形 39"/>
                <p:cNvSpPr/>
                <p:nvPr/>
              </p:nvSpPr>
              <p:spPr>
                <a:xfrm>
                  <a:off x="3979964"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a:t>
                  </a:r>
                  <a:r>
                    <a:rPr kumimoji="1" lang="en-US" altLang="zh-CN" sz="1050" dirty="0">
                      <a:solidFill>
                        <a:schemeClr val="tx2"/>
                      </a:solidFill>
                      <a:latin typeface="微软雅黑" panose="020B0502040204020203" pitchFamily="34" charset="-122"/>
                      <a:ea typeface="微软雅黑" panose="020B0502040204020203" pitchFamily="34" charset="-122"/>
                    </a:rPr>
                    <a:t>WMS</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1" name="圆角矩形 40"/>
                <p:cNvSpPr/>
                <p:nvPr/>
              </p:nvSpPr>
              <p:spPr>
                <a:xfrm>
                  <a:off x="1937652"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智慧排产</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2" name="圆角矩形 41"/>
                <p:cNvSpPr/>
                <p:nvPr/>
              </p:nvSpPr>
              <p:spPr>
                <a:xfrm>
                  <a:off x="2958808"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智慧物料</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3" name="圆角矩形 42"/>
                <p:cNvSpPr/>
                <p:nvPr/>
              </p:nvSpPr>
              <p:spPr>
                <a:xfrm>
                  <a:off x="3979964"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智慧供应链</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4" name="圆角矩形 43"/>
                <p:cNvSpPr/>
                <p:nvPr/>
              </p:nvSpPr>
              <p:spPr>
                <a:xfrm>
                  <a:off x="1937652"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a:t>
                  </a:r>
                  <a:r>
                    <a:rPr kumimoji="1" lang="en-US" altLang="zh-CN" sz="1050" dirty="0">
                      <a:solidFill>
                        <a:schemeClr val="tx2"/>
                      </a:solidFill>
                      <a:latin typeface="微软雅黑" panose="020B0502040204020203" pitchFamily="34" charset="-122"/>
                      <a:ea typeface="微软雅黑" panose="020B0502040204020203" pitchFamily="34" charset="-122"/>
                    </a:rPr>
                    <a:t>DMC</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45" name="圆角矩形 44"/>
                <p:cNvSpPr/>
                <p:nvPr/>
              </p:nvSpPr>
              <p:spPr>
                <a:xfrm>
                  <a:off x="2958808"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智慧货架</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grpSp>
        </p:grpSp>
        <p:grpSp>
          <p:nvGrpSpPr>
            <p:cNvPr id="50" name="组合 49"/>
            <p:cNvGrpSpPr/>
            <p:nvPr/>
          </p:nvGrpSpPr>
          <p:grpSpPr>
            <a:xfrm>
              <a:off x="9687741" y="1989257"/>
              <a:ext cx="1753338" cy="1400615"/>
              <a:chOff x="1813740" y="1989257"/>
              <a:chExt cx="1238983" cy="1400615"/>
            </a:xfrm>
          </p:grpSpPr>
          <p:sp>
            <p:nvSpPr>
              <p:cNvPr id="61" name="圆角矩形 60"/>
              <p:cNvSpPr/>
              <p:nvPr/>
            </p:nvSpPr>
            <p:spPr>
              <a:xfrm>
                <a:off x="1813740" y="1989257"/>
                <a:ext cx="1238983" cy="1400615"/>
              </a:xfrm>
              <a:prstGeom prst="roundRect">
                <a:avLst>
                  <a:gd name="adj" fmla="val 0"/>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400" b="1" dirty="0">
                    <a:solidFill>
                      <a:schemeClr val="tx2"/>
                    </a:solidFill>
                    <a:latin typeface="微软雅黑" panose="020B0502040204020203" pitchFamily="34" charset="-122"/>
                    <a:ea typeface="微软雅黑" panose="020B0502040204020203" pitchFamily="34" charset="-122"/>
                  </a:rPr>
                  <a:t>综合</a:t>
                </a:r>
                <a:endParaRPr kumimoji="1" lang="zh-CN" altLang="en-US" sz="1400" b="1" dirty="0">
                  <a:solidFill>
                    <a:schemeClr val="tx2"/>
                  </a:solidFill>
                  <a:latin typeface="微软雅黑" panose="020B0502040204020203" pitchFamily="34" charset="-122"/>
                  <a:ea typeface="微软雅黑" panose="020B0502040204020203" pitchFamily="34" charset="-122"/>
                </a:endParaRPr>
              </a:p>
            </p:txBody>
          </p:sp>
          <p:grpSp>
            <p:nvGrpSpPr>
              <p:cNvPr id="52" name="组合 51"/>
              <p:cNvGrpSpPr/>
              <p:nvPr/>
            </p:nvGrpSpPr>
            <p:grpSpPr>
              <a:xfrm>
                <a:off x="1937652" y="2308222"/>
                <a:ext cx="972000" cy="986642"/>
                <a:chOff x="1937652" y="2308222"/>
                <a:chExt cx="972000" cy="986642"/>
              </a:xfrm>
            </p:grpSpPr>
            <p:sp>
              <p:nvSpPr>
                <p:cNvPr id="53" name="圆角矩形 52"/>
                <p:cNvSpPr/>
                <p:nvPr/>
              </p:nvSpPr>
              <p:spPr>
                <a:xfrm>
                  <a:off x="1937652" y="2308222"/>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智慧人力</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56" name="圆角矩形 55"/>
                <p:cNvSpPr/>
                <p:nvPr/>
              </p:nvSpPr>
              <p:spPr>
                <a:xfrm>
                  <a:off x="1937652" y="2657543"/>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a:t>
                  </a:r>
                  <a:r>
                    <a:rPr kumimoji="1" lang="en-US" altLang="zh-CN" sz="1050" dirty="0">
                      <a:solidFill>
                        <a:schemeClr val="tx2"/>
                      </a:solidFill>
                      <a:latin typeface="微软雅黑" panose="020B0502040204020203" pitchFamily="34" charset="-122"/>
                      <a:ea typeface="微软雅黑" panose="020B0502040204020203" pitchFamily="34" charset="-122"/>
                    </a:rPr>
                    <a:t>OA</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sp>
              <p:nvSpPr>
                <p:cNvPr id="59" name="圆角矩形 58"/>
                <p:cNvSpPr/>
                <p:nvPr/>
              </p:nvSpPr>
              <p:spPr>
                <a:xfrm>
                  <a:off x="1937652" y="3006864"/>
                  <a:ext cx="972000" cy="288000"/>
                </a:xfrm>
                <a:prstGeom prst="roundRect">
                  <a:avLst>
                    <a:gd name="adj" fmla="val 50000"/>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050" dirty="0">
                      <a:solidFill>
                        <a:schemeClr val="tx2"/>
                      </a:solidFill>
                      <a:latin typeface="微软雅黑" panose="020B0502040204020203" pitchFamily="34" charset="-122"/>
                      <a:ea typeface="微软雅黑" panose="020B0502040204020203" pitchFamily="34" charset="-122"/>
                    </a:rPr>
                    <a:t>智慧门户</a:t>
                  </a:r>
                  <a:endParaRPr kumimoji="1" lang="zh-CN" altLang="en-US" sz="1050" dirty="0">
                    <a:solidFill>
                      <a:schemeClr val="tx2"/>
                    </a:solidFill>
                    <a:latin typeface="微软雅黑" panose="020B0502040204020203" pitchFamily="34" charset="-122"/>
                    <a:ea typeface="微软雅黑" panose="020B0502040204020203" pitchFamily="34" charset="-122"/>
                  </a:endParaRPr>
                </a:p>
              </p:txBody>
            </p:sp>
          </p:grpSp>
        </p:grpSp>
        <p:pic>
          <p:nvPicPr>
            <p:cNvPr id="64" name="图片 123" descr="基础-应用市场"/>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903" y="2363304"/>
              <a:ext cx="360000" cy="360000"/>
            </a:xfrm>
            <a:prstGeom prst="rect">
              <a:avLst/>
            </a:prstGeom>
            <a:effectLst>
              <a:outerShdw blurRad="190500" dist="63500" dir="5400000" sx="90000" sy="90000" algn="t" rotWithShape="0">
                <a:schemeClr val="accent1">
                  <a:alpha val="19915"/>
                </a:schemeClr>
              </a:outerShdw>
            </a:effectLst>
          </p:spPr>
        </p:pic>
      </p:grpSp>
      <p:grpSp>
        <p:nvGrpSpPr>
          <p:cNvPr id="184" name="组合 183"/>
          <p:cNvGrpSpPr/>
          <p:nvPr/>
        </p:nvGrpSpPr>
        <p:grpSpPr>
          <a:xfrm>
            <a:off x="751903" y="3505823"/>
            <a:ext cx="10689174" cy="1209014"/>
            <a:chOff x="751903" y="3505823"/>
            <a:chExt cx="10689174" cy="1209014"/>
          </a:xfrm>
        </p:grpSpPr>
        <p:sp>
          <p:nvSpPr>
            <p:cNvPr id="65" name="圆角矩形 64"/>
            <p:cNvSpPr/>
            <p:nvPr/>
          </p:nvSpPr>
          <p:spPr>
            <a:xfrm>
              <a:off x="751903" y="3505823"/>
              <a:ext cx="864000" cy="1209014"/>
            </a:xfrm>
            <a:prstGeom prst="roundRect">
              <a:avLst>
                <a:gd name="adj" fmla="val 0"/>
              </a:avLst>
            </a:prstGeom>
            <a:solidFill>
              <a:schemeClr val="bg1"/>
            </a:solidFill>
            <a:ln w="9525">
              <a:solidFill>
                <a:schemeClr val="accent1">
                  <a:lumMod val="60000"/>
                  <a:lumOff val="40000"/>
                </a:schemeClr>
              </a:solid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503999" rtlCol="0" anchor="ctr"/>
            <a:lstStyle/>
            <a:p>
              <a:pPr algn="ctr"/>
              <a:r>
                <a:rPr kumimoji="1" lang="zh-CN" altLang="en-US" sz="1600" b="1" dirty="0">
                  <a:solidFill>
                    <a:schemeClr val="accent1"/>
                  </a:solidFill>
                  <a:latin typeface="微软雅黑" panose="020B0502040204020203" pitchFamily="34" charset="-122"/>
                  <a:ea typeface="微软雅黑" panose="020B0502040204020203" pitchFamily="34" charset="-122"/>
                </a:rPr>
                <a:t>技术</a:t>
              </a:r>
              <a:endParaRPr kumimoji="1" lang="zh-CN" altLang="en-US" sz="1600" b="1" dirty="0">
                <a:solidFill>
                  <a:schemeClr val="accent1"/>
                </a:solidFill>
                <a:latin typeface="微软雅黑" panose="020B0502040204020203" pitchFamily="34" charset="-122"/>
                <a:ea typeface="微软雅黑" panose="020B0502040204020203" pitchFamily="34" charset="-122"/>
              </a:endParaRPr>
            </a:p>
          </p:txBody>
        </p:sp>
        <p:sp>
          <p:nvSpPr>
            <p:cNvPr id="79" name="圆角矩形 78"/>
            <p:cNvSpPr/>
            <p:nvPr/>
          </p:nvSpPr>
          <p:spPr>
            <a:xfrm>
              <a:off x="1717672" y="3505823"/>
              <a:ext cx="9723405" cy="557372"/>
            </a:xfrm>
            <a:prstGeom prst="roundRect">
              <a:avLst>
                <a:gd name="adj" fmla="val 0"/>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80000" tIns="36000" bIns="36000" rtlCol="0" anchor="ctr"/>
            <a:lstStyle/>
            <a:p>
              <a:r>
                <a:rPr kumimoji="1" lang="zh-CN" altLang="en-US" sz="1400" b="1" dirty="0">
                  <a:solidFill>
                    <a:schemeClr val="accent1"/>
                  </a:solidFill>
                  <a:latin typeface="微软雅黑" panose="020B0502040204020203" pitchFamily="34" charset="-122"/>
                  <a:ea typeface="微软雅黑" panose="020B0502040204020203" pitchFamily="34" charset="-122"/>
                </a:rPr>
                <a:t>关键技术</a:t>
              </a:r>
              <a:endParaRPr kumimoji="1" lang="zh-CN" altLang="en-US" sz="1400" b="1" dirty="0">
                <a:solidFill>
                  <a:schemeClr val="accent1"/>
                </a:solidFill>
                <a:latin typeface="微软雅黑" panose="020B0502040204020203" pitchFamily="34" charset="-122"/>
                <a:ea typeface="微软雅黑" panose="020B0502040204020203" pitchFamily="34" charset="-122"/>
              </a:endParaRPr>
            </a:p>
          </p:txBody>
        </p:sp>
        <p:grpSp>
          <p:nvGrpSpPr>
            <p:cNvPr id="88" name="组合 87"/>
            <p:cNvGrpSpPr/>
            <p:nvPr/>
          </p:nvGrpSpPr>
          <p:grpSpPr>
            <a:xfrm>
              <a:off x="3272840" y="3754150"/>
              <a:ext cx="482660" cy="251437"/>
              <a:chOff x="4271399" y="5065273"/>
              <a:chExt cx="482660" cy="251437"/>
            </a:xfrm>
          </p:grpSpPr>
          <p:sp>
            <p:nvSpPr>
              <p:cNvPr id="87" name="菱形 86"/>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84" name="菱形 83"/>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rPr>
                  <a:t>5G</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89" name="组合 88"/>
            <p:cNvGrpSpPr/>
            <p:nvPr/>
          </p:nvGrpSpPr>
          <p:grpSpPr>
            <a:xfrm>
              <a:off x="4445621" y="3754150"/>
              <a:ext cx="482660" cy="251437"/>
              <a:chOff x="4271399" y="5065273"/>
              <a:chExt cx="482660" cy="251437"/>
            </a:xfrm>
          </p:grpSpPr>
          <p:sp>
            <p:nvSpPr>
              <p:cNvPr id="90" name="菱形 89"/>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1" name="菱形 90"/>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rPr>
                  <a:t>AI</a:t>
                </a:r>
                <a:r>
                  <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人工智能</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92" name="组合 91"/>
            <p:cNvGrpSpPr/>
            <p:nvPr/>
          </p:nvGrpSpPr>
          <p:grpSpPr>
            <a:xfrm>
              <a:off x="5618402" y="3754150"/>
              <a:ext cx="482660" cy="251437"/>
              <a:chOff x="4271399" y="5065273"/>
              <a:chExt cx="482660" cy="251437"/>
            </a:xfrm>
          </p:grpSpPr>
          <p:sp>
            <p:nvSpPr>
              <p:cNvPr id="93" name="菱形 92"/>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4" name="菱形 93"/>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物联网</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95" name="组合 94"/>
            <p:cNvGrpSpPr/>
            <p:nvPr/>
          </p:nvGrpSpPr>
          <p:grpSpPr>
            <a:xfrm>
              <a:off x="6791183" y="3754150"/>
              <a:ext cx="482660" cy="251437"/>
              <a:chOff x="4271399" y="5065273"/>
              <a:chExt cx="482660" cy="251437"/>
            </a:xfrm>
          </p:grpSpPr>
          <p:sp>
            <p:nvSpPr>
              <p:cNvPr id="96" name="菱形 95"/>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7" name="菱形 96"/>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区块链</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98" name="组合 97"/>
            <p:cNvGrpSpPr/>
            <p:nvPr/>
          </p:nvGrpSpPr>
          <p:grpSpPr>
            <a:xfrm>
              <a:off x="7963964" y="3754150"/>
              <a:ext cx="482660" cy="251437"/>
              <a:chOff x="4271399" y="5065273"/>
              <a:chExt cx="482660" cy="251437"/>
            </a:xfrm>
          </p:grpSpPr>
          <p:sp>
            <p:nvSpPr>
              <p:cNvPr id="99" name="菱形 98"/>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菱形 99"/>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rPr>
                  <a:t>AR/VR</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1" name="组合 100"/>
            <p:cNvGrpSpPr/>
            <p:nvPr/>
          </p:nvGrpSpPr>
          <p:grpSpPr>
            <a:xfrm>
              <a:off x="9136745" y="3754150"/>
              <a:ext cx="482660" cy="251437"/>
              <a:chOff x="4271399" y="5065273"/>
              <a:chExt cx="482660" cy="251437"/>
            </a:xfrm>
          </p:grpSpPr>
          <p:sp>
            <p:nvSpPr>
              <p:cNvPr id="102" name="菱形 101"/>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3" name="菱形 102"/>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机器人</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04" name="组合 103"/>
            <p:cNvGrpSpPr/>
            <p:nvPr/>
          </p:nvGrpSpPr>
          <p:grpSpPr>
            <a:xfrm>
              <a:off x="10309523" y="3754150"/>
              <a:ext cx="482660" cy="251437"/>
              <a:chOff x="4271399" y="5065273"/>
              <a:chExt cx="482660" cy="251437"/>
            </a:xfrm>
          </p:grpSpPr>
          <p:sp>
            <p:nvSpPr>
              <p:cNvPr id="105" name="菱形 104"/>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endParaRPr lang="zh-CN" altLang="en-US" sz="9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06" name="菱形 105"/>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21774" rIns="43548" bIns="216000" numCol="1" spcCol="0" rtlCol="0" fromWordArt="0" anchor="b" anchorCtr="0" forceAA="0" compatLnSpc="1">
                <a:noAutofit/>
              </a:bodyPr>
              <a:lstStyle/>
              <a:p>
                <a:pPr algn="ctr"/>
                <a:r>
                  <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量子计算</a:t>
                </a:r>
                <a:endParaRPr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107" name="圆角矩形 106"/>
            <p:cNvSpPr/>
            <p:nvPr/>
          </p:nvSpPr>
          <p:spPr>
            <a:xfrm>
              <a:off x="1717672" y="4157464"/>
              <a:ext cx="1588727" cy="557372"/>
            </a:xfrm>
            <a:prstGeom prst="roundRect">
              <a:avLst>
                <a:gd name="adj" fmla="val 0"/>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80000" tIns="36000" bIns="36000" rtlCol="0" anchor="ctr"/>
            <a:lstStyle/>
            <a:p>
              <a:r>
                <a:rPr kumimoji="1" lang="zh-CN" altLang="en-US" sz="1400" b="1" dirty="0">
                  <a:solidFill>
                    <a:schemeClr val="accent1"/>
                  </a:solidFill>
                  <a:latin typeface="微软雅黑" panose="020B0502040204020203" pitchFamily="34" charset="-122"/>
                  <a:ea typeface="微软雅黑" panose="020B0502040204020203" pitchFamily="34" charset="-122"/>
                </a:rPr>
                <a:t>基础设施和平台</a:t>
              </a:r>
              <a:endParaRPr kumimoji="1" lang="zh-CN" altLang="en-US" sz="1400" b="1" dirty="0">
                <a:solidFill>
                  <a:schemeClr val="accent1"/>
                </a:solidFill>
                <a:latin typeface="微软雅黑" panose="020B0502040204020203" pitchFamily="34" charset="-122"/>
                <a:ea typeface="微软雅黑" panose="020B0502040204020203" pitchFamily="34" charset="-122"/>
              </a:endParaRPr>
            </a:p>
          </p:txBody>
        </p:sp>
        <p:sp>
          <p:nvSpPr>
            <p:cNvPr id="7" name="圆柱体 6"/>
            <p:cNvSpPr/>
            <p:nvPr/>
          </p:nvSpPr>
          <p:spPr>
            <a:xfrm>
              <a:off x="3514170" y="4236694"/>
              <a:ext cx="1800000" cy="398913"/>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微软雅黑" panose="020B0502040204020203" pitchFamily="34" charset="-122"/>
                  <a:ea typeface="微软雅黑" panose="020B0502040204020203" pitchFamily="34" charset="-122"/>
                </a:rPr>
                <a:t>网络设备</a:t>
              </a: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08" name="圆柱体 107"/>
            <p:cNvSpPr/>
            <p:nvPr/>
          </p:nvSpPr>
          <p:spPr>
            <a:xfrm>
              <a:off x="5556472" y="4236694"/>
              <a:ext cx="1800000" cy="398913"/>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微软雅黑" panose="020B0502040204020203" pitchFamily="34" charset="-122"/>
                  <a:ea typeface="微软雅黑" panose="020B0502040204020203" pitchFamily="34" charset="-122"/>
                </a:rPr>
                <a:t>大数据云</a:t>
              </a: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09" name="圆柱体 108"/>
            <p:cNvSpPr/>
            <p:nvPr/>
          </p:nvSpPr>
          <p:spPr>
            <a:xfrm>
              <a:off x="7598774" y="4236694"/>
              <a:ext cx="1800000" cy="398913"/>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微软雅黑" panose="020B0502040204020203" pitchFamily="34" charset="-122"/>
                  <a:ea typeface="微软雅黑" panose="020B0502040204020203" pitchFamily="34" charset="-122"/>
                </a:rPr>
                <a:t>数据服务器</a:t>
              </a: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110" name="圆柱体 109"/>
            <p:cNvSpPr/>
            <p:nvPr/>
          </p:nvSpPr>
          <p:spPr>
            <a:xfrm>
              <a:off x="9641077" y="4236694"/>
              <a:ext cx="1800000" cy="398913"/>
            </a:xfrm>
            <a:prstGeom prst="can">
              <a:avLst/>
            </a:prstGeom>
            <a:solidFill>
              <a:schemeClr val="bg2"/>
            </a:solidFill>
            <a:ln w="952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微软雅黑" panose="020B0502040204020203" pitchFamily="34" charset="-122"/>
                  <a:ea typeface="微软雅黑" panose="020B0502040204020203" pitchFamily="34" charset="-122"/>
                </a:rPr>
                <a:t>容器</a:t>
              </a: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pic>
          <p:nvPicPr>
            <p:cNvPr id="113" name="图片 40" descr="安全-数据安全流通"/>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903" y="3783690"/>
              <a:ext cx="360000" cy="360000"/>
            </a:xfrm>
            <a:prstGeom prst="rect">
              <a:avLst/>
            </a:prstGeom>
            <a:effectLst/>
          </p:spPr>
        </p:pic>
      </p:grpSp>
      <p:grpSp>
        <p:nvGrpSpPr>
          <p:cNvPr id="183" name="组合 182"/>
          <p:cNvGrpSpPr/>
          <p:nvPr/>
        </p:nvGrpSpPr>
        <p:grpSpPr>
          <a:xfrm>
            <a:off x="751903" y="5042088"/>
            <a:ext cx="10510198" cy="1188505"/>
            <a:chOff x="751903" y="5042088"/>
            <a:chExt cx="10510198" cy="1188505"/>
          </a:xfrm>
        </p:grpSpPr>
        <p:sp>
          <p:nvSpPr>
            <p:cNvPr id="114" name="圆角矩形 113"/>
            <p:cNvSpPr/>
            <p:nvPr/>
          </p:nvSpPr>
          <p:spPr>
            <a:xfrm>
              <a:off x="751903" y="5042088"/>
              <a:ext cx="864000" cy="1092011"/>
            </a:xfrm>
            <a:prstGeom prst="roundRect">
              <a:avLst>
                <a:gd name="adj" fmla="val 0"/>
              </a:avLst>
            </a:prstGeom>
            <a:solidFill>
              <a:schemeClr val="bg1"/>
            </a:solidFill>
            <a:ln w="9525">
              <a:solidFill>
                <a:schemeClr val="accent1">
                  <a:lumMod val="60000"/>
                  <a:lumOff val="40000"/>
                </a:schemeClr>
              </a:solid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503999" rtlCol="0" anchor="ctr"/>
            <a:lstStyle/>
            <a:p>
              <a:pPr algn="ctr"/>
              <a:r>
                <a:rPr kumimoji="1" lang="zh-CN" altLang="en-US" sz="1600" b="1" dirty="0">
                  <a:solidFill>
                    <a:schemeClr val="accent1"/>
                  </a:solidFill>
                  <a:latin typeface="微软雅黑" panose="020B0502040204020203" pitchFamily="34" charset="-122"/>
                  <a:ea typeface="微软雅黑" panose="020B0502040204020203" pitchFamily="34" charset="-122"/>
                </a:rPr>
                <a:t>支撑</a:t>
              </a:r>
              <a:endParaRPr kumimoji="1" lang="zh-CN" altLang="en-US" sz="1600" b="1" dirty="0">
                <a:solidFill>
                  <a:schemeClr val="accent1"/>
                </a:solidFill>
                <a:latin typeface="微软雅黑" panose="020B0502040204020203" pitchFamily="34" charset="-122"/>
                <a:ea typeface="微软雅黑" panose="020B0502040204020203" pitchFamily="34" charset="-122"/>
              </a:endParaRPr>
            </a:p>
          </p:txBody>
        </p:sp>
        <p:pic>
          <p:nvPicPr>
            <p:cNvPr id="111" name="图片 15" descr="大数据-创新空间"/>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3903" y="5317405"/>
              <a:ext cx="360000" cy="360000"/>
            </a:xfrm>
            <a:prstGeom prst="rect">
              <a:avLst/>
            </a:prstGeom>
            <a:effectLst>
              <a:outerShdw blurRad="190500" dist="63500" dir="5400000" sx="90000" sy="90000" algn="t" rotWithShape="0">
                <a:schemeClr val="accent1">
                  <a:alpha val="19915"/>
                </a:schemeClr>
              </a:outerShdw>
            </a:effectLst>
          </p:spPr>
        </p:pic>
        <p:grpSp>
          <p:nvGrpSpPr>
            <p:cNvPr id="135" name="组合 134"/>
            <p:cNvGrpSpPr/>
            <p:nvPr/>
          </p:nvGrpSpPr>
          <p:grpSpPr>
            <a:xfrm>
              <a:off x="2702858" y="5123434"/>
              <a:ext cx="1679517" cy="1107159"/>
              <a:chOff x="1664118" y="5123434"/>
              <a:chExt cx="1679517" cy="1107159"/>
            </a:xfrm>
          </p:grpSpPr>
          <p:sp>
            <p:nvSpPr>
              <p:cNvPr id="118" name="椭圆 117"/>
              <p:cNvSpPr/>
              <p:nvPr/>
            </p:nvSpPr>
            <p:spPr>
              <a:xfrm>
                <a:off x="2104703" y="5432247"/>
                <a:ext cx="798348" cy="798346"/>
              </a:xfrm>
              <a:prstGeom prst="ellipse">
                <a:avLst/>
              </a:prstGeom>
              <a:solidFill>
                <a:schemeClr val="accent1">
                  <a:lumMod val="20000"/>
                  <a:lumOff val="80000"/>
                  <a:alpha val="50000"/>
                </a:schemeClr>
              </a:solidFill>
              <a:ln w="635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endParaRPr>
              </a:p>
            </p:txBody>
          </p:sp>
          <p:sp>
            <p:nvSpPr>
              <p:cNvPr id="120" name="椭圆 119"/>
              <p:cNvSpPr/>
              <p:nvPr/>
            </p:nvSpPr>
            <p:spPr>
              <a:xfrm>
                <a:off x="2206073" y="5543499"/>
                <a:ext cx="590600" cy="590600"/>
              </a:xfrm>
              <a:prstGeom prst="ellipse">
                <a:avLst/>
              </a:prstGeom>
              <a:gradFill flip="none" rotWithShape="1">
                <a:gsLst>
                  <a:gs pos="0">
                    <a:schemeClr val="accent2"/>
                  </a:gs>
                  <a:gs pos="100000">
                    <a:schemeClr val="accent1"/>
                  </a:gs>
                </a:gsLst>
                <a:lin ang="1800000" scaled="0"/>
                <a:tileRect/>
              </a:gradFill>
              <a:ln w="38100">
                <a:noFill/>
              </a:ln>
              <a:effectLst>
                <a:outerShdw blurRad="254000" dist="50800" dir="5400000" sx="108000" sy="10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组织</a:t>
                </a:r>
                <a:br>
                  <a:rPr lang="en-US" altLang="zh-CN"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b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架构</a:t>
                </a:r>
                <a:endPar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23" name="组合 122"/>
              <p:cNvGrpSpPr/>
              <p:nvPr/>
            </p:nvGrpSpPr>
            <p:grpSpPr>
              <a:xfrm>
                <a:off x="2708117" y="5472914"/>
                <a:ext cx="85936" cy="85936"/>
                <a:chOff x="7455208" y="2172067"/>
                <a:chExt cx="85936" cy="85936"/>
              </a:xfrm>
            </p:grpSpPr>
            <p:sp>
              <p:nvSpPr>
                <p:cNvPr id="124" name="椭圆 123"/>
                <p:cNvSpPr/>
                <p:nvPr>
                  <p:custDataLst>
                    <p:tags r:id="rId7"/>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25" name="椭圆 124"/>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26" name="文本框 125"/>
              <p:cNvSpPr txBox="1"/>
              <p:nvPr/>
            </p:nvSpPr>
            <p:spPr>
              <a:xfrm>
                <a:off x="2632610" y="5260385"/>
                <a:ext cx="711025"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部门责任制</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27" name="组合 126"/>
              <p:cNvGrpSpPr/>
              <p:nvPr/>
            </p:nvGrpSpPr>
            <p:grpSpPr>
              <a:xfrm>
                <a:off x="2443238" y="5382610"/>
                <a:ext cx="85936" cy="85936"/>
                <a:chOff x="7455208" y="2172067"/>
                <a:chExt cx="85936" cy="85936"/>
              </a:xfrm>
            </p:grpSpPr>
            <p:sp>
              <p:nvSpPr>
                <p:cNvPr id="128" name="椭圆 127"/>
                <p:cNvSpPr/>
                <p:nvPr>
                  <p:custDataLst>
                    <p:tags r:id="rId8"/>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29" name="椭圆 128"/>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0" name="组合 129"/>
              <p:cNvGrpSpPr/>
              <p:nvPr/>
            </p:nvGrpSpPr>
            <p:grpSpPr>
              <a:xfrm>
                <a:off x="2190906" y="5472914"/>
                <a:ext cx="85936" cy="85936"/>
                <a:chOff x="7455208" y="2172067"/>
                <a:chExt cx="85936" cy="85936"/>
              </a:xfrm>
            </p:grpSpPr>
            <p:sp>
              <p:nvSpPr>
                <p:cNvPr id="131" name="椭圆 130"/>
                <p:cNvSpPr/>
                <p:nvPr>
                  <p:custDataLst>
                    <p:tags r:id="rId9"/>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32" name="椭圆 131"/>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33" name="文本框 132"/>
              <p:cNvSpPr txBox="1"/>
              <p:nvPr/>
            </p:nvSpPr>
            <p:spPr>
              <a:xfrm>
                <a:off x="2168752" y="5123434"/>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协调机制</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34" name="文本框 133"/>
              <p:cNvSpPr txBox="1"/>
              <p:nvPr/>
            </p:nvSpPr>
            <p:spPr>
              <a:xfrm>
                <a:off x="1664118" y="5276477"/>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独立部门</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6" name="组合 135"/>
            <p:cNvGrpSpPr/>
            <p:nvPr/>
          </p:nvGrpSpPr>
          <p:grpSpPr>
            <a:xfrm>
              <a:off x="4742731" y="5123434"/>
              <a:ext cx="1679517" cy="1107159"/>
              <a:chOff x="1664118" y="5123434"/>
              <a:chExt cx="1679517" cy="1107159"/>
            </a:xfrm>
          </p:grpSpPr>
          <p:sp>
            <p:nvSpPr>
              <p:cNvPr id="137" name="椭圆 136"/>
              <p:cNvSpPr/>
              <p:nvPr/>
            </p:nvSpPr>
            <p:spPr>
              <a:xfrm>
                <a:off x="2104703" y="5432247"/>
                <a:ext cx="798348" cy="798346"/>
              </a:xfrm>
              <a:prstGeom prst="ellipse">
                <a:avLst/>
              </a:prstGeom>
              <a:solidFill>
                <a:schemeClr val="accent1">
                  <a:lumMod val="20000"/>
                  <a:lumOff val="80000"/>
                  <a:alpha val="50000"/>
                </a:schemeClr>
              </a:solidFill>
              <a:ln w="635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endParaRPr>
              </a:p>
            </p:txBody>
          </p:sp>
          <p:sp>
            <p:nvSpPr>
              <p:cNvPr id="138" name="椭圆 137"/>
              <p:cNvSpPr/>
              <p:nvPr/>
            </p:nvSpPr>
            <p:spPr>
              <a:xfrm>
                <a:off x="2206073" y="5543499"/>
                <a:ext cx="590600" cy="590600"/>
              </a:xfrm>
              <a:prstGeom prst="ellipse">
                <a:avLst/>
              </a:prstGeom>
              <a:gradFill flip="none" rotWithShape="1">
                <a:gsLst>
                  <a:gs pos="0">
                    <a:schemeClr val="accent2"/>
                  </a:gs>
                  <a:gs pos="100000">
                    <a:schemeClr val="accent1"/>
                  </a:gs>
                </a:gsLst>
                <a:lin ang="1800000" scaled="0"/>
                <a:tileRect/>
              </a:gradFill>
              <a:ln w="38100">
                <a:noFill/>
              </a:ln>
              <a:effectLst>
                <a:outerShdw blurRad="254000" dist="50800" dir="5400000" sx="108000" sy="10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预算</a:t>
                </a:r>
                <a:br>
                  <a:rPr lang="en-US" altLang="zh-CN"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b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支出</a:t>
                </a:r>
                <a:endPar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39" name="组合 138"/>
              <p:cNvGrpSpPr/>
              <p:nvPr/>
            </p:nvGrpSpPr>
            <p:grpSpPr>
              <a:xfrm>
                <a:off x="2708117" y="5472914"/>
                <a:ext cx="85936" cy="85936"/>
                <a:chOff x="7455208" y="2172067"/>
                <a:chExt cx="85936" cy="85936"/>
              </a:xfrm>
            </p:grpSpPr>
            <p:sp>
              <p:nvSpPr>
                <p:cNvPr id="149" name="椭圆 148"/>
                <p:cNvSpPr/>
                <p:nvPr>
                  <p:custDataLst>
                    <p:tags r:id="rId10"/>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50" name="椭圆 149"/>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40" name="文本框 139"/>
              <p:cNvSpPr txBox="1"/>
              <p:nvPr/>
            </p:nvSpPr>
            <p:spPr>
              <a:xfrm>
                <a:off x="2632610" y="5260385"/>
                <a:ext cx="711025"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专用通道</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41" name="组合 140"/>
              <p:cNvGrpSpPr/>
              <p:nvPr/>
            </p:nvGrpSpPr>
            <p:grpSpPr>
              <a:xfrm>
                <a:off x="2443238" y="5382610"/>
                <a:ext cx="85936" cy="85936"/>
                <a:chOff x="7455208" y="2172067"/>
                <a:chExt cx="85936" cy="85936"/>
              </a:xfrm>
            </p:grpSpPr>
            <p:sp>
              <p:nvSpPr>
                <p:cNvPr id="147" name="椭圆 146"/>
                <p:cNvSpPr/>
                <p:nvPr>
                  <p:custDataLst>
                    <p:tags r:id="rId11"/>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48" name="椭圆 147"/>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2" name="组合 141"/>
              <p:cNvGrpSpPr/>
              <p:nvPr/>
            </p:nvGrpSpPr>
            <p:grpSpPr>
              <a:xfrm>
                <a:off x="2190906" y="5472914"/>
                <a:ext cx="85936" cy="85936"/>
                <a:chOff x="7455208" y="2172067"/>
                <a:chExt cx="85936" cy="85936"/>
              </a:xfrm>
            </p:grpSpPr>
            <p:sp>
              <p:nvSpPr>
                <p:cNvPr id="145" name="椭圆 144"/>
                <p:cNvSpPr/>
                <p:nvPr>
                  <p:custDataLst>
                    <p:tags r:id="rId12"/>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46" name="椭圆 145"/>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43" name="文本框 142"/>
              <p:cNvSpPr txBox="1"/>
              <p:nvPr/>
            </p:nvSpPr>
            <p:spPr>
              <a:xfrm>
                <a:off x="2168752" y="5123434"/>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激励奖金</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44" name="文本框 143"/>
              <p:cNvSpPr txBox="1"/>
              <p:nvPr/>
            </p:nvSpPr>
            <p:spPr>
              <a:xfrm>
                <a:off x="1664118" y="5276477"/>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专享资金</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1" name="组合 150"/>
            <p:cNvGrpSpPr/>
            <p:nvPr/>
          </p:nvGrpSpPr>
          <p:grpSpPr>
            <a:xfrm>
              <a:off x="6782604" y="5123434"/>
              <a:ext cx="1679517" cy="1107159"/>
              <a:chOff x="1664118" y="5123434"/>
              <a:chExt cx="1679517" cy="1107159"/>
            </a:xfrm>
          </p:grpSpPr>
          <p:sp>
            <p:nvSpPr>
              <p:cNvPr id="152" name="椭圆 151"/>
              <p:cNvSpPr/>
              <p:nvPr/>
            </p:nvSpPr>
            <p:spPr>
              <a:xfrm>
                <a:off x="2104703" y="5432247"/>
                <a:ext cx="798348" cy="798346"/>
              </a:xfrm>
              <a:prstGeom prst="ellipse">
                <a:avLst/>
              </a:prstGeom>
              <a:solidFill>
                <a:schemeClr val="accent1">
                  <a:lumMod val="20000"/>
                  <a:lumOff val="80000"/>
                  <a:alpha val="50000"/>
                </a:schemeClr>
              </a:solidFill>
              <a:ln w="635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endParaRPr>
              </a:p>
            </p:txBody>
          </p:sp>
          <p:sp>
            <p:nvSpPr>
              <p:cNvPr id="153" name="椭圆 152"/>
              <p:cNvSpPr/>
              <p:nvPr/>
            </p:nvSpPr>
            <p:spPr>
              <a:xfrm>
                <a:off x="2206073" y="5543499"/>
                <a:ext cx="590600" cy="590600"/>
              </a:xfrm>
              <a:prstGeom prst="ellipse">
                <a:avLst/>
              </a:prstGeom>
              <a:gradFill flip="none" rotWithShape="1">
                <a:gsLst>
                  <a:gs pos="0">
                    <a:schemeClr val="accent2"/>
                  </a:gs>
                  <a:gs pos="100000">
                    <a:schemeClr val="accent1"/>
                  </a:gs>
                </a:gsLst>
                <a:lin ang="1800000" scaled="0"/>
                <a:tileRect/>
              </a:gradFill>
              <a:ln w="38100">
                <a:noFill/>
              </a:ln>
              <a:effectLst>
                <a:outerShdw blurRad="254000" dist="50800" dir="5400000" sx="108000" sy="10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人才</a:t>
                </a:r>
                <a:endPar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54" name="组合 153"/>
              <p:cNvGrpSpPr/>
              <p:nvPr/>
            </p:nvGrpSpPr>
            <p:grpSpPr>
              <a:xfrm>
                <a:off x="2708117" y="5472914"/>
                <a:ext cx="85936" cy="85936"/>
                <a:chOff x="7455208" y="2172067"/>
                <a:chExt cx="85936" cy="85936"/>
              </a:xfrm>
            </p:grpSpPr>
            <p:sp>
              <p:nvSpPr>
                <p:cNvPr id="164" name="椭圆 163"/>
                <p:cNvSpPr/>
                <p:nvPr>
                  <p:custDataLst>
                    <p:tags r:id="rId13"/>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65" name="椭圆 164"/>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55" name="文本框 154"/>
              <p:cNvSpPr txBox="1"/>
              <p:nvPr/>
            </p:nvSpPr>
            <p:spPr>
              <a:xfrm>
                <a:off x="2632610" y="5260385"/>
                <a:ext cx="711025"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轮岗机制</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56" name="组合 155"/>
              <p:cNvGrpSpPr/>
              <p:nvPr/>
            </p:nvGrpSpPr>
            <p:grpSpPr>
              <a:xfrm>
                <a:off x="2443238" y="5382610"/>
                <a:ext cx="85936" cy="85936"/>
                <a:chOff x="7455208" y="2172067"/>
                <a:chExt cx="85936" cy="85936"/>
              </a:xfrm>
            </p:grpSpPr>
            <p:sp>
              <p:nvSpPr>
                <p:cNvPr id="162" name="椭圆 161"/>
                <p:cNvSpPr/>
                <p:nvPr>
                  <p:custDataLst>
                    <p:tags r:id="rId14"/>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63" name="椭圆 162"/>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7" name="组合 156"/>
              <p:cNvGrpSpPr/>
              <p:nvPr/>
            </p:nvGrpSpPr>
            <p:grpSpPr>
              <a:xfrm>
                <a:off x="2190906" y="5472914"/>
                <a:ext cx="85936" cy="85936"/>
                <a:chOff x="7455208" y="2172067"/>
                <a:chExt cx="85936" cy="85936"/>
              </a:xfrm>
            </p:grpSpPr>
            <p:sp>
              <p:nvSpPr>
                <p:cNvPr id="160" name="椭圆 159"/>
                <p:cNvSpPr/>
                <p:nvPr>
                  <p:custDataLst>
                    <p:tags r:id="rId15"/>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61" name="椭圆 160"/>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58" name="文本框 157"/>
              <p:cNvSpPr txBox="1"/>
              <p:nvPr/>
            </p:nvSpPr>
            <p:spPr>
              <a:xfrm>
                <a:off x="2168752" y="5123434"/>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培训计划</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59" name="文本框 158"/>
              <p:cNvSpPr txBox="1"/>
              <p:nvPr/>
            </p:nvSpPr>
            <p:spPr>
              <a:xfrm>
                <a:off x="1664118" y="5276477"/>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人才储备</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66" name="组合 165"/>
            <p:cNvGrpSpPr/>
            <p:nvPr/>
          </p:nvGrpSpPr>
          <p:grpSpPr>
            <a:xfrm>
              <a:off x="8822476" y="5123434"/>
              <a:ext cx="1679517" cy="1107159"/>
              <a:chOff x="1664118" y="5123434"/>
              <a:chExt cx="1679517" cy="1107159"/>
            </a:xfrm>
          </p:grpSpPr>
          <p:sp>
            <p:nvSpPr>
              <p:cNvPr id="167" name="椭圆 166"/>
              <p:cNvSpPr/>
              <p:nvPr/>
            </p:nvSpPr>
            <p:spPr>
              <a:xfrm>
                <a:off x="2104703" y="5432247"/>
                <a:ext cx="798348" cy="798346"/>
              </a:xfrm>
              <a:prstGeom prst="ellipse">
                <a:avLst/>
              </a:prstGeom>
              <a:solidFill>
                <a:schemeClr val="accent1">
                  <a:lumMod val="20000"/>
                  <a:lumOff val="80000"/>
                  <a:alpha val="50000"/>
                </a:schemeClr>
              </a:solidFill>
              <a:ln w="635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endParaRPr>
              </a:p>
            </p:txBody>
          </p:sp>
          <p:sp>
            <p:nvSpPr>
              <p:cNvPr id="168" name="椭圆 167"/>
              <p:cNvSpPr/>
              <p:nvPr/>
            </p:nvSpPr>
            <p:spPr>
              <a:xfrm>
                <a:off x="2206073" y="5543499"/>
                <a:ext cx="590600" cy="590600"/>
              </a:xfrm>
              <a:prstGeom prst="ellipse">
                <a:avLst/>
              </a:prstGeom>
              <a:gradFill flip="none" rotWithShape="1">
                <a:gsLst>
                  <a:gs pos="0">
                    <a:schemeClr val="accent2"/>
                  </a:gs>
                  <a:gs pos="100000">
                    <a:schemeClr val="accent1"/>
                  </a:gs>
                </a:gsLst>
                <a:lin ang="1800000" scaled="0"/>
                <a:tileRect/>
              </a:gradFill>
              <a:ln w="38100">
                <a:noFill/>
              </a:ln>
              <a:effectLst>
                <a:outerShdw blurRad="254000" dist="50800" dir="5400000" sx="108000" sy="10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转型</a:t>
                </a:r>
                <a:br>
                  <a:rPr lang="en-US" altLang="zh-CN"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br>
                <a:r>
                  <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rPr>
                  <a:t>思想</a:t>
                </a:r>
                <a:endParaRPr lang="zh-CN" altLang="en-US" sz="1100" b="1"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69" name="组合 168"/>
              <p:cNvGrpSpPr/>
              <p:nvPr/>
            </p:nvGrpSpPr>
            <p:grpSpPr>
              <a:xfrm>
                <a:off x="2708117" y="5472914"/>
                <a:ext cx="85936" cy="85936"/>
                <a:chOff x="7455208" y="2172067"/>
                <a:chExt cx="85936" cy="85936"/>
              </a:xfrm>
            </p:grpSpPr>
            <p:sp>
              <p:nvSpPr>
                <p:cNvPr id="179" name="椭圆 178"/>
                <p:cNvSpPr/>
                <p:nvPr>
                  <p:custDataLst>
                    <p:tags r:id="rId16"/>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80" name="椭圆 179"/>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70" name="文本框 169"/>
              <p:cNvSpPr txBox="1"/>
              <p:nvPr/>
            </p:nvSpPr>
            <p:spPr>
              <a:xfrm>
                <a:off x="2632610" y="5260385"/>
                <a:ext cx="711025"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书籍阅读</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71" name="组合 170"/>
              <p:cNvGrpSpPr/>
              <p:nvPr/>
            </p:nvGrpSpPr>
            <p:grpSpPr>
              <a:xfrm>
                <a:off x="2443238" y="5382610"/>
                <a:ext cx="85936" cy="85936"/>
                <a:chOff x="7455208" y="2172067"/>
                <a:chExt cx="85936" cy="85936"/>
              </a:xfrm>
            </p:grpSpPr>
            <p:sp>
              <p:nvSpPr>
                <p:cNvPr id="177" name="椭圆 176"/>
                <p:cNvSpPr/>
                <p:nvPr>
                  <p:custDataLst>
                    <p:tags r:id="rId17"/>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78" name="椭圆 177"/>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grpSp>
            <p:nvGrpSpPr>
              <p:cNvPr id="172" name="组合 171"/>
              <p:cNvGrpSpPr/>
              <p:nvPr/>
            </p:nvGrpSpPr>
            <p:grpSpPr>
              <a:xfrm>
                <a:off x="2190906" y="5472914"/>
                <a:ext cx="85936" cy="85936"/>
                <a:chOff x="7455208" y="2172067"/>
                <a:chExt cx="85936" cy="85936"/>
              </a:xfrm>
            </p:grpSpPr>
            <p:sp>
              <p:nvSpPr>
                <p:cNvPr id="175" name="椭圆 174"/>
                <p:cNvSpPr/>
                <p:nvPr>
                  <p:custDataLst>
                    <p:tags r:id="rId18"/>
                  </p:custDataLst>
                </p:nvPr>
              </p:nvSpPr>
              <p:spPr>
                <a:xfrm flipH="1">
                  <a:off x="7455208" y="2172067"/>
                  <a:ext cx="85936" cy="85936"/>
                </a:xfrm>
                <a:prstGeom prst="ellipse">
                  <a:avLst/>
                </a:prstGeom>
                <a:solidFill>
                  <a:schemeClr val="bg1"/>
                </a:solidFill>
                <a:ln>
                  <a:noFill/>
                </a:ln>
                <a:effectLst>
                  <a:outerShdw blurRad="13716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sp>
              <p:nvSpPr>
                <p:cNvPr id="176" name="椭圆 175"/>
                <p:cNvSpPr/>
                <p:nvPr/>
              </p:nvSpPr>
              <p:spPr>
                <a:xfrm flipH="1">
                  <a:off x="7478736" y="2195595"/>
                  <a:ext cx="38880" cy="3888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latin typeface="Arial" panose="020B0604020202090204" pitchFamily="34" charset="0"/>
                    <a:ea typeface="微软雅黑" panose="020B0502040204020203" pitchFamily="34" charset="-122"/>
                    <a:cs typeface="Arial" panose="020B0604020202090204" pitchFamily="34" charset="0"/>
                  </a:endParaRPr>
                </a:p>
              </p:txBody>
            </p:sp>
          </p:grpSp>
          <p:sp>
            <p:nvSpPr>
              <p:cNvPr id="173" name="文本框 172"/>
              <p:cNvSpPr txBox="1"/>
              <p:nvPr/>
            </p:nvSpPr>
            <p:spPr>
              <a:xfrm>
                <a:off x="2006835" y="5123434"/>
                <a:ext cx="997622"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先进企业体验</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74" name="文本框 173"/>
              <p:cNvSpPr txBox="1"/>
              <p:nvPr/>
            </p:nvSpPr>
            <p:spPr>
              <a:xfrm>
                <a:off x="1664118" y="5276477"/>
                <a:ext cx="673788" cy="227306"/>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algn="ctr">
                  <a:lnSpc>
                    <a:spcPct val="120000"/>
                  </a:lnSpc>
                </a:pPr>
                <a:r>
                  <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rPr>
                  <a:t>培训演讲</a:t>
                </a:r>
                <a:endParaRPr lang="zh-CN" altLang="en-US" sz="800" dirty="0">
                  <a:solidFill>
                    <a:schemeClr val="bg2">
                      <a:lumMod val="50000"/>
                    </a:schemeClr>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181" name="箭头: 上 26"/>
            <p:cNvSpPr/>
            <p:nvPr/>
          </p:nvSpPr>
          <p:spPr>
            <a:xfrm rot="1195465">
              <a:off x="1985736" y="5089532"/>
              <a:ext cx="463191" cy="1071571"/>
            </a:xfrm>
            <a:custGeom>
              <a:avLst/>
              <a:gdLst>
                <a:gd name="connsiteX0" fmla="*/ 0 w 846384"/>
                <a:gd name="connsiteY0" fmla="*/ 423192 h 1696315"/>
                <a:gd name="connsiteX1" fmla="*/ 423192 w 846384"/>
                <a:gd name="connsiteY1" fmla="*/ 0 h 1696315"/>
                <a:gd name="connsiteX2" fmla="*/ 846384 w 846384"/>
                <a:gd name="connsiteY2" fmla="*/ 423192 h 1696315"/>
                <a:gd name="connsiteX3" fmla="*/ 634788 w 846384"/>
                <a:gd name="connsiteY3" fmla="*/ 423192 h 1696315"/>
                <a:gd name="connsiteX4" fmla="*/ 634788 w 846384"/>
                <a:gd name="connsiteY4" fmla="*/ 1696315 h 1696315"/>
                <a:gd name="connsiteX5" fmla="*/ 211596 w 846384"/>
                <a:gd name="connsiteY5" fmla="*/ 1696315 h 1696315"/>
                <a:gd name="connsiteX6" fmla="*/ 211596 w 846384"/>
                <a:gd name="connsiteY6" fmla="*/ 423192 h 1696315"/>
                <a:gd name="connsiteX7" fmla="*/ 0 w 846384"/>
                <a:gd name="connsiteY7" fmla="*/ 423192 h 1696315"/>
                <a:gd name="connsiteX0-1" fmla="*/ 0 w 846384"/>
                <a:gd name="connsiteY0-2" fmla="*/ 435957 h 1709080"/>
                <a:gd name="connsiteX1-3" fmla="*/ 415201 w 846384"/>
                <a:gd name="connsiteY1-4" fmla="*/ 0 h 1709080"/>
                <a:gd name="connsiteX2-5" fmla="*/ 846384 w 846384"/>
                <a:gd name="connsiteY2-6" fmla="*/ 435957 h 1709080"/>
                <a:gd name="connsiteX3-7" fmla="*/ 634788 w 846384"/>
                <a:gd name="connsiteY3-8" fmla="*/ 435957 h 1709080"/>
                <a:gd name="connsiteX4-9" fmla="*/ 634788 w 846384"/>
                <a:gd name="connsiteY4-10" fmla="*/ 1709080 h 1709080"/>
                <a:gd name="connsiteX5-11" fmla="*/ 211596 w 846384"/>
                <a:gd name="connsiteY5-12" fmla="*/ 1709080 h 1709080"/>
                <a:gd name="connsiteX6-13" fmla="*/ 211596 w 846384"/>
                <a:gd name="connsiteY6-14" fmla="*/ 435957 h 1709080"/>
                <a:gd name="connsiteX7-15" fmla="*/ 0 w 846384"/>
                <a:gd name="connsiteY7-16" fmla="*/ 435957 h 1709080"/>
                <a:gd name="connsiteX0-17" fmla="*/ 0 w 765454"/>
                <a:gd name="connsiteY0-18" fmla="*/ 435957 h 1709080"/>
                <a:gd name="connsiteX1-19" fmla="*/ 415201 w 765454"/>
                <a:gd name="connsiteY1-20" fmla="*/ 0 h 1709080"/>
                <a:gd name="connsiteX2-21" fmla="*/ 765454 w 765454"/>
                <a:gd name="connsiteY2-22" fmla="*/ 445754 h 1709080"/>
                <a:gd name="connsiteX3-23" fmla="*/ 634788 w 765454"/>
                <a:gd name="connsiteY3-24" fmla="*/ 435957 h 1709080"/>
                <a:gd name="connsiteX4-25" fmla="*/ 634788 w 765454"/>
                <a:gd name="connsiteY4-26" fmla="*/ 1709080 h 1709080"/>
                <a:gd name="connsiteX5-27" fmla="*/ 211596 w 765454"/>
                <a:gd name="connsiteY5-28" fmla="*/ 1709080 h 1709080"/>
                <a:gd name="connsiteX6-29" fmla="*/ 211596 w 765454"/>
                <a:gd name="connsiteY6-30" fmla="*/ 435957 h 1709080"/>
                <a:gd name="connsiteX7-31" fmla="*/ 0 w 765454"/>
                <a:gd name="connsiteY7-32" fmla="*/ 435957 h 1709080"/>
                <a:gd name="connsiteX0-33" fmla="*/ 0 w 765454"/>
                <a:gd name="connsiteY0-34" fmla="*/ 435957 h 1709080"/>
                <a:gd name="connsiteX1-35" fmla="*/ 415201 w 765454"/>
                <a:gd name="connsiteY1-36" fmla="*/ 0 h 1709080"/>
                <a:gd name="connsiteX2-37" fmla="*/ 765454 w 765454"/>
                <a:gd name="connsiteY2-38" fmla="*/ 445754 h 1709080"/>
                <a:gd name="connsiteX3-39" fmla="*/ 619148 w 765454"/>
                <a:gd name="connsiteY3-40" fmla="*/ 442194 h 1709080"/>
                <a:gd name="connsiteX4-41" fmla="*/ 634788 w 765454"/>
                <a:gd name="connsiteY4-42" fmla="*/ 1709080 h 1709080"/>
                <a:gd name="connsiteX5-43" fmla="*/ 211596 w 765454"/>
                <a:gd name="connsiteY5-44" fmla="*/ 1709080 h 1709080"/>
                <a:gd name="connsiteX6-45" fmla="*/ 211596 w 765454"/>
                <a:gd name="connsiteY6-46" fmla="*/ 435957 h 1709080"/>
                <a:gd name="connsiteX7-47" fmla="*/ 0 w 765454"/>
                <a:gd name="connsiteY7-48" fmla="*/ 435957 h 1709080"/>
                <a:gd name="connsiteX0-49" fmla="*/ 0 w 763067"/>
                <a:gd name="connsiteY0-50" fmla="*/ 435957 h 1709080"/>
                <a:gd name="connsiteX1-51" fmla="*/ 415201 w 763067"/>
                <a:gd name="connsiteY1-52" fmla="*/ 0 h 1709080"/>
                <a:gd name="connsiteX2-53" fmla="*/ 763067 w 763067"/>
                <a:gd name="connsiteY2-54" fmla="*/ 456132 h 1709080"/>
                <a:gd name="connsiteX3-55" fmla="*/ 619148 w 763067"/>
                <a:gd name="connsiteY3-56" fmla="*/ 442194 h 1709080"/>
                <a:gd name="connsiteX4-57" fmla="*/ 634788 w 763067"/>
                <a:gd name="connsiteY4-58" fmla="*/ 1709080 h 1709080"/>
                <a:gd name="connsiteX5-59" fmla="*/ 211596 w 763067"/>
                <a:gd name="connsiteY5-60" fmla="*/ 1709080 h 1709080"/>
                <a:gd name="connsiteX6-61" fmla="*/ 211596 w 763067"/>
                <a:gd name="connsiteY6-62" fmla="*/ 435957 h 1709080"/>
                <a:gd name="connsiteX7-63" fmla="*/ 0 w 763067"/>
                <a:gd name="connsiteY7-64" fmla="*/ 435957 h 1709080"/>
                <a:gd name="connsiteX0-65" fmla="*/ 0 w 761386"/>
                <a:gd name="connsiteY0-66" fmla="*/ 435957 h 1709080"/>
                <a:gd name="connsiteX1-67" fmla="*/ 415201 w 761386"/>
                <a:gd name="connsiteY1-68" fmla="*/ 0 h 1709080"/>
                <a:gd name="connsiteX2-69" fmla="*/ 761386 w 761386"/>
                <a:gd name="connsiteY2-70" fmla="*/ 449188 h 1709080"/>
                <a:gd name="connsiteX3-71" fmla="*/ 619148 w 761386"/>
                <a:gd name="connsiteY3-72" fmla="*/ 442194 h 1709080"/>
                <a:gd name="connsiteX4-73" fmla="*/ 634788 w 761386"/>
                <a:gd name="connsiteY4-74" fmla="*/ 1709080 h 1709080"/>
                <a:gd name="connsiteX5-75" fmla="*/ 211596 w 761386"/>
                <a:gd name="connsiteY5-76" fmla="*/ 1709080 h 1709080"/>
                <a:gd name="connsiteX6-77" fmla="*/ 211596 w 761386"/>
                <a:gd name="connsiteY6-78" fmla="*/ 435957 h 1709080"/>
                <a:gd name="connsiteX7-79" fmla="*/ 0 w 761386"/>
                <a:gd name="connsiteY7-80" fmla="*/ 435957 h 1709080"/>
                <a:gd name="connsiteX0-81" fmla="*/ 0 w 761386"/>
                <a:gd name="connsiteY0-82" fmla="*/ 435957 h 1709080"/>
                <a:gd name="connsiteX1-83" fmla="*/ 415201 w 761386"/>
                <a:gd name="connsiteY1-84" fmla="*/ 0 h 1709080"/>
                <a:gd name="connsiteX2-85" fmla="*/ 761386 w 761386"/>
                <a:gd name="connsiteY2-86" fmla="*/ 449188 h 1709080"/>
                <a:gd name="connsiteX3-87" fmla="*/ 618514 w 761386"/>
                <a:gd name="connsiteY3-88" fmla="*/ 449698 h 1709080"/>
                <a:gd name="connsiteX4-89" fmla="*/ 634788 w 761386"/>
                <a:gd name="connsiteY4-90" fmla="*/ 1709080 h 1709080"/>
                <a:gd name="connsiteX5-91" fmla="*/ 211596 w 761386"/>
                <a:gd name="connsiteY5-92" fmla="*/ 1709080 h 1709080"/>
                <a:gd name="connsiteX6-93" fmla="*/ 211596 w 761386"/>
                <a:gd name="connsiteY6-94" fmla="*/ 435957 h 1709080"/>
                <a:gd name="connsiteX7-95" fmla="*/ 0 w 761386"/>
                <a:gd name="connsiteY7-96" fmla="*/ 435957 h 1709080"/>
                <a:gd name="connsiteX0-97" fmla="*/ 0 w 740557"/>
                <a:gd name="connsiteY0-98" fmla="*/ 430912 h 1709080"/>
                <a:gd name="connsiteX1-99" fmla="*/ 394372 w 740557"/>
                <a:gd name="connsiteY1-100" fmla="*/ 0 h 1709080"/>
                <a:gd name="connsiteX2-101" fmla="*/ 740557 w 740557"/>
                <a:gd name="connsiteY2-102" fmla="*/ 449188 h 1709080"/>
                <a:gd name="connsiteX3-103" fmla="*/ 597685 w 740557"/>
                <a:gd name="connsiteY3-104" fmla="*/ 449698 h 1709080"/>
                <a:gd name="connsiteX4-105" fmla="*/ 613959 w 740557"/>
                <a:gd name="connsiteY4-106" fmla="*/ 1709080 h 1709080"/>
                <a:gd name="connsiteX5-107" fmla="*/ 190767 w 740557"/>
                <a:gd name="connsiteY5-108" fmla="*/ 1709080 h 1709080"/>
                <a:gd name="connsiteX6-109" fmla="*/ 190767 w 740557"/>
                <a:gd name="connsiteY6-110" fmla="*/ 435957 h 1709080"/>
                <a:gd name="connsiteX7-111" fmla="*/ 0 w 740557"/>
                <a:gd name="connsiteY7-112" fmla="*/ 430912 h 1709080"/>
                <a:gd name="connsiteX0-113" fmla="*/ 0 w 698899"/>
                <a:gd name="connsiteY0-114" fmla="*/ 420825 h 1709080"/>
                <a:gd name="connsiteX1-115" fmla="*/ 352714 w 698899"/>
                <a:gd name="connsiteY1-116" fmla="*/ 0 h 1709080"/>
                <a:gd name="connsiteX2-117" fmla="*/ 698899 w 698899"/>
                <a:gd name="connsiteY2-118" fmla="*/ 449188 h 1709080"/>
                <a:gd name="connsiteX3-119" fmla="*/ 556027 w 698899"/>
                <a:gd name="connsiteY3-120" fmla="*/ 449698 h 1709080"/>
                <a:gd name="connsiteX4-121" fmla="*/ 572301 w 698899"/>
                <a:gd name="connsiteY4-122" fmla="*/ 1709080 h 1709080"/>
                <a:gd name="connsiteX5-123" fmla="*/ 149109 w 698899"/>
                <a:gd name="connsiteY5-124" fmla="*/ 1709080 h 1709080"/>
                <a:gd name="connsiteX6-125" fmla="*/ 149109 w 698899"/>
                <a:gd name="connsiteY6-126" fmla="*/ 435957 h 1709080"/>
                <a:gd name="connsiteX7-127" fmla="*/ 0 w 698899"/>
                <a:gd name="connsiteY7-128" fmla="*/ 420825 h 1709080"/>
                <a:gd name="connsiteX0-129" fmla="*/ 0 w 742872"/>
                <a:gd name="connsiteY0-130" fmla="*/ 431473 h 1709080"/>
                <a:gd name="connsiteX1-131" fmla="*/ 396687 w 742872"/>
                <a:gd name="connsiteY1-132" fmla="*/ 0 h 1709080"/>
                <a:gd name="connsiteX2-133" fmla="*/ 742872 w 742872"/>
                <a:gd name="connsiteY2-134" fmla="*/ 449188 h 1709080"/>
                <a:gd name="connsiteX3-135" fmla="*/ 600000 w 742872"/>
                <a:gd name="connsiteY3-136" fmla="*/ 449698 h 1709080"/>
                <a:gd name="connsiteX4-137" fmla="*/ 616274 w 742872"/>
                <a:gd name="connsiteY4-138" fmla="*/ 1709080 h 1709080"/>
                <a:gd name="connsiteX5-139" fmla="*/ 193082 w 742872"/>
                <a:gd name="connsiteY5-140" fmla="*/ 1709080 h 1709080"/>
                <a:gd name="connsiteX6-141" fmla="*/ 193082 w 742872"/>
                <a:gd name="connsiteY6-142" fmla="*/ 435957 h 1709080"/>
                <a:gd name="connsiteX7-143" fmla="*/ 0 w 742872"/>
                <a:gd name="connsiteY7-144" fmla="*/ 431473 h 1709080"/>
                <a:gd name="connsiteX0-145" fmla="*/ 0 w 742872"/>
                <a:gd name="connsiteY0-146" fmla="*/ 431473 h 1709080"/>
                <a:gd name="connsiteX1-147" fmla="*/ 396687 w 742872"/>
                <a:gd name="connsiteY1-148" fmla="*/ 0 h 1709080"/>
                <a:gd name="connsiteX2-149" fmla="*/ 742872 w 742872"/>
                <a:gd name="connsiteY2-150" fmla="*/ 449188 h 1709080"/>
                <a:gd name="connsiteX3-151" fmla="*/ 600000 w 742872"/>
                <a:gd name="connsiteY3-152" fmla="*/ 449698 h 1709080"/>
                <a:gd name="connsiteX4-153" fmla="*/ 616274 w 742872"/>
                <a:gd name="connsiteY4-154" fmla="*/ 1709080 h 1709080"/>
                <a:gd name="connsiteX5-155" fmla="*/ 193082 w 742872"/>
                <a:gd name="connsiteY5-156" fmla="*/ 1709080 h 1709080"/>
                <a:gd name="connsiteX6-157" fmla="*/ 154371 w 742872"/>
                <a:gd name="connsiteY6-158" fmla="*/ 437980 h 1709080"/>
                <a:gd name="connsiteX7-159" fmla="*/ 0 w 742872"/>
                <a:gd name="connsiteY7-160" fmla="*/ 431473 h 1709080"/>
                <a:gd name="connsiteX0-161" fmla="*/ 0 w 1101086"/>
                <a:gd name="connsiteY0-162" fmla="*/ 431473 h 1709080"/>
                <a:gd name="connsiteX1-163" fmla="*/ 396687 w 1101086"/>
                <a:gd name="connsiteY1-164" fmla="*/ 0 h 1709080"/>
                <a:gd name="connsiteX2-165" fmla="*/ 742872 w 1101086"/>
                <a:gd name="connsiteY2-166" fmla="*/ 449188 h 1709080"/>
                <a:gd name="connsiteX3-167" fmla="*/ 600000 w 1101086"/>
                <a:gd name="connsiteY3-168" fmla="*/ 449698 h 1709080"/>
                <a:gd name="connsiteX4-169" fmla="*/ 1101086 w 1101086"/>
                <a:gd name="connsiteY4-170" fmla="*/ 1363824 h 1709080"/>
                <a:gd name="connsiteX5-171" fmla="*/ 193082 w 1101086"/>
                <a:gd name="connsiteY5-172" fmla="*/ 1709080 h 1709080"/>
                <a:gd name="connsiteX6-173" fmla="*/ 154371 w 1101086"/>
                <a:gd name="connsiteY6-174" fmla="*/ 437980 h 1709080"/>
                <a:gd name="connsiteX7-175" fmla="*/ 0 w 1101086"/>
                <a:gd name="connsiteY7-176" fmla="*/ 431473 h 1709080"/>
                <a:gd name="connsiteX0-177" fmla="*/ 0 w 1101086"/>
                <a:gd name="connsiteY0-178" fmla="*/ 431473 h 1630579"/>
                <a:gd name="connsiteX1-179" fmla="*/ 396687 w 1101086"/>
                <a:gd name="connsiteY1-180" fmla="*/ 0 h 1630579"/>
                <a:gd name="connsiteX2-181" fmla="*/ 742872 w 1101086"/>
                <a:gd name="connsiteY2-182" fmla="*/ 449188 h 1630579"/>
                <a:gd name="connsiteX3-183" fmla="*/ 600000 w 1101086"/>
                <a:gd name="connsiteY3-184" fmla="*/ 449698 h 1630579"/>
                <a:gd name="connsiteX4-185" fmla="*/ 1101086 w 1101086"/>
                <a:gd name="connsiteY4-186" fmla="*/ 1363824 h 1630579"/>
                <a:gd name="connsiteX5-187" fmla="*/ 355380 w 1101086"/>
                <a:gd name="connsiteY5-188" fmla="*/ 1630579 h 1630579"/>
                <a:gd name="connsiteX6-189" fmla="*/ 154371 w 1101086"/>
                <a:gd name="connsiteY6-190" fmla="*/ 437980 h 1630579"/>
                <a:gd name="connsiteX7-191" fmla="*/ 0 w 1101086"/>
                <a:gd name="connsiteY7-192" fmla="*/ 431473 h 1630579"/>
                <a:gd name="connsiteX0-193" fmla="*/ 0 w 1101086"/>
                <a:gd name="connsiteY0-194" fmla="*/ 431473 h 1682647"/>
                <a:gd name="connsiteX1-195" fmla="*/ 396687 w 1101086"/>
                <a:gd name="connsiteY1-196" fmla="*/ 0 h 1682647"/>
                <a:gd name="connsiteX2-197" fmla="*/ 742872 w 1101086"/>
                <a:gd name="connsiteY2-198" fmla="*/ 449188 h 1682647"/>
                <a:gd name="connsiteX3-199" fmla="*/ 600000 w 1101086"/>
                <a:gd name="connsiteY3-200" fmla="*/ 449698 h 1682647"/>
                <a:gd name="connsiteX4-201" fmla="*/ 1101086 w 1101086"/>
                <a:gd name="connsiteY4-202" fmla="*/ 1363824 h 1682647"/>
                <a:gd name="connsiteX5-203" fmla="*/ 211183 w 1101086"/>
                <a:gd name="connsiteY5-204" fmla="*/ 1682647 h 1682647"/>
                <a:gd name="connsiteX6-205" fmla="*/ 154371 w 1101086"/>
                <a:gd name="connsiteY6-206" fmla="*/ 437980 h 1682647"/>
                <a:gd name="connsiteX7-207" fmla="*/ 0 w 1101086"/>
                <a:gd name="connsiteY7-208" fmla="*/ 431473 h 1682647"/>
                <a:gd name="connsiteX0-209" fmla="*/ 0 w 1101086"/>
                <a:gd name="connsiteY0-210" fmla="*/ 431473 h 1682647"/>
                <a:gd name="connsiteX1-211" fmla="*/ 396687 w 1101086"/>
                <a:gd name="connsiteY1-212" fmla="*/ 0 h 1682647"/>
                <a:gd name="connsiteX2-213" fmla="*/ 742872 w 1101086"/>
                <a:gd name="connsiteY2-214" fmla="*/ 449188 h 1682647"/>
                <a:gd name="connsiteX3-215" fmla="*/ 600000 w 1101086"/>
                <a:gd name="connsiteY3-216" fmla="*/ 449698 h 1682647"/>
                <a:gd name="connsiteX4-217" fmla="*/ 1101086 w 1101086"/>
                <a:gd name="connsiteY4-218" fmla="*/ 1363824 h 1682647"/>
                <a:gd name="connsiteX5-219" fmla="*/ 211183 w 1101086"/>
                <a:gd name="connsiteY5-220" fmla="*/ 1682647 h 1682647"/>
                <a:gd name="connsiteX6-221" fmla="*/ 154371 w 1101086"/>
                <a:gd name="connsiteY6-222" fmla="*/ 437980 h 1682647"/>
                <a:gd name="connsiteX7-223" fmla="*/ 0 w 1101086"/>
                <a:gd name="connsiteY7-224" fmla="*/ 431473 h 1682647"/>
                <a:gd name="connsiteX0-225" fmla="*/ 0 w 1101086"/>
                <a:gd name="connsiteY0-226" fmla="*/ 431473 h 1682647"/>
                <a:gd name="connsiteX1-227" fmla="*/ 396687 w 1101086"/>
                <a:gd name="connsiteY1-228" fmla="*/ 0 h 1682647"/>
                <a:gd name="connsiteX2-229" fmla="*/ 742872 w 1101086"/>
                <a:gd name="connsiteY2-230" fmla="*/ 449188 h 1682647"/>
                <a:gd name="connsiteX3-231" fmla="*/ 600000 w 1101086"/>
                <a:gd name="connsiteY3-232" fmla="*/ 449698 h 1682647"/>
                <a:gd name="connsiteX4-233" fmla="*/ 1101086 w 1101086"/>
                <a:gd name="connsiteY4-234" fmla="*/ 1363824 h 1682647"/>
                <a:gd name="connsiteX5-235" fmla="*/ 211183 w 1101086"/>
                <a:gd name="connsiteY5-236" fmla="*/ 1682647 h 1682647"/>
                <a:gd name="connsiteX6-237" fmla="*/ 154371 w 1101086"/>
                <a:gd name="connsiteY6-238" fmla="*/ 437980 h 1682647"/>
                <a:gd name="connsiteX7-239" fmla="*/ 0 w 1101086"/>
                <a:gd name="connsiteY7-240" fmla="*/ 431473 h 1682647"/>
                <a:gd name="connsiteX0-241" fmla="*/ 0 w 1101086"/>
                <a:gd name="connsiteY0-242" fmla="*/ 431473 h 1682647"/>
                <a:gd name="connsiteX1-243" fmla="*/ 396687 w 1101086"/>
                <a:gd name="connsiteY1-244" fmla="*/ 0 h 1682647"/>
                <a:gd name="connsiteX2-245" fmla="*/ 742872 w 1101086"/>
                <a:gd name="connsiteY2-246" fmla="*/ 449188 h 1682647"/>
                <a:gd name="connsiteX3-247" fmla="*/ 600000 w 1101086"/>
                <a:gd name="connsiteY3-248" fmla="*/ 449698 h 1682647"/>
                <a:gd name="connsiteX4-249" fmla="*/ 1101086 w 1101086"/>
                <a:gd name="connsiteY4-250" fmla="*/ 1363824 h 1682647"/>
                <a:gd name="connsiteX5-251" fmla="*/ 211183 w 1101086"/>
                <a:gd name="connsiteY5-252" fmla="*/ 1682647 h 1682647"/>
                <a:gd name="connsiteX6-253" fmla="*/ 154371 w 1101086"/>
                <a:gd name="connsiteY6-254" fmla="*/ 437980 h 1682647"/>
                <a:gd name="connsiteX7-255" fmla="*/ 0 w 1101086"/>
                <a:gd name="connsiteY7-256" fmla="*/ 431473 h 1682647"/>
                <a:gd name="connsiteX0-257" fmla="*/ 0 w 1101086"/>
                <a:gd name="connsiteY0-258" fmla="*/ 431473 h 1682647"/>
                <a:gd name="connsiteX1-259" fmla="*/ 396687 w 1101086"/>
                <a:gd name="connsiteY1-260" fmla="*/ 0 h 1682647"/>
                <a:gd name="connsiteX2-261" fmla="*/ 742872 w 1101086"/>
                <a:gd name="connsiteY2-262" fmla="*/ 449188 h 1682647"/>
                <a:gd name="connsiteX3-263" fmla="*/ 600000 w 1101086"/>
                <a:gd name="connsiteY3-264" fmla="*/ 449698 h 1682647"/>
                <a:gd name="connsiteX4-265" fmla="*/ 1101086 w 1101086"/>
                <a:gd name="connsiteY4-266" fmla="*/ 1363824 h 1682647"/>
                <a:gd name="connsiteX5-267" fmla="*/ 211183 w 1101086"/>
                <a:gd name="connsiteY5-268" fmla="*/ 1682647 h 1682647"/>
                <a:gd name="connsiteX6-269" fmla="*/ 154371 w 1101086"/>
                <a:gd name="connsiteY6-270" fmla="*/ 437980 h 1682647"/>
                <a:gd name="connsiteX7-271" fmla="*/ 0 w 1101086"/>
                <a:gd name="connsiteY7-272" fmla="*/ 431473 h 1682647"/>
                <a:gd name="connsiteX0-273" fmla="*/ 0 w 1101086"/>
                <a:gd name="connsiteY0-274" fmla="*/ 431473 h 1682647"/>
                <a:gd name="connsiteX1-275" fmla="*/ 396687 w 1101086"/>
                <a:gd name="connsiteY1-276" fmla="*/ 0 h 1682647"/>
                <a:gd name="connsiteX2-277" fmla="*/ 742872 w 1101086"/>
                <a:gd name="connsiteY2-278" fmla="*/ 449188 h 1682647"/>
                <a:gd name="connsiteX3-279" fmla="*/ 600000 w 1101086"/>
                <a:gd name="connsiteY3-280" fmla="*/ 449698 h 1682647"/>
                <a:gd name="connsiteX4-281" fmla="*/ 1101086 w 1101086"/>
                <a:gd name="connsiteY4-282" fmla="*/ 1363824 h 1682647"/>
                <a:gd name="connsiteX5-283" fmla="*/ 211183 w 1101086"/>
                <a:gd name="connsiteY5-284" fmla="*/ 1682647 h 1682647"/>
                <a:gd name="connsiteX6-285" fmla="*/ 154371 w 1101086"/>
                <a:gd name="connsiteY6-286" fmla="*/ 437980 h 1682647"/>
                <a:gd name="connsiteX7-287" fmla="*/ 0 w 1101086"/>
                <a:gd name="connsiteY7-288" fmla="*/ 431473 h 1682647"/>
                <a:gd name="connsiteX0-289" fmla="*/ 0 w 1101086"/>
                <a:gd name="connsiteY0-290" fmla="*/ 431473 h 1682647"/>
                <a:gd name="connsiteX1-291" fmla="*/ 396687 w 1101086"/>
                <a:gd name="connsiteY1-292" fmla="*/ 0 h 1682647"/>
                <a:gd name="connsiteX2-293" fmla="*/ 742872 w 1101086"/>
                <a:gd name="connsiteY2-294" fmla="*/ 449188 h 1682647"/>
                <a:gd name="connsiteX3-295" fmla="*/ 600000 w 1101086"/>
                <a:gd name="connsiteY3-296" fmla="*/ 449698 h 1682647"/>
                <a:gd name="connsiteX4-297" fmla="*/ 1101086 w 1101086"/>
                <a:gd name="connsiteY4-298" fmla="*/ 1363824 h 1682647"/>
                <a:gd name="connsiteX5-299" fmla="*/ 211183 w 1101086"/>
                <a:gd name="connsiteY5-300" fmla="*/ 1682647 h 1682647"/>
                <a:gd name="connsiteX6-301" fmla="*/ 154371 w 1101086"/>
                <a:gd name="connsiteY6-302" fmla="*/ 437980 h 1682647"/>
                <a:gd name="connsiteX7-303" fmla="*/ 0 w 1101086"/>
                <a:gd name="connsiteY7-304" fmla="*/ 431473 h 1682647"/>
                <a:gd name="connsiteX0-305" fmla="*/ 0 w 877005"/>
                <a:gd name="connsiteY0-306" fmla="*/ 431473 h 1682647"/>
                <a:gd name="connsiteX1-307" fmla="*/ 396687 w 877005"/>
                <a:gd name="connsiteY1-308" fmla="*/ 0 h 1682647"/>
                <a:gd name="connsiteX2-309" fmla="*/ 742872 w 877005"/>
                <a:gd name="connsiteY2-310" fmla="*/ 449188 h 1682647"/>
                <a:gd name="connsiteX3-311" fmla="*/ 600000 w 877005"/>
                <a:gd name="connsiteY3-312" fmla="*/ 449698 h 1682647"/>
                <a:gd name="connsiteX4-313" fmla="*/ 877005 w 877005"/>
                <a:gd name="connsiteY4-314" fmla="*/ 1445049 h 1682647"/>
                <a:gd name="connsiteX5-315" fmla="*/ 211183 w 877005"/>
                <a:gd name="connsiteY5-316" fmla="*/ 1682647 h 1682647"/>
                <a:gd name="connsiteX6-317" fmla="*/ 154371 w 877005"/>
                <a:gd name="connsiteY6-318" fmla="*/ 437980 h 1682647"/>
                <a:gd name="connsiteX7-319" fmla="*/ 0 w 877005"/>
                <a:gd name="connsiteY7-320" fmla="*/ 431473 h 1682647"/>
                <a:gd name="connsiteX0-321" fmla="*/ 0 w 917020"/>
                <a:gd name="connsiteY0-322" fmla="*/ 431473 h 1682647"/>
                <a:gd name="connsiteX1-323" fmla="*/ 396687 w 917020"/>
                <a:gd name="connsiteY1-324" fmla="*/ 0 h 1682647"/>
                <a:gd name="connsiteX2-325" fmla="*/ 742872 w 917020"/>
                <a:gd name="connsiteY2-326" fmla="*/ 449188 h 1682647"/>
                <a:gd name="connsiteX3-327" fmla="*/ 600000 w 917020"/>
                <a:gd name="connsiteY3-328" fmla="*/ 449698 h 1682647"/>
                <a:gd name="connsiteX4-329" fmla="*/ 917020 w 917020"/>
                <a:gd name="connsiteY4-330" fmla="*/ 1430545 h 1682647"/>
                <a:gd name="connsiteX5-331" fmla="*/ 211183 w 917020"/>
                <a:gd name="connsiteY5-332" fmla="*/ 1682647 h 1682647"/>
                <a:gd name="connsiteX6-333" fmla="*/ 154371 w 917020"/>
                <a:gd name="connsiteY6-334" fmla="*/ 437980 h 1682647"/>
                <a:gd name="connsiteX7-335" fmla="*/ 0 w 917020"/>
                <a:gd name="connsiteY7-336" fmla="*/ 431473 h 1682647"/>
                <a:gd name="connsiteX0-337" fmla="*/ 0 w 917020"/>
                <a:gd name="connsiteY0-338" fmla="*/ 431473 h 1682647"/>
                <a:gd name="connsiteX1-339" fmla="*/ 396687 w 917020"/>
                <a:gd name="connsiteY1-340" fmla="*/ 0 h 1682647"/>
                <a:gd name="connsiteX2-341" fmla="*/ 742872 w 917020"/>
                <a:gd name="connsiteY2-342" fmla="*/ 449188 h 1682647"/>
                <a:gd name="connsiteX3-343" fmla="*/ 600000 w 917020"/>
                <a:gd name="connsiteY3-344" fmla="*/ 449698 h 1682647"/>
                <a:gd name="connsiteX4-345" fmla="*/ 917020 w 917020"/>
                <a:gd name="connsiteY4-346" fmla="*/ 1430545 h 1682647"/>
                <a:gd name="connsiteX5-347" fmla="*/ 211183 w 917020"/>
                <a:gd name="connsiteY5-348" fmla="*/ 1682647 h 1682647"/>
                <a:gd name="connsiteX6-349" fmla="*/ 154371 w 917020"/>
                <a:gd name="connsiteY6-350" fmla="*/ 437980 h 1682647"/>
                <a:gd name="connsiteX7-351" fmla="*/ 0 w 917020"/>
                <a:gd name="connsiteY7-352" fmla="*/ 431473 h 1682647"/>
                <a:gd name="connsiteX0-353" fmla="*/ 0 w 1001946"/>
                <a:gd name="connsiteY0-354" fmla="*/ 431473 h 1682647"/>
                <a:gd name="connsiteX1-355" fmla="*/ 396687 w 1001946"/>
                <a:gd name="connsiteY1-356" fmla="*/ 0 h 1682647"/>
                <a:gd name="connsiteX2-357" fmla="*/ 742872 w 1001946"/>
                <a:gd name="connsiteY2-358" fmla="*/ 449188 h 1682647"/>
                <a:gd name="connsiteX3-359" fmla="*/ 600000 w 1001946"/>
                <a:gd name="connsiteY3-360" fmla="*/ 449698 h 1682647"/>
                <a:gd name="connsiteX4-361" fmla="*/ 1001946 w 1001946"/>
                <a:gd name="connsiteY4-362" fmla="*/ 1554234 h 1682647"/>
                <a:gd name="connsiteX5-363" fmla="*/ 211183 w 1001946"/>
                <a:gd name="connsiteY5-364" fmla="*/ 1682647 h 1682647"/>
                <a:gd name="connsiteX6-365" fmla="*/ 154371 w 1001946"/>
                <a:gd name="connsiteY6-366" fmla="*/ 437980 h 1682647"/>
                <a:gd name="connsiteX7-367" fmla="*/ 0 w 1001946"/>
                <a:gd name="connsiteY7-368" fmla="*/ 431473 h 1682647"/>
                <a:gd name="connsiteX0-369" fmla="*/ 0 w 1001946"/>
                <a:gd name="connsiteY0-370" fmla="*/ 431473 h 1854320"/>
                <a:gd name="connsiteX1-371" fmla="*/ 396687 w 1001946"/>
                <a:gd name="connsiteY1-372" fmla="*/ 0 h 1854320"/>
                <a:gd name="connsiteX2-373" fmla="*/ 742872 w 1001946"/>
                <a:gd name="connsiteY2-374" fmla="*/ 449188 h 1854320"/>
                <a:gd name="connsiteX3-375" fmla="*/ 600000 w 1001946"/>
                <a:gd name="connsiteY3-376" fmla="*/ 449698 h 1854320"/>
                <a:gd name="connsiteX4-377" fmla="*/ 1001946 w 1001946"/>
                <a:gd name="connsiteY4-378" fmla="*/ 1554234 h 1854320"/>
                <a:gd name="connsiteX5-379" fmla="*/ 300410 w 1001946"/>
                <a:gd name="connsiteY5-380" fmla="*/ 1854320 h 1854320"/>
                <a:gd name="connsiteX6-381" fmla="*/ 154371 w 1001946"/>
                <a:gd name="connsiteY6-382" fmla="*/ 437980 h 1854320"/>
                <a:gd name="connsiteX7-383" fmla="*/ 0 w 1001946"/>
                <a:gd name="connsiteY7-384" fmla="*/ 431473 h 1854320"/>
                <a:gd name="connsiteX0-385" fmla="*/ 0 w 1001946"/>
                <a:gd name="connsiteY0-386" fmla="*/ 431473 h 1891590"/>
                <a:gd name="connsiteX1-387" fmla="*/ 396687 w 1001946"/>
                <a:gd name="connsiteY1-388" fmla="*/ 0 h 1891590"/>
                <a:gd name="connsiteX2-389" fmla="*/ 742872 w 1001946"/>
                <a:gd name="connsiteY2-390" fmla="*/ 449188 h 1891590"/>
                <a:gd name="connsiteX3-391" fmla="*/ 600000 w 1001946"/>
                <a:gd name="connsiteY3-392" fmla="*/ 449698 h 1891590"/>
                <a:gd name="connsiteX4-393" fmla="*/ 1001946 w 1001946"/>
                <a:gd name="connsiteY4-394" fmla="*/ 1554234 h 1891590"/>
                <a:gd name="connsiteX5-395" fmla="*/ 317815 w 1001946"/>
                <a:gd name="connsiteY5-396" fmla="*/ 1891590 h 1891590"/>
                <a:gd name="connsiteX6-397" fmla="*/ 154371 w 1001946"/>
                <a:gd name="connsiteY6-398" fmla="*/ 437980 h 1891590"/>
                <a:gd name="connsiteX7-399" fmla="*/ 0 w 1001946"/>
                <a:gd name="connsiteY7-400" fmla="*/ 431473 h 1891590"/>
                <a:gd name="connsiteX0-401" fmla="*/ 0 w 1001946"/>
                <a:gd name="connsiteY0-402" fmla="*/ 431473 h 1928860"/>
                <a:gd name="connsiteX1-403" fmla="*/ 396687 w 1001946"/>
                <a:gd name="connsiteY1-404" fmla="*/ 0 h 1928860"/>
                <a:gd name="connsiteX2-405" fmla="*/ 742872 w 1001946"/>
                <a:gd name="connsiteY2-406" fmla="*/ 449188 h 1928860"/>
                <a:gd name="connsiteX3-407" fmla="*/ 600000 w 1001946"/>
                <a:gd name="connsiteY3-408" fmla="*/ 449698 h 1928860"/>
                <a:gd name="connsiteX4-409" fmla="*/ 1001946 w 1001946"/>
                <a:gd name="connsiteY4-410" fmla="*/ 1554234 h 1928860"/>
                <a:gd name="connsiteX5-411" fmla="*/ 335220 w 1001946"/>
                <a:gd name="connsiteY5-412" fmla="*/ 1928860 h 1928860"/>
                <a:gd name="connsiteX6-413" fmla="*/ 154371 w 1001946"/>
                <a:gd name="connsiteY6-414" fmla="*/ 437980 h 1928860"/>
                <a:gd name="connsiteX7-415" fmla="*/ 0 w 1001946"/>
                <a:gd name="connsiteY7-416" fmla="*/ 431473 h 1928860"/>
                <a:gd name="connsiteX0-1-1" fmla="*/ 0 w 1001946"/>
                <a:gd name="connsiteY0-2-2" fmla="*/ 431473 h 1851886"/>
                <a:gd name="connsiteX1-3-3" fmla="*/ 396687 w 1001946"/>
                <a:gd name="connsiteY1-4-4" fmla="*/ 0 h 1851886"/>
                <a:gd name="connsiteX2-5-5" fmla="*/ 742872 w 1001946"/>
                <a:gd name="connsiteY2-6-6" fmla="*/ 449188 h 1851886"/>
                <a:gd name="connsiteX3-7-7" fmla="*/ 600000 w 1001946"/>
                <a:gd name="connsiteY3-8-8" fmla="*/ 449698 h 1851886"/>
                <a:gd name="connsiteX4-9-9" fmla="*/ 1001946 w 1001946"/>
                <a:gd name="connsiteY4-10-10" fmla="*/ 1554234 h 1851886"/>
                <a:gd name="connsiteX5-11-11" fmla="*/ 306129 w 1001946"/>
                <a:gd name="connsiteY5-12-12" fmla="*/ 1851886 h 1851886"/>
                <a:gd name="connsiteX6-13-13" fmla="*/ 154371 w 1001946"/>
                <a:gd name="connsiteY6-14-14" fmla="*/ 437980 h 1851886"/>
                <a:gd name="connsiteX7-15-15" fmla="*/ 0 w 1001946"/>
                <a:gd name="connsiteY7-16-16" fmla="*/ 431473 h 1851886"/>
                <a:gd name="connsiteX0-17-17" fmla="*/ 0 w 1001946"/>
                <a:gd name="connsiteY0-18-18" fmla="*/ 431473 h 1851886"/>
                <a:gd name="connsiteX1-19-19" fmla="*/ 396687 w 1001946"/>
                <a:gd name="connsiteY1-20-20" fmla="*/ 0 h 1851886"/>
                <a:gd name="connsiteX2-21-21" fmla="*/ 742872 w 1001946"/>
                <a:gd name="connsiteY2-22-22" fmla="*/ 449188 h 1851886"/>
                <a:gd name="connsiteX3-23-23" fmla="*/ 600000 w 1001946"/>
                <a:gd name="connsiteY3-24-24" fmla="*/ 449698 h 1851886"/>
                <a:gd name="connsiteX4-25-25" fmla="*/ 1001946 w 1001946"/>
                <a:gd name="connsiteY4-26-26" fmla="*/ 1554234 h 1851886"/>
                <a:gd name="connsiteX5-27-27" fmla="*/ 306129 w 1001946"/>
                <a:gd name="connsiteY5-28-28" fmla="*/ 1851886 h 1851886"/>
                <a:gd name="connsiteX6-29-29" fmla="*/ 154371 w 1001946"/>
                <a:gd name="connsiteY6-30-30" fmla="*/ 437980 h 1851886"/>
                <a:gd name="connsiteX7-31-31" fmla="*/ 0 w 1001946"/>
                <a:gd name="connsiteY7-32-32" fmla="*/ 431473 h 1851886"/>
                <a:gd name="connsiteX0-33-33" fmla="*/ 0 w 1001946"/>
                <a:gd name="connsiteY0-34-34" fmla="*/ 431473 h 1851886"/>
                <a:gd name="connsiteX1-35-35" fmla="*/ 396687 w 1001946"/>
                <a:gd name="connsiteY1-36-36" fmla="*/ 0 h 1851886"/>
                <a:gd name="connsiteX2-37-37" fmla="*/ 742872 w 1001946"/>
                <a:gd name="connsiteY2-38-38" fmla="*/ 449188 h 1851886"/>
                <a:gd name="connsiteX3-39-39" fmla="*/ 600000 w 1001946"/>
                <a:gd name="connsiteY3-40-40" fmla="*/ 449698 h 1851886"/>
                <a:gd name="connsiteX4-41-41" fmla="*/ 1001946 w 1001946"/>
                <a:gd name="connsiteY4-42-42" fmla="*/ 1554234 h 1851886"/>
                <a:gd name="connsiteX5-43-43" fmla="*/ 306129 w 1001946"/>
                <a:gd name="connsiteY5-44-44" fmla="*/ 1851886 h 1851886"/>
                <a:gd name="connsiteX6-45-45" fmla="*/ 154371 w 1001946"/>
                <a:gd name="connsiteY6-46-46" fmla="*/ 437980 h 1851886"/>
                <a:gd name="connsiteX7-47-47" fmla="*/ 0 w 1001946"/>
                <a:gd name="connsiteY7-48-48" fmla="*/ 431473 h 1851886"/>
                <a:gd name="connsiteX0-49-49" fmla="*/ 0 w 1001946"/>
                <a:gd name="connsiteY0-50-50" fmla="*/ 431473 h 1851886"/>
                <a:gd name="connsiteX1-51-51" fmla="*/ 396687 w 1001946"/>
                <a:gd name="connsiteY1-52-52" fmla="*/ 0 h 1851886"/>
                <a:gd name="connsiteX2-53-53" fmla="*/ 742872 w 1001946"/>
                <a:gd name="connsiteY2-54-54" fmla="*/ 449188 h 1851886"/>
                <a:gd name="connsiteX3-55-55" fmla="*/ 600000 w 1001946"/>
                <a:gd name="connsiteY3-56-56" fmla="*/ 449698 h 1851886"/>
                <a:gd name="connsiteX4-57-57" fmla="*/ 1001946 w 1001946"/>
                <a:gd name="connsiteY4-58-58" fmla="*/ 1554234 h 1851886"/>
                <a:gd name="connsiteX5-59-59" fmla="*/ 306129 w 1001946"/>
                <a:gd name="connsiteY5-60-60" fmla="*/ 1851886 h 1851886"/>
                <a:gd name="connsiteX6-61-61" fmla="*/ 154371 w 1001946"/>
                <a:gd name="connsiteY6-62-62" fmla="*/ 437980 h 1851886"/>
                <a:gd name="connsiteX7-63-63" fmla="*/ 0 w 1001946"/>
                <a:gd name="connsiteY7-64-64" fmla="*/ 431473 h 1851886"/>
                <a:gd name="connsiteX0-65-65" fmla="*/ 0 w 1022856"/>
                <a:gd name="connsiteY0-66-66" fmla="*/ 431473 h 1851886"/>
                <a:gd name="connsiteX1-67-67" fmla="*/ 396687 w 1022856"/>
                <a:gd name="connsiteY1-68-68" fmla="*/ 0 h 1851886"/>
                <a:gd name="connsiteX2-69-69" fmla="*/ 742872 w 1022856"/>
                <a:gd name="connsiteY2-70-70" fmla="*/ 449188 h 1851886"/>
                <a:gd name="connsiteX3-71-71" fmla="*/ 600000 w 1022856"/>
                <a:gd name="connsiteY3-72-72" fmla="*/ 449698 h 1851886"/>
                <a:gd name="connsiteX4-73-73" fmla="*/ 1022856 w 1022856"/>
                <a:gd name="connsiteY4-74-74" fmla="*/ 1569641 h 1851886"/>
                <a:gd name="connsiteX5-75-75" fmla="*/ 306129 w 1022856"/>
                <a:gd name="connsiteY5-76-76" fmla="*/ 1851886 h 1851886"/>
                <a:gd name="connsiteX6-77-77" fmla="*/ 154371 w 1022856"/>
                <a:gd name="connsiteY6-78-78" fmla="*/ 437980 h 1851886"/>
                <a:gd name="connsiteX7-79-79" fmla="*/ 0 w 1022856"/>
                <a:gd name="connsiteY7-80-80" fmla="*/ 431473 h 1851886"/>
                <a:gd name="connsiteX0-81-81" fmla="*/ 0 w 1022856"/>
                <a:gd name="connsiteY0-82-82" fmla="*/ 431473 h 1851886"/>
                <a:gd name="connsiteX1-83-83" fmla="*/ 396687 w 1022856"/>
                <a:gd name="connsiteY1-84-84" fmla="*/ 0 h 1851886"/>
                <a:gd name="connsiteX2-85-85" fmla="*/ 742872 w 1022856"/>
                <a:gd name="connsiteY2-86-86" fmla="*/ 449188 h 1851886"/>
                <a:gd name="connsiteX3-87-87" fmla="*/ 600000 w 1022856"/>
                <a:gd name="connsiteY3-88-88" fmla="*/ 449698 h 1851886"/>
                <a:gd name="connsiteX4-89-89" fmla="*/ 1022856 w 1022856"/>
                <a:gd name="connsiteY4-90-90" fmla="*/ 1569641 h 1851886"/>
                <a:gd name="connsiteX5-91-91" fmla="*/ 306129 w 1022856"/>
                <a:gd name="connsiteY5-92-92" fmla="*/ 1851886 h 1851886"/>
                <a:gd name="connsiteX6-93-93" fmla="*/ 154371 w 1022856"/>
                <a:gd name="connsiteY6-94-94" fmla="*/ 437980 h 1851886"/>
                <a:gd name="connsiteX7-95-95" fmla="*/ 0 w 1022856"/>
                <a:gd name="connsiteY7-96-96" fmla="*/ 431473 h 1851886"/>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 ang="0">
                  <a:pos x="connsiteX6-13-13" y="connsiteY6-14-14"/>
                </a:cxn>
                <a:cxn ang="0">
                  <a:pos x="connsiteX7-15-15" y="connsiteY7-16-16"/>
                </a:cxn>
              </a:cxnLst>
              <a:rect l="l" t="t" r="r" b="b"/>
              <a:pathLst>
                <a:path w="1022856" h="1851886">
                  <a:moveTo>
                    <a:pt x="0" y="431473"/>
                  </a:moveTo>
                  <a:lnTo>
                    <a:pt x="396687" y="0"/>
                  </a:lnTo>
                  <a:lnTo>
                    <a:pt x="742872" y="449188"/>
                  </a:lnTo>
                  <a:lnTo>
                    <a:pt x="600000" y="449698"/>
                  </a:lnTo>
                  <a:cubicBezTo>
                    <a:pt x="574978" y="639207"/>
                    <a:pt x="846848" y="1352043"/>
                    <a:pt x="1022856" y="1569641"/>
                  </a:cubicBezTo>
                  <a:cubicBezTo>
                    <a:pt x="708639" y="1688458"/>
                    <a:pt x="583980" y="1743300"/>
                    <a:pt x="306129" y="1851886"/>
                  </a:cubicBezTo>
                  <a:cubicBezTo>
                    <a:pt x="236432" y="1662445"/>
                    <a:pt x="-1847" y="1030036"/>
                    <a:pt x="154371" y="437980"/>
                  </a:cubicBezTo>
                  <a:lnTo>
                    <a:pt x="0" y="431473"/>
                  </a:lnTo>
                  <a:close/>
                </a:path>
              </a:pathLst>
            </a:custGeom>
            <a:gradFill flip="none" rotWithShape="1">
              <a:gsLst>
                <a:gs pos="9000">
                  <a:schemeClr val="accent1">
                    <a:lumMod val="60000"/>
                    <a:lumOff val="40000"/>
                    <a:alpha val="0"/>
                  </a:schemeClr>
                </a:gs>
                <a:gs pos="100000">
                  <a:schemeClr val="accent1">
                    <a:lumMod val="60000"/>
                    <a:lumOff val="40000"/>
                  </a:schemeClr>
                </a:gs>
              </a:gsLst>
              <a:lin ang="16200000" scaled="0"/>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2000" dirty="0">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sp>
          <p:nvSpPr>
            <p:cNvPr id="182" name="箭头: 上 26"/>
            <p:cNvSpPr/>
            <p:nvPr/>
          </p:nvSpPr>
          <p:spPr>
            <a:xfrm rot="20404535" flipH="1">
              <a:off x="10797476" y="5086559"/>
              <a:ext cx="464625" cy="1074889"/>
            </a:xfrm>
            <a:custGeom>
              <a:avLst/>
              <a:gdLst>
                <a:gd name="connsiteX0" fmla="*/ 0 w 846384"/>
                <a:gd name="connsiteY0" fmla="*/ 423192 h 1696315"/>
                <a:gd name="connsiteX1" fmla="*/ 423192 w 846384"/>
                <a:gd name="connsiteY1" fmla="*/ 0 h 1696315"/>
                <a:gd name="connsiteX2" fmla="*/ 846384 w 846384"/>
                <a:gd name="connsiteY2" fmla="*/ 423192 h 1696315"/>
                <a:gd name="connsiteX3" fmla="*/ 634788 w 846384"/>
                <a:gd name="connsiteY3" fmla="*/ 423192 h 1696315"/>
                <a:gd name="connsiteX4" fmla="*/ 634788 w 846384"/>
                <a:gd name="connsiteY4" fmla="*/ 1696315 h 1696315"/>
                <a:gd name="connsiteX5" fmla="*/ 211596 w 846384"/>
                <a:gd name="connsiteY5" fmla="*/ 1696315 h 1696315"/>
                <a:gd name="connsiteX6" fmla="*/ 211596 w 846384"/>
                <a:gd name="connsiteY6" fmla="*/ 423192 h 1696315"/>
                <a:gd name="connsiteX7" fmla="*/ 0 w 846384"/>
                <a:gd name="connsiteY7" fmla="*/ 423192 h 1696315"/>
                <a:gd name="connsiteX0-1" fmla="*/ 0 w 846384"/>
                <a:gd name="connsiteY0-2" fmla="*/ 435957 h 1709080"/>
                <a:gd name="connsiteX1-3" fmla="*/ 415201 w 846384"/>
                <a:gd name="connsiteY1-4" fmla="*/ 0 h 1709080"/>
                <a:gd name="connsiteX2-5" fmla="*/ 846384 w 846384"/>
                <a:gd name="connsiteY2-6" fmla="*/ 435957 h 1709080"/>
                <a:gd name="connsiteX3-7" fmla="*/ 634788 w 846384"/>
                <a:gd name="connsiteY3-8" fmla="*/ 435957 h 1709080"/>
                <a:gd name="connsiteX4-9" fmla="*/ 634788 w 846384"/>
                <a:gd name="connsiteY4-10" fmla="*/ 1709080 h 1709080"/>
                <a:gd name="connsiteX5-11" fmla="*/ 211596 w 846384"/>
                <a:gd name="connsiteY5-12" fmla="*/ 1709080 h 1709080"/>
                <a:gd name="connsiteX6-13" fmla="*/ 211596 w 846384"/>
                <a:gd name="connsiteY6-14" fmla="*/ 435957 h 1709080"/>
                <a:gd name="connsiteX7-15" fmla="*/ 0 w 846384"/>
                <a:gd name="connsiteY7-16" fmla="*/ 435957 h 1709080"/>
                <a:gd name="connsiteX0-17" fmla="*/ 0 w 765454"/>
                <a:gd name="connsiteY0-18" fmla="*/ 435957 h 1709080"/>
                <a:gd name="connsiteX1-19" fmla="*/ 415201 w 765454"/>
                <a:gd name="connsiteY1-20" fmla="*/ 0 h 1709080"/>
                <a:gd name="connsiteX2-21" fmla="*/ 765454 w 765454"/>
                <a:gd name="connsiteY2-22" fmla="*/ 445754 h 1709080"/>
                <a:gd name="connsiteX3-23" fmla="*/ 634788 w 765454"/>
                <a:gd name="connsiteY3-24" fmla="*/ 435957 h 1709080"/>
                <a:gd name="connsiteX4-25" fmla="*/ 634788 w 765454"/>
                <a:gd name="connsiteY4-26" fmla="*/ 1709080 h 1709080"/>
                <a:gd name="connsiteX5-27" fmla="*/ 211596 w 765454"/>
                <a:gd name="connsiteY5-28" fmla="*/ 1709080 h 1709080"/>
                <a:gd name="connsiteX6-29" fmla="*/ 211596 w 765454"/>
                <a:gd name="connsiteY6-30" fmla="*/ 435957 h 1709080"/>
                <a:gd name="connsiteX7-31" fmla="*/ 0 w 765454"/>
                <a:gd name="connsiteY7-32" fmla="*/ 435957 h 1709080"/>
                <a:gd name="connsiteX0-33" fmla="*/ 0 w 765454"/>
                <a:gd name="connsiteY0-34" fmla="*/ 435957 h 1709080"/>
                <a:gd name="connsiteX1-35" fmla="*/ 415201 w 765454"/>
                <a:gd name="connsiteY1-36" fmla="*/ 0 h 1709080"/>
                <a:gd name="connsiteX2-37" fmla="*/ 765454 w 765454"/>
                <a:gd name="connsiteY2-38" fmla="*/ 445754 h 1709080"/>
                <a:gd name="connsiteX3-39" fmla="*/ 619148 w 765454"/>
                <a:gd name="connsiteY3-40" fmla="*/ 442194 h 1709080"/>
                <a:gd name="connsiteX4-41" fmla="*/ 634788 w 765454"/>
                <a:gd name="connsiteY4-42" fmla="*/ 1709080 h 1709080"/>
                <a:gd name="connsiteX5-43" fmla="*/ 211596 w 765454"/>
                <a:gd name="connsiteY5-44" fmla="*/ 1709080 h 1709080"/>
                <a:gd name="connsiteX6-45" fmla="*/ 211596 w 765454"/>
                <a:gd name="connsiteY6-46" fmla="*/ 435957 h 1709080"/>
                <a:gd name="connsiteX7-47" fmla="*/ 0 w 765454"/>
                <a:gd name="connsiteY7-48" fmla="*/ 435957 h 1709080"/>
                <a:gd name="connsiteX0-49" fmla="*/ 0 w 763067"/>
                <a:gd name="connsiteY0-50" fmla="*/ 435957 h 1709080"/>
                <a:gd name="connsiteX1-51" fmla="*/ 415201 w 763067"/>
                <a:gd name="connsiteY1-52" fmla="*/ 0 h 1709080"/>
                <a:gd name="connsiteX2-53" fmla="*/ 763067 w 763067"/>
                <a:gd name="connsiteY2-54" fmla="*/ 456132 h 1709080"/>
                <a:gd name="connsiteX3-55" fmla="*/ 619148 w 763067"/>
                <a:gd name="connsiteY3-56" fmla="*/ 442194 h 1709080"/>
                <a:gd name="connsiteX4-57" fmla="*/ 634788 w 763067"/>
                <a:gd name="connsiteY4-58" fmla="*/ 1709080 h 1709080"/>
                <a:gd name="connsiteX5-59" fmla="*/ 211596 w 763067"/>
                <a:gd name="connsiteY5-60" fmla="*/ 1709080 h 1709080"/>
                <a:gd name="connsiteX6-61" fmla="*/ 211596 w 763067"/>
                <a:gd name="connsiteY6-62" fmla="*/ 435957 h 1709080"/>
                <a:gd name="connsiteX7-63" fmla="*/ 0 w 763067"/>
                <a:gd name="connsiteY7-64" fmla="*/ 435957 h 1709080"/>
                <a:gd name="connsiteX0-65" fmla="*/ 0 w 761386"/>
                <a:gd name="connsiteY0-66" fmla="*/ 435957 h 1709080"/>
                <a:gd name="connsiteX1-67" fmla="*/ 415201 w 761386"/>
                <a:gd name="connsiteY1-68" fmla="*/ 0 h 1709080"/>
                <a:gd name="connsiteX2-69" fmla="*/ 761386 w 761386"/>
                <a:gd name="connsiteY2-70" fmla="*/ 449188 h 1709080"/>
                <a:gd name="connsiteX3-71" fmla="*/ 619148 w 761386"/>
                <a:gd name="connsiteY3-72" fmla="*/ 442194 h 1709080"/>
                <a:gd name="connsiteX4-73" fmla="*/ 634788 w 761386"/>
                <a:gd name="connsiteY4-74" fmla="*/ 1709080 h 1709080"/>
                <a:gd name="connsiteX5-75" fmla="*/ 211596 w 761386"/>
                <a:gd name="connsiteY5-76" fmla="*/ 1709080 h 1709080"/>
                <a:gd name="connsiteX6-77" fmla="*/ 211596 w 761386"/>
                <a:gd name="connsiteY6-78" fmla="*/ 435957 h 1709080"/>
                <a:gd name="connsiteX7-79" fmla="*/ 0 w 761386"/>
                <a:gd name="connsiteY7-80" fmla="*/ 435957 h 1709080"/>
                <a:gd name="connsiteX0-81" fmla="*/ 0 w 761386"/>
                <a:gd name="connsiteY0-82" fmla="*/ 435957 h 1709080"/>
                <a:gd name="connsiteX1-83" fmla="*/ 415201 w 761386"/>
                <a:gd name="connsiteY1-84" fmla="*/ 0 h 1709080"/>
                <a:gd name="connsiteX2-85" fmla="*/ 761386 w 761386"/>
                <a:gd name="connsiteY2-86" fmla="*/ 449188 h 1709080"/>
                <a:gd name="connsiteX3-87" fmla="*/ 618514 w 761386"/>
                <a:gd name="connsiteY3-88" fmla="*/ 449698 h 1709080"/>
                <a:gd name="connsiteX4-89" fmla="*/ 634788 w 761386"/>
                <a:gd name="connsiteY4-90" fmla="*/ 1709080 h 1709080"/>
                <a:gd name="connsiteX5-91" fmla="*/ 211596 w 761386"/>
                <a:gd name="connsiteY5-92" fmla="*/ 1709080 h 1709080"/>
                <a:gd name="connsiteX6-93" fmla="*/ 211596 w 761386"/>
                <a:gd name="connsiteY6-94" fmla="*/ 435957 h 1709080"/>
                <a:gd name="connsiteX7-95" fmla="*/ 0 w 761386"/>
                <a:gd name="connsiteY7-96" fmla="*/ 435957 h 1709080"/>
                <a:gd name="connsiteX0-97" fmla="*/ 0 w 740557"/>
                <a:gd name="connsiteY0-98" fmla="*/ 430912 h 1709080"/>
                <a:gd name="connsiteX1-99" fmla="*/ 394372 w 740557"/>
                <a:gd name="connsiteY1-100" fmla="*/ 0 h 1709080"/>
                <a:gd name="connsiteX2-101" fmla="*/ 740557 w 740557"/>
                <a:gd name="connsiteY2-102" fmla="*/ 449188 h 1709080"/>
                <a:gd name="connsiteX3-103" fmla="*/ 597685 w 740557"/>
                <a:gd name="connsiteY3-104" fmla="*/ 449698 h 1709080"/>
                <a:gd name="connsiteX4-105" fmla="*/ 613959 w 740557"/>
                <a:gd name="connsiteY4-106" fmla="*/ 1709080 h 1709080"/>
                <a:gd name="connsiteX5-107" fmla="*/ 190767 w 740557"/>
                <a:gd name="connsiteY5-108" fmla="*/ 1709080 h 1709080"/>
                <a:gd name="connsiteX6-109" fmla="*/ 190767 w 740557"/>
                <a:gd name="connsiteY6-110" fmla="*/ 435957 h 1709080"/>
                <a:gd name="connsiteX7-111" fmla="*/ 0 w 740557"/>
                <a:gd name="connsiteY7-112" fmla="*/ 430912 h 1709080"/>
                <a:gd name="connsiteX0-113" fmla="*/ 0 w 698899"/>
                <a:gd name="connsiteY0-114" fmla="*/ 420825 h 1709080"/>
                <a:gd name="connsiteX1-115" fmla="*/ 352714 w 698899"/>
                <a:gd name="connsiteY1-116" fmla="*/ 0 h 1709080"/>
                <a:gd name="connsiteX2-117" fmla="*/ 698899 w 698899"/>
                <a:gd name="connsiteY2-118" fmla="*/ 449188 h 1709080"/>
                <a:gd name="connsiteX3-119" fmla="*/ 556027 w 698899"/>
                <a:gd name="connsiteY3-120" fmla="*/ 449698 h 1709080"/>
                <a:gd name="connsiteX4-121" fmla="*/ 572301 w 698899"/>
                <a:gd name="connsiteY4-122" fmla="*/ 1709080 h 1709080"/>
                <a:gd name="connsiteX5-123" fmla="*/ 149109 w 698899"/>
                <a:gd name="connsiteY5-124" fmla="*/ 1709080 h 1709080"/>
                <a:gd name="connsiteX6-125" fmla="*/ 149109 w 698899"/>
                <a:gd name="connsiteY6-126" fmla="*/ 435957 h 1709080"/>
                <a:gd name="connsiteX7-127" fmla="*/ 0 w 698899"/>
                <a:gd name="connsiteY7-128" fmla="*/ 420825 h 1709080"/>
                <a:gd name="connsiteX0-129" fmla="*/ 0 w 742872"/>
                <a:gd name="connsiteY0-130" fmla="*/ 431473 h 1709080"/>
                <a:gd name="connsiteX1-131" fmla="*/ 396687 w 742872"/>
                <a:gd name="connsiteY1-132" fmla="*/ 0 h 1709080"/>
                <a:gd name="connsiteX2-133" fmla="*/ 742872 w 742872"/>
                <a:gd name="connsiteY2-134" fmla="*/ 449188 h 1709080"/>
                <a:gd name="connsiteX3-135" fmla="*/ 600000 w 742872"/>
                <a:gd name="connsiteY3-136" fmla="*/ 449698 h 1709080"/>
                <a:gd name="connsiteX4-137" fmla="*/ 616274 w 742872"/>
                <a:gd name="connsiteY4-138" fmla="*/ 1709080 h 1709080"/>
                <a:gd name="connsiteX5-139" fmla="*/ 193082 w 742872"/>
                <a:gd name="connsiteY5-140" fmla="*/ 1709080 h 1709080"/>
                <a:gd name="connsiteX6-141" fmla="*/ 193082 w 742872"/>
                <a:gd name="connsiteY6-142" fmla="*/ 435957 h 1709080"/>
                <a:gd name="connsiteX7-143" fmla="*/ 0 w 742872"/>
                <a:gd name="connsiteY7-144" fmla="*/ 431473 h 1709080"/>
                <a:gd name="connsiteX0-145" fmla="*/ 0 w 742872"/>
                <a:gd name="connsiteY0-146" fmla="*/ 431473 h 1709080"/>
                <a:gd name="connsiteX1-147" fmla="*/ 396687 w 742872"/>
                <a:gd name="connsiteY1-148" fmla="*/ 0 h 1709080"/>
                <a:gd name="connsiteX2-149" fmla="*/ 742872 w 742872"/>
                <a:gd name="connsiteY2-150" fmla="*/ 449188 h 1709080"/>
                <a:gd name="connsiteX3-151" fmla="*/ 600000 w 742872"/>
                <a:gd name="connsiteY3-152" fmla="*/ 449698 h 1709080"/>
                <a:gd name="connsiteX4-153" fmla="*/ 616274 w 742872"/>
                <a:gd name="connsiteY4-154" fmla="*/ 1709080 h 1709080"/>
                <a:gd name="connsiteX5-155" fmla="*/ 193082 w 742872"/>
                <a:gd name="connsiteY5-156" fmla="*/ 1709080 h 1709080"/>
                <a:gd name="connsiteX6-157" fmla="*/ 154371 w 742872"/>
                <a:gd name="connsiteY6-158" fmla="*/ 437980 h 1709080"/>
                <a:gd name="connsiteX7-159" fmla="*/ 0 w 742872"/>
                <a:gd name="connsiteY7-160" fmla="*/ 431473 h 1709080"/>
                <a:gd name="connsiteX0-161" fmla="*/ 0 w 1101086"/>
                <a:gd name="connsiteY0-162" fmla="*/ 431473 h 1709080"/>
                <a:gd name="connsiteX1-163" fmla="*/ 396687 w 1101086"/>
                <a:gd name="connsiteY1-164" fmla="*/ 0 h 1709080"/>
                <a:gd name="connsiteX2-165" fmla="*/ 742872 w 1101086"/>
                <a:gd name="connsiteY2-166" fmla="*/ 449188 h 1709080"/>
                <a:gd name="connsiteX3-167" fmla="*/ 600000 w 1101086"/>
                <a:gd name="connsiteY3-168" fmla="*/ 449698 h 1709080"/>
                <a:gd name="connsiteX4-169" fmla="*/ 1101086 w 1101086"/>
                <a:gd name="connsiteY4-170" fmla="*/ 1363824 h 1709080"/>
                <a:gd name="connsiteX5-171" fmla="*/ 193082 w 1101086"/>
                <a:gd name="connsiteY5-172" fmla="*/ 1709080 h 1709080"/>
                <a:gd name="connsiteX6-173" fmla="*/ 154371 w 1101086"/>
                <a:gd name="connsiteY6-174" fmla="*/ 437980 h 1709080"/>
                <a:gd name="connsiteX7-175" fmla="*/ 0 w 1101086"/>
                <a:gd name="connsiteY7-176" fmla="*/ 431473 h 1709080"/>
                <a:gd name="connsiteX0-177" fmla="*/ 0 w 1101086"/>
                <a:gd name="connsiteY0-178" fmla="*/ 431473 h 1630579"/>
                <a:gd name="connsiteX1-179" fmla="*/ 396687 w 1101086"/>
                <a:gd name="connsiteY1-180" fmla="*/ 0 h 1630579"/>
                <a:gd name="connsiteX2-181" fmla="*/ 742872 w 1101086"/>
                <a:gd name="connsiteY2-182" fmla="*/ 449188 h 1630579"/>
                <a:gd name="connsiteX3-183" fmla="*/ 600000 w 1101086"/>
                <a:gd name="connsiteY3-184" fmla="*/ 449698 h 1630579"/>
                <a:gd name="connsiteX4-185" fmla="*/ 1101086 w 1101086"/>
                <a:gd name="connsiteY4-186" fmla="*/ 1363824 h 1630579"/>
                <a:gd name="connsiteX5-187" fmla="*/ 355380 w 1101086"/>
                <a:gd name="connsiteY5-188" fmla="*/ 1630579 h 1630579"/>
                <a:gd name="connsiteX6-189" fmla="*/ 154371 w 1101086"/>
                <a:gd name="connsiteY6-190" fmla="*/ 437980 h 1630579"/>
                <a:gd name="connsiteX7-191" fmla="*/ 0 w 1101086"/>
                <a:gd name="connsiteY7-192" fmla="*/ 431473 h 1630579"/>
                <a:gd name="connsiteX0-193" fmla="*/ 0 w 1101086"/>
                <a:gd name="connsiteY0-194" fmla="*/ 431473 h 1682647"/>
                <a:gd name="connsiteX1-195" fmla="*/ 396687 w 1101086"/>
                <a:gd name="connsiteY1-196" fmla="*/ 0 h 1682647"/>
                <a:gd name="connsiteX2-197" fmla="*/ 742872 w 1101086"/>
                <a:gd name="connsiteY2-198" fmla="*/ 449188 h 1682647"/>
                <a:gd name="connsiteX3-199" fmla="*/ 600000 w 1101086"/>
                <a:gd name="connsiteY3-200" fmla="*/ 449698 h 1682647"/>
                <a:gd name="connsiteX4-201" fmla="*/ 1101086 w 1101086"/>
                <a:gd name="connsiteY4-202" fmla="*/ 1363824 h 1682647"/>
                <a:gd name="connsiteX5-203" fmla="*/ 211183 w 1101086"/>
                <a:gd name="connsiteY5-204" fmla="*/ 1682647 h 1682647"/>
                <a:gd name="connsiteX6-205" fmla="*/ 154371 w 1101086"/>
                <a:gd name="connsiteY6-206" fmla="*/ 437980 h 1682647"/>
                <a:gd name="connsiteX7-207" fmla="*/ 0 w 1101086"/>
                <a:gd name="connsiteY7-208" fmla="*/ 431473 h 1682647"/>
                <a:gd name="connsiteX0-209" fmla="*/ 0 w 1101086"/>
                <a:gd name="connsiteY0-210" fmla="*/ 431473 h 1682647"/>
                <a:gd name="connsiteX1-211" fmla="*/ 396687 w 1101086"/>
                <a:gd name="connsiteY1-212" fmla="*/ 0 h 1682647"/>
                <a:gd name="connsiteX2-213" fmla="*/ 742872 w 1101086"/>
                <a:gd name="connsiteY2-214" fmla="*/ 449188 h 1682647"/>
                <a:gd name="connsiteX3-215" fmla="*/ 600000 w 1101086"/>
                <a:gd name="connsiteY3-216" fmla="*/ 449698 h 1682647"/>
                <a:gd name="connsiteX4-217" fmla="*/ 1101086 w 1101086"/>
                <a:gd name="connsiteY4-218" fmla="*/ 1363824 h 1682647"/>
                <a:gd name="connsiteX5-219" fmla="*/ 211183 w 1101086"/>
                <a:gd name="connsiteY5-220" fmla="*/ 1682647 h 1682647"/>
                <a:gd name="connsiteX6-221" fmla="*/ 154371 w 1101086"/>
                <a:gd name="connsiteY6-222" fmla="*/ 437980 h 1682647"/>
                <a:gd name="connsiteX7-223" fmla="*/ 0 w 1101086"/>
                <a:gd name="connsiteY7-224" fmla="*/ 431473 h 1682647"/>
                <a:gd name="connsiteX0-225" fmla="*/ 0 w 1101086"/>
                <a:gd name="connsiteY0-226" fmla="*/ 431473 h 1682647"/>
                <a:gd name="connsiteX1-227" fmla="*/ 396687 w 1101086"/>
                <a:gd name="connsiteY1-228" fmla="*/ 0 h 1682647"/>
                <a:gd name="connsiteX2-229" fmla="*/ 742872 w 1101086"/>
                <a:gd name="connsiteY2-230" fmla="*/ 449188 h 1682647"/>
                <a:gd name="connsiteX3-231" fmla="*/ 600000 w 1101086"/>
                <a:gd name="connsiteY3-232" fmla="*/ 449698 h 1682647"/>
                <a:gd name="connsiteX4-233" fmla="*/ 1101086 w 1101086"/>
                <a:gd name="connsiteY4-234" fmla="*/ 1363824 h 1682647"/>
                <a:gd name="connsiteX5-235" fmla="*/ 211183 w 1101086"/>
                <a:gd name="connsiteY5-236" fmla="*/ 1682647 h 1682647"/>
                <a:gd name="connsiteX6-237" fmla="*/ 154371 w 1101086"/>
                <a:gd name="connsiteY6-238" fmla="*/ 437980 h 1682647"/>
                <a:gd name="connsiteX7-239" fmla="*/ 0 w 1101086"/>
                <a:gd name="connsiteY7-240" fmla="*/ 431473 h 1682647"/>
                <a:gd name="connsiteX0-241" fmla="*/ 0 w 1101086"/>
                <a:gd name="connsiteY0-242" fmla="*/ 431473 h 1682647"/>
                <a:gd name="connsiteX1-243" fmla="*/ 396687 w 1101086"/>
                <a:gd name="connsiteY1-244" fmla="*/ 0 h 1682647"/>
                <a:gd name="connsiteX2-245" fmla="*/ 742872 w 1101086"/>
                <a:gd name="connsiteY2-246" fmla="*/ 449188 h 1682647"/>
                <a:gd name="connsiteX3-247" fmla="*/ 600000 w 1101086"/>
                <a:gd name="connsiteY3-248" fmla="*/ 449698 h 1682647"/>
                <a:gd name="connsiteX4-249" fmla="*/ 1101086 w 1101086"/>
                <a:gd name="connsiteY4-250" fmla="*/ 1363824 h 1682647"/>
                <a:gd name="connsiteX5-251" fmla="*/ 211183 w 1101086"/>
                <a:gd name="connsiteY5-252" fmla="*/ 1682647 h 1682647"/>
                <a:gd name="connsiteX6-253" fmla="*/ 154371 w 1101086"/>
                <a:gd name="connsiteY6-254" fmla="*/ 437980 h 1682647"/>
                <a:gd name="connsiteX7-255" fmla="*/ 0 w 1101086"/>
                <a:gd name="connsiteY7-256" fmla="*/ 431473 h 1682647"/>
                <a:gd name="connsiteX0-257" fmla="*/ 0 w 1101086"/>
                <a:gd name="connsiteY0-258" fmla="*/ 431473 h 1682647"/>
                <a:gd name="connsiteX1-259" fmla="*/ 396687 w 1101086"/>
                <a:gd name="connsiteY1-260" fmla="*/ 0 h 1682647"/>
                <a:gd name="connsiteX2-261" fmla="*/ 742872 w 1101086"/>
                <a:gd name="connsiteY2-262" fmla="*/ 449188 h 1682647"/>
                <a:gd name="connsiteX3-263" fmla="*/ 600000 w 1101086"/>
                <a:gd name="connsiteY3-264" fmla="*/ 449698 h 1682647"/>
                <a:gd name="connsiteX4-265" fmla="*/ 1101086 w 1101086"/>
                <a:gd name="connsiteY4-266" fmla="*/ 1363824 h 1682647"/>
                <a:gd name="connsiteX5-267" fmla="*/ 211183 w 1101086"/>
                <a:gd name="connsiteY5-268" fmla="*/ 1682647 h 1682647"/>
                <a:gd name="connsiteX6-269" fmla="*/ 154371 w 1101086"/>
                <a:gd name="connsiteY6-270" fmla="*/ 437980 h 1682647"/>
                <a:gd name="connsiteX7-271" fmla="*/ 0 w 1101086"/>
                <a:gd name="connsiteY7-272" fmla="*/ 431473 h 1682647"/>
                <a:gd name="connsiteX0-273" fmla="*/ 0 w 1101086"/>
                <a:gd name="connsiteY0-274" fmla="*/ 431473 h 1682647"/>
                <a:gd name="connsiteX1-275" fmla="*/ 396687 w 1101086"/>
                <a:gd name="connsiteY1-276" fmla="*/ 0 h 1682647"/>
                <a:gd name="connsiteX2-277" fmla="*/ 742872 w 1101086"/>
                <a:gd name="connsiteY2-278" fmla="*/ 449188 h 1682647"/>
                <a:gd name="connsiteX3-279" fmla="*/ 600000 w 1101086"/>
                <a:gd name="connsiteY3-280" fmla="*/ 449698 h 1682647"/>
                <a:gd name="connsiteX4-281" fmla="*/ 1101086 w 1101086"/>
                <a:gd name="connsiteY4-282" fmla="*/ 1363824 h 1682647"/>
                <a:gd name="connsiteX5-283" fmla="*/ 211183 w 1101086"/>
                <a:gd name="connsiteY5-284" fmla="*/ 1682647 h 1682647"/>
                <a:gd name="connsiteX6-285" fmla="*/ 154371 w 1101086"/>
                <a:gd name="connsiteY6-286" fmla="*/ 437980 h 1682647"/>
                <a:gd name="connsiteX7-287" fmla="*/ 0 w 1101086"/>
                <a:gd name="connsiteY7-288" fmla="*/ 431473 h 1682647"/>
                <a:gd name="connsiteX0-289" fmla="*/ 0 w 1101086"/>
                <a:gd name="connsiteY0-290" fmla="*/ 431473 h 1682647"/>
                <a:gd name="connsiteX1-291" fmla="*/ 396687 w 1101086"/>
                <a:gd name="connsiteY1-292" fmla="*/ 0 h 1682647"/>
                <a:gd name="connsiteX2-293" fmla="*/ 742872 w 1101086"/>
                <a:gd name="connsiteY2-294" fmla="*/ 449188 h 1682647"/>
                <a:gd name="connsiteX3-295" fmla="*/ 600000 w 1101086"/>
                <a:gd name="connsiteY3-296" fmla="*/ 449698 h 1682647"/>
                <a:gd name="connsiteX4-297" fmla="*/ 1101086 w 1101086"/>
                <a:gd name="connsiteY4-298" fmla="*/ 1363824 h 1682647"/>
                <a:gd name="connsiteX5-299" fmla="*/ 211183 w 1101086"/>
                <a:gd name="connsiteY5-300" fmla="*/ 1682647 h 1682647"/>
                <a:gd name="connsiteX6-301" fmla="*/ 154371 w 1101086"/>
                <a:gd name="connsiteY6-302" fmla="*/ 437980 h 1682647"/>
                <a:gd name="connsiteX7-303" fmla="*/ 0 w 1101086"/>
                <a:gd name="connsiteY7-304" fmla="*/ 431473 h 1682647"/>
                <a:gd name="connsiteX0-305" fmla="*/ 0 w 877005"/>
                <a:gd name="connsiteY0-306" fmla="*/ 431473 h 1682647"/>
                <a:gd name="connsiteX1-307" fmla="*/ 396687 w 877005"/>
                <a:gd name="connsiteY1-308" fmla="*/ 0 h 1682647"/>
                <a:gd name="connsiteX2-309" fmla="*/ 742872 w 877005"/>
                <a:gd name="connsiteY2-310" fmla="*/ 449188 h 1682647"/>
                <a:gd name="connsiteX3-311" fmla="*/ 600000 w 877005"/>
                <a:gd name="connsiteY3-312" fmla="*/ 449698 h 1682647"/>
                <a:gd name="connsiteX4-313" fmla="*/ 877005 w 877005"/>
                <a:gd name="connsiteY4-314" fmla="*/ 1445049 h 1682647"/>
                <a:gd name="connsiteX5-315" fmla="*/ 211183 w 877005"/>
                <a:gd name="connsiteY5-316" fmla="*/ 1682647 h 1682647"/>
                <a:gd name="connsiteX6-317" fmla="*/ 154371 w 877005"/>
                <a:gd name="connsiteY6-318" fmla="*/ 437980 h 1682647"/>
                <a:gd name="connsiteX7-319" fmla="*/ 0 w 877005"/>
                <a:gd name="connsiteY7-320" fmla="*/ 431473 h 1682647"/>
                <a:gd name="connsiteX0-321" fmla="*/ 0 w 917020"/>
                <a:gd name="connsiteY0-322" fmla="*/ 431473 h 1682647"/>
                <a:gd name="connsiteX1-323" fmla="*/ 396687 w 917020"/>
                <a:gd name="connsiteY1-324" fmla="*/ 0 h 1682647"/>
                <a:gd name="connsiteX2-325" fmla="*/ 742872 w 917020"/>
                <a:gd name="connsiteY2-326" fmla="*/ 449188 h 1682647"/>
                <a:gd name="connsiteX3-327" fmla="*/ 600000 w 917020"/>
                <a:gd name="connsiteY3-328" fmla="*/ 449698 h 1682647"/>
                <a:gd name="connsiteX4-329" fmla="*/ 917020 w 917020"/>
                <a:gd name="connsiteY4-330" fmla="*/ 1430545 h 1682647"/>
                <a:gd name="connsiteX5-331" fmla="*/ 211183 w 917020"/>
                <a:gd name="connsiteY5-332" fmla="*/ 1682647 h 1682647"/>
                <a:gd name="connsiteX6-333" fmla="*/ 154371 w 917020"/>
                <a:gd name="connsiteY6-334" fmla="*/ 437980 h 1682647"/>
                <a:gd name="connsiteX7-335" fmla="*/ 0 w 917020"/>
                <a:gd name="connsiteY7-336" fmla="*/ 431473 h 1682647"/>
                <a:gd name="connsiteX0-337" fmla="*/ 0 w 917020"/>
                <a:gd name="connsiteY0-338" fmla="*/ 431473 h 1682647"/>
                <a:gd name="connsiteX1-339" fmla="*/ 396687 w 917020"/>
                <a:gd name="connsiteY1-340" fmla="*/ 0 h 1682647"/>
                <a:gd name="connsiteX2-341" fmla="*/ 742872 w 917020"/>
                <a:gd name="connsiteY2-342" fmla="*/ 449188 h 1682647"/>
                <a:gd name="connsiteX3-343" fmla="*/ 600000 w 917020"/>
                <a:gd name="connsiteY3-344" fmla="*/ 449698 h 1682647"/>
                <a:gd name="connsiteX4-345" fmla="*/ 917020 w 917020"/>
                <a:gd name="connsiteY4-346" fmla="*/ 1430545 h 1682647"/>
                <a:gd name="connsiteX5-347" fmla="*/ 211183 w 917020"/>
                <a:gd name="connsiteY5-348" fmla="*/ 1682647 h 1682647"/>
                <a:gd name="connsiteX6-349" fmla="*/ 154371 w 917020"/>
                <a:gd name="connsiteY6-350" fmla="*/ 437980 h 1682647"/>
                <a:gd name="connsiteX7-351" fmla="*/ 0 w 917020"/>
                <a:gd name="connsiteY7-352" fmla="*/ 431473 h 1682647"/>
                <a:gd name="connsiteX0-353" fmla="*/ 0 w 1001946"/>
                <a:gd name="connsiteY0-354" fmla="*/ 431473 h 1682647"/>
                <a:gd name="connsiteX1-355" fmla="*/ 396687 w 1001946"/>
                <a:gd name="connsiteY1-356" fmla="*/ 0 h 1682647"/>
                <a:gd name="connsiteX2-357" fmla="*/ 742872 w 1001946"/>
                <a:gd name="connsiteY2-358" fmla="*/ 449188 h 1682647"/>
                <a:gd name="connsiteX3-359" fmla="*/ 600000 w 1001946"/>
                <a:gd name="connsiteY3-360" fmla="*/ 449698 h 1682647"/>
                <a:gd name="connsiteX4-361" fmla="*/ 1001946 w 1001946"/>
                <a:gd name="connsiteY4-362" fmla="*/ 1554234 h 1682647"/>
                <a:gd name="connsiteX5-363" fmla="*/ 211183 w 1001946"/>
                <a:gd name="connsiteY5-364" fmla="*/ 1682647 h 1682647"/>
                <a:gd name="connsiteX6-365" fmla="*/ 154371 w 1001946"/>
                <a:gd name="connsiteY6-366" fmla="*/ 437980 h 1682647"/>
                <a:gd name="connsiteX7-367" fmla="*/ 0 w 1001946"/>
                <a:gd name="connsiteY7-368" fmla="*/ 431473 h 1682647"/>
                <a:gd name="connsiteX0-369" fmla="*/ 0 w 1001946"/>
                <a:gd name="connsiteY0-370" fmla="*/ 431473 h 1854320"/>
                <a:gd name="connsiteX1-371" fmla="*/ 396687 w 1001946"/>
                <a:gd name="connsiteY1-372" fmla="*/ 0 h 1854320"/>
                <a:gd name="connsiteX2-373" fmla="*/ 742872 w 1001946"/>
                <a:gd name="connsiteY2-374" fmla="*/ 449188 h 1854320"/>
                <a:gd name="connsiteX3-375" fmla="*/ 600000 w 1001946"/>
                <a:gd name="connsiteY3-376" fmla="*/ 449698 h 1854320"/>
                <a:gd name="connsiteX4-377" fmla="*/ 1001946 w 1001946"/>
                <a:gd name="connsiteY4-378" fmla="*/ 1554234 h 1854320"/>
                <a:gd name="connsiteX5-379" fmla="*/ 300410 w 1001946"/>
                <a:gd name="connsiteY5-380" fmla="*/ 1854320 h 1854320"/>
                <a:gd name="connsiteX6-381" fmla="*/ 154371 w 1001946"/>
                <a:gd name="connsiteY6-382" fmla="*/ 437980 h 1854320"/>
                <a:gd name="connsiteX7-383" fmla="*/ 0 w 1001946"/>
                <a:gd name="connsiteY7-384" fmla="*/ 431473 h 1854320"/>
                <a:gd name="connsiteX0-385" fmla="*/ 0 w 1001946"/>
                <a:gd name="connsiteY0-386" fmla="*/ 431473 h 1891590"/>
                <a:gd name="connsiteX1-387" fmla="*/ 396687 w 1001946"/>
                <a:gd name="connsiteY1-388" fmla="*/ 0 h 1891590"/>
                <a:gd name="connsiteX2-389" fmla="*/ 742872 w 1001946"/>
                <a:gd name="connsiteY2-390" fmla="*/ 449188 h 1891590"/>
                <a:gd name="connsiteX3-391" fmla="*/ 600000 w 1001946"/>
                <a:gd name="connsiteY3-392" fmla="*/ 449698 h 1891590"/>
                <a:gd name="connsiteX4-393" fmla="*/ 1001946 w 1001946"/>
                <a:gd name="connsiteY4-394" fmla="*/ 1554234 h 1891590"/>
                <a:gd name="connsiteX5-395" fmla="*/ 317815 w 1001946"/>
                <a:gd name="connsiteY5-396" fmla="*/ 1891590 h 1891590"/>
                <a:gd name="connsiteX6-397" fmla="*/ 154371 w 1001946"/>
                <a:gd name="connsiteY6-398" fmla="*/ 437980 h 1891590"/>
                <a:gd name="connsiteX7-399" fmla="*/ 0 w 1001946"/>
                <a:gd name="connsiteY7-400" fmla="*/ 431473 h 1891590"/>
                <a:gd name="connsiteX0-401" fmla="*/ 0 w 1001946"/>
                <a:gd name="connsiteY0-402" fmla="*/ 431473 h 1928860"/>
                <a:gd name="connsiteX1-403" fmla="*/ 396687 w 1001946"/>
                <a:gd name="connsiteY1-404" fmla="*/ 0 h 1928860"/>
                <a:gd name="connsiteX2-405" fmla="*/ 742872 w 1001946"/>
                <a:gd name="connsiteY2-406" fmla="*/ 449188 h 1928860"/>
                <a:gd name="connsiteX3-407" fmla="*/ 600000 w 1001946"/>
                <a:gd name="connsiteY3-408" fmla="*/ 449698 h 1928860"/>
                <a:gd name="connsiteX4-409" fmla="*/ 1001946 w 1001946"/>
                <a:gd name="connsiteY4-410" fmla="*/ 1554234 h 1928860"/>
                <a:gd name="connsiteX5-411" fmla="*/ 335220 w 1001946"/>
                <a:gd name="connsiteY5-412" fmla="*/ 1928860 h 1928860"/>
                <a:gd name="connsiteX6-413" fmla="*/ 154371 w 1001946"/>
                <a:gd name="connsiteY6-414" fmla="*/ 437980 h 1928860"/>
                <a:gd name="connsiteX7-415" fmla="*/ 0 w 1001946"/>
                <a:gd name="connsiteY7-416" fmla="*/ 431473 h 1928860"/>
                <a:gd name="connsiteX0-1-1" fmla="*/ 0 w 1001946"/>
                <a:gd name="connsiteY0-2-2" fmla="*/ 431473 h 1851886"/>
                <a:gd name="connsiteX1-3-3" fmla="*/ 396687 w 1001946"/>
                <a:gd name="connsiteY1-4-4" fmla="*/ 0 h 1851886"/>
                <a:gd name="connsiteX2-5-5" fmla="*/ 742872 w 1001946"/>
                <a:gd name="connsiteY2-6-6" fmla="*/ 449188 h 1851886"/>
                <a:gd name="connsiteX3-7-7" fmla="*/ 600000 w 1001946"/>
                <a:gd name="connsiteY3-8-8" fmla="*/ 449698 h 1851886"/>
                <a:gd name="connsiteX4-9-9" fmla="*/ 1001946 w 1001946"/>
                <a:gd name="connsiteY4-10-10" fmla="*/ 1554234 h 1851886"/>
                <a:gd name="connsiteX5-11-11" fmla="*/ 306129 w 1001946"/>
                <a:gd name="connsiteY5-12-12" fmla="*/ 1851886 h 1851886"/>
                <a:gd name="connsiteX6-13-13" fmla="*/ 154371 w 1001946"/>
                <a:gd name="connsiteY6-14-14" fmla="*/ 437980 h 1851886"/>
                <a:gd name="connsiteX7-15-15" fmla="*/ 0 w 1001946"/>
                <a:gd name="connsiteY7-16-16" fmla="*/ 431473 h 1851886"/>
                <a:gd name="connsiteX0-17-17" fmla="*/ 0 w 1001946"/>
                <a:gd name="connsiteY0-18-18" fmla="*/ 431473 h 1851886"/>
                <a:gd name="connsiteX1-19-19" fmla="*/ 396687 w 1001946"/>
                <a:gd name="connsiteY1-20-20" fmla="*/ 0 h 1851886"/>
                <a:gd name="connsiteX2-21-21" fmla="*/ 742872 w 1001946"/>
                <a:gd name="connsiteY2-22-22" fmla="*/ 449188 h 1851886"/>
                <a:gd name="connsiteX3-23-23" fmla="*/ 600000 w 1001946"/>
                <a:gd name="connsiteY3-24-24" fmla="*/ 449698 h 1851886"/>
                <a:gd name="connsiteX4-25-25" fmla="*/ 1001946 w 1001946"/>
                <a:gd name="connsiteY4-26-26" fmla="*/ 1554234 h 1851886"/>
                <a:gd name="connsiteX5-27-27" fmla="*/ 306129 w 1001946"/>
                <a:gd name="connsiteY5-28-28" fmla="*/ 1851886 h 1851886"/>
                <a:gd name="connsiteX6-29-29" fmla="*/ 154371 w 1001946"/>
                <a:gd name="connsiteY6-30-30" fmla="*/ 437980 h 1851886"/>
                <a:gd name="connsiteX7-31-31" fmla="*/ 0 w 1001946"/>
                <a:gd name="connsiteY7-32-32" fmla="*/ 431473 h 1851886"/>
                <a:gd name="connsiteX0-33-33" fmla="*/ 0 w 1001946"/>
                <a:gd name="connsiteY0-34-34" fmla="*/ 431473 h 1851886"/>
                <a:gd name="connsiteX1-35-35" fmla="*/ 396687 w 1001946"/>
                <a:gd name="connsiteY1-36-36" fmla="*/ 0 h 1851886"/>
                <a:gd name="connsiteX2-37-37" fmla="*/ 742872 w 1001946"/>
                <a:gd name="connsiteY2-38-38" fmla="*/ 449188 h 1851886"/>
                <a:gd name="connsiteX3-39-39" fmla="*/ 600000 w 1001946"/>
                <a:gd name="connsiteY3-40-40" fmla="*/ 449698 h 1851886"/>
                <a:gd name="connsiteX4-41-41" fmla="*/ 1001946 w 1001946"/>
                <a:gd name="connsiteY4-42-42" fmla="*/ 1554234 h 1851886"/>
                <a:gd name="connsiteX5-43-43" fmla="*/ 306129 w 1001946"/>
                <a:gd name="connsiteY5-44-44" fmla="*/ 1851886 h 1851886"/>
                <a:gd name="connsiteX6-45-45" fmla="*/ 154371 w 1001946"/>
                <a:gd name="connsiteY6-46-46" fmla="*/ 437980 h 1851886"/>
                <a:gd name="connsiteX7-47-47" fmla="*/ 0 w 1001946"/>
                <a:gd name="connsiteY7-48-48" fmla="*/ 431473 h 1851886"/>
                <a:gd name="connsiteX0-49-49" fmla="*/ 0 w 1001946"/>
                <a:gd name="connsiteY0-50-50" fmla="*/ 431473 h 1851886"/>
                <a:gd name="connsiteX1-51-51" fmla="*/ 396687 w 1001946"/>
                <a:gd name="connsiteY1-52-52" fmla="*/ 0 h 1851886"/>
                <a:gd name="connsiteX2-53-53" fmla="*/ 742872 w 1001946"/>
                <a:gd name="connsiteY2-54-54" fmla="*/ 449188 h 1851886"/>
                <a:gd name="connsiteX3-55-55" fmla="*/ 600000 w 1001946"/>
                <a:gd name="connsiteY3-56-56" fmla="*/ 449698 h 1851886"/>
                <a:gd name="connsiteX4-57-57" fmla="*/ 1001946 w 1001946"/>
                <a:gd name="connsiteY4-58-58" fmla="*/ 1554234 h 1851886"/>
                <a:gd name="connsiteX5-59-59" fmla="*/ 306129 w 1001946"/>
                <a:gd name="connsiteY5-60-60" fmla="*/ 1851886 h 1851886"/>
                <a:gd name="connsiteX6-61-61" fmla="*/ 154371 w 1001946"/>
                <a:gd name="connsiteY6-62-62" fmla="*/ 437980 h 1851886"/>
                <a:gd name="connsiteX7-63-63" fmla="*/ 0 w 1001946"/>
                <a:gd name="connsiteY7-64-64" fmla="*/ 431473 h 1851886"/>
                <a:gd name="connsiteX0-65-65" fmla="*/ 0 w 1022856"/>
                <a:gd name="connsiteY0-66-66" fmla="*/ 431473 h 1851886"/>
                <a:gd name="connsiteX1-67-67" fmla="*/ 396687 w 1022856"/>
                <a:gd name="connsiteY1-68-68" fmla="*/ 0 h 1851886"/>
                <a:gd name="connsiteX2-69-69" fmla="*/ 742872 w 1022856"/>
                <a:gd name="connsiteY2-70-70" fmla="*/ 449188 h 1851886"/>
                <a:gd name="connsiteX3-71-71" fmla="*/ 600000 w 1022856"/>
                <a:gd name="connsiteY3-72-72" fmla="*/ 449698 h 1851886"/>
                <a:gd name="connsiteX4-73-73" fmla="*/ 1022856 w 1022856"/>
                <a:gd name="connsiteY4-74-74" fmla="*/ 1569641 h 1851886"/>
                <a:gd name="connsiteX5-75-75" fmla="*/ 306129 w 1022856"/>
                <a:gd name="connsiteY5-76-76" fmla="*/ 1851886 h 1851886"/>
                <a:gd name="connsiteX6-77-77" fmla="*/ 154371 w 1022856"/>
                <a:gd name="connsiteY6-78-78" fmla="*/ 437980 h 1851886"/>
                <a:gd name="connsiteX7-79-79" fmla="*/ 0 w 1022856"/>
                <a:gd name="connsiteY7-80-80" fmla="*/ 431473 h 1851886"/>
                <a:gd name="connsiteX0-81-81" fmla="*/ 0 w 1022856"/>
                <a:gd name="connsiteY0-82-82" fmla="*/ 431473 h 1851886"/>
                <a:gd name="connsiteX1-83-83" fmla="*/ 396687 w 1022856"/>
                <a:gd name="connsiteY1-84-84" fmla="*/ 0 h 1851886"/>
                <a:gd name="connsiteX2-85-85" fmla="*/ 742872 w 1022856"/>
                <a:gd name="connsiteY2-86-86" fmla="*/ 449188 h 1851886"/>
                <a:gd name="connsiteX3-87-87" fmla="*/ 600000 w 1022856"/>
                <a:gd name="connsiteY3-88-88" fmla="*/ 449698 h 1851886"/>
                <a:gd name="connsiteX4-89-89" fmla="*/ 1022856 w 1022856"/>
                <a:gd name="connsiteY4-90-90" fmla="*/ 1569641 h 1851886"/>
                <a:gd name="connsiteX5-91-91" fmla="*/ 306129 w 1022856"/>
                <a:gd name="connsiteY5-92-92" fmla="*/ 1851886 h 1851886"/>
                <a:gd name="connsiteX6-93-93" fmla="*/ 154371 w 1022856"/>
                <a:gd name="connsiteY6-94-94" fmla="*/ 437980 h 1851886"/>
                <a:gd name="connsiteX7-95-95" fmla="*/ 0 w 1022856"/>
                <a:gd name="connsiteY7-96-96" fmla="*/ 431473 h 1851886"/>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 ang="0">
                  <a:pos x="connsiteX6-13-13" y="connsiteY6-14-14"/>
                </a:cxn>
                <a:cxn ang="0">
                  <a:pos x="connsiteX7-15-15" y="connsiteY7-16-16"/>
                </a:cxn>
              </a:cxnLst>
              <a:rect l="l" t="t" r="r" b="b"/>
              <a:pathLst>
                <a:path w="1022856" h="1851886">
                  <a:moveTo>
                    <a:pt x="0" y="431473"/>
                  </a:moveTo>
                  <a:lnTo>
                    <a:pt x="396687" y="0"/>
                  </a:lnTo>
                  <a:lnTo>
                    <a:pt x="742872" y="449188"/>
                  </a:lnTo>
                  <a:lnTo>
                    <a:pt x="600000" y="449698"/>
                  </a:lnTo>
                  <a:cubicBezTo>
                    <a:pt x="574978" y="639207"/>
                    <a:pt x="846848" y="1352043"/>
                    <a:pt x="1022856" y="1569641"/>
                  </a:cubicBezTo>
                  <a:cubicBezTo>
                    <a:pt x="708639" y="1688458"/>
                    <a:pt x="583980" y="1743300"/>
                    <a:pt x="306129" y="1851886"/>
                  </a:cubicBezTo>
                  <a:cubicBezTo>
                    <a:pt x="236432" y="1662445"/>
                    <a:pt x="-1847" y="1030036"/>
                    <a:pt x="154371" y="437980"/>
                  </a:cubicBezTo>
                  <a:lnTo>
                    <a:pt x="0" y="431473"/>
                  </a:lnTo>
                  <a:close/>
                </a:path>
              </a:pathLst>
            </a:custGeom>
            <a:gradFill flip="none" rotWithShape="1">
              <a:gsLst>
                <a:gs pos="9000">
                  <a:schemeClr val="accent1">
                    <a:lumMod val="60000"/>
                    <a:lumOff val="40000"/>
                    <a:alpha val="0"/>
                  </a:schemeClr>
                </a:gs>
                <a:gs pos="100000">
                  <a:schemeClr val="accent1">
                    <a:lumMod val="60000"/>
                    <a:lumOff val="40000"/>
                  </a:schemeClr>
                </a:gs>
              </a:gsLst>
              <a:lin ang="16200000" scaled="0"/>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2000" dirty="0">
                <a:solidFill>
                  <a:schemeClr val="bg1"/>
                </a:solidFill>
                <a:effectLst>
                  <a:outerShdw blurRad="137160" dist="41148" dir="2699997" algn="tl">
                    <a:srgbClr val="000000">
                      <a:alpha val="40000"/>
                    </a:srgbClr>
                  </a:outerShdw>
                </a:effectLst>
                <a:latin typeface="Arial" panose="020B0604020202090204" pitchFamily="34" charset="0"/>
                <a:ea typeface="微软雅黑" panose="020B0502040204020203" pitchFamily="34" charset="-122"/>
                <a:cs typeface="Arial" panose="020B0604020202090204" pitchFamily="34" charset="0"/>
                <a:sym typeface="微软雅黑" panose="020B0502040204020203" pitchFamily="34" charset="-122"/>
              </a:endParaRPr>
            </a:p>
          </p:txBody>
        </p:sp>
      </p:grpSp>
      <p:grpSp>
        <p:nvGrpSpPr>
          <p:cNvPr id="30" name="组合 29"/>
          <p:cNvGrpSpPr/>
          <p:nvPr/>
        </p:nvGrpSpPr>
        <p:grpSpPr>
          <a:xfrm>
            <a:off x="407987" y="1062894"/>
            <a:ext cx="11375371" cy="842352"/>
            <a:chOff x="988127" y="5171877"/>
            <a:chExt cx="10215746" cy="842352"/>
          </a:xfrm>
        </p:grpSpPr>
        <p:sp>
          <p:nvSpPr>
            <p:cNvPr id="46" name="梯形 45"/>
            <p:cNvSpPr/>
            <p:nvPr/>
          </p:nvSpPr>
          <p:spPr>
            <a:xfrm>
              <a:off x="988127" y="5171877"/>
              <a:ext cx="10215746" cy="770351"/>
            </a:xfrm>
            <a:prstGeom prst="trapezoid">
              <a:avLst>
                <a:gd name="adj" fmla="val 61701"/>
              </a:avLst>
            </a:prstGeom>
            <a:noFill/>
            <a:ln w="12700">
              <a:gradFill>
                <a:gsLst>
                  <a:gs pos="0">
                    <a:schemeClr val="accent1"/>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sp>
          <p:nvSpPr>
            <p:cNvPr id="51" name="矩形 50"/>
            <p:cNvSpPr/>
            <p:nvPr/>
          </p:nvSpPr>
          <p:spPr>
            <a:xfrm>
              <a:off x="988421" y="5942229"/>
              <a:ext cx="10215160"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微软雅黑" panose="020B0502040204020203" pitchFamily="34" charset="-122"/>
                <a:ea typeface="微软雅黑" panose="020B0502040204020203" pitchFamily="34" charset="-122"/>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Arial" panose="020B0604020202090204" pitchFamily="34" charset="0"/>
                <a:ea typeface="微软雅黑" panose="020B0502040204020203" pitchFamily="34" charset="-122"/>
                <a:cs typeface="Arial" panose="020B0604020202090204" pitchFamily="34" charset="0"/>
              </a:rPr>
              <a:t>数据，分析和</a:t>
            </a:r>
            <a:r>
              <a:rPr kumimoji="1" lang="en-US" altLang="zh-CN" dirty="0">
                <a:latin typeface="Arial" panose="020B0604020202090204" pitchFamily="34" charset="0"/>
                <a:ea typeface="微软雅黑" panose="020B0502040204020203" pitchFamily="34" charset="-122"/>
                <a:cs typeface="Arial" panose="020B0604020202090204" pitchFamily="34" charset="0"/>
              </a:rPr>
              <a:t>AI</a:t>
            </a:r>
            <a:r>
              <a:rPr kumimoji="1" lang="zh-CN" altLang="en-US" dirty="0">
                <a:latin typeface="Arial" panose="020B0604020202090204" pitchFamily="34" charset="0"/>
                <a:ea typeface="微软雅黑" panose="020B0502040204020203" pitchFamily="34" charset="-122"/>
                <a:cs typeface="Arial" panose="020B0604020202090204" pitchFamily="34" charset="0"/>
              </a:rPr>
              <a:t>市场格局</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sp>
        <p:nvSpPr>
          <p:cNvPr id="6" name="梯形 5"/>
          <p:cNvSpPr/>
          <p:nvPr/>
        </p:nvSpPr>
        <p:spPr>
          <a:xfrm>
            <a:off x="2403677" y="1069878"/>
            <a:ext cx="9061844" cy="548687"/>
          </a:xfrm>
          <a:prstGeom prst="trapezoid">
            <a:avLst>
              <a:gd name="adj" fmla="val 64038"/>
            </a:avLst>
          </a:prstGeom>
          <a:solidFill>
            <a:schemeClr val="bg1"/>
          </a:solid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lnSpc>
                <a:spcPct val="120000"/>
              </a:lnSpc>
            </a:pPr>
            <a:r>
              <a:rPr kumimoji="1"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           数智基建                                 分析和</a:t>
            </a:r>
            <a:r>
              <a:rPr kumimoji="1" lang="en-US" altLang="zh-CN"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AI</a:t>
            </a:r>
            <a:r>
              <a:rPr kumimoji="1"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                   </a:t>
            </a:r>
            <a:r>
              <a:rPr kumimoji="1" lang="en-US" altLang="zh-CN"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D&amp;A</a:t>
            </a:r>
            <a:r>
              <a:rPr kumimoji="1"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服务</a:t>
            </a:r>
            <a:endParaRPr kumimoji="1" lang="zh-CN" altLang="en-US" sz="16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7" name="组合 6"/>
          <p:cNvGrpSpPr/>
          <p:nvPr/>
        </p:nvGrpSpPr>
        <p:grpSpPr>
          <a:xfrm>
            <a:off x="2408539" y="4462117"/>
            <a:ext cx="9057556" cy="751123"/>
            <a:chOff x="1447425" y="3626602"/>
            <a:chExt cx="7200000" cy="702088"/>
          </a:xfrm>
        </p:grpSpPr>
        <p:sp>
          <p:nvSpPr>
            <p:cNvPr id="8" name="梯形 7"/>
            <p:cNvSpPr/>
            <p:nvPr/>
          </p:nvSpPr>
          <p:spPr>
            <a:xfrm>
              <a:off x="1447425" y="3626602"/>
              <a:ext cx="7200000"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 name="矩形 8"/>
            <p:cNvSpPr/>
            <p:nvPr/>
          </p:nvSpPr>
          <p:spPr>
            <a:xfrm>
              <a:off x="1447632" y="4256690"/>
              <a:ext cx="7199587"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3" name="组合 12"/>
          <p:cNvGrpSpPr/>
          <p:nvPr/>
        </p:nvGrpSpPr>
        <p:grpSpPr>
          <a:xfrm>
            <a:off x="596516" y="5649677"/>
            <a:ext cx="10869320" cy="751123"/>
            <a:chOff x="1447425" y="3626602"/>
            <a:chExt cx="7200000" cy="702088"/>
          </a:xfrm>
        </p:grpSpPr>
        <p:sp>
          <p:nvSpPr>
            <p:cNvPr id="14" name="梯形 13"/>
            <p:cNvSpPr/>
            <p:nvPr/>
          </p:nvSpPr>
          <p:spPr>
            <a:xfrm>
              <a:off x="1447425" y="3626602"/>
              <a:ext cx="7200000"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矩形 14"/>
            <p:cNvSpPr/>
            <p:nvPr/>
          </p:nvSpPr>
          <p:spPr>
            <a:xfrm>
              <a:off x="1447632" y="4256690"/>
              <a:ext cx="7199587"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84" name="组合 83"/>
          <p:cNvGrpSpPr/>
          <p:nvPr/>
        </p:nvGrpSpPr>
        <p:grpSpPr>
          <a:xfrm>
            <a:off x="6535447" y="1230154"/>
            <a:ext cx="401870" cy="208064"/>
            <a:chOff x="4867809" y="3538880"/>
            <a:chExt cx="376836" cy="205712"/>
          </a:xfrm>
        </p:grpSpPr>
        <p:sp>
          <p:nvSpPr>
            <p:cNvPr id="101" name="箭头: V 形 23"/>
            <p:cNvSpPr/>
            <p:nvPr/>
          </p:nvSpPr>
          <p:spPr>
            <a:xfrm>
              <a:off x="4867809" y="3538880"/>
              <a:ext cx="205712" cy="205712"/>
            </a:xfrm>
            <a:prstGeom prst="chevr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03" name="箭头: V 形 27"/>
            <p:cNvSpPr/>
            <p:nvPr/>
          </p:nvSpPr>
          <p:spPr>
            <a:xfrm>
              <a:off x="5038933" y="3538880"/>
              <a:ext cx="205712" cy="205712"/>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cxnSp>
        <p:nvCxnSpPr>
          <p:cNvPr id="112" name="直线连接符 111"/>
          <p:cNvCxnSpPr/>
          <p:nvPr/>
        </p:nvCxnSpPr>
        <p:spPr>
          <a:xfrm flipH="1">
            <a:off x="6690941" y="1069894"/>
            <a:ext cx="187016" cy="538635"/>
          </a:xfrm>
          <a:prstGeom prst="line">
            <a:avLst/>
          </a:prstGeom>
          <a:ln w="9525">
            <a:solidFill>
              <a:schemeClr val="accent1">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4" name="直线连接符 113"/>
          <p:cNvCxnSpPr/>
          <p:nvPr/>
        </p:nvCxnSpPr>
        <p:spPr>
          <a:xfrm>
            <a:off x="8668190" y="1058779"/>
            <a:ext cx="295292" cy="545199"/>
          </a:xfrm>
          <a:prstGeom prst="line">
            <a:avLst/>
          </a:prstGeom>
          <a:ln w="9525">
            <a:solidFill>
              <a:schemeClr val="accent1">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121" name="组合 120"/>
          <p:cNvGrpSpPr/>
          <p:nvPr/>
        </p:nvGrpSpPr>
        <p:grpSpPr>
          <a:xfrm>
            <a:off x="8626067" y="1230154"/>
            <a:ext cx="401870" cy="208064"/>
            <a:chOff x="4867809" y="3538880"/>
            <a:chExt cx="376836" cy="205712"/>
          </a:xfrm>
        </p:grpSpPr>
        <p:sp>
          <p:nvSpPr>
            <p:cNvPr id="122" name="箭头: V 形 23"/>
            <p:cNvSpPr/>
            <p:nvPr/>
          </p:nvSpPr>
          <p:spPr>
            <a:xfrm>
              <a:off x="4867809" y="3538880"/>
              <a:ext cx="205712" cy="205712"/>
            </a:xfrm>
            <a:prstGeom prst="chevron">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123" name="箭头: V 形 27"/>
            <p:cNvSpPr/>
            <p:nvPr/>
          </p:nvSpPr>
          <p:spPr>
            <a:xfrm>
              <a:off x="5038933" y="3538880"/>
              <a:ext cx="205712" cy="205712"/>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000000"/>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156" name="组合 155"/>
          <p:cNvGrpSpPr/>
          <p:nvPr/>
        </p:nvGrpSpPr>
        <p:grpSpPr>
          <a:xfrm>
            <a:off x="2595000" y="1716904"/>
            <a:ext cx="2426825" cy="1028970"/>
            <a:chOff x="5550466" y="3945757"/>
            <a:chExt cx="1572643" cy="703057"/>
          </a:xfrm>
        </p:grpSpPr>
        <p:sp>
          <p:nvSpPr>
            <p:cNvPr id="201" name="圆角矩形 200"/>
            <p:cNvSpPr/>
            <p:nvPr/>
          </p:nvSpPr>
          <p:spPr>
            <a:xfrm>
              <a:off x="5616333" y="3945757"/>
              <a:ext cx="1448615" cy="703056"/>
            </a:xfrm>
            <a:prstGeom prst="roundRect">
              <a:avLst>
                <a:gd name="adj" fmla="val 3983"/>
              </a:avLst>
            </a:prstGeom>
            <a:gradFill flip="none" rotWithShape="1">
              <a:gsLst>
                <a:gs pos="0">
                  <a:schemeClr val="bg1"/>
                </a:gs>
                <a:gs pos="100000">
                  <a:schemeClr val="bg1"/>
                </a:gs>
              </a:gsLst>
              <a:path path="circle">
                <a:fillToRect l="50000" t="130000" r="50000" b="-30000"/>
              </a:path>
              <a:tileRect/>
            </a:gradFill>
            <a:ln w="9525">
              <a:gradFill flip="none" rotWithShape="1">
                <a:gsLst>
                  <a:gs pos="3000">
                    <a:schemeClr val="accent1">
                      <a:lumMod val="60000"/>
                      <a:lumOff val="40000"/>
                      <a:alpha val="0"/>
                    </a:schemeClr>
                  </a:gs>
                  <a:gs pos="0">
                    <a:schemeClr val="accent1">
                      <a:lumMod val="60000"/>
                      <a:lumOff val="40000"/>
                    </a:schemeClr>
                  </a:gs>
                  <a:gs pos="96000">
                    <a:schemeClr val="accent1">
                      <a:lumMod val="60000"/>
                      <a:lumOff val="40000"/>
                      <a:alpha val="0"/>
                    </a:schemeClr>
                  </a:gs>
                  <a:gs pos="100000">
                    <a:schemeClr val="accent1">
                      <a:lumMod val="60000"/>
                      <a:lumOff val="40000"/>
                    </a:schemeClr>
                  </a:gs>
                </a:gsLst>
                <a:lin ang="5400000" scaled="0"/>
                <a:tileRect/>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02" name="椭圆 201"/>
            <p:cNvSpPr/>
            <p:nvPr/>
          </p:nvSpPr>
          <p:spPr>
            <a:xfrm rot="5400000">
              <a:off x="5267914" y="4228310"/>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分析型</a:t>
              </a:r>
              <a:br>
                <a:rPr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数据库</a:t>
              </a:r>
              <a:endParaRPr kumimoji="0" lang="zh-CN" altLang="en-US" sz="14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03" name="圆角矩形 202"/>
            <p:cNvSpPr/>
            <p:nvPr/>
          </p:nvSpPr>
          <p:spPr>
            <a:xfrm>
              <a:off x="6059190" y="3996585"/>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数据湖</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4" name="圆角矩形 203"/>
            <p:cNvSpPr/>
            <p:nvPr/>
          </p:nvSpPr>
          <p:spPr>
            <a:xfrm>
              <a:off x="6059190" y="4200727"/>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数据仓库</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5" name="圆角矩形 204"/>
            <p:cNvSpPr/>
            <p:nvPr/>
          </p:nvSpPr>
          <p:spPr>
            <a:xfrm>
              <a:off x="6059190" y="4408730"/>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数据集市</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7" name="椭圆 206"/>
            <p:cNvSpPr/>
            <p:nvPr/>
          </p:nvSpPr>
          <p:spPr>
            <a:xfrm rot="5400000">
              <a:off x="6702605" y="4228310"/>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6" name="组合 215"/>
          <p:cNvGrpSpPr/>
          <p:nvPr/>
        </p:nvGrpSpPr>
        <p:grpSpPr>
          <a:xfrm>
            <a:off x="2594998" y="2815859"/>
            <a:ext cx="2426823" cy="1028971"/>
            <a:chOff x="5550466" y="3945757"/>
            <a:chExt cx="1572642" cy="703058"/>
          </a:xfrm>
        </p:grpSpPr>
        <p:sp>
          <p:nvSpPr>
            <p:cNvPr id="217" name="圆角矩形 216"/>
            <p:cNvSpPr/>
            <p:nvPr/>
          </p:nvSpPr>
          <p:spPr>
            <a:xfrm>
              <a:off x="5616333" y="3945757"/>
              <a:ext cx="1448615" cy="703056"/>
            </a:xfrm>
            <a:prstGeom prst="roundRect">
              <a:avLst>
                <a:gd name="adj" fmla="val 3983"/>
              </a:avLst>
            </a:prstGeom>
            <a:gradFill flip="none" rotWithShape="1">
              <a:gsLst>
                <a:gs pos="0">
                  <a:schemeClr val="bg1"/>
                </a:gs>
                <a:gs pos="100000">
                  <a:schemeClr val="bg1"/>
                </a:gs>
              </a:gsLst>
              <a:path path="circle">
                <a:fillToRect l="50000" t="130000" r="50000" b="-30000"/>
              </a:path>
              <a:tileRect/>
            </a:gradFill>
            <a:ln w="9525">
              <a:gradFill flip="none" rotWithShape="1">
                <a:gsLst>
                  <a:gs pos="3000">
                    <a:schemeClr val="accent1">
                      <a:lumMod val="60000"/>
                      <a:lumOff val="40000"/>
                      <a:alpha val="0"/>
                    </a:schemeClr>
                  </a:gs>
                  <a:gs pos="0">
                    <a:schemeClr val="accent1">
                      <a:lumMod val="60000"/>
                      <a:lumOff val="40000"/>
                    </a:schemeClr>
                  </a:gs>
                  <a:gs pos="96000">
                    <a:schemeClr val="accent1">
                      <a:lumMod val="60000"/>
                      <a:lumOff val="40000"/>
                      <a:alpha val="0"/>
                    </a:schemeClr>
                  </a:gs>
                  <a:gs pos="100000">
                    <a:schemeClr val="accent1">
                      <a:lumMod val="60000"/>
                      <a:lumOff val="40000"/>
                    </a:schemeClr>
                  </a:gs>
                </a:gsLst>
                <a:lin ang="5400000" scaled="0"/>
                <a:tileRect/>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18" name="椭圆 217"/>
            <p:cNvSpPr/>
            <p:nvPr/>
          </p:nvSpPr>
          <p:spPr>
            <a:xfrm rot="5400000">
              <a:off x="5267914" y="4228310"/>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a:t>
              </a:r>
              <a:br>
                <a:rPr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集成</a:t>
              </a:r>
              <a:endParaRPr kumimoji="0" lang="zh-CN" altLang="en-US" sz="14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19" name="圆角矩形 218"/>
            <p:cNvSpPr/>
            <p:nvPr/>
          </p:nvSpPr>
          <p:spPr>
            <a:xfrm>
              <a:off x="6059190" y="3996585"/>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批处理</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0" name="圆角矩形 219"/>
            <p:cNvSpPr/>
            <p:nvPr/>
          </p:nvSpPr>
          <p:spPr>
            <a:xfrm>
              <a:off x="6059190" y="4200727"/>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流处理</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1" name="圆角矩形 220"/>
            <p:cNvSpPr/>
            <p:nvPr/>
          </p:nvSpPr>
          <p:spPr>
            <a:xfrm>
              <a:off x="6059190" y="4408730"/>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变化数据捕获</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3" name="椭圆 222"/>
            <p:cNvSpPr/>
            <p:nvPr/>
          </p:nvSpPr>
          <p:spPr>
            <a:xfrm rot="5400000">
              <a:off x="6702604" y="4228311"/>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224" name="组合 223"/>
          <p:cNvGrpSpPr/>
          <p:nvPr/>
        </p:nvGrpSpPr>
        <p:grpSpPr>
          <a:xfrm>
            <a:off x="2594998" y="3914817"/>
            <a:ext cx="2426822" cy="1028971"/>
            <a:chOff x="5550466" y="3945757"/>
            <a:chExt cx="1572641" cy="703058"/>
          </a:xfrm>
        </p:grpSpPr>
        <p:sp>
          <p:nvSpPr>
            <p:cNvPr id="225" name="圆角矩形 224"/>
            <p:cNvSpPr/>
            <p:nvPr/>
          </p:nvSpPr>
          <p:spPr>
            <a:xfrm>
              <a:off x="5616333" y="3945757"/>
              <a:ext cx="1448614" cy="703056"/>
            </a:xfrm>
            <a:prstGeom prst="roundRect">
              <a:avLst>
                <a:gd name="adj" fmla="val 3983"/>
              </a:avLst>
            </a:prstGeom>
            <a:gradFill flip="none" rotWithShape="1">
              <a:gsLst>
                <a:gs pos="0">
                  <a:schemeClr val="bg1"/>
                </a:gs>
                <a:gs pos="100000">
                  <a:schemeClr val="bg1"/>
                </a:gs>
              </a:gsLst>
              <a:path path="circle">
                <a:fillToRect l="50000" t="130000" r="50000" b="-30000"/>
              </a:path>
              <a:tileRect/>
            </a:gradFill>
            <a:ln w="9525">
              <a:gradFill flip="none" rotWithShape="1">
                <a:gsLst>
                  <a:gs pos="3000">
                    <a:schemeClr val="accent1">
                      <a:lumMod val="60000"/>
                      <a:lumOff val="40000"/>
                      <a:alpha val="0"/>
                    </a:schemeClr>
                  </a:gs>
                  <a:gs pos="0">
                    <a:schemeClr val="accent1">
                      <a:lumMod val="60000"/>
                      <a:lumOff val="40000"/>
                    </a:schemeClr>
                  </a:gs>
                  <a:gs pos="96000">
                    <a:schemeClr val="accent1">
                      <a:lumMod val="60000"/>
                      <a:lumOff val="40000"/>
                      <a:alpha val="0"/>
                    </a:schemeClr>
                  </a:gs>
                  <a:gs pos="100000">
                    <a:schemeClr val="accent1">
                      <a:lumMod val="60000"/>
                      <a:lumOff val="40000"/>
                    </a:schemeClr>
                  </a:gs>
                </a:gsLst>
                <a:lin ang="5400000" scaled="0"/>
                <a:tileRect/>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kumimoji="1" lang="zh-CN" altLang="en-US"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26" name="椭圆 225"/>
            <p:cNvSpPr/>
            <p:nvPr/>
          </p:nvSpPr>
          <p:spPr>
            <a:xfrm rot="5400000">
              <a:off x="5267914" y="4228310"/>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a:t>
              </a:r>
              <a:br>
                <a:rPr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治理</a:t>
              </a:r>
              <a:endParaRPr kumimoji="0" lang="zh-CN" altLang="en-US" sz="14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sp>
          <p:nvSpPr>
            <p:cNvPr id="227" name="圆角矩形 226"/>
            <p:cNvSpPr/>
            <p:nvPr/>
          </p:nvSpPr>
          <p:spPr>
            <a:xfrm>
              <a:off x="6059190" y="3996585"/>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数据质量</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8" name="圆角矩形 227"/>
            <p:cNvSpPr/>
            <p:nvPr/>
          </p:nvSpPr>
          <p:spPr>
            <a:xfrm>
              <a:off x="6059190" y="4200727"/>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数据安全</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9" name="圆角矩形 228"/>
            <p:cNvSpPr/>
            <p:nvPr/>
          </p:nvSpPr>
          <p:spPr>
            <a:xfrm>
              <a:off x="6059190" y="4408730"/>
              <a:ext cx="823541" cy="184208"/>
            </a:xfrm>
            <a:prstGeom prst="roundRect">
              <a:avLst>
                <a:gd name="adj" fmla="val 50000"/>
              </a:avLst>
            </a:prstGeom>
            <a:solidFill>
              <a:schemeClr val="accent2">
                <a:lumMod val="20000"/>
                <a:lumOff val="80000"/>
                <a:alpha val="5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元数据管理</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1" name="椭圆 230"/>
            <p:cNvSpPr/>
            <p:nvPr/>
          </p:nvSpPr>
          <p:spPr>
            <a:xfrm rot="5400000">
              <a:off x="6702603" y="4228311"/>
              <a:ext cx="703056" cy="137952"/>
            </a:xfrm>
            <a:prstGeom prst="ellipse">
              <a:avLst/>
            </a:prstGeom>
            <a:gradFill>
              <a:gsLst>
                <a:gs pos="10000">
                  <a:schemeClr val="bg1">
                    <a:alpha val="80000"/>
                  </a:schemeClr>
                </a:gs>
                <a:gs pos="90000">
                  <a:schemeClr val="accent1">
                    <a:lumMod val="0"/>
                    <a:lumOff val="100000"/>
                    <a:alpha val="0"/>
                  </a:schemeClr>
                </a:gs>
              </a:gsLst>
              <a:lin ang="16200000" scaled="1"/>
            </a:gradFill>
            <a:ln w="12700">
              <a:gradFill flip="none" rotWithShape="1">
                <a:gsLst>
                  <a:gs pos="0">
                    <a:schemeClr val="accent1"/>
                  </a:gs>
                  <a:gs pos="95000">
                    <a:schemeClr val="accent1">
                      <a:alpha val="0"/>
                    </a:schemeClr>
                  </a:gs>
                </a:gsLst>
                <a:lin ang="162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72000" tIns="0" rIns="72000" bIns="72000"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accent1"/>
                </a:solidFill>
                <a:effectLst/>
                <a:uLnTx/>
                <a:uFillTx/>
                <a:latin typeface="Arial" panose="020B0604020202090204" pitchFamily="34" charset="0"/>
                <a:ea typeface="微软雅黑" panose="020B0502040204020203" pitchFamily="34" charset="-122"/>
                <a:cs typeface="Arial" panose="020B0604020202090204" pitchFamily="34" charset="0"/>
              </a:endParaRPr>
            </a:p>
          </p:txBody>
        </p:sp>
      </p:grpSp>
      <p:grpSp>
        <p:nvGrpSpPr>
          <p:cNvPr id="239" name="组合 238"/>
          <p:cNvGrpSpPr/>
          <p:nvPr/>
        </p:nvGrpSpPr>
        <p:grpSpPr>
          <a:xfrm>
            <a:off x="5158220" y="1716904"/>
            <a:ext cx="1344732" cy="3226882"/>
            <a:chOff x="5280385" y="980108"/>
            <a:chExt cx="1192121" cy="3016225"/>
          </a:xfrm>
        </p:grpSpPr>
        <p:sp>
          <p:nvSpPr>
            <p:cNvPr id="152" name="圆角矩形 151"/>
            <p:cNvSpPr/>
            <p:nvPr/>
          </p:nvSpPr>
          <p:spPr>
            <a:xfrm>
              <a:off x="5280385" y="980108"/>
              <a:ext cx="1192121" cy="3016225"/>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horz" tIns="108000" rtlCol="0" anchor="t"/>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数据虚拟化</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3" name="圆角矩形 232"/>
            <p:cNvSpPr/>
            <p:nvPr/>
          </p:nvSpPr>
          <p:spPr>
            <a:xfrm>
              <a:off x="5445068" y="1486600"/>
              <a:ext cx="864000" cy="72000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数据目录</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4" name="圆角矩形 233"/>
            <p:cNvSpPr/>
            <p:nvPr/>
          </p:nvSpPr>
          <p:spPr>
            <a:xfrm>
              <a:off x="5445068" y="2279620"/>
              <a:ext cx="864000" cy="72000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指标平台</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35" name="圆角矩形 234"/>
            <p:cNvSpPr/>
            <p:nvPr/>
          </p:nvSpPr>
          <p:spPr>
            <a:xfrm>
              <a:off x="5445068" y="3072640"/>
              <a:ext cx="864000" cy="72000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语义层</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36" name="图片 32" descr="其他-目录"/>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68" y="1589479"/>
              <a:ext cx="324000" cy="324000"/>
            </a:xfrm>
            <a:prstGeom prst="rect">
              <a:avLst/>
            </a:prstGeom>
          </p:spPr>
        </p:pic>
        <p:pic>
          <p:nvPicPr>
            <p:cNvPr id="237" name="图片 18" descr="大数据-关系图谱"/>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68" y="3169577"/>
              <a:ext cx="324000" cy="324000"/>
            </a:xfrm>
            <a:prstGeom prst="rect">
              <a:avLst/>
            </a:prstGeom>
          </p:spPr>
        </p:pic>
        <p:pic>
          <p:nvPicPr>
            <p:cNvPr id="238" name="图片 14" descr="大数据-标签管理"/>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68" y="2382307"/>
              <a:ext cx="324000" cy="324000"/>
            </a:xfrm>
            <a:prstGeom prst="rect">
              <a:avLst/>
            </a:prstGeom>
          </p:spPr>
        </p:pic>
      </p:grpSp>
      <p:cxnSp>
        <p:nvCxnSpPr>
          <p:cNvPr id="240" name="直线连接符 239"/>
          <p:cNvCxnSpPr/>
          <p:nvPr/>
        </p:nvCxnSpPr>
        <p:spPr>
          <a:xfrm>
            <a:off x="6694274" y="1618581"/>
            <a:ext cx="0" cy="3361735"/>
          </a:xfrm>
          <a:prstGeom prst="line">
            <a:avLst/>
          </a:prstGeom>
          <a:ln w="9525">
            <a:solidFill>
              <a:schemeClr val="accent1">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4" name="圆角矩形 243"/>
          <p:cNvSpPr/>
          <p:nvPr/>
        </p:nvSpPr>
        <p:spPr>
          <a:xfrm>
            <a:off x="6867832" y="1716905"/>
            <a:ext cx="1950630" cy="1572960"/>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horz" tIns="108000" rtlCol="0" anchor="t"/>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人工智能</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45" name="圆角矩形 244"/>
          <p:cNvSpPr/>
          <p:nvPr/>
        </p:nvSpPr>
        <p:spPr>
          <a:xfrm>
            <a:off x="7077937" y="2139586"/>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数据科学</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46" name="圆角矩形 245"/>
          <p:cNvSpPr/>
          <p:nvPr/>
        </p:nvSpPr>
        <p:spPr>
          <a:xfrm>
            <a:off x="7077937" y="2503685"/>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机器学习</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47" name="圆角矩形 246"/>
          <p:cNvSpPr/>
          <p:nvPr/>
        </p:nvSpPr>
        <p:spPr>
          <a:xfrm>
            <a:off x="7077937" y="2874998"/>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生成式人工智能</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7" name="圆角矩形 256"/>
          <p:cNvSpPr/>
          <p:nvPr/>
        </p:nvSpPr>
        <p:spPr>
          <a:xfrm>
            <a:off x="6867832" y="3374773"/>
            <a:ext cx="1950630" cy="1572960"/>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horz" tIns="108000" rtlCol="0" anchor="t"/>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商业智能</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8" name="圆角矩形 257"/>
          <p:cNvSpPr/>
          <p:nvPr/>
        </p:nvSpPr>
        <p:spPr>
          <a:xfrm>
            <a:off x="7077937" y="3797455"/>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报表</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59" name="圆角矩形 258"/>
          <p:cNvSpPr/>
          <p:nvPr/>
        </p:nvSpPr>
        <p:spPr>
          <a:xfrm>
            <a:off x="7077937" y="4161554"/>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数据仪表盘</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60" name="圆角矩形 259"/>
          <p:cNvSpPr/>
          <p:nvPr/>
        </p:nvSpPr>
        <p:spPr>
          <a:xfrm>
            <a:off x="7077937" y="4532867"/>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自助分析</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2" name="圆角矩形 271"/>
          <p:cNvSpPr/>
          <p:nvPr/>
        </p:nvSpPr>
        <p:spPr>
          <a:xfrm>
            <a:off x="9186268" y="1716904"/>
            <a:ext cx="1950630" cy="1964277"/>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horz" tIns="108000" rtlCol="0" anchor="t"/>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领域应用</a:t>
            </a:r>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服务</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3" name="圆角矩形 272"/>
          <p:cNvSpPr/>
          <p:nvPr/>
        </p:nvSpPr>
        <p:spPr>
          <a:xfrm>
            <a:off x="9396374" y="2139586"/>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广告效应分析</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4" name="圆角矩形 273"/>
          <p:cNvSpPr/>
          <p:nvPr/>
        </p:nvSpPr>
        <p:spPr>
          <a:xfrm>
            <a:off x="9396374" y="2503685"/>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欺诈检测</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5" name="圆角矩形 274"/>
          <p:cNvSpPr/>
          <p:nvPr/>
        </p:nvSpPr>
        <p:spPr>
          <a:xfrm>
            <a:off x="9396374" y="2874998"/>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智能供应链</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82" name="圆角矩形 281"/>
          <p:cNvSpPr/>
          <p:nvPr/>
        </p:nvSpPr>
        <p:spPr>
          <a:xfrm>
            <a:off x="9396374" y="3239097"/>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智慧工厂</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7" name="圆角矩形 276"/>
          <p:cNvSpPr/>
          <p:nvPr/>
        </p:nvSpPr>
        <p:spPr>
          <a:xfrm>
            <a:off x="9186268" y="3757608"/>
            <a:ext cx="1950630" cy="1193033"/>
          </a:xfrm>
          <a:prstGeom prst="roundRect">
            <a:avLst>
              <a:gd name="adj" fmla="val 3983"/>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horz" tIns="108000" rtlCol="0" anchor="t"/>
          <a:lstStyle/>
          <a:p>
            <a:pPr algn="ct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社会事项</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8" name="圆角矩形 277"/>
          <p:cNvSpPr/>
          <p:nvPr/>
        </p:nvSpPr>
        <p:spPr>
          <a:xfrm>
            <a:off x="9396374" y="4180289"/>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数据共享</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79" name="圆角矩形 278"/>
          <p:cNvSpPr/>
          <p:nvPr/>
        </p:nvSpPr>
        <p:spPr>
          <a:xfrm>
            <a:off x="9396374" y="4544388"/>
            <a:ext cx="1500404" cy="308114"/>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数据资产入表</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cxnSp>
        <p:nvCxnSpPr>
          <p:cNvPr id="281" name="直线连接符 280"/>
          <p:cNvCxnSpPr/>
          <p:nvPr/>
        </p:nvCxnSpPr>
        <p:spPr>
          <a:xfrm>
            <a:off x="8963482" y="1618581"/>
            <a:ext cx="0" cy="3361735"/>
          </a:xfrm>
          <a:prstGeom prst="line">
            <a:avLst/>
          </a:prstGeom>
          <a:ln w="9525">
            <a:solidFill>
              <a:schemeClr val="accent1">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286" name="组合 285"/>
          <p:cNvGrpSpPr/>
          <p:nvPr/>
        </p:nvGrpSpPr>
        <p:grpSpPr>
          <a:xfrm>
            <a:off x="1295222" y="5375352"/>
            <a:ext cx="9841676" cy="747542"/>
            <a:chOff x="1696643" y="4707997"/>
            <a:chExt cx="8724764" cy="698741"/>
          </a:xfrm>
        </p:grpSpPr>
        <p:sp>
          <p:nvSpPr>
            <p:cNvPr id="26" name="圆角矩形 25"/>
            <p:cNvSpPr/>
            <p:nvPr/>
          </p:nvSpPr>
          <p:spPr>
            <a:xfrm>
              <a:off x="1696643" y="4707997"/>
              <a:ext cx="8724764" cy="698741"/>
            </a:xfrm>
            <a:prstGeom prst="roundRect">
              <a:avLst>
                <a:gd name="adj" fmla="val 8065"/>
              </a:avLst>
            </a:prstGeom>
            <a:solidFill>
              <a:schemeClr val="bg2"/>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80000" tIns="36000" bIns="36000" rtlCol="0" anchor="ctr"/>
            <a:lstStyle/>
            <a:p>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D&amp;A</a:t>
              </a:r>
              <a:endPar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环境</a:t>
              </a:r>
              <a:endPar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28" name="组合 27"/>
            <p:cNvGrpSpPr/>
            <p:nvPr/>
          </p:nvGrpSpPr>
          <p:grpSpPr>
            <a:xfrm>
              <a:off x="5467716" y="5029583"/>
              <a:ext cx="482660" cy="251437"/>
              <a:chOff x="4271399" y="5065273"/>
              <a:chExt cx="482660" cy="251437"/>
            </a:xfrm>
          </p:grpSpPr>
          <p:sp>
            <p:nvSpPr>
              <p:cNvPr id="50" name="菱形 49"/>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菱形 50"/>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境外公有云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29" name="组合 28"/>
            <p:cNvGrpSpPr/>
            <p:nvPr/>
          </p:nvGrpSpPr>
          <p:grpSpPr>
            <a:xfrm>
              <a:off x="7224303" y="5029583"/>
              <a:ext cx="482660" cy="251437"/>
              <a:chOff x="4271399" y="5065273"/>
              <a:chExt cx="482660" cy="251437"/>
            </a:xfrm>
          </p:grpSpPr>
          <p:sp>
            <p:nvSpPr>
              <p:cNvPr id="48" name="菱形 47"/>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9" name="菱形 48"/>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私有云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30" name="组合 29"/>
            <p:cNvGrpSpPr/>
            <p:nvPr/>
          </p:nvGrpSpPr>
          <p:grpSpPr>
            <a:xfrm>
              <a:off x="8980890" y="5029583"/>
              <a:ext cx="482660" cy="251437"/>
              <a:chOff x="4271399" y="5065273"/>
              <a:chExt cx="482660" cy="251437"/>
            </a:xfrm>
          </p:grpSpPr>
          <p:sp>
            <p:nvSpPr>
              <p:cNvPr id="46" name="菱形 45"/>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47" name="菱形 46"/>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本地</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283" name="组合 282"/>
            <p:cNvGrpSpPr/>
            <p:nvPr/>
          </p:nvGrpSpPr>
          <p:grpSpPr>
            <a:xfrm>
              <a:off x="3711129" y="5029583"/>
              <a:ext cx="482660" cy="251437"/>
              <a:chOff x="4271399" y="5065273"/>
              <a:chExt cx="482660" cy="251437"/>
            </a:xfrm>
          </p:grpSpPr>
          <p:sp>
            <p:nvSpPr>
              <p:cNvPr id="284" name="菱形 283"/>
              <p:cNvSpPr/>
              <p:nvPr/>
            </p:nvSpPr>
            <p:spPr>
              <a:xfrm>
                <a:off x="4271399" y="5136710"/>
                <a:ext cx="482660" cy="180000"/>
              </a:xfrm>
              <a:prstGeom prst="diamond">
                <a:avLst/>
              </a:prstGeom>
              <a:solidFill>
                <a:schemeClr val="accent1">
                  <a:lumMod val="20000"/>
                  <a:lumOff val="8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85" name="菱形 284"/>
              <p:cNvSpPr/>
              <p:nvPr/>
            </p:nvSpPr>
            <p:spPr>
              <a:xfrm>
                <a:off x="4271399" y="5065273"/>
                <a:ext cx="482660" cy="180000"/>
              </a:xfrm>
              <a:prstGeom prst="diamond">
                <a:avLst/>
              </a:prstGeom>
              <a:solidFill>
                <a:schemeClr val="accent1">
                  <a:lumMod val="60000"/>
                  <a:lumOff val="40000"/>
                </a:schemeClr>
              </a:solidFill>
              <a:ln>
                <a:noFill/>
              </a:ln>
              <a:effectLst/>
              <a:scene3d>
                <a:camera prst="isometricOffAxis1Top">
                  <a:rot lat="0" lon="0" rev="0"/>
                </a:camera>
                <a:lightRig rig="contrasting" dir="t">
                  <a:rot lat="0" lon="0" rev="0"/>
                </a:lightRig>
              </a:scene3d>
              <a:sp3d extrusionH="152400" contourW="25400" prstMaterial="plastic">
                <a:bevelT w="0" h="38100"/>
                <a:extrusionClr>
                  <a:schemeClr val="accent1"/>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3548" tIns="0" rIns="43548" bIns="251999" numCol="1" spcCol="0" rtlCol="0" fromWordArt="0" anchor="b" anchorCtr="0" forceAA="0" compatLnSpc="1">
                <a:noAutofit/>
              </a:bodyPr>
              <a:lstStyle/>
              <a:p>
                <a:pPr algn="ctr"/>
                <a:r>
                  <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本土公有云</a:t>
                </a:r>
                <a:endParaRPr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grpSp>
      <p:grpSp>
        <p:nvGrpSpPr>
          <p:cNvPr id="10" name="组合 9"/>
          <p:cNvGrpSpPr/>
          <p:nvPr/>
        </p:nvGrpSpPr>
        <p:grpSpPr>
          <a:xfrm>
            <a:off x="1295222" y="1716904"/>
            <a:ext cx="1073960" cy="3496336"/>
            <a:chOff x="1336676" y="1716904"/>
            <a:chExt cx="1073960" cy="3496336"/>
          </a:xfrm>
        </p:grpSpPr>
        <p:sp>
          <p:nvSpPr>
            <p:cNvPr id="5" name="圆角矩形 4"/>
            <p:cNvSpPr/>
            <p:nvPr/>
          </p:nvSpPr>
          <p:spPr>
            <a:xfrm>
              <a:off x="1336676" y="1716904"/>
              <a:ext cx="1073960" cy="3496336"/>
            </a:xfrm>
            <a:prstGeom prst="roundRect">
              <a:avLst>
                <a:gd name="adj" fmla="val 3568"/>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rPr>
                <a:t>数据源</a:t>
              </a:r>
              <a:endParaRPr kumimoji="1"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24" name="圆角矩形 123"/>
            <p:cNvSpPr/>
            <p:nvPr/>
          </p:nvSpPr>
          <p:spPr>
            <a:xfrm>
              <a:off x="1480716" y="2180938"/>
              <a:ext cx="768716" cy="645495"/>
            </a:xfrm>
            <a:prstGeom prst="roundRect">
              <a:avLst>
                <a:gd name="adj" fmla="val 1560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业务系统</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17" name="图片 123" descr="基础-应用市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82335" y="2205957"/>
              <a:ext cx="365477" cy="346629"/>
            </a:xfrm>
            <a:prstGeom prst="rect">
              <a:avLst/>
            </a:prstGeom>
          </p:spPr>
        </p:pic>
        <p:sp>
          <p:nvSpPr>
            <p:cNvPr id="287" name="圆角矩形 286"/>
            <p:cNvSpPr/>
            <p:nvPr/>
          </p:nvSpPr>
          <p:spPr>
            <a:xfrm>
              <a:off x="1480716" y="2897832"/>
              <a:ext cx="768716" cy="645495"/>
            </a:xfrm>
            <a:prstGeom prst="roundRect">
              <a:avLst>
                <a:gd name="adj" fmla="val 1560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rPr>
                <a:t>Web/</a:t>
              </a: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移动应用</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89" name="圆角矩形 288"/>
            <p:cNvSpPr/>
            <p:nvPr/>
          </p:nvSpPr>
          <p:spPr>
            <a:xfrm>
              <a:off x="1480716" y="3674468"/>
              <a:ext cx="768716" cy="645495"/>
            </a:xfrm>
            <a:prstGeom prst="roundRect">
              <a:avLst>
                <a:gd name="adj" fmla="val 1560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业务系统</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90" name="图片 123" descr="基础-应用市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65245" y="3699488"/>
              <a:ext cx="365477" cy="346629"/>
            </a:xfrm>
            <a:prstGeom prst="rect">
              <a:avLst/>
            </a:prstGeom>
          </p:spPr>
        </p:pic>
        <p:sp>
          <p:nvSpPr>
            <p:cNvPr id="291" name="圆角矩形 290"/>
            <p:cNvSpPr/>
            <p:nvPr/>
          </p:nvSpPr>
          <p:spPr>
            <a:xfrm>
              <a:off x="1480716" y="3614726"/>
              <a:ext cx="768716" cy="645495"/>
            </a:xfrm>
            <a:prstGeom prst="roundRect">
              <a:avLst>
                <a:gd name="adj" fmla="val 1560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外部数据源</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93" name="圆角矩形 292"/>
            <p:cNvSpPr/>
            <p:nvPr/>
          </p:nvSpPr>
          <p:spPr>
            <a:xfrm>
              <a:off x="1480716" y="4373911"/>
              <a:ext cx="768716" cy="645495"/>
            </a:xfrm>
            <a:prstGeom prst="roundRect">
              <a:avLst>
                <a:gd name="adj" fmla="val 1560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物联网数据</a:t>
              </a:r>
              <a:endPar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pic>
          <p:nvPicPr>
            <p:cNvPr id="295" name="图片 106" descr="基础-手机"/>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82335" y="2882502"/>
              <a:ext cx="365477" cy="346629"/>
            </a:xfrm>
            <a:prstGeom prst="rect">
              <a:avLst/>
            </a:prstGeom>
          </p:spPr>
        </p:pic>
        <p:pic>
          <p:nvPicPr>
            <p:cNvPr id="296" name="图片 25" descr="其他-抽象6"/>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82335" y="3620897"/>
              <a:ext cx="365477" cy="346629"/>
            </a:xfrm>
            <a:prstGeom prst="rect">
              <a:avLst/>
            </a:prstGeom>
          </p:spPr>
        </p:pic>
        <p:pic>
          <p:nvPicPr>
            <p:cNvPr id="297" name="图片 12" descr="数据库-云数据库DM"/>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82335" y="4373910"/>
              <a:ext cx="365477" cy="346629"/>
            </a:xfrm>
            <a:prstGeom prst="rect">
              <a:avLst/>
            </a:prstGeom>
          </p:spPr>
        </p:pic>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Arial" panose="020B0604020202090204" pitchFamily="34" charset="0"/>
                <a:ea typeface="微软雅黑" panose="020B0502040204020203" pitchFamily="34" charset="-122"/>
                <a:cs typeface="Arial" panose="020B0604020202090204" pitchFamily="34" charset="0"/>
              </a:rPr>
              <a:t>房子图</a:t>
            </a:r>
            <a:r>
              <a:rPr kumimoji="1" lang="en-US" altLang="zh-CN" dirty="0">
                <a:latin typeface="Arial" panose="020B0604020202090204" pitchFamily="34" charset="0"/>
                <a:ea typeface="微软雅黑" panose="020B0502040204020203" pitchFamily="34" charset="-122"/>
                <a:cs typeface="Arial" panose="020B0604020202090204" pitchFamily="34" charset="0"/>
              </a:rPr>
              <a:t>/</a:t>
            </a:r>
            <a:r>
              <a:rPr kumimoji="1" lang="zh-CN" altLang="en-US" dirty="0">
                <a:latin typeface="Arial" panose="020B0604020202090204" pitchFamily="34" charset="0"/>
                <a:ea typeface="微软雅黑" panose="020B0502040204020203" pitchFamily="34" charset="-122"/>
                <a:cs typeface="Arial" panose="020B0604020202090204" pitchFamily="34" charset="0"/>
              </a:rPr>
              <a:t>品牌策略</a:t>
            </a:r>
            <a:r>
              <a:rPr kumimoji="1" lang="en-US" altLang="zh-CN" dirty="0">
                <a:latin typeface="Arial" panose="020B0604020202090204" pitchFamily="34" charset="0"/>
                <a:ea typeface="微软雅黑" panose="020B0502040204020203" pitchFamily="34" charset="-122"/>
                <a:cs typeface="Arial" panose="020B0604020202090204" pitchFamily="34" charset="0"/>
              </a:rPr>
              <a:t>/</a:t>
            </a:r>
            <a:r>
              <a:rPr kumimoji="1" lang="zh-CN" altLang="en-US" dirty="0">
                <a:latin typeface="Arial" panose="020B0604020202090204" pitchFamily="34" charset="0"/>
                <a:ea typeface="微软雅黑" panose="020B0502040204020203" pitchFamily="34" charset="-122"/>
                <a:cs typeface="Arial" panose="020B0604020202090204" pitchFamily="34" charset="0"/>
              </a:rPr>
              <a:t>定位</a:t>
            </a:r>
            <a:endParaRPr kumimoji="1" lang="zh-CN" altLang="en-US" dirty="0">
              <a:latin typeface="Arial" panose="020B0604020202090204" pitchFamily="34" charset="0"/>
              <a:ea typeface="微软雅黑" panose="020B0502040204020203" pitchFamily="34" charset="-122"/>
              <a:cs typeface="Arial" panose="020B0604020202090204" pitchFamily="34" charset="0"/>
            </a:endParaRPr>
          </a:p>
        </p:txBody>
      </p:sp>
      <p:grpSp>
        <p:nvGrpSpPr>
          <p:cNvPr id="31" name="组合 30"/>
          <p:cNvGrpSpPr/>
          <p:nvPr/>
        </p:nvGrpSpPr>
        <p:grpSpPr>
          <a:xfrm>
            <a:off x="407988" y="757555"/>
            <a:ext cx="11376025" cy="5803583"/>
            <a:chOff x="406156" y="517741"/>
            <a:chExt cx="10215746" cy="5170459"/>
          </a:xfrm>
        </p:grpSpPr>
        <p:grpSp>
          <p:nvGrpSpPr>
            <p:cNvPr id="28" name="组合 27"/>
            <p:cNvGrpSpPr/>
            <p:nvPr/>
          </p:nvGrpSpPr>
          <p:grpSpPr>
            <a:xfrm>
              <a:off x="406156" y="4986112"/>
              <a:ext cx="10215746" cy="702088"/>
              <a:chOff x="1447425" y="3626602"/>
              <a:chExt cx="7200000" cy="702088"/>
            </a:xfrm>
          </p:grpSpPr>
          <p:sp>
            <p:nvSpPr>
              <p:cNvPr id="29" name="梯形 28"/>
              <p:cNvSpPr/>
              <p:nvPr/>
            </p:nvSpPr>
            <p:spPr>
              <a:xfrm>
                <a:off x="1447425" y="3626602"/>
                <a:ext cx="7200000" cy="630087"/>
              </a:xfrm>
              <a:prstGeom prst="trapezoid">
                <a:avLst>
                  <a:gd name="adj" fmla="val 61701"/>
                </a:avLst>
              </a:prstGeom>
              <a:noFill/>
              <a:ln w="12700">
                <a:gradFill>
                  <a:gsLst>
                    <a:gs pos="20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矩形 29"/>
              <p:cNvSpPr/>
              <p:nvPr/>
            </p:nvSpPr>
            <p:spPr>
              <a:xfrm>
                <a:off x="1447632" y="4256690"/>
                <a:ext cx="7199587" cy="7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4" name="梯形 3"/>
            <p:cNvSpPr/>
            <p:nvPr/>
          </p:nvSpPr>
          <p:spPr>
            <a:xfrm>
              <a:off x="751904" y="517741"/>
              <a:ext cx="9510778" cy="789556"/>
            </a:xfrm>
            <a:prstGeom prst="trapezoid">
              <a:avLst>
                <a:gd name="adj" fmla="val 676848"/>
              </a:avLst>
            </a:prstGeom>
            <a:solidFill>
              <a:schemeClr val="bg1"/>
            </a:solidFill>
            <a:ln w="9525">
              <a:solidFill>
                <a:schemeClr val="accent1"/>
              </a:solidFill>
              <a:prstDash val="solid"/>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108000" bIns="144000" rtlCol="0" anchor="b"/>
            <a:lstStyle/>
            <a:p>
              <a:pPr algn="ctr">
                <a:lnSpc>
                  <a:spcPct val="120000"/>
                </a:lnSpc>
              </a:pPr>
              <a:r>
                <a:rPr kumimoji="1" lang="zh-CN" altLang="en-US"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品牌</a:t>
              </a:r>
              <a:r>
                <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rPr>
                <a:t>Slogan</a:t>
              </a:r>
              <a:endParaRPr kumimoji="1" lang="en-US" altLang="zh-CN" sz="14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pP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时尚不止一瞬间，我们与你同行</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3" name="组合 12"/>
            <p:cNvGrpSpPr/>
            <p:nvPr/>
          </p:nvGrpSpPr>
          <p:grpSpPr>
            <a:xfrm>
              <a:off x="751904" y="1424293"/>
              <a:ext cx="9510778" cy="720000"/>
              <a:chOff x="751904" y="1424293"/>
              <a:chExt cx="9510778" cy="720000"/>
            </a:xfrm>
          </p:grpSpPr>
          <p:sp>
            <p:nvSpPr>
              <p:cNvPr id="5" name="圆角矩形 4"/>
              <p:cNvSpPr/>
              <p:nvPr/>
            </p:nvSpPr>
            <p:spPr>
              <a:xfrm>
                <a:off x="751904" y="1424293"/>
                <a:ext cx="9510778" cy="720000"/>
              </a:xfrm>
              <a:prstGeom prst="roundRect">
                <a:avLst>
                  <a:gd name="adj" fmla="val 8969"/>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80000" tIns="36000" bIns="36000" rtlCol="0" anchor="ctr"/>
              <a:lstStyle/>
              <a:p>
                <a:endParaRPr kumimoji="1" lang="zh-CN" altLang="en-US" sz="1400" b="1" dirty="0">
                  <a:solidFill>
                    <a:schemeClr val="accent1">
                      <a:lumMod val="7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 name="椭圆 5"/>
              <p:cNvSpPr>
                <a:spLocks noChangeAspect="1"/>
              </p:cNvSpPr>
              <p:nvPr/>
            </p:nvSpPr>
            <p:spPr>
              <a:xfrm>
                <a:off x="790505" y="1460293"/>
                <a:ext cx="648000" cy="648000"/>
              </a:xfrm>
              <a:prstGeom prst="ellipse">
                <a:avLst/>
              </a:prstGeom>
              <a:gradFill flip="none" rotWithShape="1">
                <a:gsLst>
                  <a:gs pos="0">
                    <a:schemeClr val="accent2"/>
                  </a:gs>
                  <a:gs pos="100000">
                    <a:schemeClr val="accent1"/>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8755" tIns="49378" rIns="98755" bIns="49378" rtlCol="0" anchor="ctr"/>
              <a:lstStyle/>
              <a:p>
                <a:pPr algn="ctr"/>
                <a:r>
                  <a:rPr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t>品牌</a:t>
                </a:r>
                <a:br>
                  <a:rPr lang="en-US" altLang="zh-CN"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br>
                <a:r>
                  <a:rPr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t>定位</a:t>
                </a:r>
                <a:endParaRPr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2" name="组合 11"/>
              <p:cNvGrpSpPr/>
              <p:nvPr/>
            </p:nvGrpSpPr>
            <p:grpSpPr>
              <a:xfrm>
                <a:off x="2917424" y="1522689"/>
                <a:ext cx="5278961" cy="545657"/>
                <a:chOff x="2917424" y="1522689"/>
                <a:chExt cx="5278961" cy="545657"/>
              </a:xfrm>
            </p:grpSpPr>
            <p:sp>
              <p:nvSpPr>
                <p:cNvPr id="7" name="文本框 6"/>
                <p:cNvSpPr txBox="1"/>
                <p:nvPr/>
              </p:nvSpPr>
              <p:spPr>
                <a:xfrm>
                  <a:off x="2917424" y="1821565"/>
                  <a:ext cx="5278961" cy="246781"/>
                </a:xfrm>
                <a:prstGeom prst="rect">
                  <a:avLst/>
                </a:prstGeom>
                <a:noFill/>
              </p:spPr>
              <p:txBody>
                <a:bodyPr wrap="none" rtlCol="0">
                  <a:spAutoFit/>
                </a:bodyPr>
                <a:lstStyle/>
                <a:p>
                  <a:pPr algn="l"/>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致力于为追求个性化、时尚潮流的年轻女性提供优质的服装产品和全方位的时尚体验</a:t>
                  </a:r>
                  <a:endPar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9" name="矩形: 圆角 41"/>
                <p:cNvSpPr/>
                <p:nvPr/>
              </p:nvSpPr>
              <p:spPr>
                <a:xfrm>
                  <a:off x="4419145" y="1522689"/>
                  <a:ext cx="678616" cy="276888"/>
                </a:xfrm>
                <a:prstGeom prst="roundRect">
                  <a:avLst>
                    <a:gd name="adj" fmla="val 50000"/>
                  </a:avLst>
                </a:prstGeom>
                <a:gradFill>
                  <a:gsLst>
                    <a:gs pos="0">
                      <a:schemeClr val="accent2"/>
                    </a:gs>
                    <a:gs pos="100000">
                      <a:schemeClr val="accent1"/>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0000" tIns="18000" rIns="180000" bIns="18000" rtlCol="0" anchor="ctr">
                  <a:spAutoFit/>
                </a:bodyPr>
                <a:lstStyle/>
                <a:p>
                  <a:pPr algn="ctr"/>
                  <a:r>
                    <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rPr>
                    <a:t>年轻</a:t>
                  </a:r>
                  <a:endPar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0" name="矩形: 圆角 41"/>
                <p:cNvSpPr/>
                <p:nvPr/>
              </p:nvSpPr>
              <p:spPr>
                <a:xfrm>
                  <a:off x="5455137" y="1522689"/>
                  <a:ext cx="678616" cy="276888"/>
                </a:xfrm>
                <a:prstGeom prst="roundRect">
                  <a:avLst>
                    <a:gd name="adj" fmla="val 50000"/>
                  </a:avLst>
                </a:prstGeom>
                <a:gradFill>
                  <a:gsLst>
                    <a:gs pos="0">
                      <a:schemeClr val="accent2"/>
                    </a:gs>
                    <a:gs pos="100000">
                      <a:schemeClr val="accent1"/>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0000" tIns="18000" rIns="180000" bIns="18000" rtlCol="0" anchor="ctr">
                  <a:spAutoFit/>
                </a:bodyPr>
                <a:lstStyle/>
                <a:p>
                  <a:pPr algn="ctr"/>
                  <a:r>
                    <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rPr>
                    <a:t>时尚</a:t>
                  </a:r>
                  <a:endPar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sp>
              <p:nvSpPr>
                <p:cNvPr id="11" name="矩形: 圆角 41"/>
                <p:cNvSpPr/>
                <p:nvPr/>
              </p:nvSpPr>
              <p:spPr>
                <a:xfrm>
                  <a:off x="6491134" y="1522689"/>
                  <a:ext cx="678616" cy="276888"/>
                </a:xfrm>
                <a:prstGeom prst="roundRect">
                  <a:avLst>
                    <a:gd name="adj" fmla="val 50000"/>
                  </a:avLst>
                </a:prstGeom>
                <a:gradFill>
                  <a:gsLst>
                    <a:gs pos="0">
                      <a:schemeClr val="accent2"/>
                    </a:gs>
                    <a:gs pos="100000">
                      <a:schemeClr val="accent1"/>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0000" tIns="18000" rIns="180000" bIns="18000" rtlCol="0" anchor="ctr">
                  <a:spAutoFit/>
                </a:bodyPr>
                <a:lstStyle/>
                <a:p>
                  <a:pPr algn="ctr"/>
                  <a:r>
                    <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rPr>
                    <a:t>品质</a:t>
                  </a:r>
                  <a:endParaRPr lang="zh-CN" altLang="en-US" sz="1200" dirty="0">
                    <a:solidFill>
                      <a:schemeClr val="tx1"/>
                    </a:solidFill>
                    <a:latin typeface="Arial" panose="020B0604020202090204" pitchFamily="34" charset="0"/>
                    <a:ea typeface="微软雅黑" panose="020B0502040204020203" pitchFamily="34" charset="-122"/>
                    <a:cs typeface="Arial" panose="020B0604020202090204" pitchFamily="34" charset="0"/>
                  </a:endParaRPr>
                </a:p>
              </p:txBody>
            </p:sp>
          </p:grpSp>
        </p:grpSp>
        <p:sp>
          <p:nvSpPr>
            <p:cNvPr id="14" name="同侧圆角矩形 13"/>
            <p:cNvSpPr/>
            <p:nvPr/>
          </p:nvSpPr>
          <p:spPr>
            <a:xfrm>
              <a:off x="1565234" y="2250572"/>
              <a:ext cx="4320000" cy="796495"/>
            </a:xfrm>
            <a:prstGeom prst="round2SameRect">
              <a:avLst>
                <a:gd name="adj1" fmla="val 7675"/>
                <a:gd name="adj2" fmla="val 0"/>
              </a:avLst>
            </a:prstGeom>
            <a:solidFill>
              <a:schemeClr val="accent1">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让每一位顾客都能够发掘自己的美丽和自信，</a:t>
              </a:r>
              <a:br>
                <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成为自己生活中的时尚</a:t>
              </a:r>
              <a:r>
                <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t>icon</a:t>
              </a:r>
              <a:endPar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5" name="圆角矩形 14"/>
            <p:cNvSpPr/>
            <p:nvPr/>
          </p:nvSpPr>
          <p:spPr>
            <a:xfrm>
              <a:off x="751903" y="2250572"/>
              <a:ext cx="755884" cy="796494"/>
            </a:xfrm>
            <a:prstGeom prst="roundRect">
              <a:avLst>
                <a:gd name="adj" fmla="val 7163"/>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algn="ct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品牌</a:t>
              </a:r>
              <a:br>
                <a:rPr kumimoji="1"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价值</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同侧圆角矩形 15"/>
            <p:cNvSpPr/>
            <p:nvPr/>
          </p:nvSpPr>
          <p:spPr>
            <a:xfrm>
              <a:off x="5942682" y="2250572"/>
              <a:ext cx="4320000" cy="796495"/>
            </a:xfrm>
            <a:prstGeom prst="round2SameRect">
              <a:avLst>
                <a:gd name="adj1" fmla="val 8799"/>
                <a:gd name="adj2" fmla="val 0"/>
              </a:avLst>
            </a:prstGeom>
            <a:solidFill>
              <a:schemeClr val="accent1">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帮助每一位顾客找到自己的风格，展现内心</a:t>
              </a:r>
              <a:br>
                <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200" dirty="0">
                  <a:solidFill>
                    <a:schemeClr val="tx2"/>
                  </a:solidFill>
                  <a:latin typeface="Arial" panose="020B0604020202090204" pitchFamily="34" charset="0"/>
                  <a:ea typeface="微软雅黑" panose="020B0502040204020203" pitchFamily="34" charset="-122"/>
                  <a:cs typeface="Arial" panose="020B0604020202090204" pitchFamily="34" charset="0"/>
                </a:rPr>
                <a:t>的独特魅力</a:t>
              </a:r>
              <a:endParaRPr kumimoji="1" lang="en-US" altLang="zh-CN" sz="12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17" name="圆角矩形 16"/>
            <p:cNvSpPr/>
            <p:nvPr/>
          </p:nvSpPr>
          <p:spPr>
            <a:xfrm>
              <a:off x="751903" y="3180201"/>
              <a:ext cx="755884" cy="796494"/>
            </a:xfrm>
            <a:prstGeom prst="roundRect">
              <a:avLst>
                <a:gd name="adj" fmla="val 5969"/>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algn="ct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目标</a:t>
              </a:r>
              <a:br>
                <a:rPr kumimoji="1"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人群</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8" name="同侧圆角矩形 17"/>
            <p:cNvSpPr/>
            <p:nvPr/>
          </p:nvSpPr>
          <p:spPr>
            <a:xfrm>
              <a:off x="1565233" y="3180200"/>
              <a:ext cx="2880000" cy="796495"/>
            </a:xfrm>
            <a:prstGeom prst="round2SameRect">
              <a:avLst>
                <a:gd name="adj1" fmla="val 8799"/>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18~25</a:t>
              </a:r>
              <a:r>
                <a:rPr kumimoji="1"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岁的年轻女性</a:t>
              </a:r>
              <a:endPar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spcBef>
                  <a:spcPts val="200"/>
                </a:spcBef>
                <a:spcAft>
                  <a:spcPts val="200"/>
                </a:spcAft>
              </a:pP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注重时尚潮流，热爱尝试新鲜事物</a:t>
              </a:r>
              <a:endParaRPr kumimoji="1"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0" name="同侧圆角矩形 19"/>
            <p:cNvSpPr/>
            <p:nvPr/>
          </p:nvSpPr>
          <p:spPr>
            <a:xfrm>
              <a:off x="4473957" y="3180200"/>
              <a:ext cx="2880000" cy="796495"/>
            </a:xfrm>
            <a:prstGeom prst="round2SameRect">
              <a:avLst>
                <a:gd name="adj1" fmla="val 7675"/>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25~35</a:t>
              </a:r>
              <a:r>
                <a:rPr kumimoji="1"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岁的年轻女性</a:t>
              </a:r>
              <a:endPar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spcBef>
                  <a:spcPts val="200"/>
                </a:spcBef>
                <a:spcAft>
                  <a:spcPts val="200"/>
                </a:spcAft>
              </a:pP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注重品质、舒适性和时尚感</a:t>
              </a:r>
              <a:endParaRPr kumimoji="1"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1" name="同侧圆角矩形 20"/>
            <p:cNvSpPr/>
            <p:nvPr/>
          </p:nvSpPr>
          <p:spPr>
            <a:xfrm>
              <a:off x="7382682" y="3180200"/>
              <a:ext cx="2880000" cy="796495"/>
            </a:xfrm>
            <a:prstGeom prst="round2SameRect">
              <a:avLst>
                <a:gd name="adj1" fmla="val 8799"/>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35~45</a:t>
              </a:r>
              <a:r>
                <a:rPr kumimoji="1" lang="zh-CN" altLang="en-US" sz="12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岁的年轻女性</a:t>
              </a:r>
              <a:endParaRPr kumimoji="1" lang="en-US" altLang="zh-CN" sz="12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a:p>
              <a:pPr algn="ctr">
                <a:spcBef>
                  <a:spcPts val="200"/>
                </a:spcBef>
                <a:spcAft>
                  <a:spcPts val="200"/>
                </a:spcAft>
              </a:pPr>
              <a:r>
                <a:rPr kumimoji="1" lang="zh-CN" altLang="en-US" sz="1100" dirty="0">
                  <a:solidFill>
                    <a:schemeClr val="tx2"/>
                  </a:solidFill>
                  <a:latin typeface="Arial" panose="020B0604020202090204" pitchFamily="34" charset="0"/>
                  <a:ea typeface="微软雅黑" panose="020B0502040204020203" pitchFamily="34" charset="-122"/>
                  <a:cs typeface="Arial" panose="020B0604020202090204" pitchFamily="34" charset="0"/>
                </a:rPr>
                <a:t>注重品质和优雅，体现内在的品味</a:t>
              </a:r>
              <a:endParaRPr kumimoji="1" lang="en-US" altLang="zh-CN" sz="1100" dirty="0">
                <a:solidFill>
                  <a:schemeClr val="tx2"/>
                </a:solidFill>
                <a:latin typeface="Arial" panose="020B0604020202090204" pitchFamily="34" charset="0"/>
                <a:ea typeface="微软雅黑" panose="020B0502040204020203" pitchFamily="34" charset="-122"/>
                <a:cs typeface="Arial" panose="020B0604020202090204" pitchFamily="34" charset="0"/>
              </a:endParaRPr>
            </a:p>
          </p:txBody>
        </p:sp>
        <p:sp>
          <p:nvSpPr>
            <p:cNvPr id="22" name="圆角矩形 21"/>
            <p:cNvSpPr/>
            <p:nvPr/>
          </p:nvSpPr>
          <p:spPr>
            <a:xfrm>
              <a:off x="751903" y="4109829"/>
              <a:ext cx="755884" cy="1314733"/>
            </a:xfrm>
            <a:prstGeom prst="roundRect">
              <a:avLst>
                <a:gd name="adj" fmla="val 5969"/>
              </a:avLst>
            </a:prstGeom>
            <a:solidFill>
              <a:schemeClr val="bg1"/>
            </a:solidFill>
            <a:ln w="9525">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lstStyle/>
            <a:p>
              <a:pPr algn="ct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执行</a:t>
              </a:r>
              <a:br>
                <a:rPr kumimoji="1" lang="en-US" altLang="zh-CN"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br>
              <a:r>
                <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rPr>
                <a:t>策略</a:t>
              </a:r>
              <a:endParaRPr kumimoji="1" lang="zh-CN" altLang="en-US" sz="1400" b="1"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23" name="圆角矩形 22"/>
            <p:cNvSpPr/>
            <p:nvPr/>
          </p:nvSpPr>
          <p:spPr>
            <a:xfrm>
              <a:off x="1565233" y="4109829"/>
              <a:ext cx="2869214" cy="1314733"/>
            </a:xfrm>
            <a:prstGeom prst="roundRect">
              <a:avLst>
                <a:gd name="adj" fmla="val 3405"/>
              </a:avLst>
            </a:prstGeom>
            <a:solidFill>
              <a:schemeClr val="bg2"/>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重点关注社交媒体和线上渠道宣传</a:t>
              </a:r>
              <a:endParaRPr kumimoji="1" lang="en-US" altLang="zh-CN"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推出时尚、个性化的产品</a:t>
              </a:r>
              <a:endParaRPr kumimoji="1" lang="en-US" altLang="zh-CN"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加强线下实体店的体验感</a:t>
              </a:r>
              <a:endParaRPr kumimoji="1" lang="en-US" altLang="zh-CN"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提供与品牌理念相符的时尚活动，吸引年轻女性的注意力</a:t>
              </a:r>
              <a:endPar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圆角矩形 25"/>
            <p:cNvSpPr/>
            <p:nvPr/>
          </p:nvSpPr>
          <p:spPr>
            <a:xfrm>
              <a:off x="4473957" y="4109829"/>
              <a:ext cx="2869214" cy="1314733"/>
            </a:xfrm>
            <a:prstGeom prst="roundRect">
              <a:avLst>
                <a:gd name="adj" fmla="val 3405"/>
              </a:avLst>
            </a:prstGeom>
            <a:solidFill>
              <a:schemeClr val="bg2"/>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注重线下实体店的布局和服务，提供舒适、时尚、品质的购物体验</a:t>
              </a:r>
              <a:endParaRPr kumimoji="1" lang="en-US" altLang="zh-CN"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同时加强品牌形象的宣传，通过时尚杂志、微博、微信等渠道，向目标人群传达品牌的理念和价值。</a:t>
              </a:r>
              <a:endPar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7" name="圆角矩形 26"/>
            <p:cNvSpPr/>
            <p:nvPr/>
          </p:nvSpPr>
          <p:spPr>
            <a:xfrm>
              <a:off x="7393468" y="4109829"/>
              <a:ext cx="2869214" cy="1314733"/>
            </a:xfrm>
            <a:prstGeom prst="roundRect">
              <a:avLst>
                <a:gd name="adj" fmla="val 4085"/>
              </a:avLst>
            </a:prstGeom>
            <a:solidFill>
              <a:schemeClr val="bg2"/>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注重品牌形象的打造和维护，提供高品质、优雅、舒适的产品和服务</a:t>
              </a:r>
              <a:endParaRPr kumimoji="1" lang="en-US" altLang="zh-CN"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a:p>
              <a:pPr marL="171450" indent="-171450">
                <a:spcBef>
                  <a:spcPts val="200"/>
                </a:spcBef>
                <a:spcAft>
                  <a:spcPts val="200"/>
                </a:spcAft>
                <a:buClr>
                  <a:schemeClr val="accent1"/>
                </a:buClr>
                <a:buFont typeface="Arial" panose="020B0604020202090204" pitchFamily="34" charset="0"/>
                <a:buChar char="•"/>
              </a:pPr>
              <a:r>
                <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同时加强线下实体店的布局和服务，提供更贴心的购物体验，吸引成熟女性的关注和认可。</a:t>
              </a:r>
              <a:endParaRPr kumimoji="1" lang="zh-CN" altLang="en-US" sz="11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Arial" panose="020B0604020202090204" pitchFamily="34" charset="0"/>
                <a:cs typeface="Arial" panose="020B0604020202090204" pitchFamily="34" charset="0"/>
              </a:rPr>
              <a:t>私域流量运营方法</a:t>
            </a:r>
            <a:endParaRPr kumimoji="1" lang="zh-CN" altLang="en-US" dirty="0">
              <a:latin typeface="Arial" panose="020B0604020202090204" pitchFamily="34" charset="0"/>
              <a:cs typeface="Arial" panose="020B0604020202090204" pitchFamily="34" charset="0"/>
            </a:endParaRPr>
          </a:p>
        </p:txBody>
      </p:sp>
      <p:sp>
        <p:nvSpPr>
          <p:cNvPr id="4" name="梯形 3"/>
          <p:cNvSpPr/>
          <p:nvPr/>
        </p:nvSpPr>
        <p:spPr>
          <a:xfrm>
            <a:off x="1090683" y="532343"/>
            <a:ext cx="10693330" cy="821372"/>
          </a:xfrm>
          <a:prstGeom prst="trapezoid">
            <a:avLst>
              <a:gd name="adj" fmla="val 676848"/>
            </a:avLst>
          </a:prstGeom>
          <a:solidFill>
            <a:schemeClr val="accent1"/>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tIns="108000" bIns="144000" rtlCol="0" anchor="b"/>
          <a:lstStyle/>
          <a:p>
            <a:pPr algn="ctr">
              <a:lnSpc>
                <a:spcPct val="120000"/>
              </a:lnSpc>
            </a:pPr>
            <a:r>
              <a:rPr kumimoji="1"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t>品牌</a:t>
            </a:r>
            <a:r>
              <a:rPr kumimoji="1" lang="en-US" altLang="zh-CN"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t>Slogan</a:t>
            </a:r>
            <a:endParaRPr kumimoji="1" lang="en-US" altLang="zh-CN" sz="14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a:p>
            <a:pPr algn="ctr">
              <a:lnSpc>
                <a:spcPct val="120000"/>
              </a:lnSpc>
            </a:pPr>
            <a:r>
              <a:rPr kumimoji="1"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rPr>
              <a:t>时尚不止一瞬间，我们与你同行</a:t>
            </a:r>
            <a:endParaRPr kumimoji="1" lang="zh-CN" altLang="en-US" sz="14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5" name="圆角矩形 4"/>
          <p:cNvSpPr/>
          <p:nvPr/>
        </p:nvSpPr>
        <p:spPr>
          <a:xfrm>
            <a:off x="1090683" y="1452748"/>
            <a:ext cx="3478994" cy="337056"/>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数据分析洞察</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sp>
        <p:nvSpPr>
          <p:cNvPr id="6" name="圆角矩形 5"/>
          <p:cNvSpPr/>
          <p:nvPr/>
        </p:nvSpPr>
        <p:spPr>
          <a:xfrm>
            <a:off x="4697851" y="1452748"/>
            <a:ext cx="3478994" cy="337056"/>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数据分析洞察</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sp>
        <p:nvSpPr>
          <p:cNvPr id="7" name="圆角矩形 6"/>
          <p:cNvSpPr/>
          <p:nvPr/>
        </p:nvSpPr>
        <p:spPr>
          <a:xfrm>
            <a:off x="8305019" y="1452748"/>
            <a:ext cx="3478994" cy="337056"/>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数据分析洞察</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0" name="组合 9"/>
          <p:cNvGrpSpPr/>
          <p:nvPr/>
        </p:nvGrpSpPr>
        <p:grpSpPr>
          <a:xfrm>
            <a:off x="1090683" y="1905608"/>
            <a:ext cx="3478994" cy="711562"/>
            <a:chOff x="1090683" y="2183720"/>
            <a:chExt cx="3420000" cy="576000"/>
          </a:xfrm>
        </p:grpSpPr>
        <p:sp>
          <p:nvSpPr>
            <p:cNvPr id="9" name="圆角矩形 8"/>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深入领会企业的商业模式、产品特点、市场需求等，确保对业务运作的全面理解。</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 name="圆角矩形 7"/>
            <p:cNvSpPr/>
            <p:nvPr/>
          </p:nvSpPr>
          <p:spPr>
            <a:xfrm>
              <a:off x="1090684" y="2183720"/>
              <a:ext cx="540000" cy="57600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业务</a:t>
              </a:r>
              <a:br>
                <a:rPr kumimoji="1" lang="en-US" altLang="zh-CN"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把握</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 name="组合 10"/>
          <p:cNvGrpSpPr/>
          <p:nvPr/>
        </p:nvGrpSpPr>
        <p:grpSpPr>
          <a:xfrm>
            <a:off x="4697851" y="1905608"/>
            <a:ext cx="3478994" cy="711562"/>
            <a:chOff x="1090683" y="2183720"/>
            <a:chExt cx="3420000" cy="576000"/>
          </a:xfrm>
        </p:grpSpPr>
        <p:sp>
          <p:nvSpPr>
            <p:cNvPr id="12" name="圆角矩形 11"/>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通过对行业市场、竞争态势、趋势变化等方面的观家和研究，获得对行业发展的深入了解和教锐洞察。</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3" name="圆角矩形 12"/>
            <p:cNvSpPr/>
            <p:nvPr/>
          </p:nvSpPr>
          <p:spPr>
            <a:xfrm>
              <a:off x="1090684" y="2183720"/>
              <a:ext cx="540000" cy="57600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行业</a:t>
              </a:r>
              <a:br>
                <a:rPr kumimoji="1" lang="en-US" altLang="zh-CN"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分析</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4" name="组合 13"/>
          <p:cNvGrpSpPr/>
          <p:nvPr/>
        </p:nvGrpSpPr>
        <p:grpSpPr>
          <a:xfrm>
            <a:off x="8305019" y="1905608"/>
            <a:ext cx="3478994" cy="711562"/>
            <a:chOff x="1090683" y="2183720"/>
            <a:chExt cx="3420000" cy="576000"/>
          </a:xfrm>
        </p:grpSpPr>
        <p:sp>
          <p:nvSpPr>
            <p:cNvPr id="15" name="圆角矩形 14"/>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通过分折数据、听取用户反馈、进行市场调研等手段，准确发现企业在增长、运营、用户体验等方面存在的问题和难题。</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6" name="圆角矩形 15"/>
            <p:cNvSpPr/>
            <p:nvPr/>
          </p:nvSpPr>
          <p:spPr>
            <a:xfrm>
              <a:off x="1090684" y="2183720"/>
              <a:ext cx="540000" cy="57600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rPr>
                <a:t>问题</a:t>
              </a:r>
              <a:br>
                <a:rPr kumimoji="1" lang="en-US" altLang="zh-CN" sz="1100" b="1">
                  <a:solidFill>
                    <a:schemeClr val="accent2"/>
                  </a:solidFill>
                  <a:latin typeface="Arial" panose="020B0604020202090204" pitchFamily="34" charset="0"/>
                  <a:ea typeface="微软雅黑" panose="020B0502040204020203" pitchFamily="34" charset="-122"/>
                  <a:cs typeface="Arial" panose="020B0604020202090204" pitchFamily="34" charset="0"/>
                </a:rPr>
              </a:br>
              <a:r>
                <a:rPr kumimoji="1" lang="zh-CN" altLang="en-US" sz="1100" b="1">
                  <a:solidFill>
                    <a:schemeClr val="accent2"/>
                  </a:solidFill>
                  <a:latin typeface="Arial" panose="020B0604020202090204" pitchFamily="34" charset="0"/>
                  <a:ea typeface="微软雅黑" panose="020B0502040204020203" pitchFamily="34" charset="-122"/>
                  <a:cs typeface="Arial" panose="020B0604020202090204" pitchFamily="34" charset="0"/>
                </a:rPr>
                <a:t>辨识</a:t>
              </a: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21" name="组合 20"/>
          <p:cNvGrpSpPr/>
          <p:nvPr/>
        </p:nvGrpSpPr>
        <p:grpSpPr>
          <a:xfrm>
            <a:off x="1090683" y="2716204"/>
            <a:ext cx="3478994" cy="711562"/>
            <a:chOff x="1090683" y="2962917"/>
            <a:chExt cx="3420000" cy="684000"/>
          </a:xfrm>
        </p:grpSpPr>
        <p:grpSp>
          <p:nvGrpSpPr>
            <p:cNvPr id="17" name="组合 16"/>
            <p:cNvGrpSpPr/>
            <p:nvPr/>
          </p:nvGrpSpPr>
          <p:grpSpPr>
            <a:xfrm>
              <a:off x="1090683" y="2962917"/>
              <a:ext cx="3420000" cy="684000"/>
              <a:chOff x="1090683" y="2183720"/>
              <a:chExt cx="3420000" cy="576000"/>
            </a:xfrm>
          </p:grpSpPr>
          <p:sp>
            <p:nvSpPr>
              <p:cNvPr id="18" name="圆角矩形 17"/>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pPr>
                  <a:spcBef>
                    <a:spcPts val="200"/>
                  </a:spcBef>
                  <a:spcAft>
                    <a:spcPts val="200"/>
                  </a:spcAft>
                </a:pPr>
                <a:r>
                  <a:rPr kumimoji="1" lang="zh-CN" altLang="en-US" sz="1100" b="1" dirty="0">
                    <a:solidFill>
                      <a:schemeClr val="tx2"/>
                    </a:solidFill>
                    <a:latin typeface="Arial" panose="020B0604020202090204" pitchFamily="34" charset="0"/>
                    <a:ea typeface="微软雅黑" panose="020B0502040204020203" pitchFamily="34" charset="-122"/>
                    <a:cs typeface="Arial" panose="020B0604020202090204" pitchFamily="34" charset="0"/>
                  </a:rPr>
                  <a:t>流量获取</a:t>
                </a:r>
                <a:endParaRPr kumimoji="1" lang="en-US" altLang="zh-CN" sz="11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spcBef>
                    <a:spcPts val="200"/>
                  </a:spcBef>
                  <a:spcAft>
                    <a:spcPts val="200"/>
                  </a:spcAft>
                </a:pPr>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私域流量运营需要解决如何获取流量的问题。</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19" name="圆角矩形 18"/>
              <p:cNvSpPr>
                <a:spLocks noChangeAspect="1"/>
              </p:cNvSpPr>
              <p:nvPr/>
            </p:nvSpPr>
            <p:spPr>
              <a:xfrm>
                <a:off x="1204946" y="2289825"/>
                <a:ext cx="432001" cy="363789"/>
              </a:xfrm>
              <a:prstGeom prst="roundRect">
                <a:avLst>
                  <a:gd name="adj" fmla="val 11164"/>
                </a:avLst>
              </a:prstGeom>
              <a:gradFill>
                <a:gsLst>
                  <a:gs pos="100000">
                    <a:schemeClr val="bg2">
                      <a:lumMod val="50000"/>
                    </a:schemeClr>
                  </a:gs>
                  <a:gs pos="0">
                    <a:schemeClr val="bg2">
                      <a:lumMod val="75000"/>
                    </a:schemeClr>
                  </a:gs>
                </a:gsLst>
                <a:lin ang="5400000" scaled="0"/>
              </a:gra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pic>
          <p:nvPicPr>
            <p:cNvPr id="20" name="图片 183" descr="基础-消息列队"/>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76946" y="3160916"/>
              <a:ext cx="288000" cy="288000"/>
            </a:xfrm>
            <a:prstGeom prst="rect">
              <a:avLst/>
            </a:prstGeom>
          </p:spPr>
        </p:pic>
      </p:grpSp>
      <p:grpSp>
        <p:nvGrpSpPr>
          <p:cNvPr id="32" name="组合 31"/>
          <p:cNvGrpSpPr/>
          <p:nvPr/>
        </p:nvGrpSpPr>
        <p:grpSpPr>
          <a:xfrm>
            <a:off x="4697851" y="2716204"/>
            <a:ext cx="3478994" cy="711562"/>
            <a:chOff x="4636683" y="2962917"/>
            <a:chExt cx="3420000" cy="684000"/>
          </a:xfrm>
        </p:grpSpPr>
        <p:grpSp>
          <p:nvGrpSpPr>
            <p:cNvPr id="23" name="组合 22"/>
            <p:cNvGrpSpPr/>
            <p:nvPr/>
          </p:nvGrpSpPr>
          <p:grpSpPr>
            <a:xfrm>
              <a:off x="4636683" y="2962917"/>
              <a:ext cx="3420000" cy="684000"/>
              <a:chOff x="1090683" y="2183720"/>
              <a:chExt cx="3420000" cy="576000"/>
            </a:xfrm>
          </p:grpSpPr>
          <p:sp>
            <p:nvSpPr>
              <p:cNvPr id="25" name="圆角矩形 24"/>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pPr>
                  <a:spcBef>
                    <a:spcPts val="200"/>
                  </a:spcBef>
                  <a:spcAft>
                    <a:spcPts val="200"/>
                  </a:spcAft>
                </a:pPr>
                <a:r>
                  <a:rPr kumimoji="1" lang="zh-CN" altLang="en-US" sz="1100" b="1" dirty="0">
                    <a:solidFill>
                      <a:schemeClr val="tx2"/>
                    </a:solidFill>
                    <a:latin typeface="Arial" panose="020B0604020202090204" pitchFamily="34" charset="0"/>
                    <a:ea typeface="微软雅黑" panose="020B0502040204020203" pitchFamily="34" charset="-122"/>
                    <a:cs typeface="Arial" panose="020B0604020202090204" pitchFamily="34" charset="0"/>
                  </a:rPr>
                  <a:t>流量转化</a:t>
                </a:r>
                <a:endParaRPr kumimoji="1" lang="en-US" altLang="zh-CN" sz="1100" b="1" dirty="0">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spcBef>
                    <a:spcPts val="200"/>
                  </a:spcBef>
                  <a:spcAft>
                    <a:spcPts val="200"/>
                  </a:spcAft>
                </a:pPr>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如何将其转化为实际的商业价值是关键问题。</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26" name="圆角矩形 25"/>
              <p:cNvSpPr>
                <a:spLocks noChangeAspect="1"/>
              </p:cNvSpPr>
              <p:nvPr/>
            </p:nvSpPr>
            <p:spPr>
              <a:xfrm>
                <a:off x="1204946" y="2289825"/>
                <a:ext cx="432001" cy="363789"/>
              </a:xfrm>
              <a:prstGeom prst="roundRect">
                <a:avLst>
                  <a:gd name="adj" fmla="val 11164"/>
                </a:avLst>
              </a:prstGeom>
              <a:gradFill>
                <a:gsLst>
                  <a:gs pos="100000">
                    <a:schemeClr val="bg2">
                      <a:lumMod val="50000"/>
                    </a:schemeClr>
                  </a:gs>
                  <a:gs pos="0">
                    <a:schemeClr val="bg2">
                      <a:lumMod val="75000"/>
                    </a:schemeClr>
                  </a:gs>
                </a:gsLst>
                <a:lin ang="5400000" scaled="0"/>
              </a:gra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pic>
          <p:nvPicPr>
            <p:cNvPr id="27" name="图片 48" descr="其他-抽象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22946" y="3160916"/>
              <a:ext cx="288000" cy="288000"/>
            </a:xfrm>
            <a:prstGeom prst="rect">
              <a:avLst/>
            </a:prstGeom>
            <a:effectLst/>
          </p:spPr>
        </p:pic>
      </p:grpSp>
      <p:grpSp>
        <p:nvGrpSpPr>
          <p:cNvPr id="34" name="组合 33"/>
          <p:cNvGrpSpPr/>
          <p:nvPr/>
        </p:nvGrpSpPr>
        <p:grpSpPr>
          <a:xfrm>
            <a:off x="8305019" y="2716204"/>
            <a:ext cx="3478994" cy="711562"/>
            <a:chOff x="8182683" y="2962917"/>
            <a:chExt cx="3420000" cy="684000"/>
          </a:xfrm>
        </p:grpSpPr>
        <p:grpSp>
          <p:nvGrpSpPr>
            <p:cNvPr id="28" name="组合 27"/>
            <p:cNvGrpSpPr/>
            <p:nvPr/>
          </p:nvGrpSpPr>
          <p:grpSpPr>
            <a:xfrm>
              <a:off x="8182683" y="2962917"/>
              <a:ext cx="3420000" cy="684000"/>
              <a:chOff x="1090683" y="2183720"/>
              <a:chExt cx="3420000" cy="576000"/>
            </a:xfrm>
          </p:grpSpPr>
          <p:sp>
            <p:nvSpPr>
              <p:cNvPr id="29" name="圆角矩形 28"/>
              <p:cNvSpPr/>
              <p:nvPr/>
            </p:nvSpPr>
            <p:spPr>
              <a:xfrm>
                <a:off x="1090683" y="2183720"/>
                <a:ext cx="3420000" cy="576000"/>
              </a:xfrm>
              <a:prstGeom prst="roundRect">
                <a:avLst>
                  <a:gd name="adj" fmla="val 11164"/>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pPr>
                  <a:spcBef>
                    <a:spcPts val="200"/>
                  </a:spcBef>
                  <a:spcAft>
                    <a:spcPts val="200"/>
                  </a:spcAft>
                </a:pPr>
                <a:r>
                  <a:rPr kumimoji="1" lang="zh-CN" altLang="en-US" sz="1100" b="1" dirty="0">
                    <a:solidFill>
                      <a:schemeClr val="tx2"/>
                    </a:solidFill>
                    <a:latin typeface="Arial" panose="020B0604020202090204" pitchFamily="34" charset="0"/>
                    <a:ea typeface="微软雅黑" panose="020B0502040204020203" pitchFamily="34" charset="-122"/>
                    <a:cs typeface="Arial" panose="020B0604020202090204" pitchFamily="34" charset="0"/>
                  </a:rPr>
                  <a:t>流量运营</a:t>
                </a:r>
                <a:endParaRPr kumimoji="1" lang="en-US" altLang="zh-CN" sz="1100" b="1">
                  <a:solidFill>
                    <a:schemeClr val="tx2"/>
                  </a:solidFill>
                  <a:latin typeface="Arial" panose="020B0604020202090204" pitchFamily="34" charset="0"/>
                  <a:ea typeface="微软雅黑" panose="020B0502040204020203" pitchFamily="34" charset="-122"/>
                  <a:cs typeface="Arial" panose="020B0604020202090204" pitchFamily="34" charset="0"/>
                </a:endParaRPr>
              </a:p>
              <a:p>
                <a:pPr>
                  <a:spcBef>
                    <a:spcPts val="200"/>
                  </a:spcBef>
                  <a:spcAft>
                    <a:spcPts val="200"/>
                  </a:spcAft>
                </a:pPr>
                <a:r>
                  <a:rPr kumimoji="1" lang="zh-CN" altLang="en-US" sz="100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保持</a:t>
                </a:r>
                <a:r>
                  <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用户活跃度和忠诚度，是个长期挑战。</a:t>
                </a:r>
                <a:endParaRPr kumimoji="1" lang="zh-CN" altLang="en-US" sz="10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0" name="圆角矩形 29"/>
              <p:cNvSpPr>
                <a:spLocks noChangeAspect="1"/>
              </p:cNvSpPr>
              <p:nvPr/>
            </p:nvSpPr>
            <p:spPr>
              <a:xfrm>
                <a:off x="1204946" y="2289825"/>
                <a:ext cx="432001" cy="363789"/>
              </a:xfrm>
              <a:prstGeom prst="roundRect">
                <a:avLst>
                  <a:gd name="adj" fmla="val 11164"/>
                </a:avLst>
              </a:prstGeom>
              <a:gradFill>
                <a:gsLst>
                  <a:gs pos="100000">
                    <a:schemeClr val="bg2">
                      <a:lumMod val="50000"/>
                    </a:schemeClr>
                  </a:gs>
                  <a:gs pos="0">
                    <a:schemeClr val="bg2">
                      <a:lumMod val="75000"/>
                    </a:schemeClr>
                  </a:gs>
                </a:gsLst>
                <a:lin ang="5400000" scaled="0"/>
              </a:gra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zh-CN" altLang="en-US" sz="1100" b="1" dirty="0">
                  <a:solidFill>
                    <a:schemeClr val="accent2"/>
                  </a:solidFill>
                  <a:latin typeface="Arial" panose="020B0604020202090204" pitchFamily="34" charset="0"/>
                  <a:ea typeface="微软雅黑" panose="020B0502040204020203" pitchFamily="34" charset="-122"/>
                  <a:cs typeface="Arial" panose="020B0604020202090204" pitchFamily="34" charset="0"/>
                </a:endParaRPr>
              </a:p>
            </p:txBody>
          </p:sp>
        </p:grpSp>
        <p:pic>
          <p:nvPicPr>
            <p:cNvPr id="33" name="图片 50" descr="其他-画板"/>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68946" y="3160916"/>
              <a:ext cx="288000" cy="288000"/>
            </a:xfrm>
            <a:prstGeom prst="rect">
              <a:avLst/>
            </a:prstGeom>
            <a:effectLst/>
          </p:spPr>
        </p:pic>
      </p:grpSp>
      <p:grpSp>
        <p:nvGrpSpPr>
          <p:cNvPr id="35" name="组合 34"/>
          <p:cNvGrpSpPr/>
          <p:nvPr/>
        </p:nvGrpSpPr>
        <p:grpSpPr>
          <a:xfrm>
            <a:off x="1090683" y="3558845"/>
            <a:ext cx="3478994" cy="1190038"/>
            <a:chOff x="1090683" y="2183720"/>
            <a:chExt cx="3420000" cy="963319"/>
          </a:xfrm>
        </p:grpSpPr>
        <p:sp>
          <p:nvSpPr>
            <p:cNvPr id="36" name="圆角矩形 35"/>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7" name="圆角矩形 36"/>
            <p:cNvSpPr/>
            <p:nvPr/>
          </p:nvSpPr>
          <p:spPr>
            <a:xfrm>
              <a:off x="1204946" y="2290665"/>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SEO</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优化</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8" name="圆角矩形 37"/>
            <p:cNvSpPr/>
            <p:nvPr/>
          </p:nvSpPr>
          <p:spPr>
            <a:xfrm>
              <a:off x="2286980" y="2290665"/>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社交媒体推广</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39" name="圆角矩形 38"/>
            <p:cNvSpPr/>
            <p:nvPr/>
          </p:nvSpPr>
          <p:spPr>
            <a:xfrm>
              <a:off x="3369014" y="2290665"/>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内容营销</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0" name="圆角矩形 39"/>
            <p:cNvSpPr/>
            <p:nvPr/>
          </p:nvSpPr>
          <p:spPr>
            <a:xfrm>
              <a:off x="1204946" y="2559072"/>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用户注册激励</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1" name="圆角矩形 40"/>
            <p:cNvSpPr/>
            <p:nvPr/>
          </p:nvSpPr>
          <p:spPr>
            <a:xfrm>
              <a:off x="2286980" y="2559072"/>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个性化推荐</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2" name="圆角矩形 41"/>
            <p:cNvSpPr/>
            <p:nvPr/>
          </p:nvSpPr>
          <p:spPr>
            <a:xfrm>
              <a:off x="3369014" y="2559072"/>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精准广告投放</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3" name="圆角矩形 42"/>
            <p:cNvSpPr/>
            <p:nvPr/>
          </p:nvSpPr>
          <p:spPr>
            <a:xfrm>
              <a:off x="1204946" y="2827479"/>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搜索引擎营销</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4" name="圆角矩形 43"/>
            <p:cNvSpPr/>
            <p:nvPr/>
          </p:nvSpPr>
          <p:spPr>
            <a:xfrm>
              <a:off x="2286980" y="2827479"/>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社群运营</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5" name="圆角矩形 44"/>
            <p:cNvSpPr/>
            <p:nvPr/>
          </p:nvSpPr>
          <p:spPr>
            <a:xfrm>
              <a:off x="3369014" y="2827479"/>
              <a:ext cx="10224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电子邮件营销</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46" name="组合 45"/>
          <p:cNvGrpSpPr/>
          <p:nvPr/>
        </p:nvGrpSpPr>
        <p:grpSpPr>
          <a:xfrm>
            <a:off x="4697851" y="3558845"/>
            <a:ext cx="3478994" cy="1190038"/>
            <a:chOff x="1090683" y="2183720"/>
            <a:chExt cx="3420000" cy="963319"/>
          </a:xfrm>
        </p:grpSpPr>
        <p:sp>
          <p:nvSpPr>
            <p:cNvPr id="47" name="圆角矩形 46"/>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48" name="圆角矩形 47"/>
            <p:cNvSpPr/>
            <p:nvPr/>
          </p:nvSpPr>
          <p:spPr>
            <a:xfrm>
              <a:off x="1204946" y="2290665"/>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个性化营销策略</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49" name="圆角矩形 48"/>
            <p:cNvSpPr/>
            <p:nvPr/>
          </p:nvSpPr>
          <p:spPr>
            <a:xfrm>
              <a:off x="2286980" y="2290665"/>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用户画像</a:t>
              </a: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个性化营销</a:t>
              </a: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提高转化率</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51" name="圆角矩形 50"/>
            <p:cNvSpPr/>
            <p:nvPr/>
          </p:nvSpPr>
          <p:spPr>
            <a:xfrm>
              <a:off x="1204946" y="2559072"/>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强化用户体验</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2" name="圆角矩形 51"/>
            <p:cNvSpPr/>
            <p:nvPr/>
          </p:nvSpPr>
          <p:spPr>
            <a:xfrm>
              <a:off x="2286980" y="2559072"/>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优化用户体验，促进流量转化</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54" name="圆角矩形 53"/>
            <p:cNvSpPr/>
            <p:nvPr/>
          </p:nvSpPr>
          <p:spPr>
            <a:xfrm>
              <a:off x="1204946" y="2827479"/>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营销渠道聚合</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55" name="圆角矩形 54"/>
            <p:cNvSpPr/>
            <p:nvPr/>
          </p:nvSpPr>
          <p:spPr>
            <a:xfrm>
              <a:off x="2286980" y="2827479"/>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多渠道整合，提高转化率</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57" name="组合 56"/>
          <p:cNvGrpSpPr/>
          <p:nvPr/>
        </p:nvGrpSpPr>
        <p:grpSpPr>
          <a:xfrm>
            <a:off x="8305019" y="3558845"/>
            <a:ext cx="3478994" cy="1190038"/>
            <a:chOff x="1090683" y="2183720"/>
            <a:chExt cx="3420000" cy="963319"/>
          </a:xfrm>
        </p:grpSpPr>
        <p:sp>
          <p:nvSpPr>
            <p:cNvPr id="58" name="圆角矩形 57"/>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59" name="圆角矩形 58"/>
            <p:cNvSpPr/>
            <p:nvPr/>
          </p:nvSpPr>
          <p:spPr>
            <a:xfrm>
              <a:off x="120494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内容营销</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1" name="圆角矩形 60"/>
            <p:cNvSpPr/>
            <p:nvPr/>
          </p:nvSpPr>
          <p:spPr>
            <a:xfrm>
              <a:off x="284231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社交互动</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2" name="圆角矩形 61"/>
            <p:cNvSpPr/>
            <p:nvPr/>
          </p:nvSpPr>
          <p:spPr>
            <a:xfrm>
              <a:off x="120494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会员福利</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4" name="圆角矩形 63"/>
            <p:cNvSpPr/>
            <p:nvPr/>
          </p:nvSpPr>
          <p:spPr>
            <a:xfrm>
              <a:off x="284231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用户反馈</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5" name="圆角矩形 64"/>
            <p:cNvSpPr/>
            <p:nvPr/>
          </p:nvSpPr>
          <p:spPr>
            <a:xfrm>
              <a:off x="1204946" y="2827479"/>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数据分析</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67" name="圆角矩形 66"/>
            <p:cNvSpPr/>
            <p:nvPr/>
          </p:nvSpPr>
          <p:spPr>
            <a:xfrm>
              <a:off x="2842316" y="2827479"/>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持续更新</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76" name="组合 75"/>
          <p:cNvGrpSpPr/>
          <p:nvPr/>
        </p:nvGrpSpPr>
        <p:grpSpPr>
          <a:xfrm>
            <a:off x="8305019" y="4879962"/>
            <a:ext cx="3478994" cy="1190038"/>
            <a:chOff x="1090683" y="2183720"/>
            <a:chExt cx="3420000" cy="963319"/>
          </a:xfrm>
        </p:grpSpPr>
        <p:sp>
          <p:nvSpPr>
            <p:cNvPr id="77" name="圆角矩形 76"/>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78" name="圆角矩形 77"/>
            <p:cNvSpPr/>
            <p:nvPr/>
          </p:nvSpPr>
          <p:spPr>
            <a:xfrm>
              <a:off x="1204946" y="2290665"/>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数据分析与优化</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79" name="圆角矩形 78"/>
            <p:cNvSpPr/>
            <p:nvPr/>
          </p:nvSpPr>
          <p:spPr>
            <a:xfrm>
              <a:off x="2286980" y="2290665"/>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数据分析优化，提高转化和满意度</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0" name="圆角矩形 79"/>
            <p:cNvSpPr/>
            <p:nvPr/>
          </p:nvSpPr>
          <p:spPr>
            <a:xfrm>
              <a:off x="1204946" y="2559072"/>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多渠道推广策略</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1" name="圆角矩形 80"/>
            <p:cNvSpPr/>
            <p:nvPr/>
          </p:nvSpPr>
          <p:spPr>
            <a:xfrm>
              <a:off x="2286980" y="2559072"/>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多渠道覆盖，提升品牌曝光</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2" name="圆角矩形 81"/>
            <p:cNvSpPr/>
            <p:nvPr/>
          </p:nvSpPr>
          <p:spPr>
            <a:xfrm>
              <a:off x="1204946" y="2827479"/>
              <a:ext cx="10224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用户参与与互动</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83" name="圆角矩形 82"/>
            <p:cNvSpPr/>
            <p:nvPr/>
          </p:nvSpPr>
          <p:spPr>
            <a:xfrm>
              <a:off x="2286980" y="2827479"/>
              <a:ext cx="210541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积极互动，增强用户参与感和忠诚度</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84" name="组合 83"/>
          <p:cNvGrpSpPr/>
          <p:nvPr/>
        </p:nvGrpSpPr>
        <p:grpSpPr>
          <a:xfrm>
            <a:off x="1103820" y="4879713"/>
            <a:ext cx="3478994" cy="1190038"/>
            <a:chOff x="1090683" y="2183720"/>
            <a:chExt cx="3420000" cy="963319"/>
          </a:xfrm>
        </p:grpSpPr>
        <p:sp>
          <p:nvSpPr>
            <p:cNvPr id="85" name="圆角矩形 84"/>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6" name="圆角矩形 85"/>
            <p:cNvSpPr/>
            <p:nvPr/>
          </p:nvSpPr>
          <p:spPr>
            <a:xfrm>
              <a:off x="120494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Google</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 </a:t>
              </a: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Analysis</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7" name="圆角矩形 86"/>
            <p:cNvSpPr/>
            <p:nvPr/>
          </p:nvSpPr>
          <p:spPr>
            <a:xfrm>
              <a:off x="284231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微信公众号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8" name="圆角矩形 87"/>
            <p:cNvSpPr/>
            <p:nvPr/>
          </p:nvSpPr>
          <p:spPr>
            <a:xfrm>
              <a:off x="120494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社交媒体管理工具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89" name="圆角矩形 88"/>
            <p:cNvSpPr/>
            <p:nvPr/>
          </p:nvSpPr>
          <p:spPr>
            <a:xfrm>
              <a:off x="284231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SEO</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优化工具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0" name="圆角矩形 89"/>
            <p:cNvSpPr/>
            <p:nvPr/>
          </p:nvSpPr>
          <p:spPr>
            <a:xfrm>
              <a:off x="1204946" y="2827479"/>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广告投放平台</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1" name="圆角矩形 90"/>
            <p:cNvSpPr/>
            <p:nvPr/>
          </p:nvSpPr>
          <p:spPr>
            <a:xfrm>
              <a:off x="2842316" y="2827479"/>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电子邮件营销工具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92" name="组合 91"/>
          <p:cNvGrpSpPr/>
          <p:nvPr/>
        </p:nvGrpSpPr>
        <p:grpSpPr>
          <a:xfrm>
            <a:off x="4697851" y="4879713"/>
            <a:ext cx="3478994" cy="1190038"/>
            <a:chOff x="1090683" y="2183720"/>
            <a:chExt cx="3420000" cy="963319"/>
          </a:xfrm>
        </p:grpSpPr>
        <p:sp>
          <p:nvSpPr>
            <p:cNvPr id="93" name="圆角矩形 92"/>
            <p:cNvSpPr/>
            <p:nvPr/>
          </p:nvSpPr>
          <p:spPr>
            <a:xfrm>
              <a:off x="1090683" y="2183720"/>
              <a:ext cx="3420000" cy="963319"/>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4" name="圆角矩形 93"/>
            <p:cNvSpPr/>
            <p:nvPr/>
          </p:nvSpPr>
          <p:spPr>
            <a:xfrm>
              <a:off x="120494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CRO</a:t>
              </a: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5" name="圆角矩形 94"/>
            <p:cNvSpPr/>
            <p:nvPr/>
          </p:nvSpPr>
          <p:spPr>
            <a:xfrm>
              <a:off x="2842316" y="2290665"/>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营销自动化工具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6" name="圆角矩形 95"/>
            <p:cNvSpPr/>
            <p:nvPr/>
          </p:nvSpPr>
          <p:spPr>
            <a:xfrm>
              <a:off x="120494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售后服务工具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7" name="圆角矩形 96"/>
            <p:cNvSpPr/>
            <p:nvPr/>
          </p:nvSpPr>
          <p:spPr>
            <a:xfrm>
              <a:off x="2842316" y="2559072"/>
              <a:ext cx="1548000" cy="21221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rPr>
                <a:t>数据分析工具</a:t>
              </a:r>
              <a:endParaRPr kumimoji="1" lang="zh-CN" altLang="en-US" sz="900" dirty="0">
                <a:solidFill>
                  <a:schemeClr val="tx2">
                    <a:lumMod val="75000"/>
                    <a:lumOff val="25000"/>
                  </a:schemeClr>
                </a:solidFill>
                <a:latin typeface="Arial" panose="020B0604020202090204" pitchFamily="34" charset="0"/>
                <a:ea typeface="微软雅黑" panose="020B0502040204020203" pitchFamily="34" charset="-122"/>
                <a:cs typeface="Arial" panose="020B0604020202090204" pitchFamily="34" charset="0"/>
              </a:endParaRPr>
            </a:p>
          </p:txBody>
        </p:sp>
        <p:sp>
          <p:nvSpPr>
            <p:cNvPr id="98" name="圆角矩形 97"/>
            <p:cNvSpPr/>
            <p:nvPr/>
          </p:nvSpPr>
          <p:spPr>
            <a:xfrm>
              <a:off x="1204946" y="2827479"/>
              <a:ext cx="10080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用户体验</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00" name="圆角矩形 99"/>
            <p:cNvSpPr/>
            <p:nvPr/>
          </p:nvSpPr>
          <p:spPr>
            <a:xfrm>
              <a:off x="2293631" y="2827479"/>
              <a:ext cx="10080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个性化推荐</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sp>
          <p:nvSpPr>
            <p:cNvPr id="101" name="圆角矩形 100"/>
            <p:cNvSpPr/>
            <p:nvPr/>
          </p:nvSpPr>
          <p:spPr>
            <a:xfrm>
              <a:off x="3382316" y="2827479"/>
              <a:ext cx="1008000" cy="212210"/>
            </a:xfrm>
            <a:prstGeom prst="roundRect">
              <a:avLst>
                <a:gd name="adj" fmla="val 11164"/>
              </a:avLst>
            </a:prstGeom>
            <a:solidFill>
              <a:schemeClr val="accent2">
                <a:lumMod val="20000"/>
                <a:lumOff val="8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rPr>
                <a:t>社交化分享</a:t>
              </a:r>
              <a:endParaRPr kumimoji="1" lang="zh-CN" altLang="en-US" sz="900" dirty="0">
                <a:solidFill>
                  <a:schemeClr val="accent1"/>
                </a:solidFill>
                <a:latin typeface="Arial" panose="020B0604020202090204" pitchFamily="34" charset="0"/>
                <a:ea typeface="微软雅黑" panose="020B0502040204020203" pitchFamily="34" charset="-122"/>
                <a:cs typeface="Arial" panose="020B0604020202090204" pitchFamily="34" charset="0"/>
              </a:endParaRPr>
            </a:p>
          </p:txBody>
        </p:sp>
      </p:grpSp>
      <p:sp>
        <p:nvSpPr>
          <p:cNvPr id="102" name="圆角矩形 101"/>
          <p:cNvSpPr/>
          <p:nvPr/>
        </p:nvSpPr>
        <p:spPr>
          <a:xfrm>
            <a:off x="1090682" y="6219319"/>
            <a:ext cx="10693329" cy="337056"/>
          </a:xfrm>
          <a:prstGeom prst="roundRect">
            <a:avLst>
              <a:gd name="adj" fmla="val 11164"/>
            </a:avLst>
          </a:prstGeom>
          <a:gradFill>
            <a:gsLst>
              <a:gs pos="0">
                <a:schemeClr val="accent2"/>
              </a:gs>
              <a:gs pos="100000">
                <a:schemeClr val="accent1"/>
              </a:gs>
            </a:gsLst>
            <a:lin ang="1200000" scaled="0"/>
          </a:gra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rPr>
              <a:t>私域流量是通过精准的用户关系管理和优质内容运营，吸引、留住并转化目标用户，实现可持续增长的流量来源。</a:t>
            </a:r>
            <a:endParaRPr kumimoji="1" lang="zh-CN" altLang="en-US" sz="12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grpSp>
        <p:nvGrpSpPr>
          <p:cNvPr id="110" name="组合 109"/>
          <p:cNvGrpSpPr/>
          <p:nvPr/>
        </p:nvGrpSpPr>
        <p:grpSpPr>
          <a:xfrm>
            <a:off x="409317" y="2631612"/>
            <a:ext cx="533484" cy="684000"/>
            <a:chOff x="409317" y="2962917"/>
            <a:chExt cx="533484" cy="684000"/>
          </a:xfrm>
        </p:grpSpPr>
        <p:sp>
          <p:nvSpPr>
            <p:cNvPr id="103" name="圆角矩形 102"/>
            <p:cNvSpPr/>
            <p:nvPr/>
          </p:nvSpPr>
          <p:spPr>
            <a:xfrm>
              <a:off x="409317" y="2962917"/>
              <a:ext cx="360000" cy="684000"/>
            </a:xfrm>
            <a:prstGeom prst="roundRect">
              <a:avLst>
                <a:gd name="adj" fmla="val 50000"/>
              </a:avLst>
            </a:prstGeom>
            <a:solidFill>
              <a:schemeClr val="accent1"/>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r>
                <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rPr>
                <a:t>问题</a:t>
              </a: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6" name="三角形 105"/>
            <p:cNvSpPr/>
            <p:nvPr/>
          </p:nvSpPr>
          <p:spPr>
            <a:xfrm rot="5400000">
              <a:off x="817566" y="3252965"/>
              <a:ext cx="153091" cy="97379"/>
            </a:xfrm>
            <a:prstGeom prst="triangle">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1" name="组合 110"/>
          <p:cNvGrpSpPr/>
          <p:nvPr/>
        </p:nvGrpSpPr>
        <p:grpSpPr>
          <a:xfrm>
            <a:off x="409317" y="3441614"/>
            <a:ext cx="533484" cy="1143942"/>
            <a:chOff x="409317" y="3772919"/>
            <a:chExt cx="533484" cy="1143942"/>
          </a:xfrm>
        </p:grpSpPr>
        <p:sp>
          <p:nvSpPr>
            <p:cNvPr id="104" name="圆角矩形 103"/>
            <p:cNvSpPr/>
            <p:nvPr/>
          </p:nvSpPr>
          <p:spPr>
            <a:xfrm>
              <a:off x="409317" y="3772919"/>
              <a:ext cx="360000" cy="1143942"/>
            </a:xfrm>
            <a:prstGeom prst="roundRect">
              <a:avLst>
                <a:gd name="adj" fmla="val 50000"/>
              </a:avLst>
            </a:prstGeom>
            <a:solidFill>
              <a:schemeClr val="accent1"/>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r>
                <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rPr>
                <a:t>解法</a:t>
              </a: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8" name="三角形 107"/>
            <p:cNvSpPr/>
            <p:nvPr/>
          </p:nvSpPr>
          <p:spPr>
            <a:xfrm rot="5400000">
              <a:off x="817566" y="4295960"/>
              <a:ext cx="153091" cy="97379"/>
            </a:xfrm>
            <a:prstGeom prst="triangle">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grpSp>
      <p:grpSp>
        <p:nvGrpSpPr>
          <p:cNvPr id="112" name="组合 111"/>
          <p:cNvGrpSpPr/>
          <p:nvPr/>
        </p:nvGrpSpPr>
        <p:grpSpPr>
          <a:xfrm>
            <a:off x="409317" y="4711078"/>
            <a:ext cx="533484" cy="1143942"/>
            <a:chOff x="409317" y="5042383"/>
            <a:chExt cx="533484" cy="1143942"/>
          </a:xfrm>
        </p:grpSpPr>
        <p:sp>
          <p:nvSpPr>
            <p:cNvPr id="105" name="圆角矩形 104"/>
            <p:cNvSpPr/>
            <p:nvPr/>
          </p:nvSpPr>
          <p:spPr>
            <a:xfrm>
              <a:off x="409317" y="5042383"/>
              <a:ext cx="360000" cy="1143942"/>
            </a:xfrm>
            <a:prstGeom prst="roundRect">
              <a:avLst>
                <a:gd name="adj" fmla="val 50000"/>
              </a:avLst>
            </a:prstGeom>
            <a:solidFill>
              <a:schemeClr val="accent1"/>
            </a:soli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r>
                <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rPr>
                <a:t>工具</a:t>
              </a: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sp>
          <p:nvSpPr>
            <p:cNvPr id="109" name="三角形 108"/>
            <p:cNvSpPr/>
            <p:nvPr/>
          </p:nvSpPr>
          <p:spPr>
            <a:xfrm rot="5400000">
              <a:off x="817566" y="5565664"/>
              <a:ext cx="153091" cy="97379"/>
            </a:xfrm>
            <a:prstGeom prst="triangle">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6000" bIns="36000" rtlCol="0" anchor="ctr"/>
            <a:lstStyle/>
            <a:p>
              <a:pPr algn="ctr"/>
              <a:endParaRPr kumimoji="1" lang="zh-CN" altLang="en-US" sz="1100" b="1" dirty="0">
                <a:solidFill>
                  <a:schemeClr val="bg1"/>
                </a:solidFill>
                <a:latin typeface="Arial" panose="020B0604020202090204" pitchFamily="34" charset="0"/>
                <a:ea typeface="微软雅黑" panose="020B0502040204020203" pitchFamily="34" charset="-122"/>
                <a:cs typeface="Arial" panose="020B0604020202090204" pitchFamily="34" charset="0"/>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同侧圆角矩形 42"/>
          <p:cNvSpPr/>
          <p:nvPr/>
        </p:nvSpPr>
        <p:spPr>
          <a:xfrm>
            <a:off x="432000" y="1620000"/>
            <a:ext cx="8352000" cy="4247515"/>
          </a:xfrm>
          <a:prstGeom prst="round2SameRect">
            <a:avLst>
              <a:gd name="adj1" fmla="val 0"/>
              <a:gd name="adj2" fmla="val 0"/>
            </a:avLst>
          </a:prstGeom>
          <a:solidFill>
            <a:schemeClr val="bg1"/>
          </a:solidFill>
          <a:ln>
            <a:solidFill>
              <a:schemeClr val="tx2">
                <a:lumMod val="25000"/>
                <a:lumOff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solidFill>
                <a:schemeClr val="tx1">
                  <a:lumMod val="85000"/>
                  <a:lumOff val="15000"/>
                </a:schemeClr>
              </a:solidFill>
              <a:sym typeface="+mn-ea"/>
            </a:endParaRPr>
          </a:p>
        </p:txBody>
      </p:sp>
      <p:sp>
        <p:nvSpPr>
          <p:cNvPr id="46" name="同侧圆角矩形 45"/>
          <p:cNvSpPr/>
          <p:nvPr/>
        </p:nvSpPr>
        <p:spPr>
          <a:xfrm>
            <a:off x="504825" y="2160000"/>
            <a:ext cx="2592000" cy="3636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253" name="圆角矩形 74"/>
          <p:cNvSpPr/>
          <p:nvPr>
            <p:custDataLst>
              <p:tags r:id="rId1"/>
            </p:custDataLst>
          </p:nvPr>
        </p:nvSpPr>
        <p:spPr>
          <a:xfrm>
            <a:off x="663575" y="4475480"/>
            <a:ext cx="2280920" cy="438785"/>
          </a:xfrm>
          <a:prstGeom prst="roundRect">
            <a:avLst>
              <a:gd name="adj" fmla="val 3358"/>
            </a:avLst>
          </a:prstGeom>
          <a:solidFill>
            <a:schemeClr val="accent2">
              <a:lumMod val="20000"/>
              <a:lumOff val="80000"/>
              <a:alpha val="3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900">
              <a:solidFill>
                <a:schemeClr val="tx2"/>
              </a:solidFill>
              <a:latin typeface="+mj-ea"/>
              <a:ea typeface="+mj-ea"/>
              <a:sym typeface="+mn-ea"/>
            </a:endParaRPr>
          </a:p>
        </p:txBody>
      </p:sp>
      <p:sp>
        <p:nvSpPr>
          <p:cNvPr id="252" name="圆角矩形 74"/>
          <p:cNvSpPr/>
          <p:nvPr>
            <p:custDataLst>
              <p:tags r:id="rId2"/>
            </p:custDataLst>
          </p:nvPr>
        </p:nvSpPr>
        <p:spPr>
          <a:xfrm>
            <a:off x="663575" y="3625850"/>
            <a:ext cx="2280920" cy="541655"/>
          </a:xfrm>
          <a:prstGeom prst="roundRect">
            <a:avLst>
              <a:gd name="adj" fmla="val 3358"/>
            </a:avLst>
          </a:prstGeom>
          <a:solidFill>
            <a:schemeClr val="accent2">
              <a:lumMod val="20000"/>
              <a:lumOff val="80000"/>
              <a:alpha val="3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900">
              <a:solidFill>
                <a:schemeClr val="tx2"/>
              </a:solidFill>
              <a:latin typeface="+mj-ea"/>
              <a:ea typeface="+mj-ea"/>
              <a:sym typeface="+mn-ea"/>
            </a:endParaRPr>
          </a:p>
        </p:txBody>
      </p:sp>
      <p:grpSp>
        <p:nvGrpSpPr>
          <p:cNvPr id="9" name="组合 8"/>
          <p:cNvGrpSpPr/>
          <p:nvPr/>
        </p:nvGrpSpPr>
        <p:grpSpPr>
          <a:xfrm>
            <a:off x="431800" y="1008000"/>
            <a:ext cx="11375390" cy="431800"/>
            <a:chOff x="680" y="1701"/>
            <a:chExt cx="17914" cy="680"/>
          </a:xfrm>
        </p:grpSpPr>
        <p:sp>
          <p:nvSpPr>
            <p:cNvPr id="17" name="同侧圆角矩形 16"/>
            <p:cNvSpPr/>
            <p:nvPr/>
          </p:nvSpPr>
          <p:spPr>
            <a:xfrm>
              <a:off x="680" y="1701"/>
              <a:ext cx="17915" cy="680"/>
            </a:xfrm>
            <a:prstGeom prst="round2SameRect">
              <a:avLst>
                <a:gd name="adj1" fmla="val 0"/>
                <a:gd name="adj2" fmla="val 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99" name="圆角矩形 74"/>
            <p:cNvSpPr/>
            <p:nvPr>
              <p:custDataLst>
                <p:tags r:id="rId3"/>
              </p:custDataLst>
            </p:nvPr>
          </p:nvSpPr>
          <p:spPr>
            <a:xfrm>
              <a:off x="794"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无人</a:t>
              </a:r>
              <a:endParaRPr lang="zh-CN" altLang="en-US" sz="1200">
                <a:solidFill>
                  <a:schemeClr val="tx2"/>
                </a:solidFill>
                <a:latin typeface="+mj-ea"/>
                <a:ea typeface="+mj-ea"/>
                <a:sym typeface="+mn-ea"/>
              </a:endParaRPr>
            </a:p>
          </p:txBody>
        </p:sp>
        <p:sp>
          <p:nvSpPr>
            <p:cNvPr id="23" name="圆角矩形 74"/>
            <p:cNvSpPr/>
            <p:nvPr>
              <p:custDataLst>
                <p:tags r:id="rId4"/>
              </p:custDataLst>
            </p:nvPr>
          </p:nvSpPr>
          <p:spPr>
            <a:xfrm>
              <a:off x="3685"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情报</a:t>
              </a:r>
              <a:endParaRPr lang="zh-CN" altLang="en-US" sz="1200">
                <a:solidFill>
                  <a:schemeClr val="tx2"/>
                </a:solidFill>
                <a:latin typeface="+mj-ea"/>
                <a:ea typeface="+mj-ea"/>
                <a:sym typeface="+mn-ea"/>
              </a:endParaRPr>
            </a:p>
          </p:txBody>
        </p:sp>
        <p:sp>
          <p:nvSpPr>
            <p:cNvPr id="24" name="圆角矩形 74"/>
            <p:cNvSpPr/>
            <p:nvPr>
              <p:custDataLst>
                <p:tags r:id="rId5"/>
              </p:custDataLst>
            </p:nvPr>
          </p:nvSpPr>
          <p:spPr>
            <a:xfrm>
              <a:off x="6576"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指控</a:t>
              </a:r>
              <a:endParaRPr lang="zh-CN" altLang="en-US" sz="1200">
                <a:solidFill>
                  <a:schemeClr val="tx2"/>
                </a:solidFill>
                <a:latin typeface="+mj-ea"/>
                <a:ea typeface="+mj-ea"/>
                <a:sym typeface="+mn-ea"/>
              </a:endParaRPr>
            </a:p>
          </p:txBody>
        </p:sp>
        <p:cxnSp>
          <p:nvCxnSpPr>
            <p:cNvPr id="37" name="直接连接符 36"/>
            <p:cNvCxnSpPr/>
            <p:nvPr/>
          </p:nvCxnSpPr>
          <p:spPr>
            <a:xfrm>
              <a:off x="9581" y="1928"/>
              <a:ext cx="0" cy="227"/>
            </a:xfrm>
            <a:prstGeom prst="line">
              <a:avLst/>
            </a:prstGeom>
            <a:ln w="9525">
              <a:solidFill>
                <a:schemeClr val="tx2">
                  <a:lumMod val="25000"/>
                  <a:lumOff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39" name="圆角矩形 74"/>
            <p:cNvSpPr/>
            <p:nvPr>
              <p:custDataLst>
                <p:tags r:id="rId6"/>
              </p:custDataLst>
            </p:nvPr>
          </p:nvSpPr>
          <p:spPr>
            <a:xfrm>
              <a:off x="9808"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智能写作</a:t>
              </a:r>
              <a:endParaRPr lang="zh-CN" altLang="en-US" sz="1200">
                <a:solidFill>
                  <a:schemeClr val="tx2"/>
                </a:solidFill>
                <a:latin typeface="+mj-ea"/>
                <a:ea typeface="+mj-ea"/>
                <a:sym typeface="+mn-ea"/>
              </a:endParaRPr>
            </a:p>
          </p:txBody>
        </p:sp>
        <p:sp>
          <p:nvSpPr>
            <p:cNvPr id="40" name="圆角矩形 74"/>
            <p:cNvSpPr/>
            <p:nvPr>
              <p:custDataLst>
                <p:tags r:id="rId7"/>
              </p:custDataLst>
            </p:nvPr>
          </p:nvSpPr>
          <p:spPr>
            <a:xfrm>
              <a:off x="12699"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智能采购</a:t>
              </a:r>
              <a:endParaRPr lang="zh-CN" altLang="en-US" sz="1200">
                <a:solidFill>
                  <a:schemeClr val="tx2"/>
                </a:solidFill>
                <a:latin typeface="+mj-ea"/>
                <a:ea typeface="+mj-ea"/>
                <a:sym typeface="+mn-ea"/>
              </a:endParaRPr>
            </a:p>
          </p:txBody>
        </p:sp>
        <p:sp>
          <p:nvSpPr>
            <p:cNvPr id="41" name="圆角矩形 74"/>
            <p:cNvSpPr/>
            <p:nvPr>
              <p:custDataLst>
                <p:tags r:id="rId8"/>
              </p:custDataLst>
            </p:nvPr>
          </p:nvSpPr>
          <p:spPr>
            <a:xfrm>
              <a:off x="15591"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智能审查</a:t>
              </a:r>
              <a:endParaRPr lang="zh-CN" altLang="en-US" sz="1200">
                <a:solidFill>
                  <a:schemeClr val="tx2"/>
                </a:solidFill>
                <a:latin typeface="+mj-ea"/>
                <a:ea typeface="+mj-ea"/>
                <a:sym typeface="+mn-ea"/>
              </a:endParaRPr>
            </a:p>
          </p:txBody>
        </p:sp>
      </p:grpSp>
      <p:sp>
        <p:nvSpPr>
          <p:cNvPr id="25" name="同侧圆角矩形 24"/>
          <p:cNvSpPr/>
          <p:nvPr/>
        </p:nvSpPr>
        <p:spPr>
          <a:xfrm>
            <a:off x="432000" y="720000"/>
            <a:ext cx="11376000" cy="28829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通用应用和行业应用</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44" name="圆角矩形 74"/>
          <p:cNvSpPr/>
          <p:nvPr>
            <p:custDataLst>
              <p:tags r:id="rId9"/>
            </p:custDataLst>
          </p:nvPr>
        </p:nvSpPr>
        <p:spPr>
          <a:xfrm>
            <a:off x="3744000" y="1620000"/>
            <a:ext cx="1763395" cy="288000"/>
          </a:xfrm>
          <a:prstGeom prst="roundRect">
            <a:avLst>
              <a:gd name="adj" fmla="val 8831"/>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b="1">
                <a:solidFill>
                  <a:schemeClr val="tx2"/>
                </a:solidFill>
                <a:latin typeface="+mj-ea"/>
                <a:ea typeface="+mj-ea"/>
                <a:sym typeface="+mn-ea"/>
              </a:rPr>
              <a:t>数据平台</a:t>
            </a:r>
            <a:endParaRPr lang="zh-CN" altLang="en-US" sz="1200" b="1">
              <a:solidFill>
                <a:schemeClr val="tx2"/>
              </a:solidFill>
              <a:latin typeface="+mj-ea"/>
              <a:ea typeface="+mj-ea"/>
              <a:sym typeface="+mn-ea"/>
            </a:endParaRPr>
          </a:p>
        </p:txBody>
      </p:sp>
      <p:sp>
        <p:nvSpPr>
          <p:cNvPr id="45" name="同侧圆角矩形 44"/>
          <p:cNvSpPr/>
          <p:nvPr/>
        </p:nvSpPr>
        <p:spPr>
          <a:xfrm>
            <a:off x="504190" y="1872000"/>
            <a:ext cx="2592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可信数据流通交易平台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47" name="同侧圆角矩形 46"/>
          <p:cNvSpPr/>
          <p:nvPr/>
        </p:nvSpPr>
        <p:spPr>
          <a:xfrm>
            <a:off x="3204000" y="2160000"/>
            <a:ext cx="5508000" cy="972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45" name="同侧圆角矩形 144"/>
          <p:cNvSpPr/>
          <p:nvPr/>
        </p:nvSpPr>
        <p:spPr>
          <a:xfrm>
            <a:off x="3204000" y="1872000"/>
            <a:ext cx="5508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本体构建平台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51" name="圆角矩形 74"/>
          <p:cNvSpPr/>
          <p:nvPr>
            <p:custDataLst>
              <p:tags r:id="rId10"/>
            </p:custDataLst>
          </p:nvPr>
        </p:nvSpPr>
        <p:spPr>
          <a:xfrm>
            <a:off x="576000" y="2232000"/>
            <a:ext cx="2448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门户</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nvGrpSpPr>
          <p:cNvPr id="13" name="组合 12"/>
          <p:cNvGrpSpPr/>
          <p:nvPr/>
        </p:nvGrpSpPr>
        <p:grpSpPr>
          <a:xfrm>
            <a:off x="575945" y="5004000"/>
            <a:ext cx="2447290" cy="683260"/>
            <a:chOff x="907" y="7937"/>
            <a:chExt cx="3854" cy="1076"/>
          </a:xfrm>
        </p:grpSpPr>
        <p:sp>
          <p:nvSpPr>
            <p:cNvPr id="132" name="圆角矩形 74"/>
            <p:cNvSpPr/>
            <p:nvPr>
              <p:custDataLst>
                <p:tags r:id="rId11"/>
              </p:custDataLst>
            </p:nvPr>
          </p:nvSpPr>
          <p:spPr>
            <a:xfrm>
              <a:off x="907" y="7937"/>
              <a:ext cx="3855" cy="1077"/>
            </a:xfrm>
            <a:prstGeom prst="roundRect">
              <a:avLst>
                <a:gd name="adj" fmla="val 3917"/>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33" name="圆角矩形 74"/>
            <p:cNvSpPr/>
            <p:nvPr>
              <p:custDataLst>
                <p:tags r:id="rId12"/>
              </p:custDataLst>
            </p:nvPr>
          </p:nvSpPr>
          <p:spPr>
            <a:xfrm>
              <a:off x="907" y="7937"/>
              <a:ext cx="3855"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连接器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39" name="圆角矩形 74"/>
            <p:cNvSpPr/>
            <p:nvPr>
              <p:custDataLst>
                <p:tags r:id="rId13"/>
              </p:custDataLst>
            </p:nvPr>
          </p:nvSpPr>
          <p:spPr>
            <a:xfrm>
              <a:off x="1020" y="8674"/>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数据标识</a:t>
              </a:r>
              <a:endParaRPr lang="zh-CN" altLang="en-US" sz="900">
                <a:solidFill>
                  <a:schemeClr val="tx2">
                    <a:lumMod val="75000"/>
                    <a:lumOff val="25000"/>
                  </a:schemeClr>
                </a:solidFill>
                <a:latin typeface="+mj-ea"/>
                <a:ea typeface="+mj-ea"/>
                <a:sym typeface="+mn-ea"/>
              </a:endParaRPr>
            </a:p>
          </p:txBody>
        </p:sp>
        <p:sp>
          <p:nvSpPr>
            <p:cNvPr id="140" name="圆角矩形 74"/>
            <p:cNvSpPr/>
            <p:nvPr>
              <p:custDataLst>
                <p:tags r:id="rId14"/>
              </p:custDataLst>
            </p:nvPr>
          </p:nvSpPr>
          <p:spPr>
            <a:xfrm>
              <a:off x="2868" y="8674"/>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目录查询</a:t>
              </a:r>
              <a:endParaRPr lang="zh-CN" altLang="en-US" sz="900">
                <a:solidFill>
                  <a:schemeClr val="tx2">
                    <a:lumMod val="75000"/>
                    <a:lumOff val="25000"/>
                  </a:schemeClr>
                </a:solidFill>
                <a:latin typeface="+mj-ea"/>
                <a:ea typeface="+mj-ea"/>
                <a:sym typeface="+mn-ea"/>
              </a:endParaRPr>
            </a:p>
          </p:txBody>
        </p:sp>
        <p:sp>
          <p:nvSpPr>
            <p:cNvPr id="142" name="圆角矩形 74"/>
            <p:cNvSpPr/>
            <p:nvPr>
              <p:custDataLst>
                <p:tags r:id="rId15"/>
              </p:custDataLst>
            </p:nvPr>
          </p:nvSpPr>
          <p:spPr>
            <a:xfrm>
              <a:off x="1020" y="8334"/>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身份标识</a:t>
              </a:r>
              <a:endParaRPr lang="zh-CN" altLang="en-US" sz="900">
                <a:solidFill>
                  <a:schemeClr val="tx2">
                    <a:lumMod val="75000"/>
                    <a:lumOff val="25000"/>
                  </a:schemeClr>
                </a:solidFill>
                <a:latin typeface="+mj-ea"/>
                <a:ea typeface="+mj-ea"/>
                <a:sym typeface="+mn-ea"/>
              </a:endParaRPr>
            </a:p>
          </p:txBody>
        </p:sp>
        <p:sp>
          <p:nvSpPr>
            <p:cNvPr id="143" name="圆角矩形 74"/>
            <p:cNvSpPr/>
            <p:nvPr>
              <p:custDataLst>
                <p:tags r:id="rId16"/>
              </p:custDataLst>
            </p:nvPr>
          </p:nvSpPr>
          <p:spPr>
            <a:xfrm>
              <a:off x="2868" y="8334"/>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访问控制</a:t>
              </a:r>
              <a:endParaRPr lang="zh-CN" altLang="en-US" sz="900">
                <a:solidFill>
                  <a:schemeClr val="tx2">
                    <a:lumMod val="75000"/>
                    <a:lumOff val="25000"/>
                  </a:schemeClr>
                </a:solidFill>
                <a:latin typeface="+mj-ea"/>
                <a:ea typeface="+mj-ea"/>
                <a:sym typeface="+mn-ea"/>
              </a:endParaRPr>
            </a:p>
          </p:txBody>
        </p:sp>
      </p:grpSp>
      <p:grpSp>
        <p:nvGrpSpPr>
          <p:cNvPr id="32" name="组合 31"/>
          <p:cNvGrpSpPr/>
          <p:nvPr/>
        </p:nvGrpSpPr>
        <p:grpSpPr>
          <a:xfrm>
            <a:off x="3275965" y="2196000"/>
            <a:ext cx="5328285" cy="431800"/>
            <a:chOff x="5159" y="3515"/>
            <a:chExt cx="8391" cy="680"/>
          </a:xfrm>
        </p:grpSpPr>
        <p:sp>
          <p:nvSpPr>
            <p:cNvPr id="147" name="圆角矩形 74"/>
            <p:cNvSpPr/>
            <p:nvPr>
              <p:custDataLst>
                <p:tags r:id="rId17"/>
              </p:custDataLst>
            </p:nvPr>
          </p:nvSpPr>
          <p:spPr>
            <a:xfrm>
              <a:off x="5159" y="3515"/>
              <a:ext cx="8391"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48" name="圆角矩形 74"/>
            <p:cNvSpPr/>
            <p:nvPr>
              <p:custDataLst>
                <p:tags r:id="rId18"/>
              </p:custDataLst>
            </p:nvPr>
          </p:nvSpPr>
          <p:spPr>
            <a:xfrm>
              <a:off x="5159" y="3515"/>
              <a:ext cx="8391"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本体与知识服务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50" name="圆角矩形 74"/>
            <p:cNvSpPr/>
            <p:nvPr>
              <p:custDataLst>
                <p:tags r:id="rId19"/>
              </p:custDataLst>
            </p:nvPr>
          </p:nvSpPr>
          <p:spPr>
            <a:xfrm>
              <a:off x="5272" y="3912"/>
              <a:ext cx="4025"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本体服务</a:t>
              </a:r>
              <a:endParaRPr lang="zh-CN" altLang="en-US" sz="900">
                <a:solidFill>
                  <a:schemeClr val="tx2">
                    <a:lumMod val="75000"/>
                    <a:lumOff val="25000"/>
                  </a:schemeClr>
                </a:solidFill>
                <a:latin typeface="+mj-ea"/>
                <a:ea typeface="+mj-ea"/>
                <a:sym typeface="+mn-ea"/>
              </a:endParaRPr>
            </a:p>
          </p:txBody>
        </p:sp>
        <p:sp>
          <p:nvSpPr>
            <p:cNvPr id="151" name="圆角矩形 74"/>
            <p:cNvSpPr/>
            <p:nvPr>
              <p:custDataLst>
                <p:tags r:id="rId20"/>
              </p:custDataLst>
            </p:nvPr>
          </p:nvSpPr>
          <p:spPr>
            <a:xfrm>
              <a:off x="9411" y="3912"/>
              <a:ext cx="4025"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知识图谱服务</a:t>
              </a:r>
              <a:endParaRPr lang="zh-CN" altLang="en-US" sz="900">
                <a:solidFill>
                  <a:schemeClr val="tx2">
                    <a:lumMod val="75000"/>
                    <a:lumOff val="25000"/>
                  </a:schemeClr>
                </a:solidFill>
                <a:latin typeface="+mj-ea"/>
                <a:ea typeface="+mj-ea"/>
                <a:sym typeface="+mn-ea"/>
              </a:endParaRPr>
            </a:p>
          </p:txBody>
        </p:sp>
      </p:grpSp>
      <p:grpSp>
        <p:nvGrpSpPr>
          <p:cNvPr id="34" name="组合 33"/>
          <p:cNvGrpSpPr/>
          <p:nvPr/>
        </p:nvGrpSpPr>
        <p:grpSpPr>
          <a:xfrm>
            <a:off x="3275965" y="2664000"/>
            <a:ext cx="2627630" cy="431800"/>
            <a:chOff x="5159" y="4309"/>
            <a:chExt cx="4138" cy="680"/>
          </a:xfrm>
        </p:grpSpPr>
        <p:sp>
          <p:nvSpPr>
            <p:cNvPr id="153" name="圆角矩形 74"/>
            <p:cNvSpPr/>
            <p:nvPr>
              <p:custDataLst>
                <p:tags r:id="rId21"/>
              </p:custDataLst>
            </p:nvPr>
          </p:nvSpPr>
          <p:spPr>
            <a:xfrm>
              <a:off x="5159" y="4309"/>
              <a:ext cx="4139"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54" name="圆角矩形 74"/>
            <p:cNvSpPr/>
            <p:nvPr>
              <p:custDataLst>
                <p:tags r:id="rId22"/>
              </p:custDataLst>
            </p:nvPr>
          </p:nvSpPr>
          <p:spPr>
            <a:xfrm>
              <a:off x="5159" y="4309"/>
              <a:ext cx="4139"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本体</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56" name="圆角矩形 74"/>
            <p:cNvSpPr/>
            <p:nvPr>
              <p:custDataLst>
                <p:tags r:id="rId23"/>
              </p:custDataLst>
            </p:nvPr>
          </p:nvSpPr>
          <p:spPr>
            <a:xfrm>
              <a:off x="5272" y="4706"/>
              <a:ext cx="1928"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本体开发</a:t>
              </a:r>
              <a:endParaRPr lang="zh-CN" altLang="en-US" sz="900">
                <a:solidFill>
                  <a:schemeClr val="tx2">
                    <a:lumMod val="75000"/>
                    <a:lumOff val="25000"/>
                  </a:schemeClr>
                </a:solidFill>
                <a:latin typeface="+mj-ea"/>
                <a:ea typeface="+mj-ea"/>
                <a:sym typeface="+mn-ea"/>
              </a:endParaRPr>
            </a:p>
          </p:txBody>
        </p:sp>
        <p:sp>
          <p:nvSpPr>
            <p:cNvPr id="157" name="圆角矩形 74"/>
            <p:cNvSpPr/>
            <p:nvPr>
              <p:custDataLst>
                <p:tags r:id="rId24"/>
              </p:custDataLst>
            </p:nvPr>
          </p:nvSpPr>
          <p:spPr>
            <a:xfrm>
              <a:off x="7257" y="4706"/>
              <a:ext cx="1928"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本体库</a:t>
              </a:r>
              <a:endParaRPr lang="zh-CN" altLang="en-US" sz="900">
                <a:solidFill>
                  <a:schemeClr val="tx2">
                    <a:lumMod val="75000"/>
                    <a:lumOff val="25000"/>
                  </a:schemeClr>
                </a:solidFill>
                <a:latin typeface="+mj-ea"/>
                <a:ea typeface="+mj-ea"/>
                <a:sym typeface="+mn-ea"/>
              </a:endParaRPr>
            </a:p>
          </p:txBody>
        </p:sp>
      </p:grpSp>
      <p:grpSp>
        <p:nvGrpSpPr>
          <p:cNvPr id="33" name="组合 32"/>
          <p:cNvGrpSpPr/>
          <p:nvPr/>
        </p:nvGrpSpPr>
        <p:grpSpPr>
          <a:xfrm>
            <a:off x="5975985" y="2664000"/>
            <a:ext cx="2627630" cy="431800"/>
            <a:chOff x="9411" y="4309"/>
            <a:chExt cx="4138" cy="680"/>
          </a:xfrm>
        </p:grpSpPr>
        <p:sp>
          <p:nvSpPr>
            <p:cNvPr id="158" name="圆角矩形 74"/>
            <p:cNvSpPr/>
            <p:nvPr>
              <p:custDataLst>
                <p:tags r:id="rId25"/>
              </p:custDataLst>
            </p:nvPr>
          </p:nvSpPr>
          <p:spPr>
            <a:xfrm>
              <a:off x="9411" y="4309"/>
              <a:ext cx="4139"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59" name="圆角矩形 74"/>
            <p:cNvSpPr/>
            <p:nvPr>
              <p:custDataLst>
                <p:tags r:id="rId26"/>
              </p:custDataLst>
            </p:nvPr>
          </p:nvSpPr>
          <p:spPr>
            <a:xfrm>
              <a:off x="9411" y="4309"/>
              <a:ext cx="4139"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知识图谱</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61" name="圆角矩形 74"/>
            <p:cNvSpPr/>
            <p:nvPr>
              <p:custDataLst>
                <p:tags r:id="rId27"/>
              </p:custDataLst>
            </p:nvPr>
          </p:nvSpPr>
          <p:spPr>
            <a:xfrm>
              <a:off x="9524" y="4706"/>
              <a:ext cx="1928"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图谱检索</a:t>
              </a:r>
              <a:endParaRPr lang="zh-CN" altLang="en-US" sz="900">
                <a:solidFill>
                  <a:schemeClr val="tx2">
                    <a:lumMod val="75000"/>
                    <a:lumOff val="25000"/>
                  </a:schemeClr>
                </a:solidFill>
                <a:latin typeface="+mj-ea"/>
                <a:ea typeface="+mj-ea"/>
                <a:sym typeface="+mn-ea"/>
              </a:endParaRPr>
            </a:p>
          </p:txBody>
        </p:sp>
        <p:sp>
          <p:nvSpPr>
            <p:cNvPr id="162" name="圆角矩形 74"/>
            <p:cNvSpPr/>
            <p:nvPr>
              <p:custDataLst>
                <p:tags r:id="rId28"/>
              </p:custDataLst>
            </p:nvPr>
          </p:nvSpPr>
          <p:spPr>
            <a:xfrm>
              <a:off x="11509" y="4706"/>
              <a:ext cx="1928"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图谱构建</a:t>
              </a:r>
              <a:endParaRPr lang="zh-CN" altLang="en-US" sz="900">
                <a:solidFill>
                  <a:schemeClr val="tx2">
                    <a:lumMod val="75000"/>
                    <a:lumOff val="25000"/>
                  </a:schemeClr>
                </a:solidFill>
                <a:latin typeface="+mj-ea"/>
                <a:ea typeface="+mj-ea"/>
                <a:sym typeface="+mn-ea"/>
              </a:endParaRPr>
            </a:p>
          </p:txBody>
        </p:sp>
      </p:grpSp>
      <p:sp>
        <p:nvSpPr>
          <p:cNvPr id="164" name="同侧圆角矩形 163"/>
          <p:cNvSpPr/>
          <p:nvPr/>
        </p:nvSpPr>
        <p:spPr>
          <a:xfrm>
            <a:off x="3204000" y="3456000"/>
            <a:ext cx="5508000" cy="2340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65" name="同侧圆角矩形 164"/>
          <p:cNvSpPr/>
          <p:nvPr/>
        </p:nvSpPr>
        <p:spPr>
          <a:xfrm>
            <a:off x="3204000" y="3168000"/>
            <a:ext cx="5508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全模态数据管理平台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31" name="组合 30"/>
          <p:cNvGrpSpPr/>
          <p:nvPr/>
        </p:nvGrpSpPr>
        <p:grpSpPr>
          <a:xfrm>
            <a:off x="3275965" y="3492000"/>
            <a:ext cx="5327650" cy="467360"/>
            <a:chOff x="5159" y="5669"/>
            <a:chExt cx="8390" cy="736"/>
          </a:xfrm>
        </p:grpSpPr>
        <p:sp>
          <p:nvSpPr>
            <p:cNvPr id="170" name="圆角矩形 74"/>
            <p:cNvSpPr/>
            <p:nvPr>
              <p:custDataLst>
                <p:tags r:id="rId29"/>
              </p:custDataLst>
            </p:nvPr>
          </p:nvSpPr>
          <p:spPr>
            <a:xfrm>
              <a:off x="5159" y="5669"/>
              <a:ext cx="8391" cy="737"/>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66" name="圆角矩形 74"/>
            <p:cNvSpPr/>
            <p:nvPr>
              <p:custDataLst>
                <p:tags r:id="rId30"/>
              </p:custDataLst>
            </p:nvPr>
          </p:nvSpPr>
          <p:spPr>
            <a:xfrm>
              <a:off x="5159" y="5669"/>
              <a:ext cx="8391"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68" name="圆角矩形 74"/>
            <p:cNvSpPr/>
            <p:nvPr>
              <p:custDataLst>
                <p:tags r:id="rId31"/>
              </p:custDataLst>
            </p:nvPr>
          </p:nvSpPr>
          <p:spPr>
            <a:xfrm>
              <a:off x="5272" y="6066"/>
              <a:ext cx="4025"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服务</a:t>
              </a:r>
              <a:r>
                <a:rPr lang="zh-CN" altLang="en-US" sz="900">
                  <a:solidFill>
                    <a:schemeClr val="tx2">
                      <a:lumMod val="75000"/>
                      <a:lumOff val="25000"/>
                    </a:schemeClr>
                  </a:solidFill>
                  <a:latin typeface="+mj-ea"/>
                  <a:ea typeface="+mj-ea"/>
                  <a:sym typeface="+mn-ea"/>
                </a:rPr>
                <a:t>创建</a:t>
              </a:r>
              <a:endParaRPr lang="zh-CN" altLang="en-US" sz="900">
                <a:solidFill>
                  <a:schemeClr val="tx2">
                    <a:lumMod val="75000"/>
                    <a:lumOff val="25000"/>
                  </a:schemeClr>
                </a:solidFill>
                <a:latin typeface="+mj-ea"/>
                <a:ea typeface="+mj-ea"/>
                <a:sym typeface="+mn-ea"/>
              </a:endParaRPr>
            </a:p>
          </p:txBody>
        </p:sp>
        <p:sp>
          <p:nvSpPr>
            <p:cNvPr id="169" name="圆角矩形 74"/>
            <p:cNvSpPr/>
            <p:nvPr>
              <p:custDataLst>
                <p:tags r:id="rId32"/>
              </p:custDataLst>
            </p:nvPr>
          </p:nvSpPr>
          <p:spPr>
            <a:xfrm>
              <a:off x="9411" y="6066"/>
              <a:ext cx="4025"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服务编排</a:t>
              </a:r>
              <a:endParaRPr lang="zh-CN" altLang="en-US" sz="900">
                <a:solidFill>
                  <a:schemeClr val="tx2">
                    <a:lumMod val="75000"/>
                    <a:lumOff val="25000"/>
                  </a:schemeClr>
                </a:solidFill>
                <a:latin typeface="+mj-ea"/>
                <a:ea typeface="+mj-ea"/>
                <a:sym typeface="+mn-ea"/>
              </a:endParaRPr>
            </a:p>
          </p:txBody>
        </p:sp>
      </p:grpSp>
      <p:grpSp>
        <p:nvGrpSpPr>
          <p:cNvPr id="21" name="组合 20"/>
          <p:cNvGrpSpPr/>
          <p:nvPr/>
        </p:nvGrpSpPr>
        <p:grpSpPr>
          <a:xfrm>
            <a:off x="3275965" y="4644000"/>
            <a:ext cx="5328285" cy="431800"/>
            <a:chOff x="5159" y="7483"/>
            <a:chExt cx="8391" cy="680"/>
          </a:xfrm>
        </p:grpSpPr>
        <p:sp>
          <p:nvSpPr>
            <p:cNvPr id="229" name="圆角矩形 74"/>
            <p:cNvSpPr/>
            <p:nvPr>
              <p:custDataLst>
                <p:tags r:id="rId33"/>
              </p:custDataLst>
            </p:nvPr>
          </p:nvSpPr>
          <p:spPr>
            <a:xfrm>
              <a:off x="5159" y="7483"/>
              <a:ext cx="8391"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17" name="圆角矩形 74"/>
            <p:cNvSpPr/>
            <p:nvPr>
              <p:custDataLst>
                <p:tags r:id="rId34"/>
              </p:custDataLst>
            </p:nvPr>
          </p:nvSpPr>
          <p:spPr>
            <a:xfrm>
              <a:off x="5159" y="7483"/>
              <a:ext cx="8391"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19" name="圆角矩形 74"/>
            <p:cNvSpPr/>
            <p:nvPr>
              <p:custDataLst>
                <p:tags r:id="rId35"/>
              </p:custDataLst>
            </p:nvPr>
          </p:nvSpPr>
          <p:spPr>
            <a:xfrm>
              <a:off x="5272"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工作流编排</a:t>
              </a:r>
              <a:endParaRPr lang="zh-CN" altLang="en-US" sz="900">
                <a:solidFill>
                  <a:schemeClr val="tx2">
                    <a:lumMod val="75000"/>
                    <a:lumOff val="25000"/>
                  </a:schemeClr>
                </a:solidFill>
                <a:latin typeface="+mj-ea"/>
                <a:ea typeface="+mj-ea"/>
                <a:sym typeface="+mn-ea"/>
              </a:endParaRPr>
            </a:p>
          </p:txBody>
        </p:sp>
        <p:sp>
          <p:nvSpPr>
            <p:cNvPr id="220" name="圆角矩形 74"/>
            <p:cNvSpPr/>
            <p:nvPr>
              <p:custDataLst>
                <p:tags r:id="rId36"/>
              </p:custDataLst>
            </p:nvPr>
          </p:nvSpPr>
          <p:spPr>
            <a:xfrm>
              <a:off x="6633"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cs typeface="+mj-ea"/>
                  <a:sym typeface="+mn-ea"/>
                </a:rPr>
                <a:t>Notebook</a:t>
              </a:r>
              <a:r>
                <a:rPr lang="zh-CN" altLang="en-US" sz="900">
                  <a:solidFill>
                    <a:schemeClr val="tx2">
                      <a:lumMod val="75000"/>
                      <a:lumOff val="25000"/>
                    </a:schemeClr>
                  </a:solidFill>
                  <a:latin typeface="+mj-ea"/>
                  <a:ea typeface="+mj-ea"/>
                  <a:cs typeface="+mj-ea"/>
                  <a:sym typeface="+mn-ea"/>
                </a:rPr>
                <a:t>开发</a:t>
              </a:r>
              <a:endParaRPr lang="zh-CN" altLang="en-US" sz="900">
                <a:solidFill>
                  <a:schemeClr val="tx2">
                    <a:lumMod val="75000"/>
                    <a:lumOff val="25000"/>
                  </a:schemeClr>
                </a:solidFill>
                <a:latin typeface="+mj-ea"/>
                <a:ea typeface="+mj-ea"/>
                <a:cs typeface="+mj-ea"/>
                <a:sym typeface="+mn-ea"/>
              </a:endParaRPr>
            </a:p>
          </p:txBody>
        </p:sp>
        <p:sp>
          <p:nvSpPr>
            <p:cNvPr id="232" name="圆角矩形 74"/>
            <p:cNvSpPr/>
            <p:nvPr>
              <p:custDataLst>
                <p:tags r:id="rId37"/>
              </p:custDataLst>
            </p:nvPr>
          </p:nvSpPr>
          <p:spPr>
            <a:xfrm>
              <a:off x="7994"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cs typeface="+mj-ea"/>
                  <a:sym typeface="+mn-ea"/>
                </a:rPr>
                <a:t>SQL</a:t>
              </a:r>
              <a:r>
                <a:rPr lang="zh-CN" altLang="en-US" sz="900">
                  <a:solidFill>
                    <a:schemeClr val="tx2">
                      <a:lumMod val="75000"/>
                      <a:lumOff val="25000"/>
                    </a:schemeClr>
                  </a:solidFill>
                  <a:latin typeface="+mj-ea"/>
                  <a:ea typeface="+mj-ea"/>
                  <a:cs typeface="+mj-ea"/>
                  <a:sym typeface="+mn-ea"/>
                </a:rPr>
                <a:t>开发</a:t>
              </a:r>
              <a:endParaRPr lang="zh-CN" altLang="en-US" sz="900">
                <a:solidFill>
                  <a:schemeClr val="tx2">
                    <a:lumMod val="75000"/>
                    <a:lumOff val="25000"/>
                  </a:schemeClr>
                </a:solidFill>
                <a:latin typeface="+mj-ea"/>
                <a:ea typeface="+mj-ea"/>
                <a:cs typeface="+mj-ea"/>
                <a:sym typeface="+mn-ea"/>
              </a:endParaRPr>
            </a:p>
          </p:txBody>
        </p:sp>
        <p:sp>
          <p:nvSpPr>
            <p:cNvPr id="5" name="圆角矩形 74"/>
            <p:cNvSpPr/>
            <p:nvPr>
              <p:custDataLst>
                <p:tags r:id="rId38"/>
              </p:custDataLst>
            </p:nvPr>
          </p:nvSpPr>
          <p:spPr>
            <a:xfrm>
              <a:off x="9354"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cs typeface="+mj-ea"/>
                  <a:sym typeface="+mn-ea"/>
                </a:rPr>
                <a:t>Python</a:t>
              </a:r>
              <a:r>
                <a:rPr lang="zh-CN" altLang="en-US" sz="900">
                  <a:solidFill>
                    <a:schemeClr val="tx2">
                      <a:lumMod val="75000"/>
                      <a:lumOff val="25000"/>
                    </a:schemeClr>
                  </a:solidFill>
                  <a:latin typeface="+mj-ea"/>
                  <a:ea typeface="+mj-ea"/>
                  <a:cs typeface="+mj-ea"/>
                  <a:sym typeface="+mn-ea"/>
                </a:rPr>
                <a:t>开发</a:t>
              </a:r>
              <a:endParaRPr lang="zh-CN" altLang="en-US" sz="900">
                <a:solidFill>
                  <a:schemeClr val="tx2">
                    <a:lumMod val="75000"/>
                    <a:lumOff val="25000"/>
                  </a:schemeClr>
                </a:solidFill>
                <a:latin typeface="+mj-ea"/>
                <a:ea typeface="+mj-ea"/>
                <a:sym typeface="+mn-ea"/>
              </a:endParaRPr>
            </a:p>
          </p:txBody>
        </p:sp>
        <p:sp>
          <p:nvSpPr>
            <p:cNvPr id="8" name="圆角矩形 74"/>
            <p:cNvSpPr/>
            <p:nvPr>
              <p:custDataLst>
                <p:tags r:id="rId39"/>
              </p:custDataLst>
            </p:nvPr>
          </p:nvSpPr>
          <p:spPr>
            <a:xfrm>
              <a:off x="10715"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cs typeface="+mj-ea"/>
                  <a:sym typeface="+mn-ea"/>
                </a:rPr>
                <a:t>Shell</a:t>
              </a:r>
              <a:r>
                <a:rPr lang="zh-CN" altLang="en-US" sz="900">
                  <a:solidFill>
                    <a:schemeClr val="tx2">
                      <a:lumMod val="75000"/>
                      <a:lumOff val="25000"/>
                    </a:schemeClr>
                  </a:solidFill>
                  <a:latin typeface="+mj-ea"/>
                  <a:ea typeface="+mj-ea"/>
                  <a:cs typeface="+mj-ea"/>
                  <a:sym typeface="+mn-ea"/>
                </a:rPr>
                <a:t>开发</a:t>
              </a:r>
              <a:endParaRPr lang="zh-CN" altLang="en-US" sz="900">
                <a:solidFill>
                  <a:schemeClr val="tx2">
                    <a:lumMod val="75000"/>
                    <a:lumOff val="25000"/>
                  </a:schemeClr>
                </a:solidFill>
                <a:latin typeface="+mj-ea"/>
                <a:ea typeface="+mj-ea"/>
                <a:cs typeface="+mj-ea"/>
                <a:sym typeface="+mn-ea"/>
              </a:endParaRPr>
            </a:p>
          </p:txBody>
        </p:sp>
        <p:sp>
          <p:nvSpPr>
            <p:cNvPr id="28" name="圆角矩形 74"/>
            <p:cNvSpPr/>
            <p:nvPr>
              <p:custDataLst>
                <p:tags r:id="rId40"/>
              </p:custDataLst>
            </p:nvPr>
          </p:nvSpPr>
          <p:spPr>
            <a:xfrm>
              <a:off x="12076" y="7880"/>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cs typeface="+mj-ea"/>
                  <a:sym typeface="+mn-ea"/>
                </a:rPr>
                <a:t>开发</a:t>
              </a:r>
              <a:r>
                <a:rPr lang="zh-CN" altLang="en-US" sz="900">
                  <a:solidFill>
                    <a:schemeClr val="tx2">
                      <a:lumMod val="75000"/>
                      <a:lumOff val="25000"/>
                    </a:schemeClr>
                  </a:solidFill>
                  <a:latin typeface="+mj-ea"/>
                  <a:ea typeface="+mj-ea"/>
                  <a:cs typeface="+mj-ea"/>
                  <a:sym typeface="+mn-ea"/>
                </a:rPr>
                <a:t>助手</a:t>
              </a:r>
              <a:endParaRPr lang="zh-CN" altLang="en-US" sz="900">
                <a:solidFill>
                  <a:schemeClr val="tx2">
                    <a:lumMod val="75000"/>
                    <a:lumOff val="25000"/>
                  </a:schemeClr>
                </a:solidFill>
                <a:latin typeface="+mj-ea"/>
                <a:ea typeface="+mj-ea"/>
                <a:cs typeface="+mj-ea"/>
                <a:sym typeface="+mn-ea"/>
              </a:endParaRPr>
            </a:p>
          </p:txBody>
        </p:sp>
      </p:grpSp>
      <p:grpSp>
        <p:nvGrpSpPr>
          <p:cNvPr id="19" name="组合 18"/>
          <p:cNvGrpSpPr/>
          <p:nvPr/>
        </p:nvGrpSpPr>
        <p:grpSpPr>
          <a:xfrm>
            <a:off x="3275965" y="5328000"/>
            <a:ext cx="2628265" cy="431800"/>
            <a:chOff x="5159" y="8277"/>
            <a:chExt cx="4139" cy="680"/>
          </a:xfrm>
        </p:grpSpPr>
        <p:sp>
          <p:nvSpPr>
            <p:cNvPr id="230" name="圆角矩形 74"/>
            <p:cNvSpPr/>
            <p:nvPr>
              <p:custDataLst>
                <p:tags r:id="rId41"/>
              </p:custDataLst>
            </p:nvPr>
          </p:nvSpPr>
          <p:spPr>
            <a:xfrm>
              <a:off x="5159" y="8277"/>
              <a:ext cx="4139"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21" name="圆角矩形 74"/>
            <p:cNvSpPr/>
            <p:nvPr>
              <p:custDataLst>
                <p:tags r:id="rId42"/>
              </p:custDataLst>
            </p:nvPr>
          </p:nvSpPr>
          <p:spPr>
            <a:xfrm>
              <a:off x="5159" y="8277"/>
              <a:ext cx="4139"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连接</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23" name="圆角矩形 74"/>
            <p:cNvSpPr/>
            <p:nvPr>
              <p:custDataLst>
                <p:tags r:id="rId43"/>
              </p:custDataLst>
            </p:nvPr>
          </p:nvSpPr>
          <p:spPr>
            <a:xfrm>
              <a:off x="5272" y="8674"/>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数据库</a:t>
              </a:r>
              <a:endParaRPr lang="zh-CN" altLang="en-US" sz="700">
                <a:solidFill>
                  <a:schemeClr val="tx2">
                    <a:lumMod val="75000"/>
                    <a:lumOff val="25000"/>
                  </a:schemeClr>
                </a:solidFill>
                <a:latin typeface="+mj-ea"/>
                <a:ea typeface="+mj-ea"/>
                <a:sym typeface="+mn-ea"/>
              </a:endParaRPr>
            </a:p>
          </p:txBody>
        </p:sp>
        <p:sp>
          <p:nvSpPr>
            <p:cNvPr id="224" name="圆角矩形 74"/>
            <p:cNvSpPr/>
            <p:nvPr>
              <p:custDataLst>
                <p:tags r:id="rId44"/>
              </p:custDataLst>
            </p:nvPr>
          </p:nvSpPr>
          <p:spPr>
            <a:xfrm>
              <a:off x="5952" y="8674"/>
              <a:ext cx="51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en-US" altLang="zh-CN" sz="700">
                  <a:solidFill>
                    <a:schemeClr val="tx2">
                      <a:lumMod val="75000"/>
                      <a:lumOff val="25000"/>
                    </a:schemeClr>
                  </a:solidFill>
                  <a:latin typeface="+mj-ea"/>
                  <a:ea typeface="+mj-ea"/>
                  <a:sym typeface="+mn-ea"/>
                </a:rPr>
                <a:t>API</a:t>
              </a:r>
              <a:endParaRPr lang="en-US" altLang="zh-CN" sz="700">
                <a:solidFill>
                  <a:schemeClr val="tx2">
                    <a:lumMod val="75000"/>
                    <a:lumOff val="25000"/>
                  </a:schemeClr>
                </a:solidFill>
                <a:latin typeface="+mj-ea"/>
                <a:ea typeface="+mj-ea"/>
                <a:sym typeface="+mn-ea"/>
              </a:endParaRPr>
            </a:p>
          </p:txBody>
        </p:sp>
        <p:sp>
          <p:nvSpPr>
            <p:cNvPr id="234" name="圆角矩形 74"/>
            <p:cNvSpPr/>
            <p:nvPr>
              <p:custDataLst>
                <p:tags r:id="rId45"/>
              </p:custDataLst>
            </p:nvPr>
          </p:nvSpPr>
          <p:spPr>
            <a:xfrm>
              <a:off x="6520" y="8674"/>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lvl="0" algn="ctr">
                <a:buClrTx/>
                <a:buSzTx/>
                <a:buFontTx/>
              </a:pPr>
              <a:r>
                <a:rPr lang="zh-CN" altLang="en-US" sz="600">
                  <a:solidFill>
                    <a:schemeClr val="tx2">
                      <a:lumMod val="75000"/>
                      <a:lumOff val="25000"/>
                    </a:schemeClr>
                  </a:solidFill>
                  <a:latin typeface="+mj-ea"/>
                  <a:ea typeface="+mj-ea"/>
                  <a:sym typeface="+mn-ea"/>
                </a:rPr>
                <a:t>非结构化</a:t>
              </a:r>
              <a:endParaRPr lang="zh-CN" altLang="en-US" sz="600">
                <a:solidFill>
                  <a:schemeClr val="tx2">
                    <a:lumMod val="75000"/>
                    <a:lumOff val="25000"/>
                  </a:schemeClr>
                </a:solidFill>
                <a:latin typeface="+mj-ea"/>
                <a:ea typeface="+mj-ea"/>
                <a:sym typeface="+mn-ea"/>
              </a:endParaRPr>
            </a:p>
          </p:txBody>
        </p:sp>
        <p:sp>
          <p:nvSpPr>
            <p:cNvPr id="235" name="圆角矩形 74"/>
            <p:cNvSpPr/>
            <p:nvPr>
              <p:custDataLst>
                <p:tags r:id="rId46"/>
              </p:custDataLst>
            </p:nvPr>
          </p:nvSpPr>
          <p:spPr>
            <a:xfrm>
              <a:off x="7200" y="8674"/>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专用</a:t>
              </a:r>
              <a:r>
                <a:rPr lang="zh-CN" altLang="en-US" sz="700">
                  <a:solidFill>
                    <a:schemeClr val="tx2">
                      <a:lumMod val="75000"/>
                      <a:lumOff val="25000"/>
                    </a:schemeClr>
                  </a:solidFill>
                  <a:latin typeface="+mj-ea"/>
                  <a:ea typeface="+mj-ea"/>
                  <a:sym typeface="+mn-ea"/>
                </a:rPr>
                <a:t>数据</a:t>
              </a:r>
              <a:endParaRPr lang="zh-CN" altLang="en-US" sz="700">
                <a:solidFill>
                  <a:schemeClr val="tx2">
                    <a:lumMod val="75000"/>
                    <a:lumOff val="25000"/>
                  </a:schemeClr>
                </a:solidFill>
                <a:latin typeface="+mj-ea"/>
                <a:ea typeface="+mj-ea"/>
                <a:sym typeface="+mn-ea"/>
              </a:endParaRPr>
            </a:p>
          </p:txBody>
        </p:sp>
        <p:sp>
          <p:nvSpPr>
            <p:cNvPr id="236" name="圆角矩形 74"/>
            <p:cNvSpPr/>
            <p:nvPr>
              <p:custDataLst>
                <p:tags r:id="rId47"/>
              </p:custDataLst>
            </p:nvPr>
          </p:nvSpPr>
          <p:spPr>
            <a:xfrm>
              <a:off x="7880" y="8674"/>
              <a:ext cx="51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实时流</a:t>
              </a:r>
              <a:endParaRPr lang="zh-CN" altLang="en-US" sz="700">
                <a:solidFill>
                  <a:schemeClr val="tx2">
                    <a:lumMod val="75000"/>
                    <a:lumOff val="25000"/>
                  </a:schemeClr>
                </a:solidFill>
                <a:latin typeface="+mj-ea"/>
                <a:ea typeface="+mj-ea"/>
                <a:sym typeface="+mn-ea"/>
              </a:endParaRPr>
            </a:p>
          </p:txBody>
        </p:sp>
        <p:sp>
          <p:nvSpPr>
            <p:cNvPr id="60" name="圆角矩形 74"/>
            <p:cNvSpPr/>
            <p:nvPr>
              <p:custDataLst>
                <p:tags r:id="rId48"/>
              </p:custDataLst>
            </p:nvPr>
          </p:nvSpPr>
          <p:spPr>
            <a:xfrm>
              <a:off x="8447"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数据</a:t>
              </a:r>
              <a:r>
                <a:rPr lang="zh-CN" altLang="en-US" sz="700">
                  <a:solidFill>
                    <a:schemeClr val="tx2">
                      <a:lumMod val="75000"/>
                      <a:lumOff val="25000"/>
                    </a:schemeClr>
                  </a:solidFill>
                  <a:latin typeface="+mj-ea"/>
                  <a:ea typeface="+mj-ea"/>
                  <a:sym typeface="+mn-ea"/>
                </a:rPr>
                <a:t>市场</a:t>
              </a:r>
              <a:endParaRPr lang="zh-CN" altLang="en-US" sz="700">
                <a:solidFill>
                  <a:schemeClr val="tx2">
                    <a:lumMod val="75000"/>
                    <a:lumOff val="25000"/>
                  </a:schemeClr>
                </a:solidFill>
                <a:latin typeface="+mj-ea"/>
                <a:ea typeface="+mj-ea"/>
                <a:sym typeface="+mn-ea"/>
              </a:endParaRPr>
            </a:p>
          </p:txBody>
        </p:sp>
      </p:grpSp>
      <p:grpSp>
        <p:nvGrpSpPr>
          <p:cNvPr id="20" name="组合 19"/>
          <p:cNvGrpSpPr/>
          <p:nvPr/>
        </p:nvGrpSpPr>
        <p:grpSpPr>
          <a:xfrm>
            <a:off x="5975985" y="5328000"/>
            <a:ext cx="2627630" cy="431800"/>
            <a:chOff x="9411" y="8277"/>
            <a:chExt cx="4138" cy="680"/>
          </a:xfrm>
        </p:grpSpPr>
        <p:sp>
          <p:nvSpPr>
            <p:cNvPr id="241" name="圆角矩形 74"/>
            <p:cNvSpPr/>
            <p:nvPr>
              <p:custDataLst>
                <p:tags r:id="rId49"/>
              </p:custDataLst>
            </p:nvPr>
          </p:nvSpPr>
          <p:spPr>
            <a:xfrm>
              <a:off x="9411" y="8277"/>
              <a:ext cx="4139" cy="68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40" name="圆角矩形 74"/>
            <p:cNvSpPr/>
            <p:nvPr>
              <p:custDataLst>
                <p:tags r:id="rId50"/>
              </p:custDataLst>
            </p:nvPr>
          </p:nvSpPr>
          <p:spPr>
            <a:xfrm>
              <a:off x="9411" y="8277"/>
              <a:ext cx="4139"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数据存储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42" name="圆角矩形 74"/>
            <p:cNvSpPr/>
            <p:nvPr>
              <p:custDataLst>
                <p:tags r:id="rId51"/>
              </p:custDataLst>
            </p:nvPr>
          </p:nvSpPr>
          <p:spPr>
            <a:xfrm>
              <a:off x="9524"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对象存储</a:t>
              </a:r>
              <a:endParaRPr lang="zh-CN" altLang="en-US" sz="700">
                <a:solidFill>
                  <a:schemeClr val="tx2">
                    <a:lumMod val="75000"/>
                    <a:lumOff val="25000"/>
                  </a:schemeClr>
                </a:solidFill>
                <a:latin typeface="+mj-ea"/>
                <a:ea typeface="+mj-ea"/>
                <a:sym typeface="+mn-ea"/>
              </a:endParaRPr>
            </a:p>
          </p:txBody>
        </p:sp>
        <p:sp>
          <p:nvSpPr>
            <p:cNvPr id="243" name="圆角矩形 74"/>
            <p:cNvSpPr/>
            <p:nvPr>
              <p:custDataLst>
                <p:tags r:id="rId52"/>
              </p:custDataLst>
            </p:nvPr>
          </p:nvSpPr>
          <p:spPr>
            <a:xfrm>
              <a:off x="10318"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600">
                  <a:solidFill>
                    <a:schemeClr val="tx2">
                      <a:lumMod val="75000"/>
                      <a:lumOff val="25000"/>
                    </a:schemeClr>
                  </a:solidFill>
                  <a:latin typeface="+mj-ea"/>
                  <a:ea typeface="+mj-ea"/>
                  <a:sym typeface="+mn-ea"/>
                </a:rPr>
                <a:t>向量数据库</a:t>
              </a:r>
              <a:endParaRPr lang="zh-CN" altLang="en-US" sz="600">
                <a:solidFill>
                  <a:schemeClr val="tx2">
                    <a:lumMod val="75000"/>
                    <a:lumOff val="25000"/>
                  </a:schemeClr>
                </a:solidFill>
                <a:latin typeface="+mj-ea"/>
                <a:ea typeface="+mj-ea"/>
                <a:sym typeface="+mn-ea"/>
              </a:endParaRPr>
            </a:p>
          </p:txBody>
        </p:sp>
        <p:sp>
          <p:nvSpPr>
            <p:cNvPr id="244" name="圆角矩形 74"/>
            <p:cNvSpPr/>
            <p:nvPr>
              <p:custDataLst>
                <p:tags r:id="rId53"/>
              </p:custDataLst>
            </p:nvPr>
          </p:nvSpPr>
          <p:spPr>
            <a:xfrm>
              <a:off x="11112"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图数据库</a:t>
              </a:r>
              <a:endParaRPr lang="zh-CN" altLang="en-US" sz="700">
                <a:solidFill>
                  <a:schemeClr val="tx2">
                    <a:lumMod val="75000"/>
                    <a:lumOff val="25000"/>
                  </a:schemeClr>
                </a:solidFill>
                <a:latin typeface="+mj-ea"/>
                <a:ea typeface="+mj-ea"/>
                <a:sym typeface="+mn-ea"/>
              </a:endParaRPr>
            </a:p>
          </p:txBody>
        </p:sp>
        <p:sp>
          <p:nvSpPr>
            <p:cNvPr id="245" name="圆角矩形 74"/>
            <p:cNvSpPr/>
            <p:nvPr>
              <p:custDataLst>
                <p:tags r:id="rId54"/>
              </p:custDataLst>
            </p:nvPr>
          </p:nvSpPr>
          <p:spPr>
            <a:xfrm>
              <a:off x="11906"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en-US" altLang="zh-CN" sz="700">
                  <a:solidFill>
                    <a:schemeClr val="tx2">
                      <a:lumMod val="75000"/>
                      <a:lumOff val="25000"/>
                    </a:schemeClr>
                  </a:solidFill>
                  <a:latin typeface="+mj-ea"/>
                  <a:ea typeface="+mj-ea"/>
                  <a:sym typeface="+mn-ea"/>
                </a:rPr>
                <a:t>Doris</a:t>
              </a:r>
              <a:endParaRPr lang="en-US" altLang="zh-CN" sz="700">
                <a:solidFill>
                  <a:schemeClr val="tx2">
                    <a:lumMod val="75000"/>
                    <a:lumOff val="25000"/>
                  </a:schemeClr>
                </a:solidFill>
                <a:latin typeface="+mj-ea"/>
                <a:ea typeface="+mj-ea"/>
                <a:sym typeface="+mn-ea"/>
              </a:endParaRPr>
            </a:p>
          </p:txBody>
        </p:sp>
        <p:sp>
          <p:nvSpPr>
            <p:cNvPr id="246" name="圆角矩形 74"/>
            <p:cNvSpPr/>
            <p:nvPr>
              <p:custDataLst>
                <p:tags r:id="rId55"/>
              </p:custDataLst>
            </p:nvPr>
          </p:nvSpPr>
          <p:spPr>
            <a:xfrm>
              <a:off x="12699" y="8674"/>
              <a:ext cx="73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700">
                  <a:solidFill>
                    <a:schemeClr val="tx2">
                      <a:lumMod val="75000"/>
                      <a:lumOff val="25000"/>
                    </a:schemeClr>
                  </a:solidFill>
                  <a:latin typeface="+mj-ea"/>
                  <a:ea typeface="+mj-ea"/>
                  <a:sym typeface="+mn-ea"/>
                </a:rPr>
                <a:t>其他</a:t>
              </a:r>
              <a:endParaRPr lang="zh-CN" altLang="en-US" sz="700">
                <a:solidFill>
                  <a:schemeClr val="tx2">
                    <a:lumMod val="75000"/>
                    <a:lumOff val="25000"/>
                  </a:schemeClr>
                </a:solidFill>
                <a:latin typeface="+mj-ea"/>
                <a:ea typeface="+mj-ea"/>
                <a:sym typeface="+mn-ea"/>
              </a:endParaRPr>
            </a:p>
          </p:txBody>
        </p:sp>
      </p:grpSp>
      <p:sp>
        <p:nvSpPr>
          <p:cNvPr id="265" name="同侧圆角矩形 264"/>
          <p:cNvSpPr/>
          <p:nvPr/>
        </p:nvSpPr>
        <p:spPr>
          <a:xfrm>
            <a:off x="432000" y="6228000"/>
            <a:ext cx="11376000" cy="612000"/>
          </a:xfrm>
          <a:prstGeom prst="round2SameRect">
            <a:avLst>
              <a:gd name="adj1" fmla="val 0"/>
              <a:gd name="adj2" fmla="val 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275" name="同侧圆角矩形 274"/>
          <p:cNvSpPr/>
          <p:nvPr/>
        </p:nvSpPr>
        <p:spPr>
          <a:xfrm>
            <a:off x="432000" y="5940000"/>
            <a:ext cx="11376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基础管控</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14" name="组合 13"/>
          <p:cNvGrpSpPr/>
          <p:nvPr/>
        </p:nvGrpSpPr>
        <p:grpSpPr>
          <a:xfrm>
            <a:off x="504190" y="6299835"/>
            <a:ext cx="3167380" cy="467360"/>
            <a:chOff x="794" y="9921"/>
            <a:chExt cx="4988" cy="736"/>
          </a:xfrm>
        </p:grpSpPr>
        <p:sp>
          <p:nvSpPr>
            <p:cNvPr id="48" name="圆角矩形 74"/>
            <p:cNvSpPr/>
            <p:nvPr>
              <p:custDataLst>
                <p:tags r:id="rId56"/>
              </p:custDataLst>
            </p:nvPr>
          </p:nvSpPr>
          <p:spPr>
            <a:xfrm>
              <a:off x="794" y="9921"/>
              <a:ext cx="4989" cy="737"/>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42" name="圆角矩形 74"/>
            <p:cNvSpPr/>
            <p:nvPr>
              <p:custDataLst>
                <p:tags r:id="rId57"/>
              </p:custDataLst>
            </p:nvPr>
          </p:nvSpPr>
          <p:spPr>
            <a:xfrm>
              <a:off x="794" y="9921"/>
              <a:ext cx="4989"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49" name="圆角矩形 74"/>
            <p:cNvSpPr/>
            <p:nvPr>
              <p:custDataLst>
                <p:tags r:id="rId58"/>
              </p:custDataLst>
            </p:nvPr>
          </p:nvSpPr>
          <p:spPr>
            <a:xfrm>
              <a:off x="907"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API</a:t>
              </a:r>
              <a:r>
                <a:rPr lang="zh-CN" altLang="en-US" sz="900">
                  <a:solidFill>
                    <a:schemeClr val="tx2">
                      <a:lumMod val="75000"/>
                      <a:lumOff val="25000"/>
                    </a:schemeClr>
                  </a:solidFill>
                  <a:latin typeface="+mj-ea"/>
                  <a:ea typeface="+mj-ea"/>
                  <a:sym typeface="+mn-ea"/>
                </a:rPr>
                <a:t>服务</a:t>
              </a:r>
              <a:endParaRPr lang="zh-CN" altLang="en-US" sz="900">
                <a:solidFill>
                  <a:schemeClr val="tx2">
                    <a:lumMod val="75000"/>
                    <a:lumOff val="25000"/>
                  </a:schemeClr>
                </a:solidFill>
                <a:latin typeface="+mj-ea"/>
                <a:ea typeface="+mj-ea"/>
                <a:sym typeface="+mn-ea"/>
              </a:endParaRPr>
            </a:p>
          </p:txBody>
        </p:sp>
        <p:sp>
          <p:nvSpPr>
            <p:cNvPr id="50" name="圆角矩形 74"/>
            <p:cNvSpPr/>
            <p:nvPr>
              <p:custDataLst>
                <p:tags r:id="rId59"/>
              </p:custDataLst>
            </p:nvPr>
          </p:nvSpPr>
          <p:spPr>
            <a:xfrm>
              <a:off x="2098"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任务监控</a:t>
              </a:r>
              <a:endParaRPr lang="zh-CN" altLang="en-US" sz="900">
                <a:solidFill>
                  <a:schemeClr val="tx2">
                    <a:lumMod val="75000"/>
                    <a:lumOff val="25000"/>
                  </a:schemeClr>
                </a:solidFill>
                <a:latin typeface="+mj-ea"/>
                <a:ea typeface="+mj-ea"/>
                <a:sym typeface="+mn-ea"/>
              </a:endParaRPr>
            </a:p>
          </p:txBody>
        </p:sp>
        <p:sp>
          <p:nvSpPr>
            <p:cNvPr id="53" name="圆角矩形 74"/>
            <p:cNvSpPr/>
            <p:nvPr>
              <p:custDataLst>
                <p:tags r:id="rId60"/>
              </p:custDataLst>
            </p:nvPr>
          </p:nvSpPr>
          <p:spPr>
            <a:xfrm>
              <a:off x="3288"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项目配置</a:t>
              </a:r>
              <a:endParaRPr lang="zh-CN" altLang="en-US" sz="900">
                <a:solidFill>
                  <a:schemeClr val="tx2">
                    <a:lumMod val="75000"/>
                    <a:lumOff val="25000"/>
                  </a:schemeClr>
                </a:solidFill>
                <a:latin typeface="+mj-ea"/>
                <a:ea typeface="+mj-ea"/>
                <a:sym typeface="+mn-ea"/>
              </a:endParaRPr>
            </a:p>
          </p:txBody>
        </p:sp>
        <p:sp>
          <p:nvSpPr>
            <p:cNvPr id="64" name="圆角矩形 74"/>
            <p:cNvSpPr/>
            <p:nvPr>
              <p:custDataLst>
                <p:tags r:id="rId61"/>
              </p:custDataLst>
            </p:nvPr>
          </p:nvSpPr>
          <p:spPr>
            <a:xfrm>
              <a:off x="4479" y="10318"/>
              <a:ext cx="1191"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安全防护</a:t>
              </a:r>
              <a:endParaRPr lang="zh-CN" altLang="en-US" sz="900">
                <a:solidFill>
                  <a:schemeClr val="tx2">
                    <a:lumMod val="75000"/>
                    <a:lumOff val="25000"/>
                  </a:schemeClr>
                </a:solidFill>
                <a:latin typeface="+mj-ea"/>
                <a:ea typeface="+mj-ea"/>
                <a:sym typeface="+mn-ea"/>
              </a:endParaRPr>
            </a:p>
          </p:txBody>
        </p:sp>
      </p:grpSp>
      <p:grpSp>
        <p:nvGrpSpPr>
          <p:cNvPr id="15" name="组合 14"/>
          <p:cNvGrpSpPr/>
          <p:nvPr/>
        </p:nvGrpSpPr>
        <p:grpSpPr>
          <a:xfrm>
            <a:off x="3743960" y="6299835"/>
            <a:ext cx="5436040" cy="468000"/>
            <a:chOff x="5896" y="9921"/>
            <a:chExt cx="8561" cy="737"/>
          </a:xfrm>
        </p:grpSpPr>
        <p:sp>
          <p:nvSpPr>
            <p:cNvPr id="70" name="圆角矩形 74"/>
            <p:cNvSpPr/>
            <p:nvPr>
              <p:custDataLst>
                <p:tags r:id="rId62"/>
              </p:custDataLst>
            </p:nvPr>
          </p:nvSpPr>
          <p:spPr>
            <a:xfrm>
              <a:off x="5896" y="9921"/>
              <a:ext cx="8561" cy="737"/>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69" name="圆角矩形 74"/>
            <p:cNvSpPr/>
            <p:nvPr>
              <p:custDataLst>
                <p:tags r:id="rId63"/>
              </p:custDataLst>
            </p:nvPr>
          </p:nvSpPr>
          <p:spPr>
            <a:xfrm>
              <a:off x="5896" y="9921"/>
              <a:ext cx="8561"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平台管理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71" name="圆角矩形 74"/>
            <p:cNvSpPr/>
            <p:nvPr>
              <p:custDataLst>
                <p:tags r:id="rId64"/>
              </p:custDataLst>
            </p:nvPr>
          </p:nvSpPr>
          <p:spPr>
            <a:xfrm>
              <a:off x="6009"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人员权限</a:t>
              </a:r>
              <a:endParaRPr lang="zh-CN" altLang="en-US" sz="900">
                <a:solidFill>
                  <a:schemeClr val="tx2">
                    <a:lumMod val="75000"/>
                    <a:lumOff val="25000"/>
                  </a:schemeClr>
                </a:solidFill>
                <a:latin typeface="+mj-ea"/>
                <a:ea typeface="+mj-ea"/>
                <a:sym typeface="+mn-ea"/>
              </a:endParaRPr>
            </a:p>
          </p:txBody>
        </p:sp>
        <p:sp>
          <p:nvSpPr>
            <p:cNvPr id="73" name="圆角矩形 74"/>
            <p:cNvSpPr/>
            <p:nvPr>
              <p:custDataLst>
                <p:tags r:id="rId65"/>
              </p:custDataLst>
            </p:nvPr>
          </p:nvSpPr>
          <p:spPr>
            <a:xfrm>
              <a:off x="7200"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项目管理</a:t>
              </a:r>
              <a:endParaRPr lang="zh-CN" altLang="en-US" sz="900">
                <a:solidFill>
                  <a:schemeClr val="tx2">
                    <a:lumMod val="75000"/>
                    <a:lumOff val="25000"/>
                  </a:schemeClr>
                </a:solidFill>
                <a:latin typeface="+mj-ea"/>
                <a:ea typeface="+mj-ea"/>
                <a:sym typeface="+mn-ea"/>
              </a:endParaRPr>
            </a:p>
          </p:txBody>
        </p:sp>
        <p:sp>
          <p:nvSpPr>
            <p:cNvPr id="86" name="圆角矩形 74"/>
            <p:cNvSpPr/>
            <p:nvPr>
              <p:custDataLst>
                <p:tags r:id="rId66"/>
              </p:custDataLst>
            </p:nvPr>
          </p:nvSpPr>
          <p:spPr>
            <a:xfrm>
              <a:off x="8391"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审批管理</a:t>
              </a:r>
              <a:endParaRPr lang="zh-CN" altLang="en-US" sz="900">
                <a:solidFill>
                  <a:schemeClr val="tx2">
                    <a:lumMod val="75000"/>
                    <a:lumOff val="25000"/>
                  </a:schemeClr>
                </a:solidFill>
                <a:latin typeface="+mj-ea"/>
                <a:ea typeface="+mj-ea"/>
                <a:sym typeface="+mn-ea"/>
              </a:endParaRPr>
            </a:p>
          </p:txBody>
        </p:sp>
        <p:sp>
          <p:nvSpPr>
            <p:cNvPr id="88" name="圆角矩形 74"/>
            <p:cNvSpPr/>
            <p:nvPr>
              <p:custDataLst>
                <p:tags r:id="rId67"/>
              </p:custDataLst>
            </p:nvPr>
          </p:nvSpPr>
          <p:spPr>
            <a:xfrm>
              <a:off x="9581"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计费管理</a:t>
              </a:r>
              <a:endParaRPr lang="zh-CN" altLang="en-US" sz="900">
                <a:solidFill>
                  <a:schemeClr val="tx2">
                    <a:lumMod val="75000"/>
                    <a:lumOff val="25000"/>
                  </a:schemeClr>
                </a:solidFill>
                <a:latin typeface="+mj-ea"/>
                <a:ea typeface="+mj-ea"/>
                <a:sym typeface="+mn-ea"/>
              </a:endParaRPr>
            </a:p>
          </p:txBody>
        </p:sp>
        <p:sp>
          <p:nvSpPr>
            <p:cNvPr id="89" name="圆角矩形 74"/>
            <p:cNvSpPr/>
            <p:nvPr>
              <p:custDataLst>
                <p:tags r:id="rId68"/>
              </p:custDataLst>
            </p:nvPr>
          </p:nvSpPr>
          <p:spPr>
            <a:xfrm>
              <a:off x="10772"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监控告警</a:t>
              </a:r>
              <a:endParaRPr lang="zh-CN" altLang="en-US" sz="900">
                <a:solidFill>
                  <a:schemeClr val="tx2">
                    <a:lumMod val="75000"/>
                    <a:lumOff val="25000"/>
                  </a:schemeClr>
                </a:solidFill>
                <a:latin typeface="+mj-ea"/>
                <a:ea typeface="+mj-ea"/>
                <a:sym typeface="+mn-ea"/>
              </a:endParaRPr>
            </a:p>
          </p:txBody>
        </p:sp>
        <p:sp>
          <p:nvSpPr>
            <p:cNvPr id="90" name="圆角矩形 74"/>
            <p:cNvSpPr/>
            <p:nvPr>
              <p:custDataLst>
                <p:tags r:id="rId69"/>
              </p:custDataLst>
            </p:nvPr>
          </p:nvSpPr>
          <p:spPr>
            <a:xfrm>
              <a:off x="11962"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资源管理</a:t>
              </a:r>
              <a:endParaRPr lang="zh-CN" altLang="en-US" sz="900">
                <a:solidFill>
                  <a:schemeClr val="tx2">
                    <a:lumMod val="75000"/>
                    <a:lumOff val="25000"/>
                  </a:schemeClr>
                </a:solidFill>
                <a:latin typeface="+mj-ea"/>
                <a:ea typeface="+mj-ea"/>
                <a:sym typeface="+mn-ea"/>
              </a:endParaRPr>
            </a:p>
          </p:txBody>
        </p:sp>
        <p:sp>
          <p:nvSpPr>
            <p:cNvPr id="92" name="圆角矩形 74"/>
            <p:cNvSpPr/>
            <p:nvPr>
              <p:custDataLst>
                <p:tags r:id="rId70"/>
              </p:custDataLst>
            </p:nvPr>
          </p:nvSpPr>
          <p:spPr>
            <a:xfrm>
              <a:off x="13153" y="10318"/>
              <a:ext cx="1191"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审计日志</a:t>
              </a:r>
              <a:endParaRPr lang="zh-CN" altLang="en-US" sz="900">
                <a:solidFill>
                  <a:schemeClr val="tx2">
                    <a:lumMod val="75000"/>
                    <a:lumOff val="25000"/>
                  </a:schemeClr>
                </a:solidFill>
                <a:latin typeface="+mj-ea"/>
                <a:ea typeface="+mj-ea"/>
                <a:sym typeface="+mn-ea"/>
              </a:endParaRPr>
            </a:p>
          </p:txBody>
        </p:sp>
      </p:grpSp>
      <p:grpSp>
        <p:nvGrpSpPr>
          <p:cNvPr id="16" name="组合 15"/>
          <p:cNvGrpSpPr/>
          <p:nvPr/>
        </p:nvGrpSpPr>
        <p:grpSpPr>
          <a:xfrm>
            <a:off x="9251950" y="6299835"/>
            <a:ext cx="2447290" cy="467360"/>
            <a:chOff x="14570" y="9921"/>
            <a:chExt cx="3854" cy="736"/>
          </a:xfrm>
        </p:grpSpPr>
        <p:sp>
          <p:nvSpPr>
            <p:cNvPr id="96" name="圆角矩形 74"/>
            <p:cNvSpPr/>
            <p:nvPr>
              <p:custDataLst>
                <p:tags r:id="rId71"/>
              </p:custDataLst>
            </p:nvPr>
          </p:nvSpPr>
          <p:spPr>
            <a:xfrm>
              <a:off x="14570" y="9921"/>
              <a:ext cx="3855" cy="737"/>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94" name="圆角矩形 74"/>
            <p:cNvSpPr/>
            <p:nvPr>
              <p:custDataLst>
                <p:tags r:id="rId72"/>
              </p:custDataLst>
            </p:nvPr>
          </p:nvSpPr>
          <p:spPr>
            <a:xfrm>
              <a:off x="14570" y="9921"/>
              <a:ext cx="3855"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管理后台</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97" name="圆角矩形 74"/>
            <p:cNvSpPr/>
            <p:nvPr>
              <p:custDataLst>
                <p:tags r:id="rId73"/>
              </p:custDataLst>
            </p:nvPr>
          </p:nvSpPr>
          <p:spPr>
            <a:xfrm>
              <a:off x="14683"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租户管理</a:t>
              </a:r>
              <a:endParaRPr lang="zh-CN" altLang="en-US" sz="900">
                <a:solidFill>
                  <a:schemeClr val="tx2">
                    <a:lumMod val="75000"/>
                    <a:lumOff val="25000"/>
                  </a:schemeClr>
                </a:solidFill>
                <a:latin typeface="+mj-ea"/>
                <a:ea typeface="+mj-ea"/>
                <a:sym typeface="+mn-ea"/>
              </a:endParaRPr>
            </a:p>
          </p:txBody>
        </p:sp>
        <p:sp>
          <p:nvSpPr>
            <p:cNvPr id="98" name="圆角矩形 74"/>
            <p:cNvSpPr/>
            <p:nvPr>
              <p:custDataLst>
                <p:tags r:id="rId74"/>
              </p:custDataLst>
            </p:nvPr>
          </p:nvSpPr>
          <p:spPr>
            <a:xfrm>
              <a:off x="15874" y="10318"/>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注册审批</a:t>
              </a:r>
              <a:endParaRPr lang="zh-CN" altLang="en-US" sz="900">
                <a:solidFill>
                  <a:schemeClr val="tx2">
                    <a:lumMod val="75000"/>
                    <a:lumOff val="25000"/>
                  </a:schemeClr>
                </a:solidFill>
                <a:latin typeface="+mj-ea"/>
                <a:ea typeface="+mj-ea"/>
                <a:sym typeface="+mn-ea"/>
              </a:endParaRPr>
            </a:p>
          </p:txBody>
        </p:sp>
        <p:sp>
          <p:nvSpPr>
            <p:cNvPr id="103" name="圆角矩形 74"/>
            <p:cNvSpPr/>
            <p:nvPr>
              <p:custDataLst>
                <p:tags r:id="rId75"/>
              </p:custDataLst>
            </p:nvPr>
          </p:nvSpPr>
          <p:spPr>
            <a:xfrm>
              <a:off x="17065" y="10318"/>
              <a:ext cx="124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门户配置</a:t>
              </a:r>
              <a:endParaRPr lang="zh-CN" altLang="en-US" sz="900">
                <a:solidFill>
                  <a:schemeClr val="tx2">
                    <a:lumMod val="75000"/>
                    <a:lumOff val="25000"/>
                  </a:schemeClr>
                </a:solidFill>
                <a:latin typeface="+mj-ea"/>
                <a:ea typeface="+mj-ea"/>
                <a:sym typeface="+mn-ea"/>
              </a:endParaRPr>
            </a:p>
          </p:txBody>
        </p:sp>
      </p:grpSp>
      <p:sp>
        <p:nvSpPr>
          <p:cNvPr id="104" name="同侧圆角矩形 103"/>
          <p:cNvSpPr/>
          <p:nvPr/>
        </p:nvSpPr>
        <p:spPr>
          <a:xfrm>
            <a:off x="8928000" y="1620000"/>
            <a:ext cx="2880000" cy="4248150"/>
          </a:xfrm>
          <a:prstGeom prst="round2SameRect">
            <a:avLst>
              <a:gd name="adj1" fmla="val 0"/>
              <a:gd name="adj2" fmla="val 0"/>
            </a:avLst>
          </a:prstGeom>
          <a:solidFill>
            <a:schemeClr val="bg1"/>
          </a:solidFill>
          <a:ln>
            <a:solidFill>
              <a:schemeClr val="tx2">
                <a:lumMod val="25000"/>
                <a:lumOff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solidFill>
                <a:schemeClr val="tx1">
                  <a:lumMod val="85000"/>
                  <a:lumOff val="15000"/>
                </a:schemeClr>
              </a:solidFill>
              <a:sym typeface="+mn-ea"/>
            </a:endParaRPr>
          </a:p>
        </p:txBody>
      </p:sp>
      <p:sp>
        <p:nvSpPr>
          <p:cNvPr id="112" name="圆角矩形 74"/>
          <p:cNvSpPr/>
          <p:nvPr>
            <p:custDataLst>
              <p:tags r:id="rId76"/>
            </p:custDataLst>
          </p:nvPr>
        </p:nvSpPr>
        <p:spPr>
          <a:xfrm>
            <a:off x="9468000" y="1620000"/>
            <a:ext cx="1763395" cy="288000"/>
          </a:xfrm>
          <a:prstGeom prst="roundRect">
            <a:avLst>
              <a:gd name="adj" fmla="val 8831"/>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en-US" altLang="zh-CN" sz="1200" b="1">
                <a:solidFill>
                  <a:schemeClr val="tx2"/>
                </a:solidFill>
                <a:latin typeface="+mj-ea"/>
                <a:ea typeface="+mj-ea"/>
                <a:cs typeface="+mj-ea"/>
                <a:sym typeface="+mn-ea"/>
              </a:rPr>
              <a:t>AI</a:t>
            </a:r>
            <a:r>
              <a:rPr lang="zh-CN" altLang="en-US" sz="1200" b="1">
                <a:solidFill>
                  <a:schemeClr val="tx2"/>
                </a:solidFill>
                <a:latin typeface="+mj-ea"/>
                <a:ea typeface="+mj-ea"/>
                <a:cs typeface="+mj-ea"/>
                <a:sym typeface="+mn-ea"/>
              </a:rPr>
              <a:t>平台</a:t>
            </a:r>
            <a:endParaRPr lang="zh-CN" altLang="en-US" sz="1200" b="1">
              <a:solidFill>
                <a:schemeClr val="tx2"/>
              </a:solidFill>
              <a:latin typeface="+mj-ea"/>
              <a:ea typeface="+mj-ea"/>
              <a:cs typeface="+mj-ea"/>
              <a:sym typeface="+mn-ea"/>
            </a:endParaRPr>
          </a:p>
        </p:txBody>
      </p:sp>
      <p:sp>
        <p:nvSpPr>
          <p:cNvPr id="114" name="同侧圆角矩形 113"/>
          <p:cNvSpPr/>
          <p:nvPr/>
        </p:nvSpPr>
        <p:spPr>
          <a:xfrm>
            <a:off x="9000000" y="2160000"/>
            <a:ext cx="2700000" cy="1692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15" name="同侧圆角矩形 114"/>
          <p:cNvSpPr/>
          <p:nvPr/>
        </p:nvSpPr>
        <p:spPr>
          <a:xfrm>
            <a:off x="9000000" y="1872000"/>
            <a:ext cx="2700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应用开发平台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121" name="圆角矩形 74"/>
          <p:cNvSpPr/>
          <p:nvPr>
            <p:custDataLst>
              <p:tags r:id="rId77"/>
            </p:custDataLst>
          </p:nvPr>
        </p:nvSpPr>
        <p:spPr>
          <a:xfrm>
            <a:off x="9072001" y="2232000"/>
            <a:ext cx="2556000" cy="43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16" name="圆角矩形 74"/>
          <p:cNvSpPr/>
          <p:nvPr>
            <p:custDataLst>
              <p:tags r:id="rId78"/>
            </p:custDataLst>
          </p:nvPr>
        </p:nvSpPr>
        <p:spPr>
          <a:xfrm>
            <a:off x="9072001" y="2232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应用体验</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19" name="圆角矩形 74"/>
          <p:cNvSpPr/>
          <p:nvPr>
            <p:custDataLst>
              <p:tags r:id="rId79"/>
            </p:custDataLst>
          </p:nvPr>
        </p:nvSpPr>
        <p:spPr>
          <a:xfrm>
            <a:off x="9144000" y="2484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应用广场</a:t>
            </a:r>
            <a:endParaRPr lang="zh-CN" altLang="en-US" sz="900">
              <a:solidFill>
                <a:schemeClr val="tx2">
                  <a:lumMod val="75000"/>
                  <a:lumOff val="25000"/>
                </a:schemeClr>
              </a:solidFill>
              <a:latin typeface="+mj-ea"/>
              <a:ea typeface="+mj-ea"/>
              <a:sym typeface="+mn-ea"/>
            </a:endParaRPr>
          </a:p>
        </p:txBody>
      </p:sp>
      <p:sp>
        <p:nvSpPr>
          <p:cNvPr id="120" name="圆角矩形 74"/>
          <p:cNvSpPr/>
          <p:nvPr>
            <p:custDataLst>
              <p:tags r:id="rId80"/>
            </p:custDataLst>
          </p:nvPr>
        </p:nvSpPr>
        <p:spPr>
          <a:xfrm>
            <a:off x="10368000" y="2484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应用模版</a:t>
            </a:r>
            <a:endParaRPr lang="zh-CN" altLang="en-US" sz="900">
              <a:solidFill>
                <a:schemeClr val="tx2">
                  <a:lumMod val="75000"/>
                  <a:lumOff val="25000"/>
                </a:schemeClr>
              </a:solidFill>
              <a:latin typeface="+mj-ea"/>
              <a:ea typeface="+mj-ea"/>
              <a:sym typeface="+mn-ea"/>
            </a:endParaRPr>
          </a:p>
        </p:txBody>
      </p:sp>
      <p:sp>
        <p:nvSpPr>
          <p:cNvPr id="129" name="圆角矩形 74"/>
          <p:cNvSpPr/>
          <p:nvPr>
            <p:custDataLst>
              <p:tags r:id="rId81"/>
            </p:custDataLst>
          </p:nvPr>
        </p:nvSpPr>
        <p:spPr>
          <a:xfrm>
            <a:off x="9072001" y="2700000"/>
            <a:ext cx="2556000" cy="43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25" name="圆角矩形 74"/>
          <p:cNvSpPr/>
          <p:nvPr>
            <p:custDataLst>
              <p:tags r:id="rId82"/>
            </p:custDataLst>
          </p:nvPr>
        </p:nvSpPr>
        <p:spPr>
          <a:xfrm>
            <a:off x="9072001" y="2700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27" name="圆角矩形 74"/>
          <p:cNvSpPr/>
          <p:nvPr>
            <p:custDataLst>
              <p:tags r:id="rId83"/>
            </p:custDataLst>
          </p:nvPr>
        </p:nvSpPr>
        <p:spPr>
          <a:xfrm>
            <a:off x="9144000" y="2952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智能体开发</a:t>
            </a:r>
            <a:endParaRPr lang="zh-CN" altLang="en-US" sz="900">
              <a:solidFill>
                <a:schemeClr val="tx2">
                  <a:lumMod val="75000"/>
                  <a:lumOff val="25000"/>
                </a:schemeClr>
              </a:solidFill>
              <a:latin typeface="+mj-ea"/>
              <a:ea typeface="+mj-ea"/>
              <a:sym typeface="+mn-ea"/>
            </a:endParaRPr>
          </a:p>
        </p:txBody>
      </p:sp>
      <p:sp>
        <p:nvSpPr>
          <p:cNvPr id="128" name="圆角矩形 74"/>
          <p:cNvSpPr/>
          <p:nvPr>
            <p:custDataLst>
              <p:tags r:id="rId84"/>
            </p:custDataLst>
          </p:nvPr>
        </p:nvSpPr>
        <p:spPr>
          <a:xfrm>
            <a:off x="10368000" y="2952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效果评测</a:t>
            </a:r>
            <a:endParaRPr lang="zh-CN" altLang="en-US" sz="900">
              <a:solidFill>
                <a:schemeClr val="tx2">
                  <a:lumMod val="75000"/>
                  <a:lumOff val="25000"/>
                </a:schemeClr>
              </a:solidFill>
              <a:latin typeface="+mj-ea"/>
              <a:ea typeface="+mj-ea"/>
              <a:sym typeface="+mn-ea"/>
            </a:endParaRPr>
          </a:p>
        </p:txBody>
      </p:sp>
      <p:sp>
        <p:nvSpPr>
          <p:cNvPr id="136" name="圆角矩形 74"/>
          <p:cNvSpPr/>
          <p:nvPr>
            <p:custDataLst>
              <p:tags r:id="rId85"/>
            </p:custDataLst>
          </p:nvPr>
        </p:nvSpPr>
        <p:spPr>
          <a:xfrm>
            <a:off x="9072001" y="3168000"/>
            <a:ext cx="2556000" cy="61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30" name="圆角矩形 74"/>
          <p:cNvSpPr/>
          <p:nvPr>
            <p:custDataLst>
              <p:tags r:id="rId86"/>
            </p:custDataLst>
          </p:nvPr>
        </p:nvSpPr>
        <p:spPr>
          <a:xfrm>
            <a:off x="9072001" y="3168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资产</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34" name="圆角矩形 74"/>
          <p:cNvSpPr/>
          <p:nvPr>
            <p:custDataLst>
              <p:tags r:id="rId87"/>
            </p:custDataLst>
          </p:nvPr>
        </p:nvSpPr>
        <p:spPr>
          <a:xfrm>
            <a:off x="9144000" y="3420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sym typeface="+mn-ea"/>
              </a:rPr>
              <a:t>MCP</a:t>
            </a:r>
            <a:endParaRPr lang="en-US" altLang="zh-CN" sz="900">
              <a:solidFill>
                <a:schemeClr val="tx2">
                  <a:lumMod val="75000"/>
                  <a:lumOff val="25000"/>
                </a:schemeClr>
              </a:solidFill>
              <a:latin typeface="+mj-ea"/>
              <a:ea typeface="+mj-ea"/>
              <a:sym typeface="+mn-ea"/>
            </a:endParaRPr>
          </a:p>
        </p:txBody>
      </p:sp>
      <p:sp>
        <p:nvSpPr>
          <p:cNvPr id="135" name="圆角矩形 74"/>
          <p:cNvSpPr/>
          <p:nvPr>
            <p:custDataLst>
              <p:tags r:id="rId88"/>
            </p:custDataLst>
          </p:nvPr>
        </p:nvSpPr>
        <p:spPr>
          <a:xfrm>
            <a:off x="10368000" y="3420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插件</a:t>
            </a:r>
            <a:endParaRPr lang="zh-CN" altLang="en-US" sz="900">
              <a:solidFill>
                <a:schemeClr val="tx2">
                  <a:lumMod val="75000"/>
                  <a:lumOff val="25000"/>
                </a:schemeClr>
              </a:solidFill>
              <a:latin typeface="+mj-ea"/>
              <a:ea typeface="+mj-ea"/>
              <a:sym typeface="+mn-ea"/>
            </a:endParaRPr>
          </a:p>
        </p:txBody>
      </p:sp>
      <p:sp>
        <p:nvSpPr>
          <p:cNvPr id="144" name="圆角矩形 74"/>
          <p:cNvSpPr/>
          <p:nvPr>
            <p:custDataLst>
              <p:tags r:id="rId89"/>
            </p:custDataLst>
          </p:nvPr>
        </p:nvSpPr>
        <p:spPr>
          <a:xfrm>
            <a:off x="9144000" y="3600000"/>
            <a:ext cx="792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工作流</a:t>
            </a:r>
            <a:endParaRPr lang="zh-CN" altLang="en-US" sz="900">
              <a:solidFill>
                <a:schemeClr val="tx2">
                  <a:lumMod val="75000"/>
                  <a:lumOff val="25000"/>
                </a:schemeClr>
              </a:solidFill>
              <a:latin typeface="+mj-ea"/>
              <a:ea typeface="+mj-ea"/>
              <a:sym typeface="+mn-ea"/>
            </a:endParaRPr>
          </a:p>
        </p:txBody>
      </p:sp>
      <p:sp>
        <p:nvSpPr>
          <p:cNvPr id="146" name="圆角矩形 74"/>
          <p:cNvSpPr/>
          <p:nvPr>
            <p:custDataLst>
              <p:tags r:id="rId90"/>
            </p:custDataLst>
          </p:nvPr>
        </p:nvSpPr>
        <p:spPr>
          <a:xfrm>
            <a:off x="9972001" y="3600000"/>
            <a:ext cx="756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知识库</a:t>
            </a:r>
            <a:endParaRPr lang="zh-CN" altLang="en-US" sz="900">
              <a:solidFill>
                <a:schemeClr val="tx2">
                  <a:lumMod val="75000"/>
                  <a:lumOff val="25000"/>
                </a:schemeClr>
              </a:solidFill>
              <a:latin typeface="+mj-ea"/>
              <a:ea typeface="+mj-ea"/>
              <a:sym typeface="+mn-ea"/>
            </a:endParaRPr>
          </a:p>
        </p:txBody>
      </p:sp>
      <p:sp>
        <p:nvSpPr>
          <p:cNvPr id="152" name="圆角矩形 74"/>
          <p:cNvSpPr/>
          <p:nvPr>
            <p:custDataLst>
              <p:tags r:id="rId91"/>
            </p:custDataLst>
          </p:nvPr>
        </p:nvSpPr>
        <p:spPr>
          <a:xfrm>
            <a:off x="10764000" y="3600000"/>
            <a:ext cx="792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数据库</a:t>
            </a:r>
            <a:endParaRPr lang="zh-CN" altLang="en-US" sz="900">
              <a:solidFill>
                <a:schemeClr val="tx2">
                  <a:lumMod val="75000"/>
                  <a:lumOff val="25000"/>
                </a:schemeClr>
              </a:solidFill>
              <a:latin typeface="+mj-ea"/>
              <a:ea typeface="+mj-ea"/>
              <a:sym typeface="+mn-ea"/>
            </a:endParaRPr>
          </a:p>
        </p:txBody>
      </p:sp>
      <p:sp>
        <p:nvSpPr>
          <p:cNvPr id="163" name="同侧圆角矩形 162"/>
          <p:cNvSpPr/>
          <p:nvPr/>
        </p:nvSpPr>
        <p:spPr>
          <a:xfrm>
            <a:off x="9000000" y="4284000"/>
            <a:ext cx="2700000" cy="1512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72" name="同侧圆角矩形 171"/>
          <p:cNvSpPr/>
          <p:nvPr/>
        </p:nvSpPr>
        <p:spPr>
          <a:xfrm>
            <a:off x="9000000" y="3996000"/>
            <a:ext cx="2700000" cy="288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模型开发平台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178" name="圆角矩形 74"/>
          <p:cNvSpPr/>
          <p:nvPr>
            <p:custDataLst>
              <p:tags r:id="rId92"/>
            </p:custDataLst>
          </p:nvPr>
        </p:nvSpPr>
        <p:spPr>
          <a:xfrm>
            <a:off x="9072001" y="4356000"/>
            <a:ext cx="2556000" cy="43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73" name="圆角矩形 74"/>
          <p:cNvSpPr/>
          <p:nvPr>
            <p:custDataLst>
              <p:tags r:id="rId93"/>
            </p:custDataLst>
          </p:nvPr>
        </p:nvSpPr>
        <p:spPr>
          <a:xfrm>
            <a:off x="9072001" y="4356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服务部署</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76" name="圆角矩形 74"/>
          <p:cNvSpPr/>
          <p:nvPr>
            <p:custDataLst>
              <p:tags r:id="rId94"/>
            </p:custDataLst>
          </p:nvPr>
        </p:nvSpPr>
        <p:spPr>
          <a:xfrm>
            <a:off x="9144000" y="4608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在线服务</a:t>
            </a:r>
            <a:endParaRPr lang="zh-CN" altLang="en-US" sz="900">
              <a:solidFill>
                <a:schemeClr val="tx2">
                  <a:lumMod val="75000"/>
                  <a:lumOff val="25000"/>
                </a:schemeClr>
              </a:solidFill>
              <a:latin typeface="+mj-ea"/>
              <a:ea typeface="+mj-ea"/>
              <a:sym typeface="+mn-ea"/>
            </a:endParaRPr>
          </a:p>
        </p:txBody>
      </p:sp>
      <p:sp>
        <p:nvSpPr>
          <p:cNvPr id="177" name="圆角矩形 74"/>
          <p:cNvSpPr/>
          <p:nvPr>
            <p:custDataLst>
              <p:tags r:id="rId95"/>
            </p:custDataLst>
          </p:nvPr>
        </p:nvSpPr>
        <p:spPr>
          <a:xfrm>
            <a:off x="10368000" y="4608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批量服务</a:t>
            </a:r>
            <a:endParaRPr lang="zh-CN" altLang="en-US" sz="900">
              <a:solidFill>
                <a:schemeClr val="tx2">
                  <a:lumMod val="75000"/>
                  <a:lumOff val="25000"/>
                </a:schemeClr>
              </a:solidFill>
              <a:latin typeface="+mj-ea"/>
              <a:ea typeface="+mj-ea"/>
              <a:sym typeface="+mn-ea"/>
            </a:endParaRPr>
          </a:p>
        </p:txBody>
      </p:sp>
      <p:sp>
        <p:nvSpPr>
          <p:cNvPr id="183" name="圆角矩形 74"/>
          <p:cNvSpPr/>
          <p:nvPr>
            <p:custDataLst>
              <p:tags r:id="rId96"/>
            </p:custDataLst>
          </p:nvPr>
        </p:nvSpPr>
        <p:spPr>
          <a:xfrm>
            <a:off x="9072001" y="4824000"/>
            <a:ext cx="2556000" cy="43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79" name="圆角矩形 74"/>
          <p:cNvSpPr/>
          <p:nvPr>
            <p:custDataLst>
              <p:tags r:id="rId97"/>
            </p:custDataLst>
          </p:nvPr>
        </p:nvSpPr>
        <p:spPr>
          <a:xfrm>
            <a:off x="9072001" y="4824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模型管理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86" name="圆角矩形 74"/>
          <p:cNvSpPr/>
          <p:nvPr>
            <p:custDataLst>
              <p:tags r:id="rId98"/>
            </p:custDataLst>
          </p:nvPr>
        </p:nvSpPr>
        <p:spPr>
          <a:xfrm>
            <a:off x="9072001" y="5292000"/>
            <a:ext cx="2556000" cy="432000"/>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81" name="圆角矩形 74"/>
          <p:cNvSpPr/>
          <p:nvPr>
            <p:custDataLst>
              <p:tags r:id="rId99"/>
            </p:custDataLst>
          </p:nvPr>
        </p:nvSpPr>
        <p:spPr>
          <a:xfrm>
            <a:off x="9144000" y="5076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我的模型</a:t>
            </a:r>
            <a:endParaRPr lang="zh-CN" altLang="en-US" sz="900">
              <a:solidFill>
                <a:schemeClr val="tx2">
                  <a:lumMod val="75000"/>
                  <a:lumOff val="25000"/>
                </a:schemeClr>
              </a:solidFill>
              <a:latin typeface="+mj-ea"/>
              <a:ea typeface="+mj-ea"/>
              <a:sym typeface="+mn-ea"/>
            </a:endParaRPr>
          </a:p>
        </p:txBody>
      </p:sp>
      <p:sp>
        <p:nvSpPr>
          <p:cNvPr id="182" name="圆角矩形 74"/>
          <p:cNvSpPr/>
          <p:nvPr>
            <p:custDataLst>
              <p:tags r:id="rId100"/>
            </p:custDataLst>
          </p:nvPr>
        </p:nvSpPr>
        <p:spPr>
          <a:xfrm>
            <a:off x="10368000" y="5076000"/>
            <a:ext cx="1188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模型评估</a:t>
            </a:r>
            <a:endParaRPr lang="zh-CN" altLang="en-US" sz="900">
              <a:solidFill>
                <a:schemeClr val="tx2">
                  <a:lumMod val="75000"/>
                  <a:lumOff val="25000"/>
                </a:schemeClr>
              </a:solidFill>
              <a:latin typeface="+mj-ea"/>
              <a:ea typeface="+mj-ea"/>
              <a:sym typeface="+mn-ea"/>
            </a:endParaRPr>
          </a:p>
        </p:txBody>
      </p:sp>
      <p:sp>
        <p:nvSpPr>
          <p:cNvPr id="185" name="圆角矩形 74"/>
          <p:cNvSpPr/>
          <p:nvPr>
            <p:custDataLst>
              <p:tags r:id="rId101"/>
            </p:custDataLst>
          </p:nvPr>
        </p:nvSpPr>
        <p:spPr>
          <a:xfrm>
            <a:off x="9072001" y="5292000"/>
            <a:ext cx="2556000" cy="216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模型开发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89" name="圆角矩形 74"/>
          <p:cNvSpPr/>
          <p:nvPr>
            <p:custDataLst>
              <p:tags r:id="rId102"/>
            </p:custDataLst>
          </p:nvPr>
        </p:nvSpPr>
        <p:spPr>
          <a:xfrm>
            <a:off x="9144000" y="5544000"/>
            <a:ext cx="792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大模型训练</a:t>
            </a:r>
            <a:endParaRPr lang="zh-CN" altLang="en-US" sz="900">
              <a:solidFill>
                <a:schemeClr val="tx2">
                  <a:lumMod val="75000"/>
                  <a:lumOff val="25000"/>
                </a:schemeClr>
              </a:solidFill>
              <a:latin typeface="+mj-ea"/>
              <a:ea typeface="+mj-ea"/>
              <a:sym typeface="+mn-ea"/>
            </a:endParaRPr>
          </a:p>
        </p:txBody>
      </p:sp>
      <p:sp>
        <p:nvSpPr>
          <p:cNvPr id="190" name="圆角矩形 74"/>
          <p:cNvSpPr/>
          <p:nvPr>
            <p:custDataLst>
              <p:tags r:id="rId103"/>
            </p:custDataLst>
          </p:nvPr>
        </p:nvSpPr>
        <p:spPr>
          <a:xfrm>
            <a:off x="9972001" y="5544000"/>
            <a:ext cx="792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en-US" altLang="zh-CN" sz="900">
                <a:solidFill>
                  <a:schemeClr val="tx2">
                    <a:lumMod val="75000"/>
                    <a:lumOff val="25000"/>
                  </a:schemeClr>
                </a:solidFill>
                <a:latin typeface="+mj-ea"/>
                <a:ea typeface="+mj-ea"/>
                <a:sym typeface="+mn-ea"/>
              </a:rPr>
              <a:t>Notebook</a:t>
            </a:r>
            <a:endParaRPr lang="en-US" altLang="zh-CN" sz="900">
              <a:solidFill>
                <a:schemeClr val="tx2">
                  <a:lumMod val="75000"/>
                  <a:lumOff val="25000"/>
                </a:schemeClr>
              </a:solidFill>
              <a:latin typeface="+mj-ea"/>
              <a:ea typeface="+mj-ea"/>
              <a:sym typeface="+mn-ea"/>
            </a:endParaRPr>
          </a:p>
        </p:txBody>
      </p:sp>
      <p:sp>
        <p:nvSpPr>
          <p:cNvPr id="191" name="圆角矩形 74"/>
          <p:cNvSpPr/>
          <p:nvPr>
            <p:custDataLst>
              <p:tags r:id="rId104"/>
            </p:custDataLst>
          </p:nvPr>
        </p:nvSpPr>
        <p:spPr>
          <a:xfrm>
            <a:off x="10800000" y="5544000"/>
            <a:ext cx="756000" cy="144000"/>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作业建模</a:t>
            </a:r>
            <a:endParaRPr lang="zh-CN" altLang="en-US" sz="900">
              <a:solidFill>
                <a:schemeClr val="tx2">
                  <a:lumMod val="75000"/>
                  <a:lumOff val="25000"/>
                </a:schemeClr>
              </a:solidFill>
              <a:latin typeface="+mj-ea"/>
              <a:ea typeface="+mj-ea"/>
              <a:sym typeface="+mn-ea"/>
            </a:endParaRPr>
          </a:p>
        </p:txBody>
      </p:sp>
      <p:sp>
        <p:nvSpPr>
          <p:cNvPr id="192" name="五边形 191"/>
          <p:cNvSpPr/>
          <p:nvPr>
            <p:custDataLst>
              <p:tags r:id="rId105"/>
            </p:custDataLst>
          </p:nvPr>
        </p:nvSpPr>
        <p:spPr>
          <a:xfrm rot="16200000">
            <a:off x="4554000" y="1134000"/>
            <a:ext cx="180000" cy="64800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3" name="文本框 192"/>
          <p:cNvSpPr txBox="1"/>
          <p:nvPr>
            <p:custDataLst>
              <p:tags r:id="rId106"/>
            </p:custDataLst>
          </p:nvPr>
        </p:nvSpPr>
        <p:spPr>
          <a:xfrm>
            <a:off x="4320000" y="1440000"/>
            <a:ext cx="648000" cy="180000"/>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提供工具</a:t>
            </a:r>
            <a:endParaRPr lang="zh-CN" altLang="en-US" sz="800">
              <a:solidFill>
                <a:schemeClr val="tx2">
                  <a:lumMod val="90000"/>
                  <a:lumOff val="10000"/>
                </a:schemeClr>
              </a:solidFill>
              <a:latin typeface="+mj-ea"/>
              <a:ea typeface="+mj-ea"/>
            </a:endParaRPr>
          </a:p>
        </p:txBody>
      </p:sp>
      <p:grpSp>
        <p:nvGrpSpPr>
          <p:cNvPr id="35" name="组合 34"/>
          <p:cNvGrpSpPr/>
          <p:nvPr/>
        </p:nvGrpSpPr>
        <p:grpSpPr>
          <a:xfrm>
            <a:off x="10043795" y="1368425"/>
            <a:ext cx="647700" cy="250825"/>
            <a:chOff x="15817" y="2155"/>
            <a:chExt cx="1020" cy="395"/>
          </a:xfrm>
        </p:grpSpPr>
        <p:sp>
          <p:nvSpPr>
            <p:cNvPr id="194" name="五边形 193"/>
            <p:cNvSpPr/>
            <p:nvPr>
              <p:custDataLst>
                <p:tags r:id="rId107"/>
              </p:custDataLst>
            </p:nvPr>
          </p:nvSpPr>
          <p:spPr>
            <a:xfrm rot="16200000">
              <a:off x="16186" y="1786"/>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5" name="文本框 194"/>
            <p:cNvSpPr txBox="1"/>
            <p:nvPr>
              <p:custDataLst>
                <p:tags r:id="rId108"/>
              </p:custDataLst>
            </p:nvPr>
          </p:nvSpPr>
          <p:spPr>
            <a:xfrm>
              <a:off x="15817" y="2268"/>
              <a:ext cx="1020" cy="283"/>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提供工具</a:t>
              </a:r>
              <a:endParaRPr lang="zh-CN" altLang="en-US" sz="800">
                <a:solidFill>
                  <a:schemeClr val="tx2">
                    <a:lumMod val="90000"/>
                    <a:lumOff val="10000"/>
                  </a:schemeClr>
                </a:solidFill>
                <a:latin typeface="+mj-ea"/>
                <a:ea typeface="+mj-ea"/>
              </a:endParaRPr>
            </a:p>
          </p:txBody>
        </p:sp>
      </p:grpSp>
      <p:grpSp>
        <p:nvGrpSpPr>
          <p:cNvPr id="67" name="组合 66"/>
          <p:cNvGrpSpPr/>
          <p:nvPr/>
        </p:nvGrpSpPr>
        <p:grpSpPr>
          <a:xfrm>
            <a:off x="3060065" y="4679950"/>
            <a:ext cx="215265" cy="647700"/>
            <a:chOff x="4819" y="7370"/>
            <a:chExt cx="339" cy="1020"/>
          </a:xfrm>
        </p:grpSpPr>
        <p:sp>
          <p:nvSpPr>
            <p:cNvPr id="198" name="五边形 197"/>
            <p:cNvSpPr/>
            <p:nvPr>
              <p:custDataLst>
                <p:tags r:id="rId109"/>
              </p:custDataLst>
            </p:nvPr>
          </p:nvSpPr>
          <p:spPr>
            <a:xfrm rot="10800000" flipH="1">
              <a:off x="4876" y="7370"/>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9" name="文本框 198"/>
            <p:cNvSpPr txBox="1"/>
            <p:nvPr>
              <p:custDataLst>
                <p:tags r:id="rId110"/>
              </p:custDataLst>
            </p:nvPr>
          </p:nvSpPr>
          <p:spPr>
            <a:xfrm>
              <a:off x="4819" y="7427"/>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资产加工</a:t>
              </a:r>
              <a:endParaRPr lang="zh-CN" altLang="en-US" sz="800">
                <a:solidFill>
                  <a:schemeClr val="tx2">
                    <a:lumMod val="90000"/>
                    <a:lumOff val="10000"/>
                  </a:schemeClr>
                </a:solidFill>
                <a:latin typeface="+mj-ea"/>
                <a:ea typeface="+mj-ea"/>
              </a:endParaRPr>
            </a:p>
          </p:txBody>
        </p:sp>
      </p:grpSp>
      <p:grpSp>
        <p:nvGrpSpPr>
          <p:cNvPr id="55" name="组合 54"/>
          <p:cNvGrpSpPr/>
          <p:nvPr/>
        </p:nvGrpSpPr>
        <p:grpSpPr>
          <a:xfrm>
            <a:off x="8783955" y="2520315"/>
            <a:ext cx="216535" cy="647700"/>
            <a:chOff x="13833" y="3969"/>
            <a:chExt cx="341" cy="1020"/>
          </a:xfrm>
        </p:grpSpPr>
        <p:sp>
          <p:nvSpPr>
            <p:cNvPr id="200" name="五边形 199"/>
            <p:cNvSpPr/>
            <p:nvPr>
              <p:custDataLst>
                <p:tags r:id="rId111"/>
              </p:custDataLst>
            </p:nvPr>
          </p:nvSpPr>
          <p:spPr>
            <a:xfrm rot="10800000" flipH="1">
              <a:off x="13890" y="3969"/>
              <a:ext cx="285"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01" name="文本框 200"/>
            <p:cNvSpPr txBox="1"/>
            <p:nvPr>
              <p:custDataLst>
                <p:tags r:id="rId112"/>
              </p:custDataLst>
            </p:nvPr>
          </p:nvSpPr>
          <p:spPr>
            <a:xfrm>
              <a:off x="13833" y="4025"/>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知识服务</a:t>
              </a:r>
              <a:endParaRPr lang="zh-CN" altLang="en-US" sz="800">
                <a:solidFill>
                  <a:schemeClr val="tx2">
                    <a:lumMod val="90000"/>
                    <a:lumOff val="10000"/>
                  </a:schemeClr>
                </a:solidFill>
                <a:latin typeface="+mj-ea"/>
                <a:ea typeface="+mj-ea"/>
              </a:endParaRPr>
            </a:p>
          </p:txBody>
        </p:sp>
      </p:grpSp>
      <p:grpSp>
        <p:nvGrpSpPr>
          <p:cNvPr id="56" name="组合 55"/>
          <p:cNvGrpSpPr/>
          <p:nvPr/>
        </p:nvGrpSpPr>
        <p:grpSpPr>
          <a:xfrm>
            <a:off x="8783955" y="4679950"/>
            <a:ext cx="215265" cy="647700"/>
            <a:chOff x="13833" y="7370"/>
            <a:chExt cx="339" cy="1020"/>
          </a:xfrm>
        </p:grpSpPr>
        <p:sp>
          <p:nvSpPr>
            <p:cNvPr id="202" name="五边形 201"/>
            <p:cNvSpPr/>
            <p:nvPr>
              <p:custDataLst>
                <p:tags r:id="rId113"/>
              </p:custDataLst>
            </p:nvPr>
          </p:nvSpPr>
          <p:spPr>
            <a:xfrm rot="10800000" flipH="1">
              <a:off x="13890" y="7370"/>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03" name="文本框 202"/>
            <p:cNvSpPr txBox="1"/>
            <p:nvPr>
              <p:custDataLst>
                <p:tags r:id="rId114"/>
              </p:custDataLst>
            </p:nvPr>
          </p:nvSpPr>
          <p:spPr>
            <a:xfrm>
              <a:off x="13833" y="7427"/>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数据服务</a:t>
              </a:r>
              <a:endParaRPr lang="zh-CN" altLang="en-US" sz="800">
                <a:solidFill>
                  <a:schemeClr val="tx2">
                    <a:lumMod val="90000"/>
                    <a:lumOff val="10000"/>
                  </a:schemeClr>
                </a:solidFill>
                <a:latin typeface="+mj-ea"/>
                <a:ea typeface="+mj-ea"/>
              </a:endParaRPr>
            </a:p>
          </p:txBody>
        </p:sp>
      </p:grpSp>
      <p:grpSp>
        <p:nvGrpSpPr>
          <p:cNvPr id="22" name="组合 21"/>
          <p:cNvGrpSpPr/>
          <p:nvPr/>
        </p:nvGrpSpPr>
        <p:grpSpPr>
          <a:xfrm>
            <a:off x="3275965" y="3996000"/>
            <a:ext cx="1007745" cy="612140"/>
            <a:chOff x="5159" y="6463"/>
            <a:chExt cx="1587" cy="964"/>
          </a:xfrm>
        </p:grpSpPr>
        <p:sp>
          <p:nvSpPr>
            <p:cNvPr id="175" name="圆角矩形 74"/>
            <p:cNvSpPr/>
            <p:nvPr>
              <p:custDataLst>
                <p:tags r:id="rId115"/>
              </p:custDataLst>
            </p:nvPr>
          </p:nvSpPr>
          <p:spPr>
            <a:xfrm>
              <a:off x="5159" y="6463"/>
              <a:ext cx="1587" cy="964"/>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71" name="圆角矩形 74"/>
            <p:cNvSpPr/>
            <p:nvPr>
              <p:custDataLst>
                <p:tags r:id="rId116"/>
              </p:custDataLst>
            </p:nvPr>
          </p:nvSpPr>
          <p:spPr>
            <a:xfrm>
              <a:off x="5159" y="6463"/>
              <a:ext cx="1587"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数据治理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05" name="圆角矩形 74"/>
            <p:cNvSpPr/>
            <p:nvPr>
              <p:custDataLst>
                <p:tags r:id="rId117"/>
              </p:custDataLst>
            </p:nvPr>
          </p:nvSpPr>
          <p:spPr>
            <a:xfrm>
              <a:off x="5272" y="7143"/>
              <a:ext cx="1361"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数据质量</a:t>
              </a:r>
              <a:endParaRPr lang="zh-CN" altLang="en-US" sz="700">
                <a:solidFill>
                  <a:schemeClr val="tx2">
                    <a:lumMod val="75000"/>
                    <a:lumOff val="25000"/>
                  </a:schemeClr>
                </a:solidFill>
                <a:latin typeface="+mj-ea"/>
                <a:ea typeface="+mj-ea"/>
                <a:sym typeface="+mn-ea"/>
              </a:endParaRPr>
            </a:p>
          </p:txBody>
        </p:sp>
        <p:sp>
          <p:nvSpPr>
            <p:cNvPr id="208" name="圆角矩形 74"/>
            <p:cNvSpPr/>
            <p:nvPr>
              <p:custDataLst>
                <p:tags r:id="rId118"/>
              </p:custDataLst>
            </p:nvPr>
          </p:nvSpPr>
          <p:spPr>
            <a:xfrm>
              <a:off x="5272" y="6860"/>
              <a:ext cx="68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数据标准</a:t>
              </a:r>
              <a:endParaRPr lang="zh-CN" altLang="en-US" sz="700">
                <a:solidFill>
                  <a:schemeClr val="tx2">
                    <a:lumMod val="75000"/>
                    <a:lumOff val="25000"/>
                  </a:schemeClr>
                </a:solidFill>
                <a:latin typeface="+mj-ea"/>
                <a:ea typeface="+mj-ea"/>
                <a:sym typeface="+mn-ea"/>
              </a:endParaRPr>
            </a:p>
          </p:txBody>
        </p:sp>
        <p:sp>
          <p:nvSpPr>
            <p:cNvPr id="3" name="圆角矩形 74"/>
            <p:cNvSpPr/>
            <p:nvPr>
              <p:custDataLst>
                <p:tags r:id="rId119"/>
              </p:custDataLst>
            </p:nvPr>
          </p:nvSpPr>
          <p:spPr>
            <a:xfrm>
              <a:off x="6009" y="6860"/>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a:t>
              </a:r>
              <a:r>
                <a:rPr lang="zh-CN" altLang="en-US" sz="700">
                  <a:solidFill>
                    <a:schemeClr val="tx2">
                      <a:lumMod val="75000"/>
                      <a:lumOff val="25000"/>
                    </a:schemeClr>
                  </a:solidFill>
                  <a:latin typeface="+mj-ea"/>
                  <a:ea typeface="+mj-ea"/>
                  <a:sym typeface="+mn-ea"/>
                </a:rPr>
                <a:t>模型</a:t>
              </a:r>
              <a:endParaRPr lang="zh-CN" altLang="en-US" sz="700">
                <a:solidFill>
                  <a:schemeClr val="tx2">
                    <a:lumMod val="75000"/>
                    <a:lumOff val="25000"/>
                  </a:schemeClr>
                </a:solidFill>
                <a:latin typeface="+mj-ea"/>
                <a:ea typeface="+mj-ea"/>
                <a:sym typeface="+mn-ea"/>
              </a:endParaRPr>
            </a:p>
          </p:txBody>
        </p:sp>
      </p:grpSp>
      <p:grpSp>
        <p:nvGrpSpPr>
          <p:cNvPr id="26" name="组合 25"/>
          <p:cNvGrpSpPr/>
          <p:nvPr/>
        </p:nvGrpSpPr>
        <p:grpSpPr>
          <a:xfrm>
            <a:off x="4356100" y="3996000"/>
            <a:ext cx="972185" cy="612140"/>
            <a:chOff x="6860" y="6463"/>
            <a:chExt cx="1531" cy="964"/>
          </a:xfrm>
        </p:grpSpPr>
        <p:sp>
          <p:nvSpPr>
            <p:cNvPr id="210" name="圆角矩形 74"/>
            <p:cNvSpPr/>
            <p:nvPr>
              <p:custDataLst>
                <p:tags r:id="rId120"/>
              </p:custDataLst>
            </p:nvPr>
          </p:nvSpPr>
          <p:spPr>
            <a:xfrm>
              <a:off x="6860" y="6463"/>
              <a:ext cx="1531" cy="964"/>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09" name="圆角矩形 74"/>
            <p:cNvSpPr/>
            <p:nvPr>
              <p:custDataLst>
                <p:tags r:id="rId121"/>
              </p:custDataLst>
            </p:nvPr>
          </p:nvSpPr>
          <p:spPr>
            <a:xfrm>
              <a:off x="6860" y="6463"/>
              <a:ext cx="1531"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数据地图</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14" name="圆角矩形 74"/>
            <p:cNvSpPr/>
            <p:nvPr>
              <p:custDataLst>
                <p:tags r:id="rId122"/>
              </p:custDataLst>
            </p:nvPr>
          </p:nvSpPr>
          <p:spPr>
            <a:xfrm>
              <a:off x="6972" y="7142"/>
              <a:ext cx="130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数据血缘</a:t>
              </a:r>
              <a:endParaRPr lang="zh-CN" altLang="en-US" sz="700">
                <a:solidFill>
                  <a:schemeClr val="tx2">
                    <a:lumMod val="75000"/>
                    <a:lumOff val="25000"/>
                  </a:schemeClr>
                </a:solidFill>
                <a:latin typeface="+mj-ea"/>
                <a:ea typeface="+mj-ea"/>
                <a:sym typeface="+mn-ea"/>
              </a:endParaRPr>
            </a:p>
          </p:txBody>
        </p:sp>
        <p:sp>
          <p:nvSpPr>
            <p:cNvPr id="215" name="圆角矩形 74"/>
            <p:cNvSpPr/>
            <p:nvPr>
              <p:custDataLst>
                <p:tags r:id="rId123"/>
              </p:custDataLst>
            </p:nvPr>
          </p:nvSpPr>
          <p:spPr>
            <a:xfrm>
              <a:off x="6973" y="6860"/>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数据检索</a:t>
              </a:r>
              <a:endParaRPr lang="zh-CN" altLang="en-US" sz="700">
                <a:solidFill>
                  <a:schemeClr val="tx2">
                    <a:lumMod val="75000"/>
                    <a:lumOff val="25000"/>
                  </a:schemeClr>
                </a:solidFill>
                <a:latin typeface="+mj-ea"/>
                <a:ea typeface="+mj-ea"/>
                <a:sym typeface="+mn-ea"/>
              </a:endParaRPr>
            </a:p>
          </p:txBody>
        </p:sp>
        <p:sp>
          <p:nvSpPr>
            <p:cNvPr id="4" name="圆角矩形 74"/>
            <p:cNvSpPr/>
            <p:nvPr>
              <p:custDataLst>
                <p:tags r:id="rId124"/>
              </p:custDataLst>
            </p:nvPr>
          </p:nvSpPr>
          <p:spPr>
            <a:xfrm>
              <a:off x="7652" y="6860"/>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a:t>
              </a:r>
              <a:r>
                <a:rPr lang="zh-CN" altLang="en-US" sz="700">
                  <a:solidFill>
                    <a:schemeClr val="tx2">
                      <a:lumMod val="75000"/>
                      <a:lumOff val="25000"/>
                    </a:schemeClr>
                  </a:solidFill>
                  <a:latin typeface="+mj-ea"/>
                  <a:ea typeface="+mj-ea"/>
                  <a:sym typeface="+mn-ea"/>
                </a:rPr>
                <a:t>监控</a:t>
              </a:r>
              <a:endParaRPr lang="zh-CN" altLang="en-US" sz="700">
                <a:solidFill>
                  <a:schemeClr val="tx2">
                    <a:lumMod val="75000"/>
                    <a:lumOff val="25000"/>
                  </a:schemeClr>
                </a:solidFill>
                <a:latin typeface="+mj-ea"/>
                <a:ea typeface="+mj-ea"/>
                <a:sym typeface="+mn-ea"/>
              </a:endParaRPr>
            </a:p>
          </p:txBody>
        </p:sp>
      </p:grpSp>
      <p:grpSp>
        <p:nvGrpSpPr>
          <p:cNvPr id="27" name="组合 26"/>
          <p:cNvGrpSpPr/>
          <p:nvPr/>
        </p:nvGrpSpPr>
        <p:grpSpPr>
          <a:xfrm>
            <a:off x="5400040" y="3996000"/>
            <a:ext cx="1007110" cy="612140"/>
            <a:chOff x="8504" y="6463"/>
            <a:chExt cx="1586" cy="964"/>
          </a:xfrm>
        </p:grpSpPr>
        <p:sp>
          <p:nvSpPr>
            <p:cNvPr id="188" name="圆角矩形 74"/>
            <p:cNvSpPr/>
            <p:nvPr>
              <p:custDataLst>
                <p:tags r:id="rId125"/>
              </p:custDataLst>
            </p:nvPr>
          </p:nvSpPr>
          <p:spPr>
            <a:xfrm>
              <a:off x="8504" y="6463"/>
              <a:ext cx="1587" cy="964"/>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84" name="圆角矩形 74"/>
            <p:cNvSpPr/>
            <p:nvPr>
              <p:custDataLst>
                <p:tags r:id="rId126"/>
              </p:custDataLst>
            </p:nvPr>
          </p:nvSpPr>
          <p:spPr>
            <a:xfrm>
              <a:off x="8504" y="6463"/>
              <a:ext cx="1587"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数据标注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18" name="圆角矩形 74"/>
            <p:cNvSpPr/>
            <p:nvPr>
              <p:custDataLst>
                <p:tags r:id="rId127"/>
              </p:custDataLst>
            </p:nvPr>
          </p:nvSpPr>
          <p:spPr>
            <a:xfrm>
              <a:off x="8617" y="7143"/>
              <a:ext cx="1361"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智能标注</a:t>
              </a:r>
              <a:endParaRPr lang="zh-CN" altLang="en-US" sz="700">
                <a:solidFill>
                  <a:schemeClr val="tx2">
                    <a:lumMod val="75000"/>
                    <a:lumOff val="25000"/>
                  </a:schemeClr>
                </a:solidFill>
                <a:latin typeface="+mj-ea"/>
                <a:ea typeface="+mj-ea"/>
                <a:sym typeface="+mn-ea"/>
              </a:endParaRPr>
            </a:p>
          </p:txBody>
        </p:sp>
        <p:sp>
          <p:nvSpPr>
            <p:cNvPr id="222" name="圆角矩形 74"/>
            <p:cNvSpPr/>
            <p:nvPr>
              <p:custDataLst>
                <p:tags r:id="rId128"/>
              </p:custDataLst>
            </p:nvPr>
          </p:nvSpPr>
          <p:spPr>
            <a:xfrm>
              <a:off x="8617" y="6860"/>
              <a:ext cx="68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数据标注</a:t>
              </a:r>
              <a:endParaRPr lang="zh-CN" altLang="en-US" sz="700">
                <a:solidFill>
                  <a:schemeClr val="tx2">
                    <a:lumMod val="75000"/>
                    <a:lumOff val="25000"/>
                  </a:schemeClr>
                </a:solidFill>
                <a:latin typeface="+mj-ea"/>
                <a:ea typeface="+mj-ea"/>
                <a:sym typeface="+mn-ea"/>
              </a:endParaRPr>
            </a:p>
          </p:txBody>
        </p:sp>
        <p:sp>
          <p:nvSpPr>
            <p:cNvPr id="225" name="圆角矩形 74"/>
            <p:cNvSpPr/>
            <p:nvPr>
              <p:custDataLst>
                <p:tags r:id="rId129"/>
              </p:custDataLst>
            </p:nvPr>
          </p:nvSpPr>
          <p:spPr>
            <a:xfrm>
              <a:off x="9354" y="6860"/>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数据质检</a:t>
              </a:r>
              <a:endParaRPr lang="zh-CN" altLang="en-US" sz="700">
                <a:solidFill>
                  <a:schemeClr val="tx2">
                    <a:lumMod val="75000"/>
                    <a:lumOff val="25000"/>
                  </a:schemeClr>
                </a:solidFill>
                <a:latin typeface="+mj-ea"/>
                <a:ea typeface="+mj-ea"/>
                <a:sym typeface="+mn-ea"/>
              </a:endParaRPr>
            </a:p>
          </p:txBody>
        </p:sp>
      </p:grpSp>
      <p:grpSp>
        <p:nvGrpSpPr>
          <p:cNvPr id="29" name="组合 28"/>
          <p:cNvGrpSpPr/>
          <p:nvPr/>
        </p:nvGrpSpPr>
        <p:grpSpPr>
          <a:xfrm>
            <a:off x="6480175" y="3996000"/>
            <a:ext cx="1007110" cy="612140"/>
            <a:chOff x="10205" y="6463"/>
            <a:chExt cx="1586" cy="964"/>
          </a:xfrm>
        </p:grpSpPr>
        <p:sp>
          <p:nvSpPr>
            <p:cNvPr id="207" name="圆角矩形 74"/>
            <p:cNvSpPr/>
            <p:nvPr>
              <p:custDataLst>
                <p:tags r:id="rId130"/>
              </p:custDataLst>
            </p:nvPr>
          </p:nvSpPr>
          <p:spPr>
            <a:xfrm>
              <a:off x="10205" y="6463"/>
              <a:ext cx="1587" cy="964"/>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06" name="圆角矩形 74"/>
            <p:cNvSpPr/>
            <p:nvPr>
              <p:custDataLst>
                <p:tags r:id="rId131"/>
              </p:custDataLst>
            </p:nvPr>
          </p:nvSpPr>
          <p:spPr>
            <a:xfrm>
              <a:off x="10205" y="6463"/>
              <a:ext cx="1587"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数据处理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27" name="圆角矩形 74"/>
            <p:cNvSpPr/>
            <p:nvPr>
              <p:custDataLst>
                <p:tags r:id="rId132"/>
              </p:custDataLst>
            </p:nvPr>
          </p:nvSpPr>
          <p:spPr>
            <a:xfrm>
              <a:off x="10318" y="7143"/>
              <a:ext cx="1361"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数据增强</a:t>
              </a:r>
              <a:endParaRPr lang="zh-CN" altLang="en-US" sz="700">
                <a:solidFill>
                  <a:schemeClr val="tx2">
                    <a:lumMod val="75000"/>
                    <a:lumOff val="25000"/>
                  </a:schemeClr>
                </a:solidFill>
                <a:latin typeface="+mj-ea"/>
                <a:ea typeface="+mj-ea"/>
                <a:sym typeface="+mn-ea"/>
              </a:endParaRPr>
            </a:p>
          </p:txBody>
        </p:sp>
        <p:sp>
          <p:nvSpPr>
            <p:cNvPr id="228" name="圆角矩形 74"/>
            <p:cNvSpPr/>
            <p:nvPr>
              <p:custDataLst>
                <p:tags r:id="rId133"/>
              </p:custDataLst>
            </p:nvPr>
          </p:nvSpPr>
          <p:spPr>
            <a:xfrm>
              <a:off x="10318" y="6860"/>
              <a:ext cx="68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数据解析</a:t>
              </a:r>
              <a:endParaRPr lang="zh-CN" altLang="en-US" sz="700">
                <a:solidFill>
                  <a:schemeClr val="tx2">
                    <a:lumMod val="75000"/>
                    <a:lumOff val="25000"/>
                  </a:schemeClr>
                </a:solidFill>
                <a:latin typeface="+mj-ea"/>
                <a:ea typeface="+mj-ea"/>
                <a:sym typeface="+mn-ea"/>
              </a:endParaRPr>
            </a:p>
          </p:txBody>
        </p:sp>
        <p:sp>
          <p:nvSpPr>
            <p:cNvPr id="231" name="圆角矩形 74"/>
            <p:cNvSpPr/>
            <p:nvPr>
              <p:custDataLst>
                <p:tags r:id="rId134"/>
              </p:custDataLst>
            </p:nvPr>
          </p:nvSpPr>
          <p:spPr>
            <a:xfrm>
              <a:off x="11055" y="6860"/>
              <a:ext cx="624"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数据清洗</a:t>
              </a:r>
              <a:endParaRPr lang="zh-CN" altLang="en-US" sz="700">
                <a:solidFill>
                  <a:schemeClr val="tx2">
                    <a:lumMod val="75000"/>
                    <a:lumOff val="25000"/>
                  </a:schemeClr>
                </a:solidFill>
                <a:latin typeface="+mj-ea"/>
                <a:ea typeface="+mj-ea"/>
                <a:sym typeface="+mn-ea"/>
              </a:endParaRPr>
            </a:p>
          </p:txBody>
        </p:sp>
      </p:grpSp>
      <p:grpSp>
        <p:nvGrpSpPr>
          <p:cNvPr id="30" name="组合 29"/>
          <p:cNvGrpSpPr/>
          <p:nvPr/>
        </p:nvGrpSpPr>
        <p:grpSpPr>
          <a:xfrm>
            <a:off x="7560310" y="3996000"/>
            <a:ext cx="1043940" cy="612140"/>
            <a:chOff x="11906" y="6463"/>
            <a:chExt cx="1644" cy="964"/>
          </a:xfrm>
        </p:grpSpPr>
        <p:sp>
          <p:nvSpPr>
            <p:cNvPr id="213" name="圆角矩形 74"/>
            <p:cNvSpPr/>
            <p:nvPr>
              <p:custDataLst>
                <p:tags r:id="rId135"/>
              </p:custDataLst>
            </p:nvPr>
          </p:nvSpPr>
          <p:spPr>
            <a:xfrm>
              <a:off x="11906" y="6463"/>
              <a:ext cx="1644" cy="964"/>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212" name="圆角矩形 74"/>
            <p:cNvSpPr/>
            <p:nvPr>
              <p:custDataLst>
                <p:tags r:id="rId136"/>
              </p:custDataLst>
            </p:nvPr>
          </p:nvSpPr>
          <p:spPr>
            <a:xfrm>
              <a:off x="11906" y="6463"/>
              <a:ext cx="1644"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数据标注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48" name="圆角矩形 74"/>
            <p:cNvSpPr/>
            <p:nvPr>
              <p:custDataLst>
                <p:tags r:id="rId137"/>
              </p:custDataLst>
            </p:nvPr>
          </p:nvSpPr>
          <p:spPr>
            <a:xfrm>
              <a:off x="12019" y="7142"/>
              <a:ext cx="1417"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700">
                  <a:solidFill>
                    <a:schemeClr val="tx2">
                      <a:lumMod val="75000"/>
                      <a:lumOff val="25000"/>
                    </a:schemeClr>
                  </a:solidFill>
                  <a:latin typeface="+mj-ea"/>
                  <a:ea typeface="+mj-ea"/>
                  <a:sym typeface="+mn-ea"/>
                </a:rPr>
                <a:t>敏感数据保护</a:t>
              </a:r>
              <a:endParaRPr lang="zh-CN" altLang="en-US" sz="700">
                <a:solidFill>
                  <a:schemeClr val="tx2">
                    <a:lumMod val="75000"/>
                    <a:lumOff val="25000"/>
                  </a:schemeClr>
                </a:solidFill>
                <a:latin typeface="+mj-ea"/>
                <a:ea typeface="+mj-ea"/>
                <a:sym typeface="+mn-ea"/>
              </a:endParaRPr>
            </a:p>
          </p:txBody>
        </p:sp>
        <p:sp>
          <p:nvSpPr>
            <p:cNvPr id="250" name="圆角矩形 74"/>
            <p:cNvSpPr/>
            <p:nvPr>
              <p:custDataLst>
                <p:tags r:id="rId138"/>
              </p:custDataLst>
            </p:nvPr>
          </p:nvSpPr>
          <p:spPr>
            <a:xfrm>
              <a:off x="12019" y="6860"/>
              <a:ext cx="68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500">
                  <a:solidFill>
                    <a:schemeClr val="tx2">
                      <a:lumMod val="75000"/>
                      <a:lumOff val="25000"/>
                    </a:schemeClr>
                  </a:solidFill>
                  <a:latin typeface="+mj-ea"/>
                  <a:ea typeface="+mj-ea"/>
                  <a:sym typeface="+mn-ea"/>
                </a:rPr>
                <a:t>数据访问控制</a:t>
              </a:r>
              <a:endParaRPr lang="zh-CN" altLang="en-US" sz="500">
                <a:solidFill>
                  <a:schemeClr val="tx2">
                    <a:lumMod val="75000"/>
                    <a:lumOff val="25000"/>
                  </a:schemeClr>
                </a:solidFill>
                <a:latin typeface="+mj-ea"/>
                <a:ea typeface="+mj-ea"/>
                <a:sym typeface="+mn-ea"/>
              </a:endParaRPr>
            </a:p>
          </p:txBody>
        </p:sp>
        <p:sp>
          <p:nvSpPr>
            <p:cNvPr id="255" name="圆角矩形 74"/>
            <p:cNvSpPr/>
            <p:nvPr>
              <p:custDataLst>
                <p:tags r:id="rId139"/>
              </p:custDataLst>
            </p:nvPr>
          </p:nvSpPr>
          <p:spPr>
            <a:xfrm>
              <a:off x="12756" y="6860"/>
              <a:ext cx="680" cy="227"/>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45720" rIns="0" bIns="45720" numCol="1" spcCol="0" rtlCol="0" fromWordArt="0" anchor="ctr" anchorCtr="0" forceAA="0" compatLnSpc="1">
              <a:noAutofit/>
            </a:bodyPr>
            <a:p>
              <a:pPr algn="ctr"/>
              <a:r>
                <a:rPr lang="zh-CN" altLang="en-US" sz="500">
                  <a:solidFill>
                    <a:schemeClr val="tx2">
                      <a:lumMod val="75000"/>
                      <a:lumOff val="25000"/>
                    </a:schemeClr>
                  </a:solidFill>
                  <a:latin typeface="+mj-ea"/>
                  <a:ea typeface="+mj-ea"/>
                  <a:sym typeface="+mn-ea"/>
                </a:rPr>
                <a:t>数据权限策略</a:t>
              </a:r>
              <a:endParaRPr lang="zh-CN" altLang="en-US" sz="500">
                <a:solidFill>
                  <a:schemeClr val="tx2">
                    <a:lumMod val="75000"/>
                    <a:lumOff val="25000"/>
                  </a:schemeClr>
                </a:solidFill>
                <a:latin typeface="+mj-ea"/>
                <a:ea typeface="+mj-ea"/>
                <a:sym typeface="+mn-ea"/>
              </a:endParaRPr>
            </a:p>
          </p:txBody>
        </p:sp>
      </p:grpSp>
      <p:grpSp>
        <p:nvGrpSpPr>
          <p:cNvPr id="18" name="组合 17"/>
          <p:cNvGrpSpPr/>
          <p:nvPr/>
        </p:nvGrpSpPr>
        <p:grpSpPr>
          <a:xfrm>
            <a:off x="576000" y="3204230"/>
            <a:ext cx="2448000" cy="1756410"/>
            <a:chOff x="907" y="5102"/>
            <a:chExt cx="3855" cy="2766"/>
          </a:xfrm>
        </p:grpSpPr>
        <p:sp>
          <p:nvSpPr>
            <p:cNvPr id="95" name="圆角矩形 74"/>
            <p:cNvSpPr/>
            <p:nvPr>
              <p:custDataLst>
                <p:tags r:id="rId140"/>
              </p:custDataLst>
            </p:nvPr>
          </p:nvSpPr>
          <p:spPr>
            <a:xfrm>
              <a:off x="907" y="5102"/>
              <a:ext cx="3855" cy="2766"/>
            </a:xfrm>
            <a:prstGeom prst="roundRect">
              <a:avLst>
                <a:gd name="adj" fmla="val 1699"/>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68" name="圆角矩形 74"/>
            <p:cNvSpPr/>
            <p:nvPr>
              <p:custDataLst>
                <p:tags r:id="rId141"/>
              </p:custDataLst>
            </p:nvPr>
          </p:nvSpPr>
          <p:spPr>
            <a:xfrm>
              <a:off x="907" y="5102"/>
              <a:ext cx="3855"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空间服务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11" name="圆角矩形 74"/>
            <p:cNvSpPr/>
            <p:nvPr>
              <p:custDataLst>
                <p:tags r:id="rId142"/>
              </p:custDataLst>
            </p:nvPr>
          </p:nvSpPr>
          <p:spPr>
            <a:xfrm>
              <a:off x="1020" y="6633"/>
              <a:ext cx="3628" cy="283"/>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身份管理</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grpSp>
          <p:nvGrpSpPr>
            <p:cNvPr id="12" name="组合 11"/>
            <p:cNvGrpSpPr/>
            <p:nvPr/>
          </p:nvGrpSpPr>
          <p:grpSpPr>
            <a:xfrm>
              <a:off x="1020" y="6973"/>
              <a:ext cx="3628" cy="737"/>
              <a:chOff x="1020" y="6973"/>
              <a:chExt cx="3628" cy="737"/>
            </a:xfrm>
          </p:grpSpPr>
          <p:sp>
            <p:nvSpPr>
              <p:cNvPr id="7" name="圆角矩形 74"/>
              <p:cNvSpPr/>
              <p:nvPr>
                <p:custDataLst>
                  <p:tags r:id="rId143"/>
                </p:custDataLst>
              </p:nvPr>
            </p:nvSpPr>
            <p:spPr>
              <a:xfrm>
                <a:off x="1020" y="6973"/>
                <a:ext cx="3628" cy="737"/>
              </a:xfrm>
              <a:prstGeom prst="roundRect">
                <a:avLst>
                  <a:gd name="adj" fmla="val 1699"/>
                </a:avLst>
              </a:prstGeom>
              <a:solidFill>
                <a:schemeClr val="bg1"/>
              </a:solidFill>
              <a:ln w="6350">
                <a:solidFill>
                  <a:schemeClr val="tx2">
                    <a:lumMod val="10000"/>
                    <a:lumOff val="9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18" name="圆角矩形 74"/>
              <p:cNvSpPr/>
              <p:nvPr>
                <p:custDataLst>
                  <p:tags r:id="rId144"/>
                </p:custDataLst>
              </p:nvPr>
            </p:nvSpPr>
            <p:spPr>
              <a:xfrm>
                <a:off x="1020" y="6973"/>
                <a:ext cx="3628" cy="283"/>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隐私计算</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sp>
            <p:nvSpPr>
              <p:cNvPr id="123" name="圆角矩形 74"/>
              <p:cNvSpPr/>
              <p:nvPr>
                <p:custDataLst>
                  <p:tags r:id="rId145"/>
                </p:custDataLst>
              </p:nvPr>
            </p:nvSpPr>
            <p:spPr>
              <a:xfrm>
                <a:off x="1134" y="7313"/>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联邦学习</a:t>
                </a:r>
                <a:endParaRPr lang="zh-CN" altLang="en-US" sz="900">
                  <a:solidFill>
                    <a:schemeClr val="tx2">
                      <a:lumMod val="75000"/>
                      <a:lumOff val="25000"/>
                    </a:schemeClr>
                  </a:solidFill>
                  <a:latin typeface="+mj-ea"/>
                  <a:ea typeface="+mj-ea"/>
                  <a:sym typeface="+mn-ea"/>
                </a:endParaRPr>
              </a:p>
            </p:txBody>
          </p:sp>
          <p:sp>
            <p:nvSpPr>
              <p:cNvPr id="124" name="圆角矩形 74"/>
              <p:cNvSpPr/>
              <p:nvPr>
                <p:custDataLst>
                  <p:tags r:id="rId146"/>
                </p:custDataLst>
              </p:nvPr>
            </p:nvSpPr>
            <p:spPr>
              <a:xfrm>
                <a:off x="2891" y="7313"/>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隐私沙箱</a:t>
                </a:r>
                <a:endParaRPr lang="zh-CN" altLang="en-US" sz="900">
                  <a:solidFill>
                    <a:schemeClr val="tx2">
                      <a:lumMod val="75000"/>
                      <a:lumOff val="25000"/>
                    </a:schemeClr>
                  </a:solidFill>
                  <a:latin typeface="+mj-ea"/>
                  <a:ea typeface="+mj-ea"/>
                  <a:sym typeface="+mn-ea"/>
                </a:endParaRPr>
              </a:p>
            </p:txBody>
          </p:sp>
        </p:grpSp>
        <p:grpSp>
          <p:nvGrpSpPr>
            <p:cNvPr id="11" name="组合 10"/>
            <p:cNvGrpSpPr/>
            <p:nvPr/>
          </p:nvGrpSpPr>
          <p:grpSpPr>
            <a:xfrm>
              <a:off x="1020" y="5499"/>
              <a:ext cx="3628" cy="1077"/>
              <a:chOff x="1020" y="5499"/>
              <a:chExt cx="3628" cy="1077"/>
            </a:xfrm>
          </p:grpSpPr>
          <p:sp>
            <p:nvSpPr>
              <p:cNvPr id="6" name="圆角矩形 74"/>
              <p:cNvSpPr/>
              <p:nvPr>
                <p:custDataLst>
                  <p:tags r:id="rId147"/>
                </p:custDataLst>
              </p:nvPr>
            </p:nvSpPr>
            <p:spPr>
              <a:xfrm>
                <a:off x="1020" y="5499"/>
                <a:ext cx="3628" cy="1077"/>
              </a:xfrm>
              <a:prstGeom prst="roundRect">
                <a:avLst>
                  <a:gd name="adj" fmla="val 1699"/>
                </a:avLst>
              </a:prstGeom>
              <a:solidFill>
                <a:schemeClr val="bg1"/>
              </a:solidFill>
              <a:ln w="6350">
                <a:solidFill>
                  <a:schemeClr val="tx2">
                    <a:lumMod val="10000"/>
                    <a:lumOff val="9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106" name="圆角矩形 74"/>
              <p:cNvSpPr/>
              <p:nvPr>
                <p:custDataLst>
                  <p:tags r:id="rId148"/>
                </p:custDataLst>
              </p:nvPr>
            </p:nvSpPr>
            <p:spPr>
              <a:xfrm>
                <a:off x="1134" y="6179"/>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空间成员</a:t>
                </a:r>
                <a:endParaRPr lang="zh-CN" altLang="en-US" sz="900">
                  <a:solidFill>
                    <a:schemeClr val="tx2">
                      <a:lumMod val="75000"/>
                      <a:lumOff val="25000"/>
                    </a:schemeClr>
                  </a:solidFill>
                  <a:latin typeface="+mj-ea"/>
                  <a:ea typeface="+mj-ea"/>
                  <a:sym typeface="+mn-ea"/>
                </a:endParaRPr>
              </a:p>
            </p:txBody>
          </p:sp>
          <p:sp>
            <p:nvSpPr>
              <p:cNvPr id="107" name="圆角矩形 74"/>
              <p:cNvSpPr/>
              <p:nvPr>
                <p:custDataLst>
                  <p:tags r:id="rId149"/>
                </p:custDataLst>
              </p:nvPr>
            </p:nvSpPr>
            <p:spPr>
              <a:xfrm>
                <a:off x="2891" y="6179"/>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空间日志</a:t>
                </a:r>
                <a:endParaRPr lang="zh-CN" altLang="en-US" sz="900">
                  <a:solidFill>
                    <a:schemeClr val="tx2">
                      <a:lumMod val="75000"/>
                      <a:lumOff val="25000"/>
                    </a:schemeClr>
                  </a:solidFill>
                  <a:latin typeface="+mj-ea"/>
                  <a:ea typeface="+mj-ea"/>
                  <a:sym typeface="+mn-ea"/>
                </a:endParaRPr>
              </a:p>
            </p:txBody>
          </p:sp>
          <p:sp>
            <p:nvSpPr>
              <p:cNvPr id="109" name="圆角矩形 74"/>
              <p:cNvSpPr/>
              <p:nvPr>
                <p:custDataLst>
                  <p:tags r:id="rId150"/>
                </p:custDataLst>
              </p:nvPr>
            </p:nvSpPr>
            <p:spPr>
              <a:xfrm>
                <a:off x="1134" y="5839"/>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空间配置</a:t>
                </a:r>
                <a:endParaRPr lang="zh-CN" altLang="en-US" sz="900">
                  <a:solidFill>
                    <a:schemeClr val="tx2">
                      <a:lumMod val="75000"/>
                      <a:lumOff val="25000"/>
                    </a:schemeClr>
                  </a:solidFill>
                  <a:latin typeface="+mj-ea"/>
                  <a:ea typeface="+mj-ea"/>
                  <a:sym typeface="+mn-ea"/>
                </a:endParaRPr>
              </a:p>
            </p:txBody>
          </p:sp>
          <p:sp>
            <p:nvSpPr>
              <p:cNvPr id="110" name="圆角矩形 74"/>
              <p:cNvSpPr/>
              <p:nvPr>
                <p:custDataLst>
                  <p:tags r:id="rId151"/>
                </p:custDataLst>
              </p:nvPr>
            </p:nvSpPr>
            <p:spPr>
              <a:xfrm>
                <a:off x="2891" y="5839"/>
                <a:ext cx="164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tx2">
                        <a:lumMod val="75000"/>
                        <a:lumOff val="25000"/>
                      </a:schemeClr>
                    </a:solidFill>
                    <a:latin typeface="+mj-ea"/>
                    <a:ea typeface="+mj-ea"/>
                    <a:sym typeface="+mn-ea"/>
                  </a:rPr>
                  <a:t>空间资源</a:t>
                </a:r>
                <a:endParaRPr lang="zh-CN" altLang="en-US" sz="900">
                  <a:solidFill>
                    <a:schemeClr val="tx2">
                      <a:lumMod val="75000"/>
                      <a:lumOff val="25000"/>
                    </a:schemeClr>
                  </a:solidFill>
                  <a:latin typeface="+mj-ea"/>
                  <a:ea typeface="+mj-ea"/>
                  <a:sym typeface="+mn-ea"/>
                </a:endParaRPr>
              </a:p>
            </p:txBody>
          </p:sp>
          <p:sp>
            <p:nvSpPr>
              <p:cNvPr id="256" name="圆角矩形 74"/>
              <p:cNvSpPr/>
              <p:nvPr>
                <p:custDataLst>
                  <p:tags r:id="rId152"/>
                </p:custDataLst>
              </p:nvPr>
            </p:nvSpPr>
            <p:spPr>
              <a:xfrm>
                <a:off x="1020" y="5499"/>
                <a:ext cx="3628" cy="283"/>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空间运营</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grpSp>
      </p:grpSp>
      <p:grpSp>
        <p:nvGrpSpPr>
          <p:cNvPr id="36" name="组合 35"/>
          <p:cNvGrpSpPr/>
          <p:nvPr/>
        </p:nvGrpSpPr>
        <p:grpSpPr>
          <a:xfrm>
            <a:off x="10044000" y="3761740"/>
            <a:ext cx="648000" cy="233975"/>
            <a:chOff x="15846" y="5924"/>
            <a:chExt cx="1020" cy="368"/>
          </a:xfrm>
        </p:grpSpPr>
        <p:sp>
          <p:nvSpPr>
            <p:cNvPr id="258" name="五边形 257"/>
            <p:cNvSpPr/>
            <p:nvPr>
              <p:custDataLst>
                <p:tags r:id="rId153"/>
              </p:custDataLst>
            </p:nvPr>
          </p:nvSpPr>
          <p:spPr>
            <a:xfrm rot="16200000">
              <a:off x="16214" y="5556"/>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59" name="文本框 258"/>
            <p:cNvSpPr txBox="1"/>
            <p:nvPr>
              <p:custDataLst>
                <p:tags r:id="rId154"/>
              </p:custDataLst>
            </p:nvPr>
          </p:nvSpPr>
          <p:spPr>
            <a:xfrm>
              <a:off x="15846" y="6009"/>
              <a:ext cx="1020" cy="283"/>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模型服务</a:t>
              </a:r>
              <a:endParaRPr lang="zh-CN" altLang="en-US" sz="800">
                <a:solidFill>
                  <a:schemeClr val="tx2">
                    <a:lumMod val="90000"/>
                    <a:lumOff val="10000"/>
                  </a:schemeClr>
                </a:solidFill>
                <a:latin typeface="+mj-ea"/>
                <a:ea typeface="+mj-ea"/>
              </a:endParaRPr>
            </a:p>
          </p:txBody>
        </p:sp>
      </p:grpSp>
      <p:sp>
        <p:nvSpPr>
          <p:cNvPr id="2" name="标题 1"/>
          <p:cNvSpPr/>
          <p:nvPr>
            <p:ph type="title"/>
          </p:nvPr>
        </p:nvSpPr>
        <p:spPr/>
        <p:txBody>
          <a:bodyPr/>
          <a:p>
            <a:r>
              <a:rPr lang="en-US" altLang="zh-CN"/>
              <a:t>AI</a:t>
            </a:r>
            <a:r>
              <a:t>产线产品顶侧设计</a:t>
            </a:r>
          </a:p>
        </p:txBody>
      </p:sp>
      <p:grpSp>
        <p:nvGrpSpPr>
          <p:cNvPr id="10" name="组合 9"/>
          <p:cNvGrpSpPr/>
          <p:nvPr/>
        </p:nvGrpSpPr>
        <p:grpSpPr>
          <a:xfrm>
            <a:off x="575945" y="2484000"/>
            <a:ext cx="2447290" cy="683260"/>
            <a:chOff x="907" y="3969"/>
            <a:chExt cx="3854" cy="1076"/>
          </a:xfrm>
        </p:grpSpPr>
        <p:sp>
          <p:nvSpPr>
            <p:cNvPr id="54" name="圆角矩形 74"/>
            <p:cNvSpPr/>
            <p:nvPr>
              <p:custDataLst>
                <p:tags r:id="rId155"/>
              </p:custDataLst>
            </p:nvPr>
          </p:nvSpPr>
          <p:spPr>
            <a:xfrm>
              <a:off x="907" y="3969"/>
              <a:ext cx="3855" cy="1077"/>
            </a:xfrm>
            <a:prstGeom prst="roundRect">
              <a:avLst>
                <a:gd name="adj" fmla="val 4410"/>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endParaRPr lang="zh-CN" altLang="en-US" sz="1200">
                <a:solidFill>
                  <a:schemeClr val="tx2"/>
                </a:solidFill>
                <a:latin typeface="+mj-ea"/>
                <a:ea typeface="+mj-ea"/>
                <a:sym typeface="+mn-ea"/>
              </a:endParaRPr>
            </a:p>
          </p:txBody>
        </p:sp>
        <p:sp>
          <p:nvSpPr>
            <p:cNvPr id="62" name="圆角矩形 74"/>
            <p:cNvSpPr/>
            <p:nvPr>
              <p:custDataLst>
                <p:tags r:id="rId156"/>
              </p:custDataLst>
            </p:nvPr>
          </p:nvSpPr>
          <p:spPr>
            <a:xfrm>
              <a:off x="1020" y="4706"/>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数据交付</a:t>
              </a:r>
              <a:endParaRPr lang="zh-CN" altLang="en-US" sz="900">
                <a:solidFill>
                  <a:schemeClr val="tx2">
                    <a:lumMod val="75000"/>
                    <a:lumOff val="25000"/>
                  </a:schemeClr>
                </a:solidFill>
                <a:latin typeface="+mj-ea"/>
                <a:ea typeface="+mj-ea"/>
                <a:sym typeface="+mn-ea"/>
              </a:endParaRPr>
            </a:p>
          </p:txBody>
        </p:sp>
        <p:sp>
          <p:nvSpPr>
            <p:cNvPr id="63" name="圆角矩形 74"/>
            <p:cNvSpPr/>
            <p:nvPr>
              <p:custDataLst>
                <p:tags r:id="rId157"/>
              </p:custDataLst>
            </p:nvPr>
          </p:nvSpPr>
          <p:spPr>
            <a:xfrm>
              <a:off x="2891" y="4706"/>
              <a:ext cx="1757"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运营管理</a:t>
              </a:r>
              <a:endParaRPr lang="zh-CN" altLang="en-US" sz="900">
                <a:solidFill>
                  <a:schemeClr val="tx2">
                    <a:lumMod val="75000"/>
                    <a:lumOff val="25000"/>
                  </a:schemeClr>
                </a:solidFill>
                <a:latin typeface="+mj-ea"/>
                <a:ea typeface="+mj-ea"/>
                <a:sym typeface="+mn-ea"/>
              </a:endParaRPr>
            </a:p>
          </p:txBody>
        </p:sp>
        <p:sp>
          <p:nvSpPr>
            <p:cNvPr id="52" name="圆角矩形 74"/>
            <p:cNvSpPr/>
            <p:nvPr>
              <p:custDataLst>
                <p:tags r:id="rId158"/>
              </p:custDataLst>
            </p:nvPr>
          </p:nvSpPr>
          <p:spPr>
            <a:xfrm>
              <a:off x="907" y="3969"/>
              <a:ext cx="3855" cy="34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数据流通</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57" name="圆角矩形 74"/>
            <p:cNvSpPr/>
            <p:nvPr>
              <p:custDataLst>
                <p:tags r:id="rId159"/>
              </p:custDataLst>
            </p:nvPr>
          </p:nvSpPr>
          <p:spPr>
            <a:xfrm>
              <a:off x="1020" y="4365"/>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数据登记</a:t>
              </a:r>
              <a:endParaRPr lang="zh-CN" altLang="en-US" sz="900">
                <a:solidFill>
                  <a:schemeClr val="tx2">
                    <a:lumMod val="75000"/>
                    <a:lumOff val="25000"/>
                  </a:schemeClr>
                </a:solidFill>
                <a:latin typeface="+mj-ea"/>
                <a:ea typeface="+mj-ea"/>
                <a:sym typeface="+mn-ea"/>
              </a:endParaRPr>
            </a:p>
          </p:txBody>
        </p:sp>
        <p:sp>
          <p:nvSpPr>
            <p:cNvPr id="58" name="圆角矩形 74"/>
            <p:cNvSpPr/>
            <p:nvPr>
              <p:custDataLst>
                <p:tags r:id="rId160"/>
              </p:custDataLst>
            </p:nvPr>
          </p:nvSpPr>
          <p:spPr>
            <a:xfrm>
              <a:off x="2268" y="4365"/>
              <a:ext cx="1134"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数据上架</a:t>
              </a:r>
              <a:endParaRPr lang="zh-CN" altLang="en-US" sz="900">
                <a:solidFill>
                  <a:schemeClr val="tx2">
                    <a:lumMod val="75000"/>
                    <a:lumOff val="25000"/>
                  </a:schemeClr>
                </a:solidFill>
                <a:latin typeface="+mj-ea"/>
                <a:ea typeface="+mj-ea"/>
                <a:sym typeface="+mn-ea"/>
              </a:endParaRPr>
            </a:p>
          </p:txBody>
        </p:sp>
        <p:sp>
          <p:nvSpPr>
            <p:cNvPr id="59" name="圆角矩形 74"/>
            <p:cNvSpPr/>
            <p:nvPr>
              <p:custDataLst>
                <p:tags r:id="rId161"/>
              </p:custDataLst>
            </p:nvPr>
          </p:nvSpPr>
          <p:spPr>
            <a:xfrm>
              <a:off x="3515" y="4365"/>
              <a:ext cx="1133" cy="283"/>
            </a:xfrm>
            <a:prstGeom prst="roundRect">
              <a:avLst>
                <a:gd name="adj" fmla="val 8831"/>
              </a:avLst>
            </a:prstGeom>
            <a:solidFill>
              <a:schemeClr val="bg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900">
                  <a:solidFill>
                    <a:schemeClr val="tx2">
                      <a:lumMod val="75000"/>
                      <a:lumOff val="25000"/>
                    </a:schemeClr>
                  </a:solidFill>
                  <a:latin typeface="+mj-ea"/>
                  <a:ea typeface="+mj-ea"/>
                  <a:sym typeface="+mn-ea"/>
                </a:rPr>
                <a:t>数据供需</a:t>
              </a:r>
              <a:endParaRPr lang="zh-CN" altLang="en-US" sz="900">
                <a:solidFill>
                  <a:schemeClr val="tx2">
                    <a:lumMod val="75000"/>
                    <a:lumOff val="25000"/>
                  </a:schemeClr>
                </a:solidFill>
                <a:latin typeface="+mj-ea"/>
                <a:ea typeface="+mj-ea"/>
                <a:sym typeface="+mn-ea"/>
              </a:endParaRPr>
            </a:p>
          </p:txBody>
        </p:sp>
      </p:grpSp>
      <p:grpSp>
        <p:nvGrpSpPr>
          <p:cNvPr id="72" name="组合 71"/>
          <p:cNvGrpSpPr/>
          <p:nvPr/>
        </p:nvGrpSpPr>
        <p:grpSpPr>
          <a:xfrm>
            <a:off x="2988310" y="2520000"/>
            <a:ext cx="215265" cy="647700"/>
            <a:chOff x="4706" y="3721"/>
            <a:chExt cx="339" cy="1020"/>
          </a:xfrm>
        </p:grpSpPr>
        <p:sp>
          <p:nvSpPr>
            <p:cNvPr id="196" name="五边形 195"/>
            <p:cNvSpPr/>
            <p:nvPr>
              <p:custDataLst>
                <p:tags r:id="rId162"/>
              </p:custDataLst>
            </p:nvPr>
          </p:nvSpPr>
          <p:spPr>
            <a:xfrm rot="10800000">
              <a:off x="4706" y="3721"/>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7" name="文本框 196"/>
            <p:cNvSpPr txBox="1"/>
            <p:nvPr>
              <p:custDataLst>
                <p:tags r:id="rId163"/>
              </p:custDataLst>
            </p:nvPr>
          </p:nvSpPr>
          <p:spPr>
            <a:xfrm>
              <a:off x="4819" y="3798"/>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上架资产</a:t>
              </a:r>
              <a:endParaRPr lang="zh-CN" altLang="en-US" sz="800">
                <a:solidFill>
                  <a:schemeClr val="tx2">
                    <a:lumMod val="90000"/>
                    <a:lumOff val="10000"/>
                  </a:schemeClr>
                </a:solidFill>
                <a:latin typeface="+mj-ea"/>
                <a:ea typeface="+mj-ea"/>
              </a:endParaRPr>
            </a:p>
          </p:txBody>
        </p:sp>
      </p:grpSp>
      <p:sp>
        <p:nvSpPr>
          <p:cNvPr id="38" name="圆角矩形 74"/>
          <p:cNvSpPr/>
          <p:nvPr>
            <p:custDataLst>
              <p:tags r:id="rId164"/>
            </p:custDataLst>
          </p:nvPr>
        </p:nvSpPr>
        <p:spPr>
          <a:xfrm>
            <a:off x="3275965" y="5112000"/>
            <a:ext cx="5328285" cy="18000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统一元数据</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目录</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同侧圆角矩形 42"/>
          <p:cNvSpPr/>
          <p:nvPr/>
        </p:nvSpPr>
        <p:spPr>
          <a:xfrm>
            <a:off x="432000" y="1620000"/>
            <a:ext cx="8352000" cy="4247515"/>
          </a:xfrm>
          <a:prstGeom prst="round2SameRect">
            <a:avLst>
              <a:gd name="adj1" fmla="val 0"/>
              <a:gd name="adj2" fmla="val 0"/>
            </a:avLst>
          </a:prstGeom>
          <a:solidFill>
            <a:schemeClr val="bg1"/>
          </a:solidFill>
          <a:ln>
            <a:solidFill>
              <a:schemeClr val="tx2">
                <a:lumMod val="25000"/>
                <a:lumOff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solidFill>
                <a:schemeClr val="tx1">
                  <a:lumMod val="85000"/>
                  <a:lumOff val="15000"/>
                </a:schemeClr>
              </a:solidFill>
              <a:sym typeface="+mn-ea"/>
            </a:endParaRPr>
          </a:p>
        </p:txBody>
      </p:sp>
      <p:sp>
        <p:nvSpPr>
          <p:cNvPr id="46" name="同侧圆角矩形 45"/>
          <p:cNvSpPr/>
          <p:nvPr/>
        </p:nvSpPr>
        <p:spPr>
          <a:xfrm>
            <a:off x="504825" y="2160000"/>
            <a:ext cx="2592000" cy="3636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grpSp>
        <p:nvGrpSpPr>
          <p:cNvPr id="9" name="组合 8"/>
          <p:cNvGrpSpPr/>
          <p:nvPr/>
        </p:nvGrpSpPr>
        <p:grpSpPr>
          <a:xfrm>
            <a:off x="431800" y="1044000"/>
            <a:ext cx="11375390" cy="431800"/>
            <a:chOff x="680" y="1701"/>
            <a:chExt cx="17914" cy="680"/>
          </a:xfrm>
        </p:grpSpPr>
        <p:sp>
          <p:nvSpPr>
            <p:cNvPr id="17" name="同侧圆角矩形 16"/>
            <p:cNvSpPr/>
            <p:nvPr/>
          </p:nvSpPr>
          <p:spPr>
            <a:xfrm>
              <a:off x="680" y="1701"/>
              <a:ext cx="17915" cy="680"/>
            </a:xfrm>
            <a:prstGeom prst="round2SameRect">
              <a:avLst>
                <a:gd name="adj1" fmla="val 0"/>
                <a:gd name="adj2" fmla="val 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99" name="圆角矩形 74"/>
            <p:cNvSpPr/>
            <p:nvPr>
              <p:custDataLst>
                <p:tags r:id="rId1"/>
              </p:custDataLst>
            </p:nvPr>
          </p:nvSpPr>
          <p:spPr>
            <a:xfrm>
              <a:off x="794"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无人</a:t>
              </a:r>
              <a:endParaRPr lang="zh-CN" altLang="en-US" sz="1200">
                <a:solidFill>
                  <a:schemeClr val="tx2"/>
                </a:solidFill>
                <a:latin typeface="+mj-ea"/>
                <a:ea typeface="+mj-ea"/>
                <a:sym typeface="+mn-ea"/>
              </a:endParaRPr>
            </a:p>
          </p:txBody>
        </p:sp>
        <p:sp>
          <p:nvSpPr>
            <p:cNvPr id="23" name="圆角矩形 74"/>
            <p:cNvSpPr/>
            <p:nvPr>
              <p:custDataLst>
                <p:tags r:id="rId2"/>
              </p:custDataLst>
            </p:nvPr>
          </p:nvSpPr>
          <p:spPr>
            <a:xfrm>
              <a:off x="3685"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情报</a:t>
              </a:r>
              <a:endParaRPr lang="zh-CN" altLang="en-US" sz="1200">
                <a:solidFill>
                  <a:schemeClr val="tx2"/>
                </a:solidFill>
                <a:latin typeface="+mj-ea"/>
                <a:ea typeface="+mj-ea"/>
                <a:sym typeface="+mn-ea"/>
              </a:endParaRPr>
            </a:p>
          </p:txBody>
        </p:sp>
        <p:sp>
          <p:nvSpPr>
            <p:cNvPr id="24" name="圆角矩形 74"/>
            <p:cNvSpPr/>
            <p:nvPr>
              <p:custDataLst>
                <p:tags r:id="rId3"/>
              </p:custDataLst>
            </p:nvPr>
          </p:nvSpPr>
          <p:spPr>
            <a:xfrm>
              <a:off x="6576"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指控</a:t>
              </a:r>
              <a:endParaRPr lang="zh-CN" altLang="en-US" sz="1200">
                <a:solidFill>
                  <a:schemeClr val="tx2"/>
                </a:solidFill>
                <a:latin typeface="+mj-ea"/>
                <a:ea typeface="+mj-ea"/>
                <a:sym typeface="+mn-ea"/>
              </a:endParaRPr>
            </a:p>
          </p:txBody>
        </p:sp>
        <p:cxnSp>
          <p:nvCxnSpPr>
            <p:cNvPr id="37" name="直接连接符 36"/>
            <p:cNvCxnSpPr/>
            <p:nvPr/>
          </p:nvCxnSpPr>
          <p:spPr>
            <a:xfrm>
              <a:off x="9581" y="1928"/>
              <a:ext cx="0" cy="227"/>
            </a:xfrm>
            <a:prstGeom prst="line">
              <a:avLst/>
            </a:prstGeom>
            <a:ln w="9525">
              <a:solidFill>
                <a:schemeClr val="tx2">
                  <a:lumMod val="25000"/>
                  <a:lumOff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39" name="圆角矩形 74"/>
            <p:cNvSpPr/>
            <p:nvPr>
              <p:custDataLst>
                <p:tags r:id="rId4"/>
              </p:custDataLst>
            </p:nvPr>
          </p:nvSpPr>
          <p:spPr>
            <a:xfrm>
              <a:off x="9808"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智能写作</a:t>
              </a:r>
              <a:endParaRPr lang="zh-CN" altLang="en-US" sz="1200">
                <a:solidFill>
                  <a:schemeClr val="tx2"/>
                </a:solidFill>
                <a:latin typeface="+mj-ea"/>
                <a:ea typeface="+mj-ea"/>
                <a:sym typeface="+mn-ea"/>
              </a:endParaRPr>
            </a:p>
          </p:txBody>
        </p:sp>
        <p:sp>
          <p:nvSpPr>
            <p:cNvPr id="40" name="圆角矩形 74"/>
            <p:cNvSpPr/>
            <p:nvPr>
              <p:custDataLst>
                <p:tags r:id="rId5"/>
              </p:custDataLst>
            </p:nvPr>
          </p:nvSpPr>
          <p:spPr>
            <a:xfrm>
              <a:off x="12699"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智能采购</a:t>
              </a:r>
              <a:endParaRPr lang="zh-CN" altLang="en-US" sz="1200">
                <a:solidFill>
                  <a:schemeClr val="tx2"/>
                </a:solidFill>
                <a:latin typeface="+mj-ea"/>
                <a:ea typeface="+mj-ea"/>
                <a:sym typeface="+mn-ea"/>
              </a:endParaRPr>
            </a:p>
          </p:txBody>
        </p:sp>
        <p:sp>
          <p:nvSpPr>
            <p:cNvPr id="41" name="圆角矩形 74"/>
            <p:cNvSpPr/>
            <p:nvPr>
              <p:custDataLst>
                <p:tags r:id="rId6"/>
              </p:custDataLst>
            </p:nvPr>
          </p:nvSpPr>
          <p:spPr>
            <a:xfrm>
              <a:off x="15591" y="1814"/>
              <a:ext cx="2777" cy="454"/>
            </a:xfrm>
            <a:prstGeom prst="roundRect">
              <a:avLst>
                <a:gd name="adj" fmla="val 8831"/>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a:solidFill>
                    <a:schemeClr val="tx2"/>
                  </a:solidFill>
                  <a:latin typeface="+mj-ea"/>
                  <a:ea typeface="+mj-ea"/>
                  <a:sym typeface="+mn-ea"/>
                </a:rPr>
                <a:t>智能审查</a:t>
              </a:r>
              <a:endParaRPr lang="zh-CN" altLang="en-US" sz="1200">
                <a:solidFill>
                  <a:schemeClr val="tx2"/>
                </a:solidFill>
                <a:latin typeface="+mj-ea"/>
                <a:ea typeface="+mj-ea"/>
                <a:sym typeface="+mn-ea"/>
              </a:endParaRPr>
            </a:p>
          </p:txBody>
        </p:sp>
      </p:grpSp>
      <p:sp>
        <p:nvSpPr>
          <p:cNvPr id="25" name="同侧圆角矩形 24"/>
          <p:cNvSpPr/>
          <p:nvPr/>
        </p:nvSpPr>
        <p:spPr>
          <a:xfrm>
            <a:off x="432000" y="720000"/>
            <a:ext cx="11376000" cy="324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通用应用和行业应用</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44" name="圆角矩形 74"/>
          <p:cNvSpPr/>
          <p:nvPr>
            <p:custDataLst>
              <p:tags r:id="rId7"/>
            </p:custDataLst>
          </p:nvPr>
        </p:nvSpPr>
        <p:spPr>
          <a:xfrm>
            <a:off x="3744000" y="1620000"/>
            <a:ext cx="1763395" cy="288000"/>
          </a:xfrm>
          <a:prstGeom prst="roundRect">
            <a:avLst>
              <a:gd name="adj" fmla="val 8831"/>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zh-CN" altLang="en-US" sz="1200" b="1">
                <a:solidFill>
                  <a:schemeClr val="tx2"/>
                </a:solidFill>
                <a:latin typeface="+mj-ea"/>
                <a:ea typeface="+mj-ea"/>
                <a:sym typeface="+mn-ea"/>
              </a:rPr>
              <a:t>数据平台</a:t>
            </a:r>
            <a:endParaRPr lang="zh-CN" altLang="en-US" sz="1200" b="1">
              <a:solidFill>
                <a:schemeClr val="tx2"/>
              </a:solidFill>
              <a:latin typeface="+mj-ea"/>
              <a:ea typeface="+mj-ea"/>
              <a:sym typeface="+mn-ea"/>
            </a:endParaRPr>
          </a:p>
        </p:txBody>
      </p:sp>
      <p:sp>
        <p:nvSpPr>
          <p:cNvPr id="45" name="同侧圆角矩形 44"/>
          <p:cNvSpPr/>
          <p:nvPr/>
        </p:nvSpPr>
        <p:spPr>
          <a:xfrm>
            <a:off x="504190" y="1872000"/>
            <a:ext cx="2592000" cy="360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可信数据流通交易平台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47" name="同侧圆角矩形 46"/>
          <p:cNvSpPr/>
          <p:nvPr/>
        </p:nvSpPr>
        <p:spPr>
          <a:xfrm>
            <a:off x="3204000" y="2232000"/>
            <a:ext cx="5508000" cy="972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45" name="同侧圆角矩形 144"/>
          <p:cNvSpPr/>
          <p:nvPr/>
        </p:nvSpPr>
        <p:spPr>
          <a:xfrm>
            <a:off x="3204000" y="1872000"/>
            <a:ext cx="5508000" cy="360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本体构建平台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76" name="组合 75"/>
          <p:cNvGrpSpPr/>
          <p:nvPr/>
        </p:nvGrpSpPr>
        <p:grpSpPr>
          <a:xfrm>
            <a:off x="3275965" y="2340000"/>
            <a:ext cx="5328285" cy="791800"/>
            <a:chOff x="5159" y="3458"/>
            <a:chExt cx="8391" cy="1247"/>
          </a:xfrm>
        </p:grpSpPr>
        <p:sp>
          <p:nvSpPr>
            <p:cNvPr id="148" name="圆角矩形 74"/>
            <p:cNvSpPr/>
            <p:nvPr>
              <p:custDataLst>
                <p:tags r:id="rId8"/>
              </p:custDataLst>
            </p:nvPr>
          </p:nvSpPr>
          <p:spPr>
            <a:xfrm>
              <a:off x="5159" y="3458"/>
              <a:ext cx="8391"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本体与知识服务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54" name="圆角矩形 74"/>
            <p:cNvSpPr/>
            <p:nvPr>
              <p:custDataLst>
                <p:tags r:id="rId9"/>
              </p:custDataLst>
            </p:nvPr>
          </p:nvSpPr>
          <p:spPr>
            <a:xfrm>
              <a:off x="5159" y="4138"/>
              <a:ext cx="4139"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本体</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59" name="圆角矩形 74"/>
            <p:cNvSpPr/>
            <p:nvPr>
              <p:custDataLst>
                <p:tags r:id="rId10"/>
              </p:custDataLst>
            </p:nvPr>
          </p:nvSpPr>
          <p:spPr>
            <a:xfrm>
              <a:off x="9411" y="4138"/>
              <a:ext cx="4139"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知识图谱</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
        <p:nvSpPr>
          <p:cNvPr id="164" name="同侧圆角矩形 163"/>
          <p:cNvSpPr/>
          <p:nvPr/>
        </p:nvSpPr>
        <p:spPr>
          <a:xfrm>
            <a:off x="3204000" y="3456000"/>
            <a:ext cx="5508000" cy="2340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65" name="同侧圆角矩形 164"/>
          <p:cNvSpPr/>
          <p:nvPr/>
        </p:nvSpPr>
        <p:spPr>
          <a:xfrm>
            <a:off x="3204000" y="3276000"/>
            <a:ext cx="5508000" cy="360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全模态数据管理平台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66" name="组合 65"/>
          <p:cNvGrpSpPr/>
          <p:nvPr/>
        </p:nvGrpSpPr>
        <p:grpSpPr>
          <a:xfrm>
            <a:off x="432000" y="5940000"/>
            <a:ext cx="11376000" cy="864000"/>
            <a:chOff x="680" y="9354"/>
            <a:chExt cx="17915" cy="1361"/>
          </a:xfrm>
        </p:grpSpPr>
        <p:sp>
          <p:nvSpPr>
            <p:cNvPr id="265" name="同侧圆角矩形 264"/>
            <p:cNvSpPr/>
            <p:nvPr/>
          </p:nvSpPr>
          <p:spPr>
            <a:xfrm>
              <a:off x="680" y="9921"/>
              <a:ext cx="17915" cy="794"/>
            </a:xfrm>
            <a:prstGeom prst="round2SameRect">
              <a:avLst>
                <a:gd name="adj1" fmla="val 0"/>
                <a:gd name="adj2" fmla="val 0"/>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275" name="同侧圆角矩形 274"/>
            <p:cNvSpPr/>
            <p:nvPr/>
          </p:nvSpPr>
          <p:spPr>
            <a:xfrm>
              <a:off x="680" y="9354"/>
              <a:ext cx="17915" cy="567"/>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基础管控</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sp>
          <p:nvSpPr>
            <p:cNvPr id="42" name="圆角矩形 74"/>
            <p:cNvSpPr/>
            <p:nvPr>
              <p:custDataLst>
                <p:tags r:id="rId11"/>
              </p:custDataLst>
            </p:nvPr>
          </p:nvSpPr>
          <p:spPr>
            <a:xfrm>
              <a:off x="794" y="10035"/>
              <a:ext cx="4989"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69" name="圆角矩形 74"/>
            <p:cNvSpPr/>
            <p:nvPr>
              <p:custDataLst>
                <p:tags r:id="rId12"/>
              </p:custDataLst>
            </p:nvPr>
          </p:nvSpPr>
          <p:spPr>
            <a:xfrm>
              <a:off x="5896" y="10035"/>
              <a:ext cx="8561"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平台管理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94" name="圆角矩形 74"/>
            <p:cNvSpPr/>
            <p:nvPr>
              <p:custDataLst>
                <p:tags r:id="rId13"/>
              </p:custDataLst>
            </p:nvPr>
          </p:nvSpPr>
          <p:spPr>
            <a:xfrm>
              <a:off x="14570" y="10035"/>
              <a:ext cx="3855"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管理后台</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
        <p:nvSpPr>
          <p:cNvPr id="104" name="同侧圆角矩形 103"/>
          <p:cNvSpPr/>
          <p:nvPr/>
        </p:nvSpPr>
        <p:spPr>
          <a:xfrm>
            <a:off x="8928000" y="1620000"/>
            <a:ext cx="2880000" cy="4248150"/>
          </a:xfrm>
          <a:prstGeom prst="round2SameRect">
            <a:avLst>
              <a:gd name="adj1" fmla="val 0"/>
              <a:gd name="adj2" fmla="val 0"/>
            </a:avLst>
          </a:prstGeom>
          <a:solidFill>
            <a:schemeClr val="bg1"/>
          </a:solidFill>
          <a:ln>
            <a:solidFill>
              <a:schemeClr val="tx2">
                <a:lumMod val="25000"/>
                <a:lumOff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solidFill>
                <a:schemeClr val="tx1">
                  <a:lumMod val="85000"/>
                  <a:lumOff val="15000"/>
                </a:schemeClr>
              </a:solidFill>
              <a:sym typeface="+mn-ea"/>
            </a:endParaRPr>
          </a:p>
        </p:txBody>
      </p:sp>
      <p:sp>
        <p:nvSpPr>
          <p:cNvPr id="112" name="圆角矩形 74"/>
          <p:cNvSpPr/>
          <p:nvPr>
            <p:custDataLst>
              <p:tags r:id="rId14"/>
            </p:custDataLst>
          </p:nvPr>
        </p:nvSpPr>
        <p:spPr>
          <a:xfrm>
            <a:off x="9468000" y="1620000"/>
            <a:ext cx="1763395" cy="288000"/>
          </a:xfrm>
          <a:prstGeom prst="roundRect">
            <a:avLst>
              <a:gd name="adj" fmla="val 8831"/>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algn="ctr"/>
            <a:r>
              <a:rPr lang="en-US" altLang="zh-CN" sz="1200" b="1">
                <a:solidFill>
                  <a:schemeClr val="tx2"/>
                </a:solidFill>
                <a:latin typeface="+mj-ea"/>
                <a:ea typeface="+mj-ea"/>
                <a:cs typeface="+mj-ea"/>
                <a:sym typeface="+mn-ea"/>
              </a:rPr>
              <a:t>AI</a:t>
            </a:r>
            <a:r>
              <a:rPr lang="zh-CN" altLang="en-US" sz="1200" b="1">
                <a:solidFill>
                  <a:schemeClr val="tx2"/>
                </a:solidFill>
                <a:latin typeface="+mj-ea"/>
                <a:ea typeface="+mj-ea"/>
                <a:cs typeface="+mj-ea"/>
                <a:sym typeface="+mn-ea"/>
              </a:rPr>
              <a:t>平台</a:t>
            </a:r>
            <a:endParaRPr lang="zh-CN" altLang="en-US" sz="1200" b="1">
              <a:solidFill>
                <a:schemeClr val="tx2"/>
              </a:solidFill>
              <a:latin typeface="+mj-ea"/>
              <a:ea typeface="+mj-ea"/>
              <a:cs typeface="+mj-ea"/>
              <a:sym typeface="+mn-ea"/>
            </a:endParaRPr>
          </a:p>
        </p:txBody>
      </p:sp>
      <p:sp>
        <p:nvSpPr>
          <p:cNvPr id="114" name="同侧圆角矩形 113"/>
          <p:cNvSpPr/>
          <p:nvPr/>
        </p:nvSpPr>
        <p:spPr>
          <a:xfrm>
            <a:off x="9000000" y="2232000"/>
            <a:ext cx="2700000" cy="1440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15" name="同侧圆角矩形 114"/>
          <p:cNvSpPr/>
          <p:nvPr/>
        </p:nvSpPr>
        <p:spPr>
          <a:xfrm>
            <a:off x="9000000" y="1872000"/>
            <a:ext cx="2700000" cy="360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应用开发平台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61" name="组合 60"/>
          <p:cNvGrpSpPr/>
          <p:nvPr/>
        </p:nvGrpSpPr>
        <p:grpSpPr>
          <a:xfrm>
            <a:off x="9072001" y="2340000"/>
            <a:ext cx="2556244" cy="1224260"/>
            <a:chOff x="14287" y="3515"/>
            <a:chExt cx="4026" cy="1928"/>
          </a:xfrm>
        </p:grpSpPr>
        <p:sp>
          <p:nvSpPr>
            <p:cNvPr id="116" name="圆角矩形 74"/>
            <p:cNvSpPr/>
            <p:nvPr>
              <p:custDataLst>
                <p:tags r:id="rId15"/>
              </p:custDataLst>
            </p:nvPr>
          </p:nvSpPr>
          <p:spPr>
            <a:xfrm>
              <a:off x="14287" y="3515"/>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应用体验</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25" name="圆角矩形 74"/>
            <p:cNvSpPr/>
            <p:nvPr>
              <p:custDataLst>
                <p:tags r:id="rId16"/>
              </p:custDataLst>
            </p:nvPr>
          </p:nvSpPr>
          <p:spPr>
            <a:xfrm>
              <a:off x="14287" y="4195"/>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30" name="圆角矩形 74"/>
            <p:cNvSpPr/>
            <p:nvPr>
              <p:custDataLst>
                <p:tags r:id="rId17"/>
              </p:custDataLst>
            </p:nvPr>
          </p:nvSpPr>
          <p:spPr>
            <a:xfrm>
              <a:off x="14287" y="4876"/>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应用</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资产</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
        <p:nvSpPr>
          <p:cNvPr id="163" name="同侧圆角矩形 162"/>
          <p:cNvSpPr/>
          <p:nvPr/>
        </p:nvSpPr>
        <p:spPr>
          <a:xfrm>
            <a:off x="9000000" y="4356000"/>
            <a:ext cx="2700000" cy="1440000"/>
          </a:xfrm>
          <a:prstGeom prst="round2SameRect">
            <a:avLst>
              <a:gd name="adj1" fmla="val 0"/>
              <a:gd name="adj2" fmla="val 3125"/>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kumimoji="1" dirty="0">
              <a:solidFill>
                <a:schemeClr val="accent1"/>
              </a:solidFill>
              <a:latin typeface="+mj-ea"/>
              <a:ea typeface="+mj-ea"/>
              <a:cs typeface="Arial" panose="020B0604020202090204" pitchFamily="34" charset="0"/>
              <a:sym typeface="+mn-ea"/>
            </a:endParaRPr>
          </a:p>
        </p:txBody>
      </p:sp>
      <p:sp>
        <p:nvSpPr>
          <p:cNvPr id="172" name="同侧圆角矩形 171"/>
          <p:cNvSpPr/>
          <p:nvPr/>
        </p:nvSpPr>
        <p:spPr>
          <a:xfrm>
            <a:off x="9000000" y="3996000"/>
            <a:ext cx="2700000" cy="360000"/>
          </a:xfrm>
          <a:prstGeom prst="round2SameRect">
            <a:avLst/>
          </a:prstGeom>
          <a:gradFill flip="none" rotWithShape="1">
            <a:gsLst>
              <a:gs pos="0">
                <a:schemeClr val="accent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p>
            <a:pPr lvl="0" algn="ctr">
              <a:buClrTx/>
              <a:buSzTx/>
              <a:buFontTx/>
              <a:defRPr/>
            </a:pPr>
            <a:r>
              <a:rPr lang="zh-CN" altLang="en-US" sz="1400" b="1" noProof="0" dirty="0">
                <a:ln>
                  <a:noFill/>
                </a:ln>
                <a:solidFill>
                  <a:schemeClr val="tx1"/>
                </a:solidFill>
                <a:effectLst/>
                <a:uLnTx/>
                <a:uFillTx/>
                <a:latin typeface="+mj-ea"/>
                <a:ea typeface="+mj-ea"/>
                <a:cs typeface="Arial" panose="020B0604020202090204" pitchFamily="34" charset="0"/>
                <a:sym typeface="+mn-ea"/>
              </a:rPr>
              <a:t>模型开发平台</a:t>
            </a:r>
            <a:endParaRPr lang="zh-CN" altLang="en-US" sz="1400" b="1" noProof="0" dirty="0">
              <a:ln>
                <a:noFill/>
              </a:ln>
              <a:solidFill>
                <a:schemeClr val="tx1"/>
              </a:solidFill>
              <a:effectLst/>
              <a:uLnTx/>
              <a:uFillTx/>
              <a:latin typeface="+mj-ea"/>
              <a:ea typeface="+mj-ea"/>
              <a:cs typeface="Arial" panose="020B0604020202090204" pitchFamily="34" charset="0"/>
              <a:sym typeface="+mn-ea"/>
            </a:endParaRPr>
          </a:p>
        </p:txBody>
      </p:sp>
      <p:grpSp>
        <p:nvGrpSpPr>
          <p:cNvPr id="65" name="组合 64"/>
          <p:cNvGrpSpPr/>
          <p:nvPr/>
        </p:nvGrpSpPr>
        <p:grpSpPr>
          <a:xfrm>
            <a:off x="9072001" y="4463900"/>
            <a:ext cx="2556244" cy="1224335"/>
            <a:chOff x="14287" y="6860"/>
            <a:chExt cx="4026" cy="1928"/>
          </a:xfrm>
        </p:grpSpPr>
        <p:sp>
          <p:nvSpPr>
            <p:cNvPr id="173" name="圆角矩形 74"/>
            <p:cNvSpPr/>
            <p:nvPr>
              <p:custDataLst>
                <p:tags r:id="rId18"/>
              </p:custDataLst>
            </p:nvPr>
          </p:nvSpPr>
          <p:spPr>
            <a:xfrm>
              <a:off x="14287" y="6860"/>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服务部署</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79" name="圆角矩形 74"/>
            <p:cNvSpPr/>
            <p:nvPr>
              <p:custDataLst>
                <p:tags r:id="rId19"/>
              </p:custDataLst>
            </p:nvPr>
          </p:nvSpPr>
          <p:spPr>
            <a:xfrm>
              <a:off x="14287" y="7540"/>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模型管理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85" name="圆角矩形 74"/>
            <p:cNvSpPr/>
            <p:nvPr>
              <p:custDataLst>
                <p:tags r:id="rId20"/>
              </p:custDataLst>
            </p:nvPr>
          </p:nvSpPr>
          <p:spPr>
            <a:xfrm>
              <a:off x="14287" y="8221"/>
              <a:ext cx="402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模型开发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
        <p:nvSpPr>
          <p:cNvPr id="192" name="五边形 191"/>
          <p:cNvSpPr/>
          <p:nvPr>
            <p:custDataLst>
              <p:tags r:id="rId21"/>
            </p:custDataLst>
          </p:nvPr>
        </p:nvSpPr>
        <p:spPr>
          <a:xfrm rot="16200000">
            <a:off x="4554000" y="1134000"/>
            <a:ext cx="180000" cy="64800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3" name="文本框 192"/>
          <p:cNvSpPr txBox="1"/>
          <p:nvPr>
            <p:custDataLst>
              <p:tags r:id="rId22"/>
            </p:custDataLst>
          </p:nvPr>
        </p:nvSpPr>
        <p:spPr>
          <a:xfrm>
            <a:off x="4320000" y="1440000"/>
            <a:ext cx="648000" cy="180000"/>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提供工具</a:t>
            </a:r>
            <a:endParaRPr lang="zh-CN" altLang="en-US" sz="800">
              <a:solidFill>
                <a:schemeClr val="tx2">
                  <a:lumMod val="90000"/>
                  <a:lumOff val="10000"/>
                </a:schemeClr>
              </a:solidFill>
              <a:latin typeface="+mj-ea"/>
              <a:ea typeface="+mj-ea"/>
            </a:endParaRPr>
          </a:p>
        </p:txBody>
      </p:sp>
      <p:grpSp>
        <p:nvGrpSpPr>
          <p:cNvPr id="35" name="组合 34"/>
          <p:cNvGrpSpPr/>
          <p:nvPr/>
        </p:nvGrpSpPr>
        <p:grpSpPr>
          <a:xfrm>
            <a:off x="10043795" y="1368425"/>
            <a:ext cx="647700" cy="250825"/>
            <a:chOff x="15817" y="2155"/>
            <a:chExt cx="1020" cy="395"/>
          </a:xfrm>
        </p:grpSpPr>
        <p:sp>
          <p:nvSpPr>
            <p:cNvPr id="194" name="五边形 193"/>
            <p:cNvSpPr/>
            <p:nvPr>
              <p:custDataLst>
                <p:tags r:id="rId23"/>
              </p:custDataLst>
            </p:nvPr>
          </p:nvSpPr>
          <p:spPr>
            <a:xfrm rot="16200000">
              <a:off x="16186" y="1786"/>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5" name="文本框 194"/>
            <p:cNvSpPr txBox="1"/>
            <p:nvPr>
              <p:custDataLst>
                <p:tags r:id="rId24"/>
              </p:custDataLst>
            </p:nvPr>
          </p:nvSpPr>
          <p:spPr>
            <a:xfrm>
              <a:off x="15817" y="2268"/>
              <a:ext cx="1020" cy="283"/>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提供工具</a:t>
              </a:r>
              <a:endParaRPr lang="zh-CN" altLang="en-US" sz="800">
                <a:solidFill>
                  <a:schemeClr val="tx2">
                    <a:lumMod val="90000"/>
                    <a:lumOff val="10000"/>
                  </a:schemeClr>
                </a:solidFill>
                <a:latin typeface="+mj-ea"/>
                <a:ea typeface="+mj-ea"/>
              </a:endParaRPr>
            </a:p>
          </p:txBody>
        </p:sp>
      </p:grpSp>
      <p:grpSp>
        <p:nvGrpSpPr>
          <p:cNvPr id="67" name="组合 66"/>
          <p:cNvGrpSpPr/>
          <p:nvPr/>
        </p:nvGrpSpPr>
        <p:grpSpPr>
          <a:xfrm>
            <a:off x="3060065" y="4679950"/>
            <a:ext cx="215265" cy="647700"/>
            <a:chOff x="4819" y="7370"/>
            <a:chExt cx="339" cy="1020"/>
          </a:xfrm>
        </p:grpSpPr>
        <p:sp>
          <p:nvSpPr>
            <p:cNvPr id="198" name="五边形 197"/>
            <p:cNvSpPr/>
            <p:nvPr>
              <p:custDataLst>
                <p:tags r:id="rId25"/>
              </p:custDataLst>
            </p:nvPr>
          </p:nvSpPr>
          <p:spPr>
            <a:xfrm rot="10800000" flipH="1">
              <a:off x="4876" y="7370"/>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9" name="文本框 198"/>
            <p:cNvSpPr txBox="1"/>
            <p:nvPr>
              <p:custDataLst>
                <p:tags r:id="rId26"/>
              </p:custDataLst>
            </p:nvPr>
          </p:nvSpPr>
          <p:spPr>
            <a:xfrm>
              <a:off x="4819" y="7427"/>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资产加工</a:t>
              </a:r>
              <a:endParaRPr lang="zh-CN" altLang="en-US" sz="800">
                <a:solidFill>
                  <a:schemeClr val="tx2">
                    <a:lumMod val="90000"/>
                    <a:lumOff val="10000"/>
                  </a:schemeClr>
                </a:solidFill>
                <a:latin typeface="+mj-ea"/>
                <a:ea typeface="+mj-ea"/>
              </a:endParaRPr>
            </a:p>
          </p:txBody>
        </p:sp>
      </p:grpSp>
      <p:grpSp>
        <p:nvGrpSpPr>
          <p:cNvPr id="55" name="组合 54"/>
          <p:cNvGrpSpPr/>
          <p:nvPr/>
        </p:nvGrpSpPr>
        <p:grpSpPr>
          <a:xfrm>
            <a:off x="8783955" y="2520315"/>
            <a:ext cx="216535" cy="647700"/>
            <a:chOff x="13833" y="3969"/>
            <a:chExt cx="341" cy="1020"/>
          </a:xfrm>
        </p:grpSpPr>
        <p:sp>
          <p:nvSpPr>
            <p:cNvPr id="200" name="五边形 199"/>
            <p:cNvSpPr/>
            <p:nvPr>
              <p:custDataLst>
                <p:tags r:id="rId27"/>
              </p:custDataLst>
            </p:nvPr>
          </p:nvSpPr>
          <p:spPr>
            <a:xfrm rot="10800000" flipH="1">
              <a:off x="13890" y="3969"/>
              <a:ext cx="285"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01" name="文本框 200"/>
            <p:cNvSpPr txBox="1"/>
            <p:nvPr>
              <p:custDataLst>
                <p:tags r:id="rId28"/>
              </p:custDataLst>
            </p:nvPr>
          </p:nvSpPr>
          <p:spPr>
            <a:xfrm>
              <a:off x="13833" y="4025"/>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知识服务</a:t>
              </a:r>
              <a:endParaRPr lang="zh-CN" altLang="en-US" sz="800">
                <a:solidFill>
                  <a:schemeClr val="tx2">
                    <a:lumMod val="90000"/>
                    <a:lumOff val="10000"/>
                  </a:schemeClr>
                </a:solidFill>
                <a:latin typeface="+mj-ea"/>
                <a:ea typeface="+mj-ea"/>
              </a:endParaRPr>
            </a:p>
          </p:txBody>
        </p:sp>
      </p:grpSp>
      <p:grpSp>
        <p:nvGrpSpPr>
          <p:cNvPr id="56" name="组合 55"/>
          <p:cNvGrpSpPr/>
          <p:nvPr/>
        </p:nvGrpSpPr>
        <p:grpSpPr>
          <a:xfrm>
            <a:off x="8783955" y="4679950"/>
            <a:ext cx="215265" cy="647700"/>
            <a:chOff x="13833" y="7370"/>
            <a:chExt cx="339" cy="1020"/>
          </a:xfrm>
        </p:grpSpPr>
        <p:sp>
          <p:nvSpPr>
            <p:cNvPr id="202" name="五边形 201"/>
            <p:cNvSpPr/>
            <p:nvPr>
              <p:custDataLst>
                <p:tags r:id="rId29"/>
              </p:custDataLst>
            </p:nvPr>
          </p:nvSpPr>
          <p:spPr>
            <a:xfrm rot="10800000" flipH="1">
              <a:off x="13890" y="7370"/>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03" name="文本框 202"/>
            <p:cNvSpPr txBox="1"/>
            <p:nvPr>
              <p:custDataLst>
                <p:tags r:id="rId30"/>
              </p:custDataLst>
            </p:nvPr>
          </p:nvSpPr>
          <p:spPr>
            <a:xfrm>
              <a:off x="13833" y="7427"/>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数据服务</a:t>
              </a:r>
              <a:endParaRPr lang="zh-CN" altLang="en-US" sz="800">
                <a:solidFill>
                  <a:schemeClr val="tx2">
                    <a:lumMod val="90000"/>
                    <a:lumOff val="10000"/>
                  </a:schemeClr>
                </a:solidFill>
                <a:latin typeface="+mj-ea"/>
                <a:ea typeface="+mj-ea"/>
              </a:endParaRPr>
            </a:p>
          </p:txBody>
        </p:sp>
      </p:grpSp>
      <p:grpSp>
        <p:nvGrpSpPr>
          <p:cNvPr id="36" name="组合 35"/>
          <p:cNvGrpSpPr/>
          <p:nvPr/>
        </p:nvGrpSpPr>
        <p:grpSpPr>
          <a:xfrm>
            <a:off x="10044000" y="3708000"/>
            <a:ext cx="648000" cy="233975"/>
            <a:chOff x="15846" y="5924"/>
            <a:chExt cx="1020" cy="368"/>
          </a:xfrm>
        </p:grpSpPr>
        <p:sp>
          <p:nvSpPr>
            <p:cNvPr id="258" name="五边形 257"/>
            <p:cNvSpPr/>
            <p:nvPr>
              <p:custDataLst>
                <p:tags r:id="rId31"/>
              </p:custDataLst>
            </p:nvPr>
          </p:nvSpPr>
          <p:spPr>
            <a:xfrm rot="16200000">
              <a:off x="16214" y="5556"/>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259" name="文本框 258"/>
            <p:cNvSpPr txBox="1"/>
            <p:nvPr>
              <p:custDataLst>
                <p:tags r:id="rId32"/>
              </p:custDataLst>
            </p:nvPr>
          </p:nvSpPr>
          <p:spPr>
            <a:xfrm>
              <a:off x="15846" y="6009"/>
              <a:ext cx="1020" cy="283"/>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模型服务</a:t>
              </a:r>
              <a:endParaRPr lang="zh-CN" altLang="en-US" sz="800">
                <a:solidFill>
                  <a:schemeClr val="tx2">
                    <a:lumMod val="90000"/>
                    <a:lumOff val="10000"/>
                  </a:schemeClr>
                </a:solidFill>
                <a:latin typeface="+mj-ea"/>
                <a:ea typeface="+mj-ea"/>
              </a:endParaRPr>
            </a:p>
          </p:txBody>
        </p:sp>
      </p:grpSp>
      <p:sp>
        <p:nvSpPr>
          <p:cNvPr id="2" name="标题 1"/>
          <p:cNvSpPr/>
          <p:nvPr>
            <p:ph type="title"/>
          </p:nvPr>
        </p:nvSpPr>
        <p:spPr/>
        <p:txBody>
          <a:bodyPr/>
          <a:p>
            <a:r>
              <a:rPr lang="en-US" altLang="zh-CN"/>
              <a:t>AI</a:t>
            </a:r>
            <a:r>
              <a:t>产线产品顶侧设计</a:t>
            </a:r>
          </a:p>
        </p:txBody>
      </p:sp>
      <p:grpSp>
        <p:nvGrpSpPr>
          <p:cNvPr id="77" name="组合 76"/>
          <p:cNvGrpSpPr/>
          <p:nvPr/>
        </p:nvGrpSpPr>
        <p:grpSpPr>
          <a:xfrm>
            <a:off x="575945" y="2340000"/>
            <a:ext cx="2447290" cy="3347085"/>
            <a:chOff x="907" y="3515"/>
            <a:chExt cx="3854" cy="5271"/>
          </a:xfrm>
        </p:grpSpPr>
        <p:sp>
          <p:nvSpPr>
            <p:cNvPr id="51" name="圆角矩形 74"/>
            <p:cNvSpPr/>
            <p:nvPr>
              <p:custDataLst>
                <p:tags r:id="rId33"/>
              </p:custDataLst>
            </p:nvPr>
          </p:nvSpPr>
          <p:spPr>
            <a:xfrm>
              <a:off x="907" y="3515"/>
              <a:ext cx="385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门户</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33" name="圆角矩形 74"/>
            <p:cNvSpPr/>
            <p:nvPr>
              <p:custDataLst>
                <p:tags r:id="rId34"/>
              </p:custDataLst>
            </p:nvPr>
          </p:nvSpPr>
          <p:spPr>
            <a:xfrm>
              <a:off x="907" y="8220"/>
              <a:ext cx="385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连接器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nvGrpSpPr>
            <p:cNvPr id="75" name="组合 74"/>
            <p:cNvGrpSpPr/>
            <p:nvPr/>
          </p:nvGrpSpPr>
          <p:grpSpPr>
            <a:xfrm>
              <a:off x="907" y="4989"/>
              <a:ext cx="3854" cy="3061"/>
              <a:chOff x="907" y="4876"/>
              <a:chExt cx="3854" cy="3061"/>
            </a:xfrm>
          </p:grpSpPr>
          <p:sp>
            <p:nvSpPr>
              <p:cNvPr id="95" name="圆角矩形 74"/>
              <p:cNvSpPr/>
              <p:nvPr>
                <p:custDataLst>
                  <p:tags r:id="rId35"/>
                </p:custDataLst>
              </p:nvPr>
            </p:nvSpPr>
            <p:spPr>
              <a:xfrm>
                <a:off x="907" y="5443"/>
                <a:ext cx="3855" cy="2494"/>
              </a:xfrm>
              <a:prstGeom prst="roundRect">
                <a:avLst>
                  <a:gd name="adj" fmla="val 1699"/>
                </a:avLst>
              </a:prstGeom>
              <a:solidFill>
                <a:schemeClr val="bg1"/>
              </a:solidFill>
              <a:ln w="6350">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endParaRPr lang="zh-CN" altLang="en-US" sz="1200">
                  <a:solidFill>
                    <a:schemeClr val="tx2"/>
                  </a:solidFill>
                  <a:latin typeface="+mj-ea"/>
                  <a:ea typeface="+mj-ea"/>
                  <a:sym typeface="+mn-ea"/>
                </a:endParaRPr>
              </a:p>
            </p:txBody>
          </p:sp>
          <p:sp>
            <p:nvSpPr>
              <p:cNvPr id="68" name="圆角矩形 74"/>
              <p:cNvSpPr/>
              <p:nvPr>
                <p:custDataLst>
                  <p:tags r:id="rId36"/>
                </p:custDataLst>
              </p:nvPr>
            </p:nvSpPr>
            <p:spPr>
              <a:xfrm>
                <a:off x="907" y="4876"/>
                <a:ext cx="385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空间服务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nvGrpSpPr>
              <p:cNvPr id="74" name="组合 73"/>
              <p:cNvGrpSpPr/>
              <p:nvPr/>
            </p:nvGrpSpPr>
            <p:grpSpPr>
              <a:xfrm>
                <a:off x="1020" y="5669"/>
                <a:ext cx="3628" cy="2040"/>
                <a:chOff x="1020" y="5556"/>
                <a:chExt cx="3628" cy="2040"/>
              </a:xfrm>
            </p:grpSpPr>
            <p:sp>
              <p:nvSpPr>
                <p:cNvPr id="111" name="圆角矩形 74"/>
                <p:cNvSpPr/>
                <p:nvPr>
                  <p:custDataLst>
                    <p:tags r:id="rId37"/>
                  </p:custDataLst>
                </p:nvPr>
              </p:nvSpPr>
              <p:spPr>
                <a:xfrm>
                  <a:off x="1020" y="6293"/>
                  <a:ext cx="3628" cy="567"/>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身份管理</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sp>
              <p:nvSpPr>
                <p:cNvPr id="118" name="圆角矩形 74"/>
                <p:cNvSpPr/>
                <p:nvPr>
                  <p:custDataLst>
                    <p:tags r:id="rId38"/>
                  </p:custDataLst>
                </p:nvPr>
              </p:nvSpPr>
              <p:spPr>
                <a:xfrm>
                  <a:off x="1020" y="7030"/>
                  <a:ext cx="3628" cy="567"/>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隐私计算</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sp>
              <p:nvSpPr>
                <p:cNvPr id="256" name="圆角矩形 74"/>
                <p:cNvSpPr/>
                <p:nvPr>
                  <p:custDataLst>
                    <p:tags r:id="rId39"/>
                  </p:custDataLst>
                </p:nvPr>
              </p:nvSpPr>
              <p:spPr>
                <a:xfrm>
                  <a:off x="1020" y="5556"/>
                  <a:ext cx="3628" cy="567"/>
                </a:xfrm>
                <a:prstGeom prst="roundRect">
                  <a:avLst>
                    <a:gd name="adj" fmla="val 8831"/>
                  </a:avLst>
                </a:prstGeom>
                <a:solidFill>
                  <a:schemeClr val="bg2"/>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rPr>
                    <a:t>空间运营</a:t>
                  </a:r>
                  <a:endParaRPr lang="zh-CN" altLang="en-US" sz="900">
                    <a:solidFill>
                      <a:schemeClr val="bg2">
                        <a:lumMod val="25000"/>
                      </a:schemeClr>
                    </a:solidFill>
                    <a:latin typeface="Microsoft YaHei" panose="020B0502040204020203" pitchFamily="34" charset="-122"/>
                    <a:ea typeface="Microsoft YaHei" panose="020B0502040204020203" pitchFamily="34" charset="-122"/>
                    <a:sym typeface="+mn-ea"/>
                  </a:endParaRPr>
                </a:p>
              </p:txBody>
            </p:sp>
          </p:grpSp>
        </p:grpSp>
        <p:sp>
          <p:nvSpPr>
            <p:cNvPr id="52" name="圆角矩形 74"/>
            <p:cNvSpPr/>
            <p:nvPr>
              <p:custDataLst>
                <p:tags r:id="rId40"/>
              </p:custDataLst>
            </p:nvPr>
          </p:nvSpPr>
          <p:spPr>
            <a:xfrm>
              <a:off x="907" y="4252"/>
              <a:ext cx="3855" cy="567"/>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数据流通</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grpSp>
        <p:nvGrpSpPr>
          <p:cNvPr id="72" name="组合 71"/>
          <p:cNvGrpSpPr/>
          <p:nvPr/>
        </p:nvGrpSpPr>
        <p:grpSpPr>
          <a:xfrm>
            <a:off x="2988310" y="2520000"/>
            <a:ext cx="215265" cy="647700"/>
            <a:chOff x="4706" y="3721"/>
            <a:chExt cx="339" cy="1020"/>
          </a:xfrm>
        </p:grpSpPr>
        <p:sp>
          <p:nvSpPr>
            <p:cNvPr id="196" name="五边形 195"/>
            <p:cNvSpPr/>
            <p:nvPr>
              <p:custDataLst>
                <p:tags r:id="rId41"/>
              </p:custDataLst>
            </p:nvPr>
          </p:nvSpPr>
          <p:spPr>
            <a:xfrm rot="10800000">
              <a:off x="4706" y="3721"/>
              <a:ext cx="283" cy="1020"/>
            </a:xfrm>
            <a:prstGeom prst="homePlate">
              <a:avLst>
                <a:gd name="adj" fmla="val 100000"/>
              </a:avLst>
            </a:prstGeom>
            <a:gradFill>
              <a:gsLst>
                <a:gs pos="0">
                  <a:schemeClr val="accent1">
                    <a:lumMod val="20000"/>
                    <a:lumOff val="80000"/>
                    <a:alpha val="0"/>
                  </a:schemeClr>
                </a:gs>
                <a:gs pos="100000">
                  <a:schemeClr val="accent1"/>
                </a:gs>
              </a:gsLst>
              <a:lin ang="0" scaled="0"/>
            </a:gradFill>
            <a:ln w="6350" cap="flat" cmpd="sng" algn="ctr">
              <a:gradFill flip="none" rotWithShape="1">
                <a:gsLst>
                  <a:gs pos="0">
                    <a:srgbClr val="3370FF">
                      <a:alpha val="0"/>
                    </a:srgb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rtlCol="0" anchor="ctr">
              <a:noAutofit/>
            </a:bodyPr>
            <a:p>
              <a:pPr lvl="0" algn="ctr">
                <a:spcBef>
                  <a:spcPts val="0"/>
                </a:spcBef>
                <a:spcAft>
                  <a:spcPts val="0"/>
                </a:spcAft>
                <a:buClrTx/>
                <a:buSzTx/>
                <a:buFontTx/>
                <a:defRPr/>
              </a:pPr>
              <a:endParaRPr lang="zh-CN" altLang="en-US" sz="2400" kern="0" noProof="0">
                <a:ln>
                  <a:noFill/>
                </a:ln>
                <a:solidFill>
                  <a:srgbClr val="000000"/>
                </a:solidFill>
                <a:effectLst/>
                <a:uLnTx/>
                <a:uFillTx/>
                <a:latin typeface="+mj-ea"/>
                <a:ea typeface="+mj-ea"/>
                <a:cs typeface="Helvetica Neue" panose="02000503000000020004"/>
                <a:sym typeface="+mn-ea"/>
              </a:endParaRPr>
            </a:p>
          </p:txBody>
        </p:sp>
        <p:sp>
          <p:nvSpPr>
            <p:cNvPr id="197" name="文本框 196"/>
            <p:cNvSpPr txBox="1"/>
            <p:nvPr>
              <p:custDataLst>
                <p:tags r:id="rId42"/>
              </p:custDataLst>
            </p:nvPr>
          </p:nvSpPr>
          <p:spPr>
            <a:xfrm>
              <a:off x="4819" y="3798"/>
              <a:ext cx="227" cy="907"/>
            </a:xfrm>
            <a:prstGeom prst="rect">
              <a:avLst/>
            </a:prstGeom>
            <a:noFill/>
          </p:spPr>
          <p:txBody>
            <a:bodyPr wrap="square" rtlCol="0">
              <a:noAutofit/>
            </a:bodyPr>
            <a:p>
              <a:pPr algn="ctr"/>
              <a:r>
                <a:rPr lang="zh-CN" altLang="en-US" sz="800">
                  <a:solidFill>
                    <a:schemeClr val="tx2">
                      <a:lumMod val="90000"/>
                      <a:lumOff val="10000"/>
                    </a:schemeClr>
                  </a:solidFill>
                  <a:latin typeface="+mj-ea"/>
                  <a:ea typeface="+mj-ea"/>
                </a:rPr>
                <a:t>上架资产</a:t>
              </a:r>
              <a:endParaRPr lang="zh-CN" altLang="en-US" sz="800">
                <a:solidFill>
                  <a:schemeClr val="tx2">
                    <a:lumMod val="90000"/>
                    <a:lumOff val="10000"/>
                  </a:schemeClr>
                </a:solidFill>
                <a:latin typeface="+mj-ea"/>
                <a:ea typeface="+mj-ea"/>
              </a:endParaRPr>
            </a:p>
          </p:txBody>
        </p:sp>
      </p:grpSp>
      <p:grpSp>
        <p:nvGrpSpPr>
          <p:cNvPr id="79" name="组合 78"/>
          <p:cNvGrpSpPr/>
          <p:nvPr/>
        </p:nvGrpSpPr>
        <p:grpSpPr>
          <a:xfrm>
            <a:off x="3275965" y="3744000"/>
            <a:ext cx="5327650" cy="1908175"/>
            <a:chOff x="5159" y="5839"/>
            <a:chExt cx="8390" cy="3005"/>
          </a:xfrm>
        </p:grpSpPr>
        <p:sp>
          <p:nvSpPr>
            <p:cNvPr id="166" name="圆角矩形 74"/>
            <p:cNvSpPr/>
            <p:nvPr>
              <p:custDataLst>
                <p:tags r:id="rId43"/>
              </p:custDataLst>
            </p:nvPr>
          </p:nvSpPr>
          <p:spPr>
            <a:xfrm>
              <a:off x="5159" y="5839"/>
              <a:ext cx="8391"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数据服务</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17" name="圆角矩形 74"/>
            <p:cNvSpPr/>
            <p:nvPr>
              <p:custDataLst>
                <p:tags r:id="rId44"/>
              </p:custDataLst>
            </p:nvPr>
          </p:nvSpPr>
          <p:spPr>
            <a:xfrm>
              <a:off x="5159" y="7087"/>
              <a:ext cx="8391"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数据开发</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21" name="圆角矩形 74"/>
            <p:cNvSpPr/>
            <p:nvPr>
              <p:custDataLst>
                <p:tags r:id="rId45"/>
              </p:custDataLst>
            </p:nvPr>
          </p:nvSpPr>
          <p:spPr>
            <a:xfrm>
              <a:off x="5159" y="8334"/>
              <a:ext cx="4139"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连接</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40" name="圆角矩形 74"/>
            <p:cNvSpPr/>
            <p:nvPr>
              <p:custDataLst>
                <p:tags r:id="rId46"/>
              </p:custDataLst>
            </p:nvPr>
          </p:nvSpPr>
          <p:spPr>
            <a:xfrm>
              <a:off x="9411" y="8334"/>
              <a:ext cx="4139"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数据存储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nvGrpSpPr>
            <p:cNvPr id="78" name="组合 77"/>
            <p:cNvGrpSpPr/>
            <p:nvPr/>
          </p:nvGrpSpPr>
          <p:grpSpPr>
            <a:xfrm>
              <a:off x="5159" y="6463"/>
              <a:ext cx="8391" cy="510"/>
              <a:chOff x="5159" y="6293"/>
              <a:chExt cx="8391" cy="510"/>
            </a:xfrm>
          </p:grpSpPr>
          <p:sp>
            <p:nvSpPr>
              <p:cNvPr id="171" name="圆角矩形 74"/>
              <p:cNvSpPr/>
              <p:nvPr>
                <p:custDataLst>
                  <p:tags r:id="rId47"/>
                </p:custDataLst>
              </p:nvPr>
            </p:nvSpPr>
            <p:spPr>
              <a:xfrm>
                <a:off x="5159" y="6293"/>
                <a:ext cx="1587"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数据治理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09" name="圆角矩形 74"/>
              <p:cNvSpPr/>
              <p:nvPr>
                <p:custDataLst>
                  <p:tags r:id="rId48"/>
                </p:custDataLst>
              </p:nvPr>
            </p:nvSpPr>
            <p:spPr>
              <a:xfrm>
                <a:off x="6860" y="6293"/>
                <a:ext cx="1531"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数据地图</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184" name="圆角矩形 74"/>
              <p:cNvSpPr/>
              <p:nvPr>
                <p:custDataLst>
                  <p:tags r:id="rId49"/>
                </p:custDataLst>
              </p:nvPr>
            </p:nvSpPr>
            <p:spPr>
              <a:xfrm>
                <a:off x="8504" y="6293"/>
                <a:ext cx="1587"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数据标注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06" name="圆角矩形 74"/>
              <p:cNvSpPr/>
              <p:nvPr>
                <p:custDataLst>
                  <p:tags r:id="rId50"/>
                </p:custDataLst>
              </p:nvPr>
            </p:nvSpPr>
            <p:spPr>
              <a:xfrm>
                <a:off x="10205" y="6293"/>
                <a:ext cx="1587"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数据处理</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sp>
            <p:nvSpPr>
              <p:cNvPr id="212" name="圆角矩形 74"/>
              <p:cNvSpPr/>
              <p:nvPr>
                <p:custDataLst>
                  <p:tags r:id="rId51"/>
                </p:custDataLst>
              </p:nvPr>
            </p:nvSpPr>
            <p:spPr>
              <a:xfrm>
                <a:off x="11906" y="6293"/>
                <a:ext cx="1644"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数据标注</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
          <p:nvSpPr>
            <p:cNvPr id="38" name="圆角矩形 74"/>
            <p:cNvSpPr/>
            <p:nvPr>
              <p:custDataLst>
                <p:tags r:id="rId52"/>
              </p:custDataLst>
            </p:nvPr>
          </p:nvSpPr>
          <p:spPr>
            <a:xfrm>
              <a:off x="5159" y="7710"/>
              <a:ext cx="8391" cy="510"/>
            </a:xfrm>
            <a:prstGeom prst="roundRect">
              <a:avLst>
                <a:gd name="adj" fmla="val 8831"/>
              </a:avLst>
            </a:prstGeom>
            <a:solidFill>
              <a:schemeClr val="accent2">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195" tIns="45720" rIns="36195" bIns="45720" numCol="1" spcCol="0" rtlCol="0" fromWordArt="0" anchor="ctr" anchorCtr="0" forceAA="0" compatLnSpc="1">
              <a:noAutofit/>
            </a:bodyPr>
            <a:p>
              <a:pPr lvl="0" algn="ctr">
                <a:buClrTx/>
                <a:buSzTx/>
                <a:buFontTx/>
              </a:pP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统一元数据</a:t>
              </a:r>
              <a:r>
                <a:rPr lang="zh-CN" altLang="en-US" sz="1000" b="1">
                  <a:solidFill>
                    <a:schemeClr val="bg2">
                      <a:lumMod val="25000"/>
                    </a:schemeClr>
                  </a:solidFill>
                  <a:latin typeface="Microsoft YaHei Bold" panose="020B0502040204020203" charset="-122"/>
                  <a:ea typeface="Microsoft YaHei Bold" panose="020B0502040204020203" charset="-122"/>
                  <a:sym typeface="+mn-ea"/>
                </a:rPr>
                <a:t>目录</a:t>
              </a:r>
              <a:endParaRPr lang="zh-CN" altLang="en-US" sz="1000" b="1">
                <a:solidFill>
                  <a:schemeClr val="bg2">
                    <a:lumMod val="25000"/>
                  </a:schemeClr>
                </a:solidFill>
                <a:latin typeface="Microsoft YaHei Bold" panose="020B0502040204020203" charset="-122"/>
                <a:ea typeface="Microsoft YaHei Bold" panose="020B0502040204020203" charset="-122"/>
                <a:sym typeface="+mn-ea"/>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842011"/>
            <a:ext cx="12192000" cy="792000"/>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2" name="标题 1"/>
          <p:cNvSpPr>
            <a:spLocks noGrp="1"/>
          </p:cNvSpPr>
          <p:nvPr>
            <p:ph type="title"/>
          </p:nvPr>
        </p:nvSpPr>
        <p:spPr/>
        <p:txBody>
          <a:bodyPr/>
          <a:lstStyle/>
          <a:p>
            <a:r>
              <a:rPr kumimoji="1" lang="zh-CN" altLang="en-US" dirty="0">
                <a:latin typeface="Arial" panose="020B0604020202090204" pitchFamily="34" charset="0"/>
                <a:ea typeface="Microsoft YaHei" panose="020B0502040204020203" pitchFamily="34" charset="-122"/>
                <a:cs typeface="Arial" panose="020B0604020202090204" pitchFamily="34" charset="0"/>
              </a:rPr>
              <a:t>泛政务客群主推方案 </a:t>
            </a:r>
            <a:r>
              <a:rPr kumimoji="1" lang="en-US" altLang="zh-CN" dirty="0">
                <a:latin typeface="Arial" panose="020B0604020202090204" pitchFamily="34" charset="0"/>
                <a:ea typeface="Microsoft YaHei" panose="020B0502040204020203" pitchFamily="34" charset="-122"/>
                <a:cs typeface="Arial" panose="020B0604020202090204" pitchFamily="34" charset="0"/>
              </a:rPr>
              <a:t>– </a:t>
            </a:r>
            <a:r>
              <a:rPr kumimoji="1" lang="zh-CN" altLang="en-US" dirty="0">
                <a:latin typeface="Arial" panose="020B0604020202090204" pitchFamily="34" charset="0"/>
                <a:ea typeface="Microsoft YaHei" panose="020B0502040204020203" pitchFamily="34" charset="-122"/>
                <a:cs typeface="Arial" panose="020B0604020202090204" pitchFamily="34" charset="0"/>
              </a:rPr>
              <a:t>跨境数据空间方案</a:t>
            </a:r>
            <a:endParaRPr kumimoji="1" lang="zh-CN" altLang="en-US" dirty="0">
              <a:latin typeface="Arial" panose="020B0604020202090204" pitchFamily="34" charset="0"/>
              <a:ea typeface="Microsoft YaHei" panose="020B0502040204020203" pitchFamily="34" charset="-122"/>
              <a:cs typeface="Arial" panose="020B0604020202090204" pitchFamily="34" charset="0"/>
            </a:endParaRPr>
          </a:p>
        </p:txBody>
      </p:sp>
      <p:sp>
        <p:nvSpPr>
          <p:cNvPr id="3" name="文本占位符 2"/>
          <p:cNvSpPr>
            <a:spLocks noGrp="1"/>
          </p:cNvSpPr>
          <p:nvPr>
            <p:ph type="body" sz="quarter" idx="13"/>
          </p:nvPr>
        </p:nvSpPr>
        <p:spPr/>
        <p:txBody>
          <a:bodyPr rIns="72000"/>
          <a:lstStyle/>
          <a:p>
            <a:r>
              <a:rPr kumimoji="1" lang="zh-CN" altLang="en-US" sz="1400" dirty="0">
                <a:latin typeface="Arial" panose="020B0604020202090204" pitchFamily="34" charset="0"/>
                <a:ea typeface="Microsoft YaHei" panose="020B0502040204020203" pitchFamily="34" charset="-122"/>
                <a:cs typeface="Arial" panose="020B0604020202090204" pitchFamily="34" charset="0"/>
              </a:rPr>
              <a:t>数据跨境流通服务平台定位于提供集“合规指引、安全传输、效率优化、服务协同”于一体的综合性服务解决方案，旨在构建覆盖数据出境全流程的可信流通体系，打通跨境数据流动堵点，在保障安全可控基础上，有效降低企业合规成本与运营风险，赋能全球业务拓展与数据价值实现。</a:t>
            </a:r>
            <a:endParaRPr kumimoji="1" lang="zh-CN" altLang="en-US" sz="1400" dirty="0">
              <a:latin typeface="Arial" panose="020B0604020202090204" pitchFamily="34" charset="0"/>
              <a:ea typeface="Microsoft YaHei" panose="020B0502040204020203" pitchFamily="34" charset="-122"/>
              <a:cs typeface="Arial" panose="020B0604020202090204" pitchFamily="34" charset="0"/>
            </a:endParaRPr>
          </a:p>
        </p:txBody>
      </p:sp>
      <p:grpSp>
        <p:nvGrpSpPr>
          <p:cNvPr id="6" name="组合 5"/>
          <p:cNvGrpSpPr/>
          <p:nvPr/>
        </p:nvGrpSpPr>
        <p:grpSpPr>
          <a:xfrm>
            <a:off x="8532000" y="1708550"/>
            <a:ext cx="3241040" cy="2087880"/>
            <a:chOff x="13291" y="2541"/>
            <a:chExt cx="5104" cy="3288"/>
          </a:xfrm>
        </p:grpSpPr>
        <p:sp>
          <p:nvSpPr>
            <p:cNvPr id="7" name="文本框 6"/>
            <p:cNvSpPr txBox="1"/>
            <p:nvPr/>
          </p:nvSpPr>
          <p:spPr>
            <a:xfrm>
              <a:off x="13291" y="3051"/>
              <a:ext cx="5102" cy="2778"/>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政策驱动：</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促进和规范数据跨境流动规定</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等政策</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核心需求：</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打造双向兼顾安全和便利的数据流通通道，支撑数据跨境业务闭环</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8" name="圆角矩形 155"/>
            <p:cNvSpPr/>
            <p:nvPr/>
          </p:nvSpPr>
          <p:spPr>
            <a:xfrm>
              <a:off x="13348" y="2541"/>
              <a:ext cx="5047" cy="567"/>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方案依据</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9" name="组合 8"/>
          <p:cNvGrpSpPr/>
          <p:nvPr/>
        </p:nvGrpSpPr>
        <p:grpSpPr>
          <a:xfrm>
            <a:off x="8532000" y="3392873"/>
            <a:ext cx="3275965" cy="2052000"/>
            <a:chOff x="13251" y="5840"/>
            <a:chExt cx="5159" cy="3275"/>
          </a:xfrm>
        </p:grpSpPr>
        <p:sp>
          <p:nvSpPr>
            <p:cNvPr id="10" name="文本框 9"/>
            <p:cNvSpPr txBox="1"/>
            <p:nvPr/>
          </p:nvSpPr>
          <p:spPr>
            <a:xfrm>
              <a:off x="13251" y="6357"/>
              <a:ext cx="5159" cy="2758"/>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平台：</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数据空间积累；数智技术深度融合，引入合规智能体、专业模型与知识库等工具</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方法论：</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运营经验，咨询</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建设一体化</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生态：</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深数所、格兰德、领信等头部生态</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 name="圆角矩形 155"/>
            <p:cNvSpPr/>
            <p:nvPr/>
          </p:nvSpPr>
          <p:spPr>
            <a:xfrm>
              <a:off x="13308" y="5840"/>
              <a:ext cx="5047" cy="575"/>
            </a:xfrm>
            <a:prstGeom prst="roundRect">
              <a:avLst>
                <a:gd name="adj" fmla="val 12219"/>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方案竞争力</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2" name="组合 11"/>
          <p:cNvGrpSpPr/>
          <p:nvPr/>
        </p:nvGrpSpPr>
        <p:grpSpPr>
          <a:xfrm>
            <a:off x="8532000" y="5144012"/>
            <a:ext cx="3241040" cy="972185"/>
            <a:chOff x="13441" y="8718"/>
            <a:chExt cx="5104" cy="1531"/>
          </a:xfrm>
        </p:grpSpPr>
        <p:sp>
          <p:nvSpPr>
            <p:cNvPr id="13" name="文本框 12"/>
            <p:cNvSpPr txBox="1"/>
            <p:nvPr/>
          </p:nvSpPr>
          <p:spPr>
            <a:xfrm>
              <a:off x="13441" y="9229"/>
              <a:ext cx="5102" cy="1020"/>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标杆：</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南沙（雏形）</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商机：</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新疆、红河、北京</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a:t>
              </a:r>
              <a:endPar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4" name="圆角矩形 155"/>
            <p:cNvSpPr/>
            <p:nvPr/>
          </p:nvSpPr>
          <p:spPr>
            <a:xfrm>
              <a:off x="13498" y="8718"/>
              <a:ext cx="5047" cy="567"/>
            </a:xfrm>
            <a:prstGeom prst="roundRect">
              <a:avLst>
                <a:gd name="adj" fmla="val 12221"/>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标杆与商机</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15" name="等腰三角形 5"/>
          <p:cNvSpPr/>
          <p:nvPr/>
        </p:nvSpPr>
        <p:spPr>
          <a:xfrm>
            <a:off x="407988" y="1729946"/>
            <a:ext cx="8075602" cy="469791"/>
          </a:xfrm>
          <a:prstGeom prst="triangle">
            <a:avLst/>
          </a:prstGeom>
          <a:gradFill flip="none" rotWithShape="1">
            <a:gsLst>
              <a:gs pos="0">
                <a:schemeClr val="accent2"/>
              </a:gs>
              <a:gs pos="100000">
                <a:schemeClr val="accent1"/>
              </a:gs>
            </a:gsLst>
            <a:lin ang="5400000" scaled="0"/>
            <a:tileRect/>
          </a:gra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tIns="108000" bIns="144000" rtlCol="0" anchor="b"/>
          <a:lstStyle/>
          <a:p>
            <a:pPr algn="ctr">
              <a:lnSpc>
                <a:spcPct val="120000"/>
              </a:lnSpc>
            </a:pP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6" name="文本框 15"/>
          <p:cNvSpPr txBox="1"/>
          <p:nvPr/>
        </p:nvSpPr>
        <p:spPr>
          <a:xfrm>
            <a:off x="2518063" y="1800102"/>
            <a:ext cx="3831050" cy="429895"/>
          </a:xfrm>
          <a:prstGeom prst="rect">
            <a:avLst/>
          </a:prstGeom>
          <a:noFill/>
        </p:spPr>
        <p:txBody>
          <a:bodyPr wrap="square" rtlCol="0">
            <a:spAutoFit/>
          </a:bodyPr>
          <a:lstStyle/>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打造国内领先的国际数据服务枢纽</a:t>
            </a:r>
            <a:endParaRPr kumimoji="1" lang="en-US" altLang="zh-CN"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赋能跨境产业数字经济高质量发展</a:t>
            </a:r>
            <a:endParaRPr kumimoji="1" lang="en-US" altLang="zh-CN"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grpSp>
        <p:nvGrpSpPr>
          <p:cNvPr id="22" name="组合 21"/>
          <p:cNvGrpSpPr/>
          <p:nvPr/>
        </p:nvGrpSpPr>
        <p:grpSpPr>
          <a:xfrm>
            <a:off x="634784" y="2282185"/>
            <a:ext cx="7024919" cy="216000"/>
            <a:chOff x="634784" y="2282185"/>
            <a:chExt cx="7024919" cy="216000"/>
          </a:xfrm>
        </p:grpSpPr>
        <p:sp>
          <p:nvSpPr>
            <p:cNvPr id="17" name="圆角矩形 182"/>
            <p:cNvSpPr/>
            <p:nvPr/>
          </p:nvSpPr>
          <p:spPr>
            <a:xfrm>
              <a:off x="634784" y="2282185"/>
              <a:ext cx="1152000" cy="216000"/>
            </a:xfrm>
            <a:prstGeom prst="roundRect">
              <a:avLst>
                <a:gd name="adj" fmla="val 50000"/>
              </a:avLst>
            </a:prstGeom>
            <a:solidFill>
              <a:schemeClr val="accent1">
                <a:lumMod val="20000"/>
                <a:lumOff val="80000"/>
              </a:schemeClr>
            </a:solidFill>
            <a:ln w="9525"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algn="ctr"/>
              <a:r>
                <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rPr>
                <a:t>数据提供方</a:t>
              </a:r>
              <a:endPar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8" name="圆角矩形 182"/>
            <p:cNvSpPr/>
            <p:nvPr/>
          </p:nvSpPr>
          <p:spPr>
            <a:xfrm>
              <a:off x="1941014" y="2282185"/>
              <a:ext cx="1512000" cy="216000"/>
            </a:xfrm>
            <a:prstGeom prst="roundRect">
              <a:avLst>
                <a:gd name="adj" fmla="val 50000"/>
              </a:avLst>
            </a:prstGeom>
            <a:solidFill>
              <a:schemeClr val="accent1">
                <a:lumMod val="20000"/>
                <a:lumOff val="80000"/>
              </a:schemeClr>
            </a:solidFill>
            <a:ln w="9525"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algn="ctr"/>
              <a:r>
                <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rPr>
                <a:t>监管方（网信、数据）</a:t>
              </a:r>
              <a:endPar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9" name="圆角矩形 182"/>
            <p:cNvSpPr/>
            <p:nvPr/>
          </p:nvSpPr>
          <p:spPr>
            <a:xfrm>
              <a:off x="3607244" y="2282185"/>
              <a:ext cx="1440000" cy="216000"/>
            </a:xfrm>
            <a:prstGeom prst="roundRect">
              <a:avLst>
                <a:gd name="adj" fmla="val 50000"/>
              </a:avLst>
            </a:prstGeom>
            <a:solidFill>
              <a:schemeClr val="accent1">
                <a:lumMod val="20000"/>
                <a:lumOff val="80000"/>
              </a:schemeClr>
            </a:solidFill>
            <a:ln w="9525"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algn="ctr"/>
              <a:r>
                <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rPr>
                <a:t>运营方（数据集团）</a:t>
              </a:r>
              <a:endPar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20" name="圆角矩形 182"/>
            <p:cNvSpPr/>
            <p:nvPr/>
          </p:nvSpPr>
          <p:spPr>
            <a:xfrm>
              <a:off x="5201474" y="2282185"/>
              <a:ext cx="1152000" cy="216000"/>
            </a:xfrm>
            <a:prstGeom prst="roundRect">
              <a:avLst>
                <a:gd name="adj" fmla="val 50000"/>
              </a:avLst>
            </a:prstGeom>
            <a:solidFill>
              <a:schemeClr val="accent1">
                <a:lumMod val="20000"/>
                <a:lumOff val="80000"/>
              </a:schemeClr>
            </a:solidFill>
            <a:ln w="9525"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algn="ctr"/>
              <a:r>
                <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rPr>
                <a:t>数据服务方</a:t>
              </a:r>
              <a:endPar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21" name="圆角矩形 182"/>
            <p:cNvSpPr/>
            <p:nvPr/>
          </p:nvSpPr>
          <p:spPr>
            <a:xfrm>
              <a:off x="6507703" y="2282185"/>
              <a:ext cx="1152000" cy="216000"/>
            </a:xfrm>
            <a:prstGeom prst="roundRect">
              <a:avLst>
                <a:gd name="adj" fmla="val 50000"/>
              </a:avLst>
            </a:prstGeom>
            <a:solidFill>
              <a:schemeClr val="accent1">
                <a:lumMod val="20000"/>
                <a:lumOff val="80000"/>
              </a:schemeClr>
            </a:solidFill>
            <a:ln w="9525"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algn="ctr"/>
              <a:r>
                <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rPr>
                <a:t>数据使用方</a:t>
              </a:r>
              <a:endParaRPr lang="zh-CN" altLang="en-US" sz="1050" b="1" kern="0"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35" name="矩形: 圆角 18"/>
          <p:cNvSpPr/>
          <p:nvPr/>
        </p:nvSpPr>
        <p:spPr>
          <a:xfrm>
            <a:off x="7788450" y="2273696"/>
            <a:ext cx="657803" cy="4302978"/>
          </a:xfrm>
          <a:prstGeom prst="roundRect">
            <a:avLst>
              <a:gd name="adj" fmla="val 9842"/>
            </a:avLst>
          </a:prstGeom>
          <a:solidFill>
            <a:srgbClr val="E1E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数据产业业态</a:t>
            </a:r>
            <a:endParaRPr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36" name="矩形: 圆角 22"/>
          <p:cNvSpPr/>
          <p:nvPr/>
        </p:nvSpPr>
        <p:spPr>
          <a:xfrm>
            <a:off x="7900327" y="2725281"/>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业务咨询</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37" name="矩形: 圆角 23"/>
          <p:cNvSpPr/>
          <p:nvPr/>
        </p:nvSpPr>
        <p:spPr>
          <a:xfrm>
            <a:off x="7900327" y="3270308"/>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合规评估</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38" name="矩形: 圆角 24"/>
          <p:cNvSpPr/>
          <p:nvPr/>
        </p:nvSpPr>
        <p:spPr>
          <a:xfrm>
            <a:off x="7900327" y="3815335"/>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数据经纪</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39" name="矩形: 圆角 25"/>
          <p:cNvSpPr/>
          <p:nvPr/>
        </p:nvSpPr>
        <p:spPr>
          <a:xfrm>
            <a:off x="7900327" y="4360362"/>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数据开发</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0" name="矩形: 圆角 26"/>
          <p:cNvSpPr/>
          <p:nvPr/>
        </p:nvSpPr>
        <p:spPr>
          <a:xfrm>
            <a:off x="7900327" y="4905389"/>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人才培训</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1" name="矩形: 圆角 27"/>
          <p:cNvSpPr/>
          <p:nvPr/>
        </p:nvSpPr>
        <p:spPr>
          <a:xfrm>
            <a:off x="7900327" y="5450416"/>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数据资产</a:t>
            </a:r>
            <a:endPar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2" name="矩形: 圆角 28"/>
          <p:cNvSpPr/>
          <p:nvPr/>
        </p:nvSpPr>
        <p:spPr>
          <a:xfrm>
            <a:off x="7900327" y="5995441"/>
            <a:ext cx="432000" cy="468000"/>
          </a:xfrm>
          <a:prstGeom prst="roundRect">
            <a:avLst>
              <a:gd name="adj" fmla="val 121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行业方案</a:t>
            </a:r>
            <a:endParaRPr lang="en-US" altLang="zh-CN"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algn="ctr"/>
            <a:r>
              <a:rPr lang="en-US" altLang="zh-CN"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a:t>
            </a:r>
            <a:endParaRPr lang="en-US" altLang="zh-CN"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grpSp>
        <p:nvGrpSpPr>
          <p:cNvPr id="107" name="组合 106"/>
          <p:cNvGrpSpPr/>
          <p:nvPr/>
        </p:nvGrpSpPr>
        <p:grpSpPr>
          <a:xfrm>
            <a:off x="407988" y="3281395"/>
            <a:ext cx="7236000" cy="1476001"/>
            <a:chOff x="407988" y="3381626"/>
            <a:chExt cx="7236000" cy="1476001"/>
          </a:xfrm>
        </p:grpSpPr>
        <p:grpSp>
          <p:nvGrpSpPr>
            <p:cNvPr id="55" name="组合 54"/>
            <p:cNvGrpSpPr/>
            <p:nvPr/>
          </p:nvGrpSpPr>
          <p:grpSpPr>
            <a:xfrm>
              <a:off x="407988" y="3381628"/>
              <a:ext cx="7236000" cy="1475999"/>
              <a:chOff x="328361" y="2183719"/>
              <a:chExt cx="7113298" cy="1194799"/>
            </a:xfrm>
          </p:grpSpPr>
          <p:sp>
            <p:nvSpPr>
              <p:cNvPr id="56" name="圆角矩形 55"/>
              <p:cNvSpPr/>
              <p:nvPr/>
            </p:nvSpPr>
            <p:spPr>
              <a:xfrm>
                <a:off x="328361" y="2183719"/>
                <a:ext cx="7113298" cy="1194799"/>
              </a:xfrm>
              <a:prstGeom prst="roundRect">
                <a:avLst>
                  <a:gd name="adj" fmla="val 2588"/>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57" name="圆角矩形 56"/>
              <p:cNvSpPr/>
              <p:nvPr/>
            </p:nvSpPr>
            <p:spPr>
              <a:xfrm>
                <a:off x="1265544" y="2222067"/>
                <a:ext cx="1486361" cy="1107376"/>
              </a:xfrm>
              <a:prstGeom prst="roundRect">
                <a:avLst>
                  <a:gd name="adj" fmla="val 2652"/>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数据跨境合规服务平台</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合规自评估服务</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跨境合规智能体</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跨境合规知识库</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个人信息保护认证</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65" name="圆角矩形 64"/>
              <p:cNvSpPr/>
              <p:nvPr/>
            </p:nvSpPr>
            <p:spPr>
              <a:xfrm>
                <a:off x="2806832" y="2222067"/>
                <a:ext cx="1486361" cy="1107376"/>
              </a:xfrm>
              <a:prstGeom prst="roundRect">
                <a:avLst>
                  <a:gd name="adj" fmla="val 3403"/>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数据跨境运营服务平台</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智能供需匹配</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来进数加工服务</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质量评估服务</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数据资产服务</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66" name="圆角矩形 65"/>
              <p:cNvSpPr/>
              <p:nvPr/>
            </p:nvSpPr>
            <p:spPr>
              <a:xfrm>
                <a:off x="4348120" y="2222067"/>
                <a:ext cx="1486361" cy="1107376"/>
              </a:xfrm>
              <a:prstGeom prst="roundRect">
                <a:avLst>
                  <a:gd name="adj" fmla="val 2652"/>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数据跨境运营管理平台</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数据登记与上架管理</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数据托管环境</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数据交易运营</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数据资产管理</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67" name="圆角矩形 66"/>
              <p:cNvSpPr/>
              <p:nvPr/>
            </p:nvSpPr>
            <p:spPr>
              <a:xfrm>
                <a:off x="5889408" y="2222067"/>
                <a:ext cx="1486361" cy="1107376"/>
              </a:xfrm>
              <a:prstGeom prst="roundRect">
                <a:avLst>
                  <a:gd name="adj" fmla="val 3403"/>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数据跨境安全监管平台</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重要数据识别</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安全评估审核</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负面清单管理</a:t>
                </a:r>
                <a:endPar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a:p>
                <a:pPr algn="ctr">
                  <a:lnSpc>
                    <a:spcPct val="125000"/>
                  </a:lnSpc>
                  <a:spcBef>
                    <a:spcPts val="300"/>
                  </a:spcBef>
                  <a:spcAft>
                    <a:spcPts val="300"/>
                  </a:spcAft>
                </a:pP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安全事件响应</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54" name="圆角矩形 53"/>
            <p:cNvSpPr/>
            <p:nvPr/>
          </p:nvSpPr>
          <p:spPr>
            <a:xfrm>
              <a:off x="409317" y="3381626"/>
              <a:ext cx="828000" cy="1475999"/>
            </a:xfrm>
            <a:prstGeom prst="roundRect">
              <a:avLst>
                <a:gd name="adj" fmla="val 3335"/>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跨境数据运营管理</a:t>
              </a:r>
              <a:endPar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08" name="组合 107"/>
          <p:cNvGrpSpPr/>
          <p:nvPr/>
        </p:nvGrpSpPr>
        <p:grpSpPr>
          <a:xfrm>
            <a:off x="406305" y="2582435"/>
            <a:ext cx="7236000" cy="612001"/>
            <a:chOff x="406305" y="2631612"/>
            <a:chExt cx="7236000" cy="612001"/>
          </a:xfrm>
        </p:grpSpPr>
        <p:grpSp>
          <p:nvGrpSpPr>
            <p:cNvPr id="24" name="组合 23"/>
            <p:cNvGrpSpPr/>
            <p:nvPr/>
          </p:nvGrpSpPr>
          <p:grpSpPr>
            <a:xfrm>
              <a:off x="406305" y="2631613"/>
              <a:ext cx="7236000" cy="612000"/>
              <a:chOff x="326707" y="2183719"/>
              <a:chExt cx="7113297" cy="495405"/>
            </a:xfrm>
          </p:grpSpPr>
          <p:sp>
            <p:nvSpPr>
              <p:cNvPr id="25" name="圆角矩形 24"/>
              <p:cNvSpPr/>
              <p:nvPr/>
            </p:nvSpPr>
            <p:spPr>
              <a:xfrm>
                <a:off x="326707" y="2183719"/>
                <a:ext cx="7113297" cy="495405"/>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26" name="圆角矩形 25"/>
              <p:cNvSpPr/>
              <p:nvPr/>
            </p:nvSpPr>
            <p:spPr>
              <a:xfrm>
                <a:off x="1265545" y="2221320"/>
                <a:ext cx="813959"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跨境电商</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27" name="圆角矩形 26"/>
              <p:cNvSpPr/>
              <p:nvPr/>
            </p:nvSpPr>
            <p:spPr>
              <a:xfrm>
                <a:off x="2129590" y="2221320"/>
                <a:ext cx="813959"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跨境物流</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28" name="圆角矩形 27"/>
              <p:cNvSpPr/>
              <p:nvPr/>
            </p:nvSpPr>
            <p:spPr>
              <a:xfrm>
                <a:off x="2993635" y="2221320"/>
                <a:ext cx="813959"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跨境金融</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3" name="圆角矩形 42"/>
              <p:cNvSpPr/>
              <p:nvPr/>
            </p:nvSpPr>
            <p:spPr>
              <a:xfrm>
                <a:off x="3857681" y="2221320"/>
                <a:ext cx="813959"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跨境信用</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4" name="圆角矩形 43"/>
              <p:cNvSpPr/>
              <p:nvPr/>
            </p:nvSpPr>
            <p:spPr>
              <a:xfrm>
                <a:off x="4721726" y="2221320"/>
                <a:ext cx="990907"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国际商业服务</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5" name="圆角矩形 44"/>
              <p:cNvSpPr/>
              <p:nvPr/>
            </p:nvSpPr>
            <p:spPr>
              <a:xfrm>
                <a:off x="5762718" y="2221320"/>
                <a:ext cx="990907"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AI</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语料库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6" name="圆角矩形 45"/>
              <p:cNvSpPr/>
              <p:nvPr/>
            </p:nvSpPr>
            <p:spPr>
              <a:xfrm>
                <a:off x="6803708" y="2221320"/>
                <a:ext cx="566233"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7" name="圆角矩形 46"/>
              <p:cNvSpPr/>
              <p:nvPr/>
            </p:nvSpPr>
            <p:spPr>
              <a:xfrm>
                <a:off x="1265545" y="2445874"/>
                <a:ext cx="6104396" cy="20399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数据产品：  数据资源包     </a:t>
                </a: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API</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     数据报告     可视化产品     隐私计算服务     数据文件     数据集      小模型     智能体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23" name="圆角矩形 22"/>
            <p:cNvSpPr/>
            <p:nvPr/>
          </p:nvSpPr>
          <p:spPr>
            <a:xfrm>
              <a:off x="409317" y="2631612"/>
              <a:ext cx="828000" cy="612000"/>
            </a:xfrm>
            <a:prstGeom prst="roundRect">
              <a:avLst>
                <a:gd name="adj" fmla="val 7041"/>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高频场景驱动</a:t>
              </a:r>
              <a:endPar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06" name="组合 105"/>
          <p:cNvGrpSpPr/>
          <p:nvPr/>
        </p:nvGrpSpPr>
        <p:grpSpPr>
          <a:xfrm>
            <a:off x="407988" y="4841560"/>
            <a:ext cx="7236000" cy="1332001"/>
            <a:chOff x="407988" y="4922750"/>
            <a:chExt cx="7236000" cy="1332001"/>
          </a:xfrm>
        </p:grpSpPr>
        <p:sp>
          <p:nvSpPr>
            <p:cNvPr id="69" name="圆角矩形 68"/>
            <p:cNvSpPr/>
            <p:nvPr/>
          </p:nvSpPr>
          <p:spPr>
            <a:xfrm>
              <a:off x="407988" y="4922751"/>
              <a:ext cx="7236000" cy="1332000"/>
            </a:xfrm>
            <a:prstGeom prst="roundRect">
              <a:avLst>
                <a:gd name="adj" fmla="val 2588"/>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74" name="圆角矩形 73"/>
            <p:cNvSpPr/>
            <p:nvPr/>
          </p:nvSpPr>
          <p:spPr>
            <a:xfrm>
              <a:off x="409317" y="4922750"/>
              <a:ext cx="828000" cy="1332001"/>
            </a:xfrm>
            <a:prstGeom prst="roundRect">
              <a:avLst>
                <a:gd name="adj" fmla="val 4076"/>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跨境</a:t>
              </a:r>
              <a:endParaRPr kumimoji="1" lang="en-US" altLang="zh-CN"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数智底座</a:t>
              </a:r>
              <a:endPar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grpSp>
          <p:nvGrpSpPr>
            <p:cNvPr id="85" name="组合 84"/>
            <p:cNvGrpSpPr/>
            <p:nvPr/>
          </p:nvGrpSpPr>
          <p:grpSpPr>
            <a:xfrm>
              <a:off x="1361335" y="5257450"/>
              <a:ext cx="3060000" cy="648000"/>
              <a:chOff x="1361335" y="4970125"/>
              <a:chExt cx="3060000" cy="648000"/>
            </a:xfrm>
          </p:grpSpPr>
          <p:sp>
            <p:nvSpPr>
              <p:cNvPr id="70" name="圆角矩形 69"/>
              <p:cNvSpPr/>
              <p:nvPr/>
            </p:nvSpPr>
            <p:spPr>
              <a:xfrm>
                <a:off x="1361335" y="4970125"/>
                <a:ext cx="3060000" cy="648000"/>
              </a:xfrm>
              <a:prstGeom prst="roundRect">
                <a:avLst>
                  <a:gd name="adj" fmla="val 437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数据跨境基础设施</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75" name="圆角矩形 74"/>
              <p:cNvSpPr/>
              <p:nvPr/>
            </p:nvSpPr>
            <p:spPr>
              <a:xfrm>
                <a:off x="1407011" y="5257731"/>
                <a:ext cx="972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数据流通</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中枢平台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76" name="圆角矩形 75"/>
              <p:cNvSpPr/>
              <p:nvPr/>
            </p:nvSpPr>
            <p:spPr>
              <a:xfrm>
                <a:off x="2410430" y="5257731"/>
                <a:ext cx="972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数据流通</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利用平台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77" name="圆角矩形 76"/>
              <p:cNvSpPr/>
              <p:nvPr/>
            </p:nvSpPr>
            <p:spPr>
              <a:xfrm>
                <a:off x="3413848" y="5257731"/>
                <a:ext cx="972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数据空间</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服务平台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86" name="组合 85"/>
            <p:cNvGrpSpPr/>
            <p:nvPr/>
          </p:nvGrpSpPr>
          <p:grpSpPr>
            <a:xfrm>
              <a:off x="4484813" y="5257450"/>
              <a:ext cx="3060000" cy="648000"/>
              <a:chOff x="1361335" y="4970125"/>
              <a:chExt cx="3060000" cy="648000"/>
            </a:xfrm>
          </p:grpSpPr>
          <p:sp>
            <p:nvSpPr>
              <p:cNvPr id="87" name="圆角矩形 86"/>
              <p:cNvSpPr/>
              <p:nvPr/>
            </p:nvSpPr>
            <p:spPr>
              <a:xfrm>
                <a:off x="1361335" y="4970125"/>
                <a:ext cx="3060000" cy="648000"/>
              </a:xfrm>
              <a:prstGeom prst="roundRect">
                <a:avLst>
                  <a:gd name="adj" fmla="val 437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跨境智能基础设施</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88" name="圆角矩形 87"/>
              <p:cNvSpPr/>
              <p:nvPr/>
            </p:nvSpPr>
            <p:spPr>
              <a:xfrm>
                <a:off x="1407011" y="5257731"/>
                <a:ext cx="72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智能数据</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89" name="圆角矩形 88"/>
              <p:cNvSpPr/>
              <p:nvPr/>
            </p:nvSpPr>
            <p:spPr>
              <a:xfrm>
                <a:off x="2160206" y="5257731"/>
                <a:ext cx="72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模型开发</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0" name="圆角矩形 89"/>
              <p:cNvSpPr/>
              <p:nvPr/>
            </p:nvSpPr>
            <p:spPr>
              <a:xfrm>
                <a:off x="2913401" y="5257731"/>
                <a:ext cx="72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应用开发</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平台</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1" name="圆角矩形 90"/>
              <p:cNvSpPr/>
              <p:nvPr/>
            </p:nvSpPr>
            <p:spPr>
              <a:xfrm>
                <a:off x="3666595" y="5257731"/>
                <a:ext cx="72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数据集</a:t>
                </a:r>
                <a:b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b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质量评测</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92" name="圆角矩形 91"/>
            <p:cNvSpPr/>
            <p:nvPr/>
          </p:nvSpPr>
          <p:spPr>
            <a:xfrm>
              <a:off x="1361335" y="4966758"/>
              <a:ext cx="6183478"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solidFill>
                  <a:latin typeface="Arial" panose="020B0604020202090204" pitchFamily="34" charset="0"/>
                  <a:ea typeface="Microsoft YaHei" panose="020B0502040204020203" pitchFamily="34" charset="-122"/>
                  <a:cs typeface="Arial" panose="020B0604020202090204" pitchFamily="34" charset="0"/>
                </a:rPr>
                <a:t>跨境数据空间统一门户</a:t>
              </a:r>
              <a:endParaRPr kumimoji="1" lang="en-US" altLang="zh-CN" sz="10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3" name="圆角矩形 92"/>
            <p:cNvSpPr/>
            <p:nvPr/>
          </p:nvSpPr>
          <p:spPr>
            <a:xfrm>
              <a:off x="1361335" y="5942527"/>
              <a:ext cx="6183478"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数据跨境接入端（ </a:t>
              </a:r>
              <a:r>
                <a:rPr kumimoji="1" lang="en-GB" altLang="zh-CN"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SAAS</a:t>
              </a:r>
              <a:r>
                <a:rPr kumimoji="1"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rPr>
                <a:t>版、客户端版、一体机版 ）</a:t>
              </a:r>
              <a:endParaRPr kumimoji="1" lang="zh-CN" altLang="en-US" sz="10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05" name="组合 104"/>
          <p:cNvGrpSpPr/>
          <p:nvPr/>
        </p:nvGrpSpPr>
        <p:grpSpPr>
          <a:xfrm>
            <a:off x="406305" y="6239318"/>
            <a:ext cx="7236000" cy="324000"/>
            <a:chOff x="406305" y="6313759"/>
            <a:chExt cx="7236000" cy="324000"/>
          </a:xfrm>
        </p:grpSpPr>
        <p:grpSp>
          <p:nvGrpSpPr>
            <p:cNvPr id="94" name="组合 93"/>
            <p:cNvGrpSpPr/>
            <p:nvPr/>
          </p:nvGrpSpPr>
          <p:grpSpPr>
            <a:xfrm>
              <a:off x="406305" y="6313759"/>
              <a:ext cx="7236000" cy="324000"/>
              <a:chOff x="326707" y="2183719"/>
              <a:chExt cx="7113297" cy="557331"/>
            </a:xfrm>
          </p:grpSpPr>
          <p:sp>
            <p:nvSpPr>
              <p:cNvPr id="95" name="圆角矩形 94"/>
              <p:cNvSpPr/>
              <p:nvPr/>
            </p:nvSpPr>
            <p:spPr>
              <a:xfrm>
                <a:off x="326707" y="2183719"/>
                <a:ext cx="7113297" cy="557331"/>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6" name="圆角矩形 95"/>
              <p:cNvSpPr/>
              <p:nvPr/>
            </p:nvSpPr>
            <p:spPr>
              <a:xfrm>
                <a:off x="1265545" y="2245645"/>
                <a:ext cx="3043500" cy="43348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信创云</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7" name="圆角矩形 96"/>
              <p:cNvSpPr/>
              <p:nvPr/>
            </p:nvSpPr>
            <p:spPr>
              <a:xfrm>
                <a:off x="4342664" y="2245645"/>
                <a:ext cx="3043500" cy="433480"/>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智算中心</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104" name="圆角矩形 103"/>
            <p:cNvSpPr/>
            <p:nvPr/>
          </p:nvSpPr>
          <p:spPr>
            <a:xfrm>
              <a:off x="409317" y="6313759"/>
              <a:ext cx="828000" cy="324000"/>
            </a:xfrm>
            <a:prstGeom prst="roundRect">
              <a:avLst>
                <a:gd name="adj" fmla="val 7041"/>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rPr>
                <a:t>基础资源</a:t>
              </a:r>
              <a:endParaRPr kumimoji="1" lang="zh-CN" altLang="en-US" sz="1100" b="1" dirty="0">
                <a:solidFill>
                  <a:schemeClr val="bg1"/>
                </a:solidFill>
                <a:latin typeface="Arial" panose="020B0604020202090204" pitchFamily="34" charset="0"/>
                <a:ea typeface="Microsoft YaHei" panose="020B0502040204020203" pitchFamily="34" charset="-122"/>
                <a:cs typeface="Arial" panose="020B0604020202090204" pitchFamily="34" charset="0"/>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组合 93"/>
          <p:cNvGrpSpPr/>
          <p:nvPr/>
        </p:nvGrpSpPr>
        <p:grpSpPr>
          <a:xfrm>
            <a:off x="406304" y="5980678"/>
            <a:ext cx="7932653" cy="569214"/>
            <a:chOff x="326706" y="1591239"/>
            <a:chExt cx="7798137" cy="979137"/>
          </a:xfrm>
        </p:grpSpPr>
        <p:sp>
          <p:nvSpPr>
            <p:cNvPr id="95" name="圆角矩形 94"/>
            <p:cNvSpPr/>
            <p:nvPr/>
          </p:nvSpPr>
          <p:spPr>
            <a:xfrm>
              <a:off x="326706" y="1591239"/>
              <a:ext cx="7798137" cy="979137"/>
            </a:xfrm>
            <a:prstGeom prst="roundRect">
              <a:avLst>
                <a:gd name="adj" fmla="val 6162"/>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6" name="圆角矩形 95"/>
            <p:cNvSpPr/>
            <p:nvPr/>
          </p:nvSpPr>
          <p:spPr>
            <a:xfrm>
              <a:off x="395039" y="2054567"/>
              <a:ext cx="884738" cy="433479"/>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tIns="36000" b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医保结算明细</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44" name="圆角矩形 143"/>
            <p:cNvSpPr/>
            <p:nvPr/>
          </p:nvSpPr>
          <p:spPr>
            <a:xfrm>
              <a:off x="1339870" y="2054567"/>
              <a:ext cx="5202262" cy="433479"/>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tIns="36000" b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全病历：病案首页、入院记录、住院医嘱、病程记录、出院记录、检查报告、检验报告</a:t>
              </a: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等</a:t>
              </a: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31</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类</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45" name="圆角矩形 144"/>
            <p:cNvSpPr/>
            <p:nvPr/>
          </p:nvSpPr>
          <p:spPr>
            <a:xfrm>
              <a:off x="6602224" y="2054567"/>
              <a:ext cx="1450970" cy="433479"/>
            </a:xfrm>
            <a:prstGeom prst="roundRect">
              <a:avLst>
                <a:gd name="adj" fmla="val 11164"/>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tIns="36000" b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药品</a:t>
              </a: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耗材进销存数据</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39" name="组合 138"/>
          <p:cNvGrpSpPr/>
          <p:nvPr/>
        </p:nvGrpSpPr>
        <p:grpSpPr>
          <a:xfrm>
            <a:off x="419188" y="5494070"/>
            <a:ext cx="7920000" cy="482330"/>
            <a:chOff x="195371" y="2250375"/>
            <a:chExt cx="11370527" cy="482330"/>
          </a:xfrm>
        </p:grpSpPr>
        <p:sp>
          <p:nvSpPr>
            <p:cNvPr id="140" name="梯形 139"/>
            <p:cNvSpPr/>
            <p:nvPr/>
          </p:nvSpPr>
          <p:spPr>
            <a:xfrm>
              <a:off x="195371" y="2250375"/>
              <a:ext cx="11370527" cy="435570"/>
            </a:xfrm>
            <a:prstGeom prst="trapezoid">
              <a:avLst>
                <a:gd name="adj" fmla="val 100650"/>
              </a:avLst>
            </a:prstGeom>
            <a:solidFill>
              <a:schemeClr val="bg1"/>
            </a:solidFill>
            <a:ln w="9525">
              <a:gradFill>
                <a:gsLst>
                  <a:gs pos="0">
                    <a:schemeClr val="accent2">
                      <a:alpha val="0"/>
                    </a:schemeClr>
                  </a:gs>
                  <a:gs pos="100000">
                    <a:schemeClr val="accent2"/>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eaLnBrk="0" fontAlgn="base" hangingPunct="0">
                <a:spcBef>
                  <a:spcPct val="0"/>
                </a:spcBef>
                <a:spcAft>
                  <a:spcPct val="0"/>
                </a:spcAft>
              </a:pPr>
              <a:r>
                <a:rPr lang="zh-CN" altLang="en-US" sz="14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全量医疗数据</a:t>
              </a:r>
              <a:endParaRPr lang="zh-CN" altLang="en-US" sz="14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41" name="矩形 140"/>
            <p:cNvSpPr/>
            <p:nvPr/>
          </p:nvSpPr>
          <p:spPr>
            <a:xfrm>
              <a:off x="195371" y="2696705"/>
              <a:ext cx="11370527" cy="36000"/>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4" name="矩形 3"/>
          <p:cNvSpPr/>
          <p:nvPr>
            <p:custDataLst>
              <p:tags r:id="rId1"/>
            </p:custDataLst>
          </p:nvPr>
        </p:nvSpPr>
        <p:spPr>
          <a:xfrm>
            <a:off x="0" y="842011"/>
            <a:ext cx="12192000" cy="828000"/>
          </a:xfrm>
          <a:prstGeom prst="rect">
            <a:avLst/>
          </a:prstGeom>
          <a:solidFill>
            <a:schemeClr val="bg2">
              <a:alpha val="80000"/>
            </a:scheme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sz="1600" b="1" dirty="0">
              <a:solidFill>
                <a:srgbClr val="299FD3"/>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2" name="标题 1"/>
          <p:cNvSpPr>
            <a:spLocks noGrp="1"/>
          </p:cNvSpPr>
          <p:nvPr>
            <p:ph type="title"/>
          </p:nvPr>
        </p:nvSpPr>
        <p:spPr/>
        <p:txBody>
          <a:bodyPr/>
          <a:lstStyle/>
          <a:p>
            <a:r>
              <a:rPr kumimoji="1" lang="zh-CN" altLang="en-US" dirty="0">
                <a:latin typeface="Arial" panose="020B0604020202090204" pitchFamily="34" charset="0"/>
                <a:ea typeface="Microsoft YaHei" panose="020B0502040204020203" pitchFamily="34" charset="-122"/>
                <a:cs typeface="Arial" panose="020B0604020202090204" pitchFamily="34" charset="0"/>
              </a:rPr>
              <a:t>泛政务客群主推方案 </a:t>
            </a:r>
            <a:r>
              <a:rPr kumimoji="1" lang="en-US" altLang="zh-CN" dirty="0">
                <a:latin typeface="Arial" panose="020B0604020202090204" pitchFamily="34" charset="0"/>
                <a:ea typeface="Microsoft YaHei" panose="020B0502040204020203" pitchFamily="34" charset="-122"/>
                <a:cs typeface="Arial" panose="020B0604020202090204" pitchFamily="34" charset="0"/>
              </a:rPr>
              <a:t>–</a:t>
            </a:r>
            <a:r>
              <a:rPr kumimoji="1" lang="zh-CN" altLang="en-US" dirty="0">
                <a:latin typeface="Arial" panose="020B0604020202090204" pitchFamily="34" charset="0"/>
                <a:ea typeface="Microsoft YaHei" panose="020B0502040204020203" pitchFamily="34" charset="-122"/>
                <a:cs typeface="Arial" panose="020B0604020202090204" pitchFamily="34" charset="0"/>
              </a:rPr>
              <a:t> 医保数据空间方案</a:t>
            </a:r>
            <a:endParaRPr kumimoji="1" lang="zh-CN" altLang="en-US" dirty="0">
              <a:latin typeface="Arial" panose="020B0604020202090204" pitchFamily="34" charset="0"/>
              <a:ea typeface="Microsoft YaHei" panose="020B0502040204020203" pitchFamily="34" charset="-122"/>
              <a:cs typeface="Arial" panose="020B0604020202090204" pitchFamily="34" charset="0"/>
            </a:endParaRPr>
          </a:p>
        </p:txBody>
      </p:sp>
      <p:sp>
        <p:nvSpPr>
          <p:cNvPr id="3" name="文本占位符 2"/>
          <p:cNvSpPr>
            <a:spLocks noGrp="1"/>
          </p:cNvSpPr>
          <p:nvPr>
            <p:ph type="body" sz="quarter" idx="13"/>
          </p:nvPr>
        </p:nvSpPr>
        <p:spPr/>
        <p:txBody>
          <a:bodyPr rIns="72000"/>
          <a:lstStyle/>
          <a:p>
            <a:pPr marR="0" lvl="0" fontAlgn="auto">
              <a:buClrTx/>
              <a:buSzTx/>
              <a:defRPr/>
            </a:pPr>
            <a:r>
              <a:rPr kumimoji="1" lang="zh-CN" altLang="en-US" dirty="0">
                <a:latin typeface="Arial" panose="020B0604020202090204" pitchFamily="34" charset="0"/>
                <a:ea typeface="Microsoft YaHei" panose="020B0502040204020203" pitchFamily="34" charset="-122"/>
                <a:cs typeface="Arial" panose="020B0604020202090204" pitchFamily="34" charset="0"/>
              </a:rPr>
              <a:t>基于医学自然语言理解、电子病历内涵解析、诊疗决策推理等人工智能核心技术，通过对全量病历数据和医保费用结算数据的内涵分析，提供面向医保行业的</a:t>
            </a:r>
            <a:r>
              <a:rPr kumimoji="1" lang="en-US" altLang="zh-CN" dirty="0">
                <a:latin typeface="Arial" panose="020B0604020202090204" pitchFamily="34" charset="0"/>
                <a:ea typeface="Microsoft YaHei" panose="020B0502040204020203" pitchFamily="34" charset="-122"/>
                <a:cs typeface="Arial" panose="020B0604020202090204" pitchFamily="34" charset="0"/>
              </a:rPr>
              <a:t>AI</a:t>
            </a:r>
            <a:r>
              <a:rPr kumimoji="1" lang="zh-CN" altLang="en-US" dirty="0">
                <a:latin typeface="Arial" panose="020B0604020202090204" pitchFamily="34" charset="0"/>
                <a:ea typeface="Microsoft YaHei" panose="020B0502040204020203" pitchFamily="34" charset="-122"/>
                <a:cs typeface="Arial" panose="020B0604020202090204" pitchFamily="34" charset="0"/>
              </a:rPr>
              <a:t>医保监管能力服务。</a:t>
            </a:r>
            <a:endParaRPr kumimoji="1" lang="zh-CN" altLang="en-US" dirty="0">
              <a:latin typeface="Arial" panose="020B0604020202090204" pitchFamily="34" charset="0"/>
              <a:ea typeface="Microsoft YaHei" panose="020B0502040204020203" pitchFamily="34" charset="-122"/>
              <a:cs typeface="Arial" panose="020B0604020202090204" pitchFamily="34" charset="0"/>
            </a:endParaRPr>
          </a:p>
        </p:txBody>
      </p:sp>
      <p:grpSp>
        <p:nvGrpSpPr>
          <p:cNvPr id="6" name="组合 5"/>
          <p:cNvGrpSpPr/>
          <p:nvPr/>
        </p:nvGrpSpPr>
        <p:grpSpPr>
          <a:xfrm>
            <a:off x="8532000" y="1708550"/>
            <a:ext cx="3241040" cy="2087880"/>
            <a:chOff x="13291" y="2541"/>
            <a:chExt cx="5104" cy="3288"/>
          </a:xfrm>
        </p:grpSpPr>
        <p:sp>
          <p:nvSpPr>
            <p:cNvPr id="7" name="文本框 6"/>
            <p:cNvSpPr txBox="1"/>
            <p:nvPr/>
          </p:nvSpPr>
          <p:spPr>
            <a:xfrm>
              <a:off x="13291" y="3051"/>
              <a:ext cx="5102" cy="2778"/>
            </a:xfrm>
            <a:prstGeom prst="rect">
              <a:avLst/>
            </a:prstGeom>
            <a:noFill/>
          </p:spPr>
          <p:txBody>
            <a:bodyPr wrap="square" lIns="71755" tIns="71755" rIns="71755" bIns="71755" rtlCol="0">
              <a:noAutofit/>
            </a:bodyPr>
            <a:lstStyle/>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政策：</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国家医保局推进医保基金智能监管改革</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需求：</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医保反欺诈大数据智能监测分析、智能化全面赋能医保审核和基金监管</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8" name="圆角矩形 155"/>
            <p:cNvSpPr/>
            <p:nvPr/>
          </p:nvSpPr>
          <p:spPr>
            <a:xfrm>
              <a:off x="13348" y="2541"/>
              <a:ext cx="5047" cy="567"/>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方案依据</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9" name="组合 8"/>
          <p:cNvGrpSpPr/>
          <p:nvPr/>
        </p:nvGrpSpPr>
        <p:grpSpPr>
          <a:xfrm>
            <a:off x="8532000" y="3367510"/>
            <a:ext cx="3275965" cy="2052000"/>
            <a:chOff x="13251" y="5840"/>
            <a:chExt cx="5159" cy="3275"/>
          </a:xfrm>
        </p:grpSpPr>
        <p:sp>
          <p:nvSpPr>
            <p:cNvPr id="10" name="文本框 9"/>
            <p:cNvSpPr txBox="1"/>
            <p:nvPr/>
          </p:nvSpPr>
          <p:spPr>
            <a:xfrm>
              <a:off x="13251" y="6357"/>
              <a:ext cx="5159" cy="2758"/>
            </a:xfrm>
            <a:prstGeom prst="rect">
              <a:avLst/>
            </a:prstGeom>
            <a:noFill/>
          </p:spPr>
          <p:txBody>
            <a:bodyPr wrap="square" lIns="71755" tIns="71755" rIns="71755" bIns="71755" rtlCol="0">
              <a:noAutofit/>
            </a:bodyPr>
            <a:lstStyle/>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平台</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：多模态数据处理、多方联邦计算、</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DRG / DIP监管模型</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模型：</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医疗非结构化数据分析与监控模型</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生态：</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联合清华大学，公共数据赋能</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 name="圆角矩形 155"/>
            <p:cNvSpPr/>
            <p:nvPr/>
          </p:nvSpPr>
          <p:spPr>
            <a:xfrm>
              <a:off x="13308" y="5840"/>
              <a:ext cx="5047" cy="575"/>
            </a:xfrm>
            <a:prstGeom prst="roundRect">
              <a:avLst>
                <a:gd name="adj" fmla="val 12219"/>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方案竞争力</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2" name="组合 11"/>
          <p:cNvGrpSpPr/>
          <p:nvPr/>
        </p:nvGrpSpPr>
        <p:grpSpPr>
          <a:xfrm>
            <a:off x="8532000" y="5176260"/>
            <a:ext cx="3241040" cy="972185"/>
            <a:chOff x="13441" y="8718"/>
            <a:chExt cx="5104" cy="1531"/>
          </a:xfrm>
        </p:grpSpPr>
        <p:sp>
          <p:nvSpPr>
            <p:cNvPr id="13" name="文本框 12"/>
            <p:cNvSpPr txBox="1"/>
            <p:nvPr/>
          </p:nvSpPr>
          <p:spPr>
            <a:xfrm>
              <a:off x="13441" y="9229"/>
              <a:ext cx="5102" cy="1020"/>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标杆：</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江苏</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nSpc>
                  <a:spcPct val="125000"/>
                </a:lnSpc>
                <a:spcBef>
                  <a:spcPts val="300"/>
                </a:spcBef>
                <a:spcAft>
                  <a:spcPts val="300"/>
                </a:spcAft>
                <a:buFont typeface="Wingdings" panose="05000000000000000000" pitchFamily="2" charset="2"/>
                <a:buChar char="Ø"/>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商机：</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郑州、云南、银川</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a:t>
              </a:r>
              <a:endPar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4" name="圆角矩形 155"/>
            <p:cNvSpPr/>
            <p:nvPr/>
          </p:nvSpPr>
          <p:spPr>
            <a:xfrm>
              <a:off x="13498" y="8718"/>
              <a:ext cx="5047" cy="567"/>
            </a:xfrm>
            <a:prstGeom prst="roundRect">
              <a:avLst>
                <a:gd name="adj" fmla="val 12221"/>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标杆与商机</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32" name="组合 31"/>
          <p:cNvGrpSpPr/>
          <p:nvPr/>
        </p:nvGrpSpPr>
        <p:grpSpPr>
          <a:xfrm>
            <a:off x="419188" y="1754467"/>
            <a:ext cx="7920000" cy="482330"/>
            <a:chOff x="195371" y="2250375"/>
            <a:chExt cx="11370527" cy="482330"/>
          </a:xfrm>
        </p:grpSpPr>
        <p:sp>
          <p:nvSpPr>
            <p:cNvPr id="5" name="梯形 4"/>
            <p:cNvSpPr/>
            <p:nvPr/>
          </p:nvSpPr>
          <p:spPr>
            <a:xfrm>
              <a:off x="195371" y="2250375"/>
              <a:ext cx="11370527" cy="435570"/>
            </a:xfrm>
            <a:prstGeom prst="trapezoid">
              <a:avLst>
                <a:gd name="adj" fmla="val 100650"/>
              </a:avLst>
            </a:prstGeom>
            <a:solidFill>
              <a:schemeClr val="bg1"/>
            </a:solidFill>
            <a:ln w="9525">
              <a:gradFill>
                <a:gsLst>
                  <a:gs pos="0">
                    <a:schemeClr val="accent2">
                      <a:alpha val="0"/>
                    </a:schemeClr>
                  </a:gs>
                  <a:gs pos="100000">
                    <a:schemeClr val="accent2"/>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eaLnBrk="0" fontAlgn="base" hangingPunct="0">
                <a:spcBef>
                  <a:spcPct val="0"/>
                </a:spcBef>
                <a:spcAft>
                  <a:spcPct val="0"/>
                </a:spcAft>
              </a:pPr>
              <a:r>
                <a:rPr lang="zh-CN" altLang="en-US" sz="1400" b="1" dirty="0">
                  <a:solidFill>
                    <a:schemeClr val="tx2"/>
                  </a:solidFill>
                  <a:latin typeface="Arial" panose="020B0604020202090204" pitchFamily="34" charset="0"/>
                  <a:ea typeface="Microsoft YaHei" panose="020B0502040204020203" pitchFamily="34" charset="-122"/>
                  <a:cs typeface="Arial" panose="020B0604020202090204" pitchFamily="34" charset="0"/>
                </a:rPr>
                <a:t>助力医疗机构自我整改提升    助力医保部门提升监管成效 </a:t>
              </a:r>
              <a:endParaRPr lang="zh-CN" altLang="en-US" sz="14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31" name="矩形 30"/>
            <p:cNvSpPr/>
            <p:nvPr/>
          </p:nvSpPr>
          <p:spPr>
            <a:xfrm>
              <a:off x="195371" y="2696705"/>
              <a:ext cx="11370527" cy="36000"/>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59" name="组合 58"/>
          <p:cNvGrpSpPr/>
          <p:nvPr/>
        </p:nvGrpSpPr>
        <p:grpSpPr>
          <a:xfrm>
            <a:off x="496717" y="2311802"/>
            <a:ext cx="7772162" cy="468001"/>
            <a:chOff x="496717" y="2311802"/>
            <a:chExt cx="7772162" cy="468001"/>
          </a:xfrm>
        </p:grpSpPr>
        <p:sp>
          <p:nvSpPr>
            <p:cNvPr id="33" name="同侧圆角矩形 32"/>
            <p:cNvSpPr/>
            <p:nvPr/>
          </p:nvSpPr>
          <p:spPr>
            <a:xfrm>
              <a:off x="496717" y="2311803"/>
              <a:ext cx="1872000" cy="468000"/>
            </a:xfrm>
            <a:prstGeom prst="round2SameRect">
              <a:avLst>
                <a:gd name="adj1" fmla="val 7675"/>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503999" tIns="0" bIns="0" rtlCol="0" anchor="ctr"/>
            <a:lstStyle/>
            <a:p>
              <a:r>
                <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rPr>
                <a:t>门诊处方实时审核</a:t>
              </a:r>
              <a:endPar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8" name="同侧圆角矩形 47"/>
            <p:cNvSpPr/>
            <p:nvPr/>
          </p:nvSpPr>
          <p:spPr>
            <a:xfrm>
              <a:off x="2463438" y="2311802"/>
              <a:ext cx="1872000" cy="468000"/>
            </a:xfrm>
            <a:prstGeom prst="round2SameRect">
              <a:avLst>
                <a:gd name="adj1" fmla="val 7675"/>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503999" tIns="0" bIns="0" rtlCol="0" anchor="ctr"/>
            <a:lstStyle/>
            <a:p>
              <a:r>
                <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rPr>
                <a:t>院内病历预审核</a:t>
              </a:r>
              <a:endPar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9" name="同侧圆角矩形 48"/>
            <p:cNvSpPr/>
            <p:nvPr/>
          </p:nvSpPr>
          <p:spPr>
            <a:xfrm>
              <a:off x="4430159" y="2311802"/>
              <a:ext cx="1872000" cy="468000"/>
            </a:xfrm>
            <a:prstGeom prst="round2SameRect">
              <a:avLst>
                <a:gd name="adj1" fmla="val 7675"/>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503999" tIns="0" bIns="0" rtlCol="0" anchor="ctr"/>
            <a:lstStyle/>
            <a:p>
              <a:r>
                <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rPr>
                <a:t>医保基金结算审核</a:t>
              </a:r>
              <a:endPar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50" name="同侧圆角矩形 49"/>
            <p:cNvSpPr/>
            <p:nvPr/>
          </p:nvSpPr>
          <p:spPr>
            <a:xfrm>
              <a:off x="6396879" y="2311802"/>
              <a:ext cx="1872000" cy="468000"/>
            </a:xfrm>
            <a:prstGeom prst="round2SameRect">
              <a:avLst>
                <a:gd name="adj1" fmla="val 7675"/>
                <a:gd name="adj2" fmla="val 0"/>
              </a:avLst>
            </a:prstGeom>
            <a:solidFill>
              <a:schemeClr val="accent2">
                <a:lumMod val="20000"/>
                <a:lumOff val="80000"/>
                <a:alpha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503999" tIns="0" bIns="0" rtlCol="0" anchor="ctr"/>
            <a:lstStyle/>
            <a:p>
              <a:r>
                <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rPr>
                <a:t>大数据分析</a:t>
              </a:r>
              <a:endParaRPr lang="zh-CN" altLang="en-US" sz="1100" b="1" dirty="0">
                <a:solidFill>
                  <a:schemeClr val="accent2"/>
                </a:solidFill>
                <a:latin typeface="Arial" panose="020B0604020202090204" pitchFamily="34" charset="0"/>
                <a:ea typeface="Microsoft YaHei" panose="020B0502040204020203" pitchFamily="34" charset="-122"/>
                <a:cs typeface="Arial" panose="020B0604020202090204" pitchFamily="34" charset="0"/>
              </a:endParaRPr>
            </a:p>
          </p:txBody>
        </p:sp>
        <p:pic>
          <p:nvPicPr>
            <p:cNvPr id="51" name="图片 54" descr="行业领域-医疗健康"/>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131" y="2419803"/>
              <a:ext cx="252000" cy="252000"/>
            </a:xfrm>
            <a:prstGeom prst="rect">
              <a:avLst/>
            </a:prstGeom>
          </p:spPr>
        </p:pic>
        <p:pic>
          <p:nvPicPr>
            <p:cNvPr id="52" name="图片 46" descr="其他-文件夹"/>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1838" y="2419803"/>
              <a:ext cx="252000" cy="252000"/>
            </a:xfrm>
            <a:prstGeom prst="rect">
              <a:avLst/>
            </a:prstGeom>
          </p:spPr>
        </p:pic>
        <p:pic>
          <p:nvPicPr>
            <p:cNvPr id="53" name="图片 31" descr="其他-画板"/>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38073" y="2419803"/>
              <a:ext cx="252000" cy="252000"/>
            </a:xfrm>
            <a:prstGeom prst="rect">
              <a:avLst/>
            </a:prstGeom>
          </p:spPr>
        </p:pic>
        <p:pic>
          <p:nvPicPr>
            <p:cNvPr id="58" name="图片 44" descr="行业领域-金融税务"/>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98429" y="2419803"/>
              <a:ext cx="252000" cy="252000"/>
            </a:xfrm>
            <a:prstGeom prst="rect">
              <a:avLst/>
            </a:prstGeom>
          </p:spPr>
        </p:pic>
      </p:grpSp>
      <p:grpSp>
        <p:nvGrpSpPr>
          <p:cNvPr id="60" name="组合 59"/>
          <p:cNvGrpSpPr/>
          <p:nvPr/>
        </p:nvGrpSpPr>
        <p:grpSpPr>
          <a:xfrm>
            <a:off x="418959" y="2938167"/>
            <a:ext cx="7919999" cy="396000"/>
            <a:chOff x="335595" y="4913226"/>
            <a:chExt cx="7373639" cy="396000"/>
          </a:xfrm>
        </p:grpSpPr>
        <p:sp>
          <p:nvSpPr>
            <p:cNvPr id="61" name="圆角矩形 60"/>
            <p:cNvSpPr/>
            <p:nvPr/>
          </p:nvSpPr>
          <p:spPr>
            <a:xfrm>
              <a:off x="335595" y="4913226"/>
              <a:ext cx="7373639" cy="396000"/>
            </a:xfrm>
            <a:prstGeom prst="roundRect">
              <a:avLst>
                <a:gd name="adj" fmla="val 11510"/>
              </a:avLst>
            </a:prstGeom>
            <a:solidFill>
              <a:schemeClr val="bg2"/>
            </a:soli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648000" rtlCol="0" anchor="ctr"/>
            <a:lstStyle/>
            <a:p>
              <a:endParaRPr kumimoji="1" lang="zh-CN" altLang="en-US" sz="1000" dirty="0">
                <a:solidFill>
                  <a:schemeClr val="tx2">
                    <a:lumMod val="60000"/>
                    <a:lumOff val="40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68" name="圆角矩形 67"/>
            <p:cNvSpPr/>
            <p:nvPr/>
          </p:nvSpPr>
          <p:spPr>
            <a:xfrm>
              <a:off x="406806" y="4981506"/>
              <a:ext cx="3586270"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事前线上预警提醒服务</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8" name="圆角矩形 97"/>
            <p:cNvSpPr/>
            <p:nvPr/>
          </p:nvSpPr>
          <p:spPr>
            <a:xfrm>
              <a:off x="4070081" y="4981506"/>
              <a:ext cx="1742861"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事中结算审核服务</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99" name="圆角矩形 98"/>
            <p:cNvSpPr/>
            <p:nvPr/>
          </p:nvSpPr>
          <p:spPr>
            <a:xfrm>
              <a:off x="5901126" y="4981506"/>
              <a:ext cx="1742861"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事后精准稽核服务</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100" name="五边形 99"/>
          <p:cNvSpPr/>
          <p:nvPr>
            <p:custDataLst>
              <p:tags r:id="rId10"/>
            </p:custDataLst>
          </p:nvPr>
        </p:nvSpPr>
        <p:spPr>
          <a:xfrm rot="16200000">
            <a:off x="2356430" y="2484227"/>
            <a:ext cx="108000" cy="7560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101" name="五边形 100"/>
          <p:cNvSpPr/>
          <p:nvPr>
            <p:custDataLst>
              <p:tags r:id="rId11"/>
            </p:custDataLst>
          </p:nvPr>
        </p:nvSpPr>
        <p:spPr>
          <a:xfrm rot="16200000">
            <a:off x="5312157" y="2484227"/>
            <a:ext cx="108000" cy="7560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102" name="五边形 101"/>
          <p:cNvSpPr/>
          <p:nvPr>
            <p:custDataLst>
              <p:tags r:id="rId12"/>
            </p:custDataLst>
          </p:nvPr>
        </p:nvSpPr>
        <p:spPr>
          <a:xfrm rot="16200000">
            <a:off x="7278876" y="2484227"/>
            <a:ext cx="108000" cy="7560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109" name="圆角矩形 108"/>
          <p:cNvSpPr/>
          <p:nvPr/>
        </p:nvSpPr>
        <p:spPr>
          <a:xfrm>
            <a:off x="418959" y="3415509"/>
            <a:ext cx="7919999" cy="2085236"/>
          </a:xfrm>
          <a:prstGeom prst="roundRect">
            <a:avLst>
              <a:gd name="adj" fmla="val 2414"/>
            </a:avLst>
          </a:prstGeom>
          <a:solidFill>
            <a:schemeClr val="accent2">
              <a:lumMod val="20000"/>
              <a:lumOff val="80000"/>
            </a:schemeClr>
          </a:solid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rIns="72000" rtlCol="0" anchor="t"/>
          <a:lstStyle/>
          <a:p>
            <a:pPr algn="ctr"/>
            <a:r>
              <a:rPr kumimoji="1" lang="zh-CN" altLang="en-US" sz="14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智慧医保数智中心</a:t>
            </a:r>
            <a:endParaRPr kumimoji="1" lang="zh-CN" altLang="en-US" sz="14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nvGrpSpPr>
          <p:cNvPr id="130" name="组合 129"/>
          <p:cNvGrpSpPr/>
          <p:nvPr/>
        </p:nvGrpSpPr>
        <p:grpSpPr>
          <a:xfrm>
            <a:off x="495446" y="3748235"/>
            <a:ext cx="7748456" cy="252000"/>
            <a:chOff x="495446" y="3748235"/>
            <a:chExt cx="7748456" cy="252000"/>
          </a:xfrm>
        </p:grpSpPr>
        <p:sp>
          <p:nvSpPr>
            <p:cNvPr id="110" name="圆角矩形 109"/>
            <p:cNvSpPr/>
            <p:nvPr/>
          </p:nvSpPr>
          <p:spPr>
            <a:xfrm>
              <a:off x="495446" y="3748235"/>
              <a:ext cx="1872000"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医保合规性风控</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1" name="圆角矩形 110"/>
            <p:cNvSpPr/>
            <p:nvPr/>
          </p:nvSpPr>
          <p:spPr>
            <a:xfrm>
              <a:off x="2452813" y="3748235"/>
              <a:ext cx="1872001"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诊疗合理性风控</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2" name="圆角矩形 111"/>
            <p:cNvSpPr/>
            <p:nvPr/>
          </p:nvSpPr>
          <p:spPr>
            <a:xfrm>
              <a:off x="4421335" y="3748235"/>
              <a:ext cx="1872001"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en-US" altLang="zh-CN"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DRG</a:t>
              </a: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支付方式风控</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3" name="圆角矩形 112"/>
            <p:cNvSpPr/>
            <p:nvPr/>
          </p:nvSpPr>
          <p:spPr>
            <a:xfrm>
              <a:off x="6371901" y="3748235"/>
              <a:ext cx="1872001"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大数据风控</a:t>
              </a:r>
              <a:endParaRPr kumimoji="1" lang="zh-CN" altLang="en-US" sz="1000" b="1"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19" name="组合 118"/>
          <p:cNvGrpSpPr/>
          <p:nvPr/>
        </p:nvGrpSpPr>
        <p:grpSpPr>
          <a:xfrm>
            <a:off x="502430" y="4068807"/>
            <a:ext cx="3024000" cy="1008000"/>
            <a:chOff x="502430" y="4068807"/>
            <a:chExt cx="3024000" cy="1008000"/>
          </a:xfrm>
        </p:grpSpPr>
        <p:sp>
          <p:nvSpPr>
            <p:cNvPr id="114" name="圆角矩形 113"/>
            <p:cNvSpPr/>
            <p:nvPr/>
          </p:nvSpPr>
          <p:spPr>
            <a:xfrm>
              <a:off x="502430" y="4068807"/>
              <a:ext cx="3024000" cy="1008000"/>
            </a:xfrm>
            <a:prstGeom prst="roundRect">
              <a:avLst>
                <a:gd name="adj" fmla="val 437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医保智能（</a:t>
              </a:r>
              <a:r>
                <a:rPr kumimoji="1" lang="en-US" altLang="zh-CN"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AI</a:t>
              </a:r>
              <a:r>
                <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）服务中心</a:t>
              </a:r>
              <a:endParaRPr kumimoji="1" lang="en-US" altLang="zh-CN"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5" name="圆角矩形 114"/>
            <p:cNvSpPr/>
            <p:nvPr/>
          </p:nvSpPr>
          <p:spPr>
            <a:xfrm>
              <a:off x="548105" y="4356413"/>
              <a:ext cx="144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医学自然语言理解</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6" name="圆角矩形 115"/>
            <p:cNvSpPr/>
            <p:nvPr/>
          </p:nvSpPr>
          <p:spPr>
            <a:xfrm>
              <a:off x="2032430" y="4356413"/>
              <a:ext cx="144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医学数据精细结构化</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7" name="圆角矩形 116"/>
            <p:cNvSpPr/>
            <p:nvPr/>
          </p:nvSpPr>
          <p:spPr>
            <a:xfrm>
              <a:off x="548104" y="4715917"/>
              <a:ext cx="144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医学和医保知识图谱构建</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18" name="圆角矩形 117"/>
            <p:cNvSpPr/>
            <p:nvPr/>
          </p:nvSpPr>
          <p:spPr>
            <a:xfrm>
              <a:off x="2032430" y="4715917"/>
              <a:ext cx="144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defTabSz="457200"/>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医学和医保认知推理</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20" name="组合 119"/>
          <p:cNvGrpSpPr/>
          <p:nvPr/>
        </p:nvGrpSpPr>
        <p:grpSpPr>
          <a:xfrm>
            <a:off x="3607580" y="4068807"/>
            <a:ext cx="4644000" cy="1008000"/>
            <a:chOff x="502430" y="4068807"/>
            <a:chExt cx="4644000" cy="1008000"/>
          </a:xfrm>
        </p:grpSpPr>
        <p:sp>
          <p:nvSpPr>
            <p:cNvPr id="121" name="圆角矩形 120"/>
            <p:cNvSpPr/>
            <p:nvPr/>
          </p:nvSpPr>
          <p:spPr>
            <a:xfrm>
              <a:off x="502430" y="4068807"/>
              <a:ext cx="4644000" cy="1008000"/>
            </a:xfrm>
            <a:prstGeom prst="roundRect">
              <a:avLst>
                <a:gd name="adj" fmla="val 437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lnSpc>
                  <a:spcPct val="125000"/>
                </a:lnSpc>
                <a:spcBef>
                  <a:spcPts val="300"/>
                </a:spcBef>
                <a:spcAft>
                  <a:spcPts val="300"/>
                </a:spcAft>
              </a:pPr>
              <a:r>
                <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医保知识中心</a:t>
              </a:r>
              <a:endParaRPr kumimoji="1" lang="en-US" altLang="zh-CN"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2" name="圆角矩形 121"/>
            <p:cNvSpPr/>
            <p:nvPr/>
          </p:nvSpPr>
          <p:spPr>
            <a:xfrm>
              <a:off x="548105" y="4356413"/>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医学知识库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3" name="圆角矩形 122"/>
            <p:cNvSpPr/>
            <p:nvPr/>
          </p:nvSpPr>
          <p:spPr>
            <a:xfrm>
              <a:off x="1695575" y="4356413"/>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医保知识库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4" name="圆角矩形 123"/>
            <p:cNvSpPr/>
            <p:nvPr/>
          </p:nvSpPr>
          <p:spPr>
            <a:xfrm>
              <a:off x="548104" y="4715917"/>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医学知识图谱</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5" name="圆角矩形 124"/>
            <p:cNvSpPr/>
            <p:nvPr/>
          </p:nvSpPr>
          <p:spPr>
            <a:xfrm>
              <a:off x="1695575" y="4715917"/>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defTabSz="457200"/>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医保知识图谱</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6" name="圆角矩形 125"/>
            <p:cNvSpPr/>
            <p:nvPr/>
          </p:nvSpPr>
          <p:spPr>
            <a:xfrm>
              <a:off x="2843045" y="4356413"/>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DRG</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病组知识库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7" name="圆角矩形 126"/>
            <p:cNvSpPr/>
            <p:nvPr/>
          </p:nvSpPr>
          <p:spPr>
            <a:xfrm>
              <a:off x="2843046" y="4715917"/>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defTabSz="457200"/>
              <a:r>
                <a:rPr kumimoji="1" lang="en-US" altLang="zh-CN"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DRG</a:t>
              </a: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病组模型</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8" name="圆角矩形 127"/>
            <p:cNvSpPr/>
            <p:nvPr/>
          </p:nvSpPr>
          <p:spPr>
            <a:xfrm>
              <a:off x="3990516" y="4356413"/>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医保监管规则库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29" name="圆角矩形 128"/>
            <p:cNvSpPr/>
            <p:nvPr/>
          </p:nvSpPr>
          <p:spPr>
            <a:xfrm>
              <a:off x="3990516" y="4715917"/>
              <a:ext cx="1080000" cy="324000"/>
            </a:xfrm>
            <a:prstGeom prst="roundRect">
              <a:avLst>
                <a:gd name="adj" fmla="val 11164"/>
              </a:avLst>
            </a:prstGeom>
            <a:solidFill>
              <a:schemeClr val="bg2"/>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rIns="36000" rtlCol="0" anchor="ctr"/>
            <a:lstStyle/>
            <a:p>
              <a:pPr algn="ctr" defTabSz="457200"/>
              <a:r>
                <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rPr>
                <a:t>飞检通报案例库</a:t>
              </a:r>
              <a:endParaRPr kumimoji="1" lang="zh-CN" altLang="en-US" sz="900" dirty="0">
                <a:solidFill>
                  <a:schemeClr val="tx2">
                    <a:lumMod val="75000"/>
                    <a:lumOff val="25000"/>
                  </a:schemeClr>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131" name="组合 130"/>
          <p:cNvGrpSpPr/>
          <p:nvPr/>
        </p:nvGrpSpPr>
        <p:grpSpPr>
          <a:xfrm>
            <a:off x="495444" y="5148410"/>
            <a:ext cx="7748458" cy="252000"/>
            <a:chOff x="495444" y="3748235"/>
            <a:chExt cx="7748458" cy="252000"/>
          </a:xfrm>
        </p:grpSpPr>
        <p:sp>
          <p:nvSpPr>
            <p:cNvPr id="132" name="圆角矩形 131"/>
            <p:cNvSpPr/>
            <p:nvPr/>
          </p:nvSpPr>
          <p:spPr>
            <a:xfrm>
              <a:off x="495444" y="3748235"/>
              <a:ext cx="3600000"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医保数据空间</a:t>
              </a:r>
              <a:endPar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35" name="圆角矩形 134"/>
            <p:cNvSpPr/>
            <p:nvPr/>
          </p:nvSpPr>
          <p:spPr>
            <a:xfrm>
              <a:off x="4643902" y="3748235"/>
              <a:ext cx="3600000" cy="252000"/>
            </a:xfrm>
            <a:prstGeom prst="roundRect">
              <a:avLst>
                <a:gd name="adj" fmla="val 8606"/>
              </a:avLst>
            </a:prstGeom>
            <a:solidFill>
              <a:schemeClr val="bg1"/>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5000"/>
                </a:lnSpc>
                <a:spcBef>
                  <a:spcPts val="300"/>
                </a:spcBef>
                <a:spcAft>
                  <a:spcPts val="300"/>
                </a:spcAft>
              </a:pPr>
              <a:r>
                <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全市医疗数据与高质量数据集</a:t>
              </a:r>
              <a:endParaRPr kumimoji="1" lang="zh-CN" altLang="en-US" sz="10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cxnSp>
        <p:nvCxnSpPr>
          <p:cNvPr id="137" name="直线箭头连接符 136"/>
          <p:cNvCxnSpPr>
            <a:stCxn id="132" idx="3"/>
            <a:endCxn id="135" idx="1"/>
          </p:cNvCxnSpPr>
          <p:nvPr/>
        </p:nvCxnSpPr>
        <p:spPr>
          <a:xfrm>
            <a:off x="4095444" y="5274410"/>
            <a:ext cx="548458" cy="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2" name="五边形 141"/>
          <p:cNvSpPr/>
          <p:nvPr>
            <p:custDataLst>
              <p:tags r:id="rId13"/>
            </p:custDataLst>
          </p:nvPr>
        </p:nvSpPr>
        <p:spPr>
          <a:xfrm rot="16200000">
            <a:off x="2716430" y="5382277"/>
            <a:ext cx="144000" cy="3240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143" name="五边形 142"/>
          <p:cNvSpPr/>
          <p:nvPr>
            <p:custDataLst>
              <p:tags r:id="rId14"/>
            </p:custDataLst>
          </p:nvPr>
        </p:nvSpPr>
        <p:spPr>
          <a:xfrm rot="16200000">
            <a:off x="6178590" y="5382277"/>
            <a:ext cx="144000" cy="324000"/>
          </a:xfrm>
          <a:prstGeom prst="homePlate">
            <a:avLst>
              <a:gd name="adj" fmla="val 100000"/>
            </a:avLst>
          </a:prstGeom>
          <a:gradFill>
            <a:gsLst>
              <a:gs pos="0">
                <a:schemeClr val="accent1">
                  <a:lumMod val="60000"/>
                  <a:lumOff val="40000"/>
                  <a:alpha val="0"/>
                </a:schemeClr>
              </a:gs>
              <a:gs pos="100000">
                <a:schemeClr val="accent1">
                  <a:lumMod val="60000"/>
                  <a:lumOff val="40000"/>
                  <a:alpha val="50000"/>
                </a:schemeClr>
              </a:gs>
            </a:gsLst>
            <a:lin ang="0" scaled="0"/>
          </a:gradFill>
          <a:ln w="9525" cap="flat" cmpd="sng" algn="ctr">
            <a:gradFill flip="none" rotWithShape="1">
              <a:gsLst>
                <a:gs pos="0">
                  <a:schemeClr val="accent1">
                    <a:alpha val="0"/>
                  </a:schemeClr>
                </a:gs>
                <a:gs pos="100000">
                  <a:schemeClr val="accent1"/>
                </a:gs>
              </a:gsLst>
              <a:lin ang="0" scaled="0"/>
              <a:tileRect/>
            </a:gradFill>
            <a:prstDash val="solid"/>
            <a:miter lim="800000"/>
          </a:ln>
          <a:effectLst>
            <a:outerShdw blurRad="475241" sx="107000" sy="107000" algn="ctr" rotWithShape="0">
              <a:srgbClr val="336FFF">
                <a:alpha val="6000"/>
              </a:srgbClr>
            </a:outerShdw>
          </a:effectLst>
        </p:spPr>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pic>
        <p:nvPicPr>
          <p:cNvPr id="146"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5816" y="6039855"/>
            <a:ext cx="216000" cy="216000"/>
          </a:xfrm>
          <a:prstGeom prst="rect">
            <a:avLst/>
          </a:prstGeom>
        </p:spPr>
      </p:pic>
      <p:pic>
        <p:nvPicPr>
          <p:cNvPr id="147"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70951" y="6039855"/>
            <a:ext cx="216000" cy="216000"/>
          </a:xfrm>
          <a:prstGeom prst="rect">
            <a:avLst/>
          </a:prstGeom>
        </p:spPr>
      </p:pic>
      <p:pic>
        <p:nvPicPr>
          <p:cNvPr id="148"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706086" y="6039855"/>
            <a:ext cx="216000" cy="216000"/>
          </a:xfrm>
          <a:prstGeom prst="rect">
            <a:avLst/>
          </a:prstGeom>
        </p:spPr>
      </p:pic>
      <p:pic>
        <p:nvPicPr>
          <p:cNvPr id="149"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641221" y="6039855"/>
            <a:ext cx="216000" cy="216000"/>
          </a:xfrm>
          <a:prstGeom prst="rect">
            <a:avLst/>
          </a:prstGeom>
        </p:spPr>
      </p:pic>
      <p:pic>
        <p:nvPicPr>
          <p:cNvPr id="150"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76356" y="6039855"/>
            <a:ext cx="216000" cy="216000"/>
          </a:xfrm>
          <a:prstGeom prst="rect">
            <a:avLst/>
          </a:prstGeom>
        </p:spPr>
      </p:pic>
      <p:pic>
        <p:nvPicPr>
          <p:cNvPr id="151"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511491" y="6039855"/>
            <a:ext cx="216000" cy="216000"/>
          </a:xfrm>
          <a:prstGeom prst="rect">
            <a:avLst/>
          </a:prstGeom>
        </p:spPr>
      </p:pic>
      <p:pic>
        <p:nvPicPr>
          <p:cNvPr id="152"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46626" y="6039855"/>
            <a:ext cx="216000" cy="216000"/>
          </a:xfrm>
          <a:prstGeom prst="rect">
            <a:avLst/>
          </a:prstGeom>
        </p:spPr>
      </p:pic>
      <p:pic>
        <p:nvPicPr>
          <p:cNvPr id="153" name="图片 63" descr="其他-数据桶"/>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81758" y="6039855"/>
            <a:ext cx="216000" cy="216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1" y="822325"/>
            <a:ext cx="12192000" cy="6200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457200" defTabSz="914400" rtl="0" eaLnBrk="1" fontAlgn="auto" latinLnBrk="0" hangingPunct="1">
              <a:lnSpc>
                <a:spcPct val="100000"/>
              </a:lnSpc>
              <a:spcBef>
                <a:spcPts val="0"/>
              </a:spcBef>
              <a:spcAft>
                <a:spcPts val="0"/>
              </a:spcAft>
              <a:buClrTx/>
              <a:buSzTx/>
              <a:buFontTx/>
              <a:buNone/>
              <a:defRPr/>
            </a:pPr>
            <a:endParaRPr kumimoji="0" lang="zh-CN" altLang="en-US" sz="1400" i="0" u="none" strike="noStrike" kern="1200" cap="none" spc="0" normalizeH="0" baseline="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2" name="标题 1"/>
          <p:cNvSpPr>
            <a:spLocks noGrp="1"/>
          </p:cNvSpPr>
          <p:nvPr>
            <p:ph type="title"/>
          </p:nvPr>
        </p:nvSpPr>
        <p:spPr/>
        <p:txBody>
          <a:bodyPr/>
          <a:lstStyle/>
          <a:p>
            <a:r>
              <a:rPr lang="zh-CN" altLang="en-US" dirty="0">
                <a:latin typeface="Arial" panose="020B0604020202090204" pitchFamily="34" charset="0"/>
                <a:ea typeface="Microsoft YaHei" panose="020B0502040204020203" pitchFamily="34" charset="-122"/>
                <a:cs typeface="Arial" panose="020B0604020202090204" pitchFamily="34" charset="0"/>
              </a:rPr>
              <a:t>泛政务客群主推方案 </a:t>
            </a:r>
            <a:r>
              <a:rPr lang="en-US" altLang="zh-CN" dirty="0">
                <a:latin typeface="Arial" panose="020B0604020202090204" pitchFamily="34" charset="0"/>
                <a:ea typeface="Microsoft YaHei" panose="020B0502040204020203" pitchFamily="34" charset="-122"/>
                <a:cs typeface="Arial" panose="020B0604020202090204" pitchFamily="34" charset="0"/>
              </a:rPr>
              <a:t>–</a:t>
            </a:r>
            <a:r>
              <a:rPr lang="zh-CN" altLang="en-US" dirty="0">
                <a:latin typeface="Arial" panose="020B0604020202090204" pitchFamily="34" charset="0"/>
                <a:ea typeface="Microsoft YaHei" panose="020B0502040204020203" pitchFamily="34" charset="-122"/>
                <a:cs typeface="Arial" panose="020B0604020202090204" pitchFamily="34" charset="0"/>
              </a:rPr>
              <a:t> </a:t>
            </a:r>
            <a:r>
              <a:rPr lang="en-US" altLang="zh-CN" dirty="0">
                <a:latin typeface="Arial" panose="020B0604020202090204" pitchFamily="34" charset="0"/>
                <a:ea typeface="Microsoft YaHei" panose="020B0502040204020203" pitchFamily="34" charset="-122"/>
                <a:cs typeface="Arial" panose="020B0604020202090204" pitchFamily="34" charset="0"/>
              </a:rPr>
              <a:t>AI</a:t>
            </a:r>
            <a:r>
              <a:rPr lang="zh-CN" altLang="en-US" dirty="0">
                <a:latin typeface="Arial" panose="020B0604020202090204" pitchFamily="34" charset="0"/>
                <a:ea typeface="Microsoft YaHei" panose="020B0502040204020203" pitchFamily="34" charset="-122"/>
                <a:cs typeface="Arial" panose="020B0604020202090204" pitchFamily="34" charset="0"/>
              </a:rPr>
              <a:t>赋能检察院智慧化转型</a:t>
            </a:r>
            <a:endParaRPr lang="zh-CN" altLang="en-US" dirty="0">
              <a:latin typeface="Arial" panose="020B0604020202090204" pitchFamily="34" charset="0"/>
              <a:ea typeface="Microsoft YaHei" panose="020B0502040204020203" pitchFamily="34" charset="-122"/>
              <a:cs typeface="Arial" panose="020B0604020202090204" pitchFamily="34" charset="0"/>
            </a:endParaRPr>
          </a:p>
        </p:txBody>
      </p:sp>
      <p:sp>
        <p:nvSpPr>
          <p:cNvPr id="5" name="文本占位符 4"/>
          <p:cNvSpPr>
            <a:spLocks noGrp="1"/>
          </p:cNvSpPr>
          <p:nvPr>
            <p:ph type="body" sz="quarter" idx="13"/>
          </p:nvPr>
        </p:nvSpPr>
        <p:spPr>
          <a:xfrm>
            <a:off x="383300" y="781400"/>
            <a:ext cx="11379389" cy="730948"/>
          </a:xfrm>
        </p:spPr>
        <p:txBody>
          <a:bodyPr lIns="71755" tIns="71755" rIns="71755" bIns="71755"/>
          <a:lstStyle/>
          <a:p>
            <a:r>
              <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基于高质量数据集，注入法律条文、案例与办案知识，训练专用于案件分析、线索挖掘和法律推理的领域大模型，作为智能化的核心引擎。将大模型能力转化为可落地的智能工具，如案卡智能回填、电子数据关联分析、侦查监督线索研判等智能体，确保</a:t>
            </a:r>
            <a:r>
              <a:rPr lang="en-US" altLang="zh-CN"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AI</a:t>
            </a:r>
            <a:r>
              <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能力安全、高效融入办案流程</a:t>
            </a:r>
            <a:endPar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45" name="组合 44"/>
          <p:cNvGrpSpPr/>
          <p:nvPr/>
        </p:nvGrpSpPr>
        <p:grpSpPr>
          <a:xfrm>
            <a:off x="8532000" y="1620000"/>
            <a:ext cx="3241040" cy="2087880"/>
            <a:chOff x="13291" y="2541"/>
            <a:chExt cx="5104" cy="3288"/>
          </a:xfrm>
        </p:grpSpPr>
        <p:sp>
          <p:nvSpPr>
            <p:cNvPr id="7" name="文本框 6"/>
            <p:cNvSpPr txBox="1"/>
            <p:nvPr/>
          </p:nvSpPr>
          <p:spPr>
            <a:xfrm>
              <a:off x="13291" y="3051"/>
              <a:ext cx="5102" cy="2778"/>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政策：</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《全国检察机关第一批智能化建设及试点工作方案》</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政策：</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《关于全面深化检察改革、进一步加强新时代检察工作的意见》</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需求：</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智慧办案、智慧研判、智慧监督、智慧管理</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8" name="圆角矩形 155"/>
            <p:cNvSpPr/>
            <p:nvPr/>
          </p:nvSpPr>
          <p:spPr>
            <a:xfrm>
              <a:off x="13348" y="2541"/>
              <a:ext cx="5047" cy="567"/>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方案依据</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46" name="组合 45"/>
          <p:cNvGrpSpPr/>
          <p:nvPr/>
        </p:nvGrpSpPr>
        <p:grpSpPr>
          <a:xfrm>
            <a:off x="8532000" y="3744000"/>
            <a:ext cx="3275965" cy="2052000"/>
            <a:chOff x="13251" y="5840"/>
            <a:chExt cx="5159" cy="3275"/>
          </a:xfrm>
        </p:grpSpPr>
        <p:sp>
          <p:nvSpPr>
            <p:cNvPr id="14" name="文本框 13"/>
            <p:cNvSpPr txBox="1"/>
            <p:nvPr/>
          </p:nvSpPr>
          <p:spPr>
            <a:xfrm>
              <a:off x="13251" y="6357"/>
              <a:ext cx="5159" cy="2758"/>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政策与业务深度契合：严格依据检察机关智能化建设试点等核心政策设计，功能贴合检察实际业务需求。</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全场景覆盖：覆盖智慧办案、智慧监督、智慧管理全业务场景</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5" name="圆角矩形 155"/>
            <p:cNvSpPr/>
            <p:nvPr/>
          </p:nvSpPr>
          <p:spPr>
            <a:xfrm>
              <a:off x="13308" y="5840"/>
              <a:ext cx="5047" cy="575"/>
            </a:xfrm>
            <a:prstGeom prst="roundRect">
              <a:avLst>
                <a:gd name="adj" fmla="val 12219"/>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方案竞争力</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grpSp>
        <p:nvGrpSpPr>
          <p:cNvPr id="49" name="组合 48"/>
          <p:cNvGrpSpPr/>
          <p:nvPr/>
        </p:nvGrpSpPr>
        <p:grpSpPr>
          <a:xfrm>
            <a:off x="8532000" y="5616000"/>
            <a:ext cx="3241040" cy="972185"/>
            <a:chOff x="13441" y="8718"/>
            <a:chExt cx="5104" cy="1531"/>
          </a:xfrm>
        </p:grpSpPr>
        <p:sp>
          <p:nvSpPr>
            <p:cNvPr id="17" name="文本框 16"/>
            <p:cNvSpPr txBox="1"/>
            <p:nvPr/>
          </p:nvSpPr>
          <p:spPr>
            <a:xfrm>
              <a:off x="13441" y="9229"/>
              <a:ext cx="5102" cy="1020"/>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标杆：</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四川检察院智能化项目</a:t>
              </a:r>
              <a:endParaRPr kumimoji="1" lang="en-US" altLang="zh-CN" sz="1200" b="1"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rPr>
                <a:t>商机：</a:t>
              </a:r>
              <a:r>
                <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rPr>
                <a:t>拓展中</a:t>
              </a:r>
              <a:endPar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18" name="圆角矩形 155"/>
            <p:cNvSpPr/>
            <p:nvPr/>
          </p:nvSpPr>
          <p:spPr>
            <a:xfrm>
              <a:off x="13498" y="8718"/>
              <a:ext cx="5047" cy="567"/>
            </a:xfrm>
            <a:prstGeom prst="roundRect">
              <a:avLst>
                <a:gd name="adj" fmla="val 12221"/>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rPr>
                <a:t>标杆与商机</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sp>
        <p:nvSpPr>
          <p:cNvPr id="77" name="矩形: 圆角 27"/>
          <p:cNvSpPr/>
          <p:nvPr/>
        </p:nvSpPr>
        <p:spPr bwMode="auto">
          <a:xfrm>
            <a:off x="418960" y="1584000"/>
            <a:ext cx="540385" cy="2555875"/>
          </a:xfrm>
          <a:prstGeom prst="roundRect">
            <a:avLst>
              <a:gd name="adj" fmla="val 7401"/>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智</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能</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体</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&amp;</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应</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用</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88" name="矩形: 圆角 27"/>
          <p:cNvSpPr/>
          <p:nvPr/>
        </p:nvSpPr>
        <p:spPr bwMode="auto">
          <a:xfrm>
            <a:off x="408054" y="4284000"/>
            <a:ext cx="540385" cy="1548000"/>
          </a:xfrm>
          <a:prstGeom prst="roundRect">
            <a:avLst>
              <a:gd name="adj" fmla="val 9690"/>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要</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素</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79" name="圆角矩形 78"/>
          <p:cNvSpPr/>
          <p:nvPr/>
        </p:nvSpPr>
        <p:spPr>
          <a:xfrm>
            <a:off x="1044000" y="1584000"/>
            <a:ext cx="7272000" cy="2555875"/>
          </a:xfrm>
          <a:prstGeom prst="roundRect">
            <a:avLst>
              <a:gd name="adj" fmla="val 195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600">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1" name="同侧圆角矩形 80"/>
          <p:cNvSpPr/>
          <p:nvPr/>
        </p:nvSpPr>
        <p:spPr bwMode="auto">
          <a:xfrm>
            <a:off x="1151890" y="1692275"/>
            <a:ext cx="2266950"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智慧办案与研判</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2" name="同侧圆角矩形 81"/>
          <p:cNvSpPr/>
          <p:nvPr/>
        </p:nvSpPr>
        <p:spPr>
          <a:xfrm>
            <a:off x="1153160" y="2052320"/>
            <a:ext cx="2266950" cy="1979930"/>
          </a:xfrm>
          <a:prstGeom prst="round2SameRect">
            <a:avLst>
              <a:gd name="adj1" fmla="val 0"/>
              <a:gd name="adj2" fmla="val 3125"/>
            </a:avLst>
          </a:prstGeom>
          <a:solidFill>
            <a:schemeClr val="bg1"/>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7950" tIns="108000" rIns="107950" bIns="71755" numCol="1" spcCol="0" rtlCol="0" fromWordArt="0" anchor="t" anchorCtr="0" forceAA="0" compatLnSpc="1">
            <a:noAutofit/>
          </a:bodyPr>
          <a:lstStyle/>
          <a:p>
            <a:pPr marL="171450" lvl="0" indent="-171450" algn="l" fontAlgn="auto">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电子数据智能关联审查：电子数据关联分析，审查证据链完整性。</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fontAlgn="auto">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案件智能研判：</a:t>
            </a:r>
            <a:r>
              <a:rPr kumimoji="1" lang="en-US" altLang="zh-CN"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AI</a:t>
            </a: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研判业务数据，进行横向比对分析。</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fontAlgn="auto">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智能量刑辅助：分析案情，辅助生成量刑建议。</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fontAlgn="auto">
              <a:lnSpc>
                <a:spcPct val="125000"/>
              </a:lnSpc>
              <a:spcBef>
                <a:spcPts val="300"/>
              </a:spcBef>
              <a:spcAft>
                <a:spcPts val="300"/>
              </a:spcAft>
              <a:buClrTx/>
              <a:buSzTx/>
              <a:buFont typeface="Wingdings" panose="05000000000000000000" charset="0"/>
              <a:buChar char=""/>
            </a:pPr>
            <a:endParaRPr kumimoji="1" lang="zh-CN" altLang="en-US" sz="1000" dirty="0">
              <a:solidFill>
                <a:srgbClr val="284EE9"/>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3" name="同侧圆角矩形 82"/>
          <p:cNvSpPr/>
          <p:nvPr/>
        </p:nvSpPr>
        <p:spPr bwMode="auto">
          <a:xfrm>
            <a:off x="5904230" y="1692275"/>
            <a:ext cx="2268220"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智慧管理与协同</a:t>
            </a:r>
            <a:endParaRPr kumimoji="1" lang="zh-CN" altLang="en-US" sz="1400"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5" name="同侧圆角矩形 84"/>
          <p:cNvSpPr/>
          <p:nvPr/>
        </p:nvSpPr>
        <p:spPr>
          <a:xfrm>
            <a:off x="5904230" y="2051685"/>
            <a:ext cx="2268220" cy="1979930"/>
          </a:xfrm>
          <a:prstGeom prst="round2SameRect">
            <a:avLst>
              <a:gd name="adj1" fmla="val 0"/>
              <a:gd name="adj2" fmla="val 3125"/>
            </a:avLst>
          </a:prstGeom>
          <a:solidFill>
            <a:schemeClr val="bg1"/>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7950" tIns="108000" rIns="107950" bIns="36195" numCol="1" spcCol="0" rtlCol="0" fromWordArt="0" anchor="t" anchorCtr="0" forceAA="0" compatLnSpc="1">
            <a:noAutofit/>
          </a:bodyPr>
          <a:lstStyle/>
          <a:p>
            <a:pPr marL="171450" indent="-171450">
              <a:lnSpc>
                <a:spcPct val="125000"/>
              </a:lnSpc>
              <a:spcBef>
                <a:spcPts val="300"/>
              </a:spcBef>
              <a:spcAft>
                <a:spcPts val="300"/>
              </a:spcAft>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案卡智能回填：解析文书内容，自动填录案卡信息。</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indent="-171450">
              <a:lnSpc>
                <a:spcPct val="125000"/>
              </a:lnSpc>
              <a:spcBef>
                <a:spcPts val="300"/>
              </a:spcBef>
              <a:spcAft>
                <a:spcPts val="300"/>
              </a:spcAft>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智能文书生成与质检：辅助生成法律文书，并进行质量检查。</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indent="-171450">
              <a:lnSpc>
                <a:spcPct val="125000"/>
              </a:lnSpc>
              <a:spcBef>
                <a:spcPts val="300"/>
              </a:spcBef>
              <a:spcAft>
                <a:spcPts val="300"/>
              </a:spcAft>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智能问数与辅助决策：支持对业务数据进行智能问答式查询。</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indent="-171450">
              <a:lnSpc>
                <a:spcPct val="125000"/>
              </a:lnSpc>
              <a:spcBef>
                <a:spcPts val="300"/>
              </a:spcBef>
              <a:spcAft>
                <a:spcPts val="300"/>
              </a:spcAft>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办公与知识助手：提供公文辅助、知识管理等辅助支持。</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a:lnSpc>
                <a:spcPct val="125000"/>
              </a:lnSpc>
              <a:spcBef>
                <a:spcPts val="300"/>
              </a:spcBef>
              <a:spcAft>
                <a:spcPts val="300"/>
              </a:spcAft>
              <a:buClrTx/>
              <a:buSzTx/>
              <a:buFont typeface="Wingdings" panose="05000000000000000000" charset="0"/>
              <a:buChar char=""/>
            </a:pPr>
            <a:endParaRPr kumimoji="1" lang="zh-CN" altLang="en-US" sz="1000" dirty="0">
              <a:solidFill>
                <a:srgbClr val="284EE9"/>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6" name="同侧圆角矩形 85"/>
          <p:cNvSpPr/>
          <p:nvPr/>
        </p:nvSpPr>
        <p:spPr bwMode="auto">
          <a:xfrm>
            <a:off x="3528060" y="1692275"/>
            <a:ext cx="2268220"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智慧监督与治理</a:t>
            </a:r>
            <a:endParaRPr kumimoji="1" lang="zh-CN" altLang="en-US" sz="1400"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7" name="同侧圆角矩形 86"/>
          <p:cNvSpPr/>
          <p:nvPr/>
        </p:nvSpPr>
        <p:spPr>
          <a:xfrm>
            <a:off x="3528695" y="2052320"/>
            <a:ext cx="2268220" cy="1979930"/>
          </a:xfrm>
          <a:prstGeom prst="round2SameRect">
            <a:avLst>
              <a:gd name="adj1" fmla="val 0"/>
              <a:gd name="adj2" fmla="val 3125"/>
            </a:avLst>
          </a:prstGeom>
          <a:solidFill>
            <a:schemeClr val="bg1"/>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107950" tIns="108000" rIns="107950" bIns="71755" numCol="1" spcCol="0" rtlCol="0" fromWordArt="0" anchor="t" anchorCtr="0" forceAA="0" compatLnSpc="1">
            <a:noAutofit/>
          </a:bodyPr>
          <a:lstStyle/>
          <a:p>
            <a:pPr marL="171450" lvl="0" indent="-171450" algn="l">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侦查活动智能监督：自动扫描卷宗，识别侦查违法行为。</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刑事</a:t>
            </a:r>
            <a:r>
              <a:rPr kumimoji="1" lang="en-US" altLang="zh-CN"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a:t>
            </a: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挂案</a:t>
            </a:r>
            <a:r>
              <a:rPr kumimoji="1" lang="en-US" altLang="zh-CN"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a:t>
            </a: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监督：自动识别和预警久侦不决的案件。</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a:p>
            <a:pPr marL="171450" lvl="0" indent="-171450" algn="l">
              <a:lnSpc>
                <a:spcPct val="125000"/>
              </a:lnSpc>
              <a:spcBef>
                <a:spcPts val="300"/>
              </a:spcBef>
              <a:spcAft>
                <a:spcPts val="300"/>
              </a:spcAft>
              <a:buClrTx/>
              <a:buSzTx/>
              <a:buFont typeface="Wingdings" panose="05000000000000000000" charset="0"/>
              <a:buChar char=""/>
            </a:pPr>
            <a:r>
              <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业务态势预警：对四大检察业务运行态势进行智能预警。</a:t>
            </a:r>
            <a:endParaRPr kumimoji="1" lang="zh-CN" altLang="en-US" sz="10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2" name="圆角矩形 31"/>
          <p:cNvSpPr/>
          <p:nvPr/>
        </p:nvSpPr>
        <p:spPr>
          <a:xfrm>
            <a:off x="1043940" y="4392100"/>
            <a:ext cx="1764000" cy="1440000"/>
          </a:xfrm>
          <a:prstGeom prst="roundRect">
            <a:avLst>
              <a:gd name="adj" fmla="val 205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r>
              <a:rPr lang="zh-CN" altLang="en-US" sz="1400" dirty="0">
                <a:noFill/>
                <a:latin typeface="Arial" panose="020B0604020202090204" pitchFamily="34" charset="0"/>
                <a:ea typeface="Microsoft YaHei" panose="020B0502040204020203" pitchFamily="34" charset="-122"/>
                <a:cs typeface="Arial" panose="020B0604020202090204" pitchFamily="34" charset="0"/>
                <a:sym typeface="+mn-ea"/>
              </a:rPr>
              <a:t>高质量数据集</a:t>
            </a:r>
            <a:endParaRPr lang="zh-CN" altLang="en-US" sz="1400" dirty="0">
              <a:no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7" name="圆角矩形 96"/>
          <p:cNvSpPr/>
          <p:nvPr/>
        </p:nvSpPr>
        <p:spPr>
          <a:xfrm>
            <a:off x="2879725" y="4356100"/>
            <a:ext cx="1763395" cy="1476000"/>
          </a:xfrm>
          <a:prstGeom prst="roundRect">
            <a:avLst>
              <a:gd name="adj" fmla="val 26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r>
              <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场景模型矩阵</a:t>
            </a:r>
            <a:endPar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24" name="组合 23"/>
          <p:cNvGrpSpPr/>
          <p:nvPr/>
        </p:nvGrpSpPr>
        <p:grpSpPr>
          <a:xfrm>
            <a:off x="2952000" y="4716000"/>
            <a:ext cx="1619900" cy="1044328"/>
            <a:chOff x="4698" y="7240"/>
            <a:chExt cx="2547" cy="1589"/>
          </a:xfrm>
        </p:grpSpPr>
        <p:sp>
          <p:nvSpPr>
            <p:cNvPr id="103" name="圆角矩形 102"/>
            <p:cNvSpPr/>
            <p:nvPr/>
          </p:nvSpPr>
          <p:spPr bwMode="auto">
            <a:xfrm>
              <a:off x="4698" y="7240"/>
              <a:ext cx="1245" cy="493"/>
            </a:xfrm>
            <a:prstGeom prst="roundRect">
              <a:avLst>
                <a:gd name="adj" fmla="val 825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分案与</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流程监控模型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04" name="圆角矩形 103"/>
            <p:cNvSpPr/>
            <p:nvPr/>
          </p:nvSpPr>
          <p:spPr bwMode="auto">
            <a:xfrm>
              <a:off x="6000" y="7240"/>
              <a:ext cx="1245" cy="493"/>
            </a:xfrm>
            <a:prstGeom prst="roundRect">
              <a:avLst>
                <a:gd name="adj" fmla="val 806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文书生成与</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审查模型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08" name="圆角矩形 107"/>
            <p:cNvSpPr/>
            <p:nvPr/>
          </p:nvSpPr>
          <p:spPr bwMode="auto">
            <a:xfrm>
              <a:off x="4698" y="7788"/>
              <a:ext cx="1245" cy="493"/>
            </a:xfrm>
            <a:prstGeom prst="roundRect">
              <a:avLst>
                <a:gd name="adj" fmla="val 806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量刑建议</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辅助模型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09" name="圆角矩形 108"/>
            <p:cNvSpPr/>
            <p:nvPr/>
          </p:nvSpPr>
          <p:spPr bwMode="auto">
            <a:xfrm>
              <a:off x="6000" y="7788"/>
              <a:ext cx="1245" cy="493"/>
            </a:xfrm>
            <a:prstGeom prst="roundRect">
              <a:avLst>
                <a:gd name="adj" fmla="val 673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证据审查与</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关联模型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0" name="圆角矩形 109"/>
            <p:cNvSpPr/>
            <p:nvPr/>
          </p:nvSpPr>
          <p:spPr bwMode="auto">
            <a:xfrm>
              <a:off x="4698" y="8336"/>
              <a:ext cx="1245" cy="493"/>
            </a:xfrm>
            <a:prstGeom prst="roundRect">
              <a:avLst>
                <a:gd name="adj" fmla="val 673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线索智能发现</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1" name="圆角矩形 110"/>
            <p:cNvSpPr/>
            <p:nvPr/>
          </p:nvSpPr>
          <p:spPr bwMode="auto">
            <a:xfrm>
              <a:off x="6000" y="8336"/>
              <a:ext cx="1245" cy="493"/>
            </a:xfrm>
            <a:prstGeom prst="roundRect">
              <a:avLst>
                <a:gd name="adj" fmla="val 673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业务态势分析与预警</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grpSp>
        <p:nvGrpSpPr>
          <p:cNvPr id="50" name="组合 49"/>
          <p:cNvGrpSpPr/>
          <p:nvPr/>
        </p:nvGrpSpPr>
        <p:grpSpPr>
          <a:xfrm>
            <a:off x="1116000" y="4716000"/>
            <a:ext cx="1620365" cy="1044018"/>
            <a:chOff x="1789" y="7395"/>
            <a:chExt cx="2552" cy="1523"/>
          </a:xfrm>
        </p:grpSpPr>
        <p:sp>
          <p:nvSpPr>
            <p:cNvPr id="113" name="圆角矩形 112"/>
            <p:cNvSpPr/>
            <p:nvPr/>
          </p:nvSpPr>
          <p:spPr bwMode="auto">
            <a:xfrm>
              <a:off x="1789" y="7395"/>
              <a:ext cx="1247" cy="473"/>
            </a:xfrm>
            <a:prstGeom prst="roundRect">
              <a:avLst>
                <a:gd name="adj" fmla="val 7347"/>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刑事检察</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4" name="圆角矩形 113"/>
            <p:cNvSpPr/>
            <p:nvPr/>
          </p:nvSpPr>
          <p:spPr bwMode="auto">
            <a:xfrm>
              <a:off x="3094" y="7395"/>
              <a:ext cx="1247" cy="473"/>
            </a:xfrm>
            <a:prstGeom prst="roundRect">
              <a:avLst>
                <a:gd name="adj" fmla="val 764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民事检察</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5" name="圆角矩形 114"/>
            <p:cNvSpPr/>
            <p:nvPr/>
          </p:nvSpPr>
          <p:spPr bwMode="auto">
            <a:xfrm>
              <a:off x="1789" y="7920"/>
              <a:ext cx="1247" cy="473"/>
            </a:xfrm>
            <a:prstGeom prst="roundRect">
              <a:avLst>
                <a:gd name="adj" fmla="val 940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行政检察</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6" name="圆角矩形 115"/>
            <p:cNvSpPr/>
            <p:nvPr/>
          </p:nvSpPr>
          <p:spPr bwMode="auto">
            <a:xfrm>
              <a:off x="3094" y="7920"/>
              <a:ext cx="1247" cy="473"/>
            </a:xfrm>
            <a:prstGeom prst="roundRect">
              <a:avLst>
                <a:gd name="adj" fmla="val 954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公益诉讼检察</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7" name="圆角矩形 116"/>
            <p:cNvSpPr/>
            <p:nvPr/>
          </p:nvSpPr>
          <p:spPr bwMode="auto">
            <a:xfrm>
              <a:off x="1789" y="8445"/>
              <a:ext cx="1247" cy="473"/>
            </a:xfrm>
            <a:prstGeom prst="roundRect">
              <a:avLst>
                <a:gd name="adj" fmla="val 940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案件管理</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18" name="圆角矩形 117"/>
            <p:cNvSpPr/>
            <p:nvPr/>
          </p:nvSpPr>
          <p:spPr bwMode="auto">
            <a:xfrm>
              <a:off x="3094" y="8445"/>
              <a:ext cx="1247" cy="473"/>
            </a:xfrm>
            <a:prstGeom prst="roundRect">
              <a:avLst>
                <a:gd name="adj" fmla="val 1011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侦查监督</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sp>
        <p:nvSpPr>
          <p:cNvPr id="119" name="圆角矩形 118"/>
          <p:cNvSpPr/>
          <p:nvPr/>
        </p:nvSpPr>
        <p:spPr>
          <a:xfrm>
            <a:off x="4716145" y="4356165"/>
            <a:ext cx="1763395" cy="1476000"/>
          </a:xfrm>
          <a:prstGeom prst="roundRect">
            <a:avLst>
              <a:gd name="adj" fmla="val 1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r>
              <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行业模型矩阵</a:t>
            </a:r>
            <a:endPar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22" name="组合 21"/>
          <p:cNvGrpSpPr/>
          <p:nvPr/>
        </p:nvGrpSpPr>
        <p:grpSpPr>
          <a:xfrm>
            <a:off x="4788000" y="4716000"/>
            <a:ext cx="1628169" cy="1045642"/>
            <a:chOff x="7527" y="7260"/>
            <a:chExt cx="2560" cy="1591"/>
          </a:xfrm>
        </p:grpSpPr>
        <p:sp>
          <p:nvSpPr>
            <p:cNvPr id="121" name="圆角矩形 120"/>
            <p:cNvSpPr/>
            <p:nvPr/>
          </p:nvSpPr>
          <p:spPr bwMode="auto">
            <a:xfrm>
              <a:off x="7527" y="7260"/>
              <a:ext cx="1245" cy="493"/>
            </a:xfrm>
            <a:prstGeom prst="roundRect">
              <a:avLst>
                <a:gd name="adj" fmla="val 560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法律大模型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22" name="圆角矩形 121"/>
            <p:cNvSpPr/>
            <p:nvPr/>
          </p:nvSpPr>
          <p:spPr bwMode="auto">
            <a:xfrm>
              <a:off x="8842" y="7260"/>
              <a:ext cx="1245" cy="493"/>
            </a:xfrm>
            <a:prstGeom prst="roundRect">
              <a:avLst>
                <a:gd name="adj" fmla="val 642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案件分析</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研判模型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p:txBody>
        </p:sp>
        <p:sp>
          <p:nvSpPr>
            <p:cNvPr id="123" name="圆角矩形 122"/>
            <p:cNvSpPr/>
            <p:nvPr/>
          </p:nvSpPr>
          <p:spPr bwMode="auto">
            <a:xfrm>
              <a:off x="7527" y="7808"/>
              <a:ext cx="1245" cy="493"/>
            </a:xfrm>
            <a:prstGeom prst="roundRect">
              <a:avLst>
                <a:gd name="adj" fmla="val 428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监督线索</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识别模型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p:txBody>
        </p:sp>
        <p:sp>
          <p:nvSpPr>
            <p:cNvPr id="124" name="圆角矩形 123"/>
            <p:cNvSpPr/>
            <p:nvPr/>
          </p:nvSpPr>
          <p:spPr bwMode="auto">
            <a:xfrm>
              <a:off x="8842" y="7808"/>
              <a:ext cx="1245" cy="493"/>
            </a:xfrm>
            <a:prstGeom prst="roundRect">
              <a:avLst>
                <a:gd name="adj" fmla="val 560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电子数据</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审查模型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125" name="圆角矩形 124"/>
            <p:cNvSpPr/>
            <p:nvPr/>
          </p:nvSpPr>
          <p:spPr bwMode="auto">
            <a:xfrm>
              <a:off x="7527" y="8358"/>
              <a:ext cx="1245" cy="493"/>
            </a:xfrm>
            <a:prstGeom prst="roundRect">
              <a:avLst>
                <a:gd name="adj" fmla="val 859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音视频解析模型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p:txBody>
        </p:sp>
        <p:sp>
          <p:nvSpPr>
            <p:cNvPr id="126" name="圆角矩形 125"/>
            <p:cNvSpPr/>
            <p:nvPr/>
          </p:nvSpPr>
          <p:spPr bwMode="auto">
            <a:xfrm>
              <a:off x="8842" y="8358"/>
              <a:ext cx="1245" cy="493"/>
            </a:xfrm>
            <a:prstGeom prst="roundRect">
              <a:avLst>
                <a:gd name="adj" fmla="val 6617"/>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图文解析模型</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p:txBody>
        </p:sp>
      </p:grpSp>
      <p:sp>
        <p:nvSpPr>
          <p:cNvPr id="29" name="同侧圆角矩形 28"/>
          <p:cNvSpPr/>
          <p:nvPr/>
        </p:nvSpPr>
        <p:spPr bwMode="auto">
          <a:xfrm>
            <a:off x="1044000" y="4284000"/>
            <a:ext cx="1763395"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lang="zh-CN" altLang="en-US" sz="1400" dirty="0">
                <a:solidFill>
                  <a:schemeClr val="tx1"/>
                </a:solidFill>
                <a:latin typeface="Arial" panose="020B0604020202090204" pitchFamily="34" charset="0"/>
                <a:ea typeface="Microsoft YaHei" panose="020B0502040204020203" pitchFamily="34" charset="-122"/>
                <a:cs typeface="Arial" panose="020B0604020202090204" pitchFamily="34" charset="0"/>
                <a:sym typeface="+mn-ea"/>
              </a:rPr>
              <a:t>高质量数据集</a:t>
            </a:r>
            <a:endParaRPr kumimoji="1" lang="zh-CN" altLang="en-US" sz="1400" dirty="0">
              <a:solidFill>
                <a:schemeClr val="tx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54" name="组合 53"/>
          <p:cNvGrpSpPr/>
          <p:nvPr/>
        </p:nvGrpSpPr>
        <p:grpSpPr>
          <a:xfrm>
            <a:off x="408065" y="5975985"/>
            <a:ext cx="7871935" cy="648350"/>
            <a:chOff x="643" y="9411"/>
            <a:chExt cx="12397" cy="1021"/>
          </a:xfrm>
        </p:grpSpPr>
        <p:sp>
          <p:nvSpPr>
            <p:cNvPr id="36" name="矩形: 圆角 18"/>
            <p:cNvSpPr/>
            <p:nvPr/>
          </p:nvSpPr>
          <p:spPr bwMode="auto">
            <a:xfrm>
              <a:off x="643" y="9411"/>
              <a:ext cx="851" cy="1021"/>
            </a:xfrm>
            <a:prstGeom prst="roundRect">
              <a:avLst>
                <a:gd name="adj" fmla="val 9810"/>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平</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台</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35" name="圆角矩形 34"/>
            <p:cNvSpPr/>
            <p:nvPr/>
          </p:nvSpPr>
          <p:spPr>
            <a:xfrm>
              <a:off x="1644" y="9411"/>
              <a:ext cx="6123" cy="1020"/>
            </a:xfrm>
            <a:prstGeom prst="roundRect">
              <a:avLst>
                <a:gd name="adj" fmla="val 47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endParaRPr lang="zh-CN" altLang="en-US" sz="140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43" name="组合 42"/>
            <p:cNvGrpSpPr/>
            <p:nvPr/>
          </p:nvGrpSpPr>
          <p:grpSpPr>
            <a:xfrm>
              <a:off x="1757" y="9580"/>
              <a:ext cx="5896" cy="688"/>
              <a:chOff x="1718" y="9344"/>
              <a:chExt cx="5886" cy="665"/>
            </a:xfrm>
          </p:grpSpPr>
          <p:sp>
            <p:nvSpPr>
              <p:cNvPr id="69" name="圆角矩形 68"/>
              <p:cNvSpPr/>
              <p:nvPr/>
            </p:nvSpPr>
            <p:spPr bwMode="auto">
              <a:xfrm>
                <a:off x="1718" y="9352"/>
                <a:ext cx="1924" cy="657"/>
              </a:xfrm>
              <a:prstGeom prst="roundRect">
                <a:avLst>
                  <a:gd name="adj" fmla="val 6739"/>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多模态数据治理</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70" name="圆角矩形 69"/>
              <p:cNvSpPr/>
              <p:nvPr/>
            </p:nvSpPr>
            <p:spPr bwMode="auto">
              <a:xfrm>
                <a:off x="3699" y="9344"/>
                <a:ext cx="1924" cy="657"/>
              </a:xfrm>
              <a:prstGeom prst="roundRect">
                <a:avLst>
                  <a:gd name="adj" fmla="val 679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模型训练平台</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71" name="圆角矩形 70"/>
              <p:cNvSpPr/>
              <p:nvPr/>
            </p:nvSpPr>
            <p:spPr bwMode="auto">
              <a:xfrm>
                <a:off x="5680" y="9345"/>
                <a:ext cx="1924" cy="657"/>
              </a:xfrm>
              <a:prstGeom prst="roundRect">
                <a:avLst>
                  <a:gd name="adj" fmla="val 582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应用开发平台</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sp>
          <p:nvSpPr>
            <p:cNvPr id="33" name="圆角矩形 32"/>
            <p:cNvSpPr/>
            <p:nvPr/>
          </p:nvSpPr>
          <p:spPr>
            <a:xfrm>
              <a:off x="8901" y="9411"/>
              <a:ext cx="4139" cy="1021"/>
            </a:xfrm>
            <a:prstGeom prst="roundRect">
              <a:avLst>
                <a:gd name="adj" fmla="val 60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endParaRPr lang="zh-CN" altLang="en-US" sz="1400">
                <a:solidFill>
                  <a:schemeClr val="accent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nvGrpSpPr>
            <p:cNvPr id="42" name="组合 41"/>
            <p:cNvGrpSpPr/>
            <p:nvPr/>
          </p:nvGrpSpPr>
          <p:grpSpPr>
            <a:xfrm>
              <a:off x="9014" y="9581"/>
              <a:ext cx="3911" cy="680"/>
              <a:chOff x="8972" y="9382"/>
              <a:chExt cx="3905" cy="657"/>
            </a:xfrm>
          </p:grpSpPr>
          <p:sp>
            <p:nvSpPr>
              <p:cNvPr id="34" name="rect 1816"/>
              <p:cNvSpPr/>
              <p:nvPr/>
            </p:nvSpPr>
            <p:spPr bwMode="auto">
              <a:xfrm>
                <a:off x="10953" y="9382"/>
                <a:ext cx="1924" cy="657"/>
              </a:xfrm>
              <a:prstGeom prst="roundRect">
                <a:avLst>
                  <a:gd name="adj" fmla="val 612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算力底座</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76" name="rect 1816"/>
              <p:cNvSpPr/>
              <p:nvPr/>
            </p:nvSpPr>
            <p:spPr bwMode="auto">
              <a:xfrm>
                <a:off x="8972" y="9382"/>
                <a:ext cx="1924" cy="657"/>
              </a:xfrm>
              <a:prstGeom prst="roundRect">
                <a:avLst>
                  <a:gd name="adj" fmla="val 606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数据湖底座</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sp>
          <p:nvSpPr>
            <p:cNvPr id="30" name="矩形: 圆角 18"/>
            <p:cNvSpPr/>
            <p:nvPr/>
          </p:nvSpPr>
          <p:spPr bwMode="auto">
            <a:xfrm>
              <a:off x="7993" y="9411"/>
              <a:ext cx="851" cy="1020"/>
            </a:xfrm>
            <a:prstGeom prst="roundRect">
              <a:avLst>
                <a:gd name="adj" fmla="val 10923"/>
              </a:avLst>
            </a:prstGeom>
            <a:gradFill flip="none" rotWithShape="1">
              <a:gsLst>
                <a:gs pos="0">
                  <a:schemeClr val="accent2"/>
                </a:gs>
                <a:gs pos="100000">
                  <a:schemeClr val="accent1"/>
                </a:gs>
              </a:gsLst>
              <a:lin ang="5400000" scaled="0"/>
              <a:tileRect/>
            </a:gradFill>
            <a:ln w="9525">
              <a:noFill/>
              <a:prstDash val="dash"/>
            </a:ln>
            <a:effectLst>
              <a:outerShdw blurRad="190500" dist="63500" dir="5400000" sx="90000" sy="90000" algn="t" rotWithShape="0">
                <a:schemeClr val="accent1">
                  <a:alpha val="19915"/>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底</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algn="ct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座</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sp>
        <p:nvSpPr>
          <p:cNvPr id="38" name="同侧圆角矩形 37"/>
          <p:cNvSpPr/>
          <p:nvPr/>
        </p:nvSpPr>
        <p:spPr bwMode="auto">
          <a:xfrm>
            <a:off x="2880000" y="4284000"/>
            <a:ext cx="1763395"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lang="zh-CN" altLang="en-US" sz="1400" dirty="0">
                <a:latin typeface="Arial" panose="020B0604020202090204" pitchFamily="34" charset="0"/>
                <a:ea typeface="Microsoft YaHei" panose="020B0502040204020203" pitchFamily="34" charset="-122"/>
                <a:cs typeface="Arial" panose="020B0604020202090204" pitchFamily="34" charset="0"/>
                <a:sym typeface="+mn-ea"/>
              </a:rPr>
              <a:t>场景模型矩阵</a:t>
            </a:r>
            <a:endParaRPr lang="zh-CN" altLang="en-US" sz="1400" dirty="0">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9" name="同侧圆角矩形 38"/>
          <p:cNvSpPr/>
          <p:nvPr/>
        </p:nvSpPr>
        <p:spPr bwMode="auto">
          <a:xfrm>
            <a:off x="4716000" y="4284000"/>
            <a:ext cx="1763395"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lang="zh-CN" altLang="en-US" sz="1400" dirty="0">
                <a:latin typeface="Arial" panose="020B0604020202090204" pitchFamily="34" charset="0"/>
                <a:ea typeface="Microsoft YaHei" panose="020B0502040204020203" pitchFamily="34" charset="-122"/>
                <a:cs typeface="Arial" panose="020B0604020202090204" pitchFamily="34" charset="0"/>
                <a:sym typeface="+mn-ea"/>
              </a:rPr>
              <a:t>行业模型矩阵</a:t>
            </a:r>
            <a:endParaRPr lang="zh-CN" altLang="en-US" sz="1400" dirty="0">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9" name="圆角矩形 88"/>
          <p:cNvSpPr/>
          <p:nvPr/>
        </p:nvSpPr>
        <p:spPr>
          <a:xfrm>
            <a:off x="6551930" y="4356100"/>
            <a:ext cx="1763395" cy="1475740"/>
          </a:xfrm>
          <a:prstGeom prst="roundRect">
            <a:avLst>
              <a:gd name="adj" fmla="val 211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compatLnSpc="1">
            <a:noAutofit/>
          </a:bodyPr>
          <a:lstStyle/>
          <a:p>
            <a:pPr lvl="0" algn="ctr">
              <a:buClrTx/>
              <a:buSzTx/>
              <a:buFontTx/>
            </a:pPr>
            <a:r>
              <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检务知识库</a:t>
            </a:r>
            <a:endParaRPr lang="zh-CN" altLang="en-US" sz="1400"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23" name="组合 22"/>
          <p:cNvGrpSpPr/>
          <p:nvPr/>
        </p:nvGrpSpPr>
        <p:grpSpPr>
          <a:xfrm>
            <a:off x="6624320" y="4716145"/>
            <a:ext cx="1619885" cy="1045210"/>
            <a:chOff x="10322" y="7219"/>
            <a:chExt cx="2547" cy="1590"/>
          </a:xfrm>
        </p:grpSpPr>
        <p:sp>
          <p:nvSpPr>
            <p:cNvPr id="91" name="圆角矩形 90"/>
            <p:cNvSpPr/>
            <p:nvPr/>
          </p:nvSpPr>
          <p:spPr bwMode="auto">
            <a:xfrm>
              <a:off x="10322" y="7219"/>
              <a:ext cx="1245" cy="493"/>
            </a:xfrm>
            <a:prstGeom prst="roundRect">
              <a:avLst>
                <a:gd name="adj" fmla="val 664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法律法规知识库</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92" name="圆角矩形 91"/>
            <p:cNvSpPr/>
            <p:nvPr/>
          </p:nvSpPr>
          <p:spPr bwMode="auto">
            <a:xfrm>
              <a:off x="11624" y="7219"/>
              <a:ext cx="1245" cy="493"/>
            </a:xfrm>
            <a:prstGeom prst="roundRect">
              <a:avLst>
                <a:gd name="adj" fmla="val 745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rPr>
                <a:t>类案推荐知识库</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等线" panose="02010600030101010101" pitchFamily="2" charset="-122"/>
              </a:endParaRPr>
            </a:p>
          </p:txBody>
        </p:sp>
        <p:sp>
          <p:nvSpPr>
            <p:cNvPr id="93" name="圆角矩形 92"/>
            <p:cNvSpPr/>
            <p:nvPr/>
          </p:nvSpPr>
          <p:spPr bwMode="auto">
            <a:xfrm>
              <a:off x="10322" y="7767"/>
              <a:ext cx="1245" cy="493"/>
            </a:xfrm>
            <a:prstGeom prst="roundRect">
              <a:avLst>
                <a:gd name="adj" fmla="val 746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监督规则知识库</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94" name="圆角矩形 93"/>
            <p:cNvSpPr/>
            <p:nvPr/>
          </p:nvSpPr>
          <p:spPr bwMode="auto">
            <a:xfrm>
              <a:off x="11624" y="7767"/>
              <a:ext cx="1245" cy="493"/>
            </a:xfrm>
            <a:prstGeom prst="roundRect">
              <a:avLst>
                <a:gd name="adj" fmla="val 608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文书要素与</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知识图谱库</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95" name="圆角矩形 94"/>
            <p:cNvSpPr/>
            <p:nvPr/>
          </p:nvSpPr>
          <p:spPr bwMode="auto">
            <a:xfrm>
              <a:off x="10322" y="8316"/>
              <a:ext cx="1245" cy="493"/>
            </a:xfrm>
            <a:prstGeom prst="roundRect">
              <a:avLst>
                <a:gd name="adj" fmla="val 794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专业知识与</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a:p>
              <a:pPr lvl="0" algn="ctr">
                <a:buClrTx/>
                <a:buSzTx/>
                <a:buFontTx/>
              </a:pPr>
              <a:r>
                <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问答库</a:t>
              </a:r>
              <a:endParaRPr kumimoji="1" lang="zh-CN" altLang="en-US" sz="8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sp>
          <p:nvSpPr>
            <p:cNvPr id="96" name="圆角矩形 95"/>
            <p:cNvSpPr/>
            <p:nvPr/>
          </p:nvSpPr>
          <p:spPr bwMode="auto">
            <a:xfrm>
              <a:off x="11624" y="8316"/>
              <a:ext cx="1245" cy="493"/>
            </a:xfrm>
            <a:prstGeom prst="roundRect">
              <a:avLst>
                <a:gd name="adj" fmla="val 923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1"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9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rPr>
                <a:t>...</a:t>
              </a:r>
              <a:endParaRPr kumimoji="1" lang="zh-CN" altLang="en-US" sz="9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Helvetica Neue Medium" panose="02000503000000020004"/>
              </a:endParaRPr>
            </a:p>
          </p:txBody>
        </p:sp>
      </p:grpSp>
      <p:sp>
        <p:nvSpPr>
          <p:cNvPr id="40" name="同侧圆角矩形 39"/>
          <p:cNvSpPr/>
          <p:nvPr/>
        </p:nvSpPr>
        <p:spPr bwMode="auto">
          <a:xfrm>
            <a:off x="6551930" y="4283710"/>
            <a:ext cx="1763395" cy="360045"/>
          </a:xfrm>
          <a:prstGeom prst="round2Same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lang="zh-CN" altLang="en-US" sz="1400" dirty="0">
                <a:latin typeface="Arial" panose="020B0604020202090204" pitchFamily="34" charset="0"/>
                <a:ea typeface="Microsoft YaHei" panose="020B0502040204020203" pitchFamily="34" charset="-122"/>
                <a:cs typeface="Arial" panose="020B0604020202090204" pitchFamily="34" charset="0"/>
                <a:sym typeface="+mn-ea"/>
              </a:rPr>
              <a:t>检务知识库</a:t>
            </a:r>
            <a:endParaRPr lang="zh-CN" altLang="en-US" sz="1400" dirty="0">
              <a:latin typeface="Arial" panose="020B0604020202090204" pitchFamily="34" charset="0"/>
              <a:ea typeface="Microsoft YaHei" panose="020B0502040204020203" pitchFamily="34" charset="-122"/>
              <a:cs typeface="Arial" panose="020B0604020202090204" pitchFamily="34" charset="0"/>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1"/>
            </p:custDataLst>
          </p:nvPr>
        </p:nvSpPr>
        <p:spPr>
          <a:xfrm>
            <a:off x="1" y="822325"/>
            <a:ext cx="12192000" cy="6200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457200" defTabSz="914400" rtl="0" eaLnBrk="1" fontAlgn="auto" latinLnBrk="0" hangingPunct="1">
              <a:lnSpc>
                <a:spcPct val="100000"/>
              </a:lnSpc>
              <a:spcBef>
                <a:spcPts val="0"/>
              </a:spcBef>
              <a:spcAft>
                <a:spcPts val="0"/>
              </a:spcAft>
              <a:buClrTx/>
              <a:buSzTx/>
              <a:buFontTx/>
              <a:buNone/>
              <a:defRPr/>
            </a:pPr>
            <a:endParaRPr kumimoji="0" lang="zh-CN" altLang="en-US" sz="1400" i="0" u="none" strike="noStrike" kern="1200" cap="none" spc="0" normalizeH="0" baseline="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endParaRPr>
          </a:p>
        </p:txBody>
      </p:sp>
      <p:sp>
        <p:nvSpPr>
          <p:cNvPr id="2" name="标题 1"/>
          <p:cNvSpPr>
            <a:spLocks noGrp="1"/>
          </p:cNvSpPr>
          <p:nvPr>
            <p:ph type="title"/>
          </p:nvPr>
        </p:nvSpPr>
        <p:spPr/>
        <p:txBody>
          <a:bodyPr/>
          <a:lstStyle/>
          <a:p>
            <a:r>
              <a:rPr lang="zh-CN" altLang="en-US" dirty="0">
                <a:latin typeface="Arial" panose="020B0604020202090204" pitchFamily="34" charset="0"/>
                <a:ea typeface="Microsoft YaHei" panose="020B0502040204020203" pitchFamily="34" charset="-122"/>
                <a:cs typeface="Arial" panose="020B0604020202090204" pitchFamily="34" charset="0"/>
              </a:rPr>
              <a:t>泛政务客群主推方案 </a:t>
            </a:r>
            <a:r>
              <a:rPr lang="en-US" altLang="zh-CN" dirty="0">
                <a:latin typeface="Arial" panose="020B0604020202090204" pitchFamily="34" charset="0"/>
                <a:ea typeface="Microsoft YaHei" panose="020B0502040204020203" pitchFamily="34" charset="-122"/>
                <a:cs typeface="Arial" panose="020B0604020202090204" pitchFamily="34" charset="0"/>
              </a:rPr>
              <a:t>–</a:t>
            </a:r>
            <a:r>
              <a:rPr lang="zh-CN" altLang="en-US" dirty="0">
                <a:latin typeface="Arial" panose="020B0604020202090204" pitchFamily="34" charset="0"/>
                <a:ea typeface="Microsoft YaHei" panose="020B0502040204020203" pitchFamily="34" charset="-122"/>
                <a:cs typeface="Arial" panose="020B0604020202090204" pitchFamily="34" charset="0"/>
              </a:rPr>
              <a:t> 智慧纪检解决方案</a:t>
            </a:r>
            <a:endParaRPr lang="zh-CN" altLang="en-US" dirty="0">
              <a:latin typeface="Arial" panose="020B0604020202090204" pitchFamily="34" charset="0"/>
              <a:ea typeface="Microsoft YaHei" panose="020B0502040204020203" pitchFamily="34" charset="-122"/>
              <a:cs typeface="Arial" panose="020B0604020202090204" pitchFamily="34" charset="0"/>
            </a:endParaRPr>
          </a:p>
        </p:txBody>
      </p:sp>
      <p:sp>
        <p:nvSpPr>
          <p:cNvPr id="3" name="文本占位符 2"/>
          <p:cNvSpPr>
            <a:spLocks noGrp="1"/>
          </p:cNvSpPr>
          <p:nvPr>
            <p:ph type="body" sz="quarter" idx="13"/>
          </p:nvPr>
        </p:nvSpPr>
        <p:spPr>
          <a:xfrm>
            <a:off x="396000" y="794100"/>
            <a:ext cx="11379389" cy="730948"/>
          </a:xfrm>
        </p:spPr>
        <p:txBody>
          <a:bodyPr lIns="71755" tIns="71755" rIns="71755" bIns="71755"/>
          <a:lstStyle/>
          <a:p>
            <a:r>
              <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运用大模型</a:t>
            </a:r>
            <a:r>
              <a:rPr lang="en-US" altLang="zh-CN"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AI</a:t>
            </a:r>
            <a:r>
              <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智能分析与数据支撑，赋能纪检监督、办案、信访、审理全流程，通过</a:t>
            </a:r>
            <a:r>
              <a:rPr lang="en-US" altLang="zh-CN"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AI</a:t>
            </a:r>
            <a:r>
              <a:rPr lang="zh-CN" altLang="en-US" sz="140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sym typeface="+mn-ea"/>
              </a:rPr>
              <a:t>辅助实现监督预警精准化、案件研判数据化、信访处置高效化、审理标准统一化，全面增强执纪监督质效、降低廉政风险、优化资源配置</a:t>
            </a:r>
            <a:r>
              <a:rPr lang="zh-CN" altLang="en-US" sz="1400" dirty="0">
                <a:solidFill>
                  <a:schemeClr val="bg2">
                    <a:lumMod val="10000"/>
                  </a:schemeClr>
                </a:solidFill>
                <a:latin typeface="Arial" panose="020B0604020202090204" pitchFamily="34" charset="0"/>
                <a:ea typeface="Microsoft YaHei" panose="020B0502040204020203" pitchFamily="34" charset="-122"/>
                <a:cs typeface="Arial" panose="020B0604020202090204" pitchFamily="34" charset="0"/>
                <a:sym typeface="+mn-ea"/>
              </a:rPr>
              <a:t>。</a:t>
            </a:r>
            <a:endParaRPr kumimoji="0" lang="en-US" altLang="zh-CN" sz="1400" i="0" u="none" strike="noStrike" kern="1200" cap="none" spc="0" normalizeH="0" baseline="0" noProof="0" dirty="0">
              <a:ln>
                <a:noFill/>
              </a:ln>
              <a:solidFill>
                <a:schemeClr val="bg2">
                  <a:lumMod val="10000"/>
                </a:schemeClr>
              </a:solidFill>
              <a:effectLst/>
              <a:uLnTx/>
              <a:uFillTx/>
              <a:latin typeface="Arial" panose="020B0604020202090204" pitchFamily="34" charset="0"/>
              <a:ea typeface="Microsoft YaHei" panose="020B0502040204020203" pitchFamily="34" charset="-122"/>
              <a:cs typeface="Arial" panose="020B0604020202090204" pitchFamily="34" charset="0"/>
            </a:endParaRPr>
          </a:p>
          <a:p>
            <a:endParaRPr lang="zh-CN" altLang="en-US" sz="1400">
              <a:latin typeface="Arial" panose="020B0604020202090204" pitchFamily="34" charset="0"/>
              <a:ea typeface="Microsoft YaHei" panose="020B0502040204020203" pitchFamily="34" charset="-122"/>
              <a:cs typeface="Arial" panose="020B0604020202090204" pitchFamily="34" charset="0"/>
            </a:endParaRPr>
          </a:p>
        </p:txBody>
      </p:sp>
      <p:grpSp>
        <p:nvGrpSpPr>
          <p:cNvPr id="9" name="组合 8" hidden="1"/>
          <p:cNvGrpSpPr/>
          <p:nvPr>
            <p:custDataLst>
              <p:tags r:id="rId2"/>
            </p:custDataLst>
          </p:nvPr>
        </p:nvGrpSpPr>
        <p:grpSpPr>
          <a:xfrm>
            <a:off x="8445500" y="1603375"/>
            <a:ext cx="3211195" cy="1344359"/>
            <a:chOff x="8675948" y="1869433"/>
            <a:chExt cx="3272685" cy="1201869"/>
          </a:xfrm>
        </p:grpSpPr>
        <p:sp>
          <p:nvSpPr>
            <p:cNvPr id="7" name="文本框 6"/>
            <p:cNvSpPr txBox="1"/>
            <p:nvPr>
              <p:custDataLst>
                <p:tags r:id="rId3"/>
              </p:custDataLst>
            </p:nvPr>
          </p:nvSpPr>
          <p:spPr>
            <a:xfrm>
              <a:off x="8700977" y="2247008"/>
              <a:ext cx="3222625" cy="824294"/>
            </a:xfrm>
            <a:prstGeom prst="rect">
              <a:avLst/>
            </a:prstGeom>
            <a:noFill/>
          </p:spPr>
          <p:txBody>
            <a:bodyPr wrap="square" rtlCol="0">
              <a:spAutoFit/>
            </a:bodyPr>
            <a:lstStyle/>
            <a:p>
              <a:pPr marL="171450" indent="-171450" algn="l">
                <a:lnSpc>
                  <a:spcPct val="150000"/>
                </a:lnSpc>
                <a:buFont typeface="Wingdings" panose="05000000000000000000" charset="0"/>
                <a:buChar char=""/>
              </a:pPr>
              <a:r>
                <a:rPr kumimoji="1" lang="zh-CN" altLang="en-US" sz="1200" b="1" dirty="0">
                  <a:solidFill>
                    <a:schemeClr val="tx2"/>
                  </a:solidFill>
                  <a:ea typeface="+mj-ea"/>
                </a:rPr>
                <a:t>政策：</a:t>
              </a:r>
              <a:r>
                <a:rPr kumimoji="1" lang="zh-CN" altLang="en-US" sz="1200" dirty="0">
                  <a:solidFill>
                    <a:schemeClr val="tx2"/>
                  </a:solidFill>
                  <a:ea typeface="+mj-ea"/>
                </a:rPr>
                <a:t>《中央纪委国家监委数字纪检监察体系建设规划（</a:t>
              </a:r>
              <a:r>
                <a:rPr kumimoji="1" lang="en-US" altLang="zh-CN" sz="1200" dirty="0">
                  <a:solidFill>
                    <a:schemeClr val="tx2"/>
                  </a:solidFill>
                  <a:ea typeface="+mj-ea"/>
                </a:rPr>
                <a:t>2023-2027 </a:t>
              </a:r>
              <a:r>
                <a:rPr kumimoji="1" lang="zh-CN" altLang="en-US" sz="1200" dirty="0">
                  <a:solidFill>
                    <a:schemeClr val="tx2"/>
                  </a:solidFill>
                  <a:ea typeface="+mj-ea"/>
                </a:rPr>
                <a:t>年）》</a:t>
              </a:r>
              <a:endParaRPr kumimoji="1" lang="zh-CN" altLang="en-US" sz="1200" dirty="0">
                <a:solidFill>
                  <a:schemeClr val="tx2"/>
                </a:solidFill>
                <a:ea typeface="+mj-ea"/>
              </a:endParaRPr>
            </a:p>
            <a:p>
              <a:pPr marL="171450" indent="-171450" algn="l">
                <a:lnSpc>
                  <a:spcPct val="150000"/>
                </a:lnSpc>
                <a:buFont typeface="Wingdings" panose="05000000000000000000" charset="0"/>
                <a:buChar char=""/>
              </a:pPr>
              <a:r>
                <a:rPr kumimoji="1" lang="zh-CN" altLang="en-US" sz="1200" b="1" dirty="0">
                  <a:solidFill>
                    <a:schemeClr val="tx2"/>
                  </a:solidFill>
                  <a:ea typeface="+mj-ea"/>
                </a:rPr>
                <a:t>需求：</a:t>
              </a:r>
              <a:r>
                <a:rPr kumimoji="1" lang="zh-CN" altLang="en-US" sz="1200" dirty="0">
                  <a:solidFill>
                    <a:schemeClr val="tx2"/>
                  </a:solidFill>
                  <a:ea typeface="+mj-ea"/>
                </a:rPr>
                <a:t>智慧监督、智慧办案、智慧管理</a:t>
              </a:r>
              <a:endParaRPr kumimoji="1" lang="zh-CN" altLang="en-US" sz="1200" dirty="0">
                <a:solidFill>
                  <a:schemeClr val="tx2"/>
                </a:solidFill>
                <a:ea typeface="+mj-ea"/>
              </a:endParaRPr>
            </a:p>
          </p:txBody>
        </p:sp>
        <p:sp>
          <p:nvSpPr>
            <p:cNvPr id="8" name="圆角矩形 155"/>
            <p:cNvSpPr/>
            <p:nvPr>
              <p:custDataLst>
                <p:tags r:id="rId4"/>
              </p:custDataLst>
            </p:nvPr>
          </p:nvSpPr>
          <p:spPr>
            <a:xfrm>
              <a:off x="8675948" y="1869433"/>
              <a:ext cx="3272685" cy="324000"/>
            </a:xfrm>
            <a:prstGeom prst="roundRect">
              <a:avLst>
                <a:gd name="adj" fmla="val 28939"/>
              </a:avLst>
            </a:prstGeom>
            <a:solidFill>
              <a:srgbClr val="EB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accent1"/>
                  </a:solidFill>
                  <a:latin typeface="微软雅黑" panose="020B0502040204020203" pitchFamily="34" charset="-122"/>
                  <a:ea typeface="微软雅黑" panose="020B0502040204020203" pitchFamily="34" charset="-122"/>
                </a:rPr>
                <a:t>方案依据</a:t>
              </a:r>
              <a:endParaRPr kumimoji="1" lang="zh-CN" altLang="en-US" sz="1200" b="1" dirty="0">
                <a:solidFill>
                  <a:schemeClr val="accent1"/>
                </a:solidFill>
                <a:latin typeface="微软雅黑" panose="020B0502040204020203" pitchFamily="34" charset="-122"/>
                <a:ea typeface="微软雅黑" panose="020B0502040204020203" pitchFamily="34" charset="-122"/>
              </a:endParaRPr>
            </a:p>
          </p:txBody>
        </p:sp>
      </p:grpSp>
      <p:grpSp>
        <p:nvGrpSpPr>
          <p:cNvPr id="13" name="组合 12" hidden="1"/>
          <p:cNvGrpSpPr/>
          <p:nvPr>
            <p:custDataLst>
              <p:tags r:id="rId5"/>
            </p:custDataLst>
          </p:nvPr>
        </p:nvGrpSpPr>
        <p:grpSpPr>
          <a:xfrm>
            <a:off x="8445500" y="3215640"/>
            <a:ext cx="3211195" cy="1579246"/>
            <a:chOff x="8675948" y="1869433"/>
            <a:chExt cx="3272685" cy="1411843"/>
          </a:xfrm>
        </p:grpSpPr>
        <p:sp>
          <p:nvSpPr>
            <p:cNvPr id="14" name="文本框 13"/>
            <p:cNvSpPr txBox="1"/>
            <p:nvPr>
              <p:custDataLst>
                <p:tags r:id="rId6"/>
              </p:custDataLst>
            </p:nvPr>
          </p:nvSpPr>
          <p:spPr>
            <a:xfrm>
              <a:off x="8701187" y="2209479"/>
              <a:ext cx="3246799" cy="1071797"/>
            </a:xfrm>
            <a:prstGeom prst="rect">
              <a:avLst/>
            </a:prstGeom>
            <a:noFill/>
          </p:spPr>
          <p:txBody>
            <a:bodyPr wrap="square" rtlCol="0">
              <a:spAutoFit/>
            </a:bodyPr>
            <a:lstStyle/>
            <a:p>
              <a:pPr marL="228600" indent="-228600" algn="l">
                <a:lnSpc>
                  <a:spcPct val="150000"/>
                </a:lnSpc>
                <a:buFont typeface="Wingdings" panose="05000000000000000000" charset="0"/>
                <a:buChar char=""/>
              </a:pPr>
              <a:r>
                <a:rPr kumimoji="1" lang="zh-CN" sz="1200" dirty="0">
                  <a:solidFill>
                    <a:schemeClr val="tx2"/>
                  </a:solidFill>
                  <a:ea typeface="+mj-ea"/>
                </a:rPr>
                <a:t>深度契合政策需求</a:t>
              </a:r>
              <a:endParaRPr kumimoji="1" lang="zh-CN" sz="1200" dirty="0">
                <a:solidFill>
                  <a:schemeClr val="tx2"/>
                </a:solidFill>
                <a:ea typeface="+mj-ea"/>
              </a:endParaRPr>
            </a:p>
            <a:p>
              <a:pPr marL="228600" indent="-228600" algn="l">
                <a:lnSpc>
                  <a:spcPct val="150000"/>
                </a:lnSpc>
                <a:buFont typeface="Wingdings" panose="05000000000000000000" charset="0"/>
                <a:buChar char=""/>
              </a:pPr>
              <a:r>
                <a:rPr kumimoji="1" lang="zh-CN" altLang="en-US" sz="1200" dirty="0">
                  <a:solidFill>
                    <a:schemeClr val="tx2"/>
                  </a:solidFill>
                  <a:ea typeface="+mj-ea"/>
                </a:rPr>
                <a:t>业务场景的全流程覆盖，从</a:t>
              </a:r>
              <a:r>
                <a:rPr kumimoji="1" lang="en-US" altLang="zh-CN" sz="1200" dirty="0">
                  <a:solidFill>
                    <a:schemeClr val="tx2"/>
                  </a:solidFill>
                  <a:ea typeface="+mj-ea"/>
                </a:rPr>
                <a:t> “</a:t>
              </a:r>
              <a:r>
                <a:rPr kumimoji="1" lang="zh-CN" altLang="en-US" sz="1200" dirty="0">
                  <a:solidFill>
                    <a:schemeClr val="tx2"/>
                  </a:solidFill>
                  <a:ea typeface="+mj-ea"/>
                </a:rPr>
                <a:t>单点应用</a:t>
              </a:r>
              <a:r>
                <a:rPr kumimoji="1" lang="en-US" altLang="zh-CN" sz="1200" dirty="0">
                  <a:solidFill>
                    <a:schemeClr val="tx2"/>
                  </a:solidFill>
                  <a:ea typeface="+mj-ea"/>
                </a:rPr>
                <a:t>” </a:t>
              </a:r>
              <a:r>
                <a:rPr kumimoji="1" lang="zh-CN" altLang="en-US" sz="1200" dirty="0">
                  <a:solidFill>
                    <a:schemeClr val="tx2"/>
                  </a:solidFill>
                  <a:ea typeface="+mj-ea"/>
                </a:rPr>
                <a:t>到</a:t>
              </a:r>
              <a:r>
                <a:rPr kumimoji="1" lang="en-US" altLang="zh-CN" sz="1200" dirty="0">
                  <a:solidFill>
                    <a:schemeClr val="tx2"/>
                  </a:solidFill>
                  <a:ea typeface="+mj-ea"/>
                </a:rPr>
                <a:t> “</a:t>
              </a:r>
              <a:r>
                <a:rPr kumimoji="1" lang="zh-CN" altLang="en-US" sz="1200" dirty="0">
                  <a:solidFill>
                    <a:schemeClr val="tx2"/>
                  </a:solidFill>
                  <a:ea typeface="+mj-ea"/>
                </a:rPr>
                <a:t>体系化解决方案</a:t>
              </a:r>
              <a:r>
                <a:rPr kumimoji="1" lang="en-US" altLang="zh-CN" sz="1200" dirty="0">
                  <a:solidFill>
                    <a:schemeClr val="tx2"/>
                  </a:solidFill>
                  <a:ea typeface="+mj-ea"/>
                </a:rPr>
                <a:t>”</a:t>
              </a:r>
              <a:endParaRPr kumimoji="1" lang="en-US" altLang="zh-CN" sz="1200" dirty="0">
                <a:solidFill>
                  <a:schemeClr val="tx2"/>
                </a:solidFill>
                <a:ea typeface="+mj-ea"/>
              </a:endParaRPr>
            </a:p>
            <a:p>
              <a:pPr marL="228600" indent="-228600" algn="l">
                <a:lnSpc>
                  <a:spcPct val="150000"/>
                </a:lnSpc>
                <a:buFont typeface="Wingdings" panose="05000000000000000000" charset="0"/>
                <a:buChar char=""/>
              </a:pPr>
              <a:r>
                <a:rPr kumimoji="1" lang="zh-CN" altLang="en-US" sz="1200" dirty="0">
                  <a:solidFill>
                    <a:schemeClr val="tx2"/>
                  </a:solidFill>
                  <a:ea typeface="+mj-ea"/>
                </a:rPr>
                <a:t>可落地性强，价值闭环的可验证</a:t>
              </a:r>
              <a:endParaRPr kumimoji="1" lang="zh-CN" altLang="en-US" sz="1200" dirty="0">
                <a:solidFill>
                  <a:schemeClr val="tx2"/>
                </a:solidFill>
                <a:ea typeface="+mj-ea"/>
              </a:endParaRPr>
            </a:p>
          </p:txBody>
        </p:sp>
        <p:sp>
          <p:nvSpPr>
            <p:cNvPr id="15" name="圆角矩形 155"/>
            <p:cNvSpPr/>
            <p:nvPr>
              <p:custDataLst>
                <p:tags r:id="rId7"/>
              </p:custDataLst>
            </p:nvPr>
          </p:nvSpPr>
          <p:spPr>
            <a:xfrm>
              <a:off x="8675948" y="1869433"/>
              <a:ext cx="3272685" cy="324000"/>
            </a:xfrm>
            <a:prstGeom prst="roundRect">
              <a:avLst>
                <a:gd name="adj" fmla="val 28939"/>
              </a:avLst>
            </a:prstGeom>
            <a:solidFill>
              <a:srgbClr val="EB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accent1"/>
                  </a:solidFill>
                  <a:latin typeface="微软雅黑" panose="020B0502040204020203" pitchFamily="34" charset="-122"/>
                  <a:ea typeface="微软雅黑" panose="020B0502040204020203" pitchFamily="34" charset="-122"/>
                </a:rPr>
                <a:t>方案竞争力</a:t>
              </a:r>
              <a:endParaRPr kumimoji="1" lang="zh-CN" altLang="en-US" sz="1200" b="1" dirty="0">
                <a:solidFill>
                  <a:schemeClr val="accent1"/>
                </a:solidFill>
                <a:latin typeface="微软雅黑" panose="020B0502040204020203" pitchFamily="34" charset="-122"/>
                <a:ea typeface="微软雅黑" panose="020B0502040204020203" pitchFamily="34" charset="-122"/>
              </a:endParaRPr>
            </a:p>
          </p:txBody>
        </p:sp>
      </p:grpSp>
      <p:grpSp>
        <p:nvGrpSpPr>
          <p:cNvPr id="16" name="组合 15" hidden="1"/>
          <p:cNvGrpSpPr/>
          <p:nvPr/>
        </p:nvGrpSpPr>
        <p:grpSpPr>
          <a:xfrm>
            <a:off x="8572500" y="4998085"/>
            <a:ext cx="3211696" cy="1621790"/>
            <a:chOff x="8675948" y="1869433"/>
            <a:chExt cx="3272685" cy="1449439"/>
          </a:xfrm>
        </p:grpSpPr>
        <p:sp>
          <p:nvSpPr>
            <p:cNvPr id="17" name="文本框 16"/>
            <p:cNvSpPr txBox="1"/>
            <p:nvPr/>
          </p:nvSpPr>
          <p:spPr>
            <a:xfrm>
              <a:off x="8700536" y="2247399"/>
              <a:ext cx="3245645" cy="1071473"/>
            </a:xfrm>
            <a:prstGeom prst="rect">
              <a:avLst/>
            </a:prstGeom>
            <a:noFill/>
          </p:spPr>
          <p:txBody>
            <a:bodyPr wrap="square" rtlCol="0">
              <a:spAutoFit/>
            </a:bodyPr>
            <a:lstStyle/>
            <a:p>
              <a:pPr marL="171450" indent="-171450" algn="l">
                <a:lnSpc>
                  <a:spcPct val="150000"/>
                </a:lnSpc>
                <a:buFont typeface="Wingdings" panose="05000000000000000000" charset="0"/>
                <a:buChar char=""/>
              </a:pPr>
              <a:r>
                <a:rPr kumimoji="1" lang="zh-CN" altLang="en-US" sz="1200" b="1" dirty="0">
                  <a:solidFill>
                    <a:schemeClr val="tx2"/>
                  </a:solidFill>
                  <a:ea typeface="+mj-ea"/>
                </a:rPr>
                <a:t>标杆：</a:t>
              </a:r>
              <a:r>
                <a:rPr kumimoji="1" lang="zh-CN" altLang="en-US" sz="1200" dirty="0">
                  <a:solidFill>
                    <a:schemeClr val="tx2"/>
                  </a:solidFill>
                  <a:ea typeface="+mj-ea"/>
                </a:rPr>
                <a:t>天津河东区智慧纪检监测平台二期项目</a:t>
              </a:r>
              <a:endParaRPr kumimoji="1" lang="en-US" altLang="zh-CN" sz="1200" dirty="0">
                <a:solidFill>
                  <a:schemeClr val="tx2"/>
                </a:solidFill>
                <a:ea typeface="+mj-ea"/>
              </a:endParaRPr>
            </a:p>
            <a:p>
              <a:pPr marL="171450" indent="-171450" algn="l">
                <a:lnSpc>
                  <a:spcPct val="150000"/>
                </a:lnSpc>
                <a:buFont typeface="Wingdings" panose="05000000000000000000" charset="0"/>
                <a:buChar char=""/>
              </a:pPr>
              <a:r>
                <a:rPr kumimoji="1" lang="zh-CN" altLang="en-US" sz="1200" b="1" dirty="0">
                  <a:solidFill>
                    <a:schemeClr val="tx2"/>
                  </a:solidFill>
                  <a:ea typeface="+mj-ea"/>
                </a:rPr>
                <a:t>商机：</a:t>
              </a:r>
              <a:r>
                <a:rPr kumimoji="1" lang="zh-CN" sz="1200" dirty="0">
                  <a:solidFill>
                    <a:schemeClr val="tx2"/>
                  </a:solidFill>
                  <a:ea typeface="+mj-ea"/>
                </a:rPr>
                <a:t>天津市纪检、昆明市纪检、江西纪委</a:t>
              </a:r>
              <a:endParaRPr kumimoji="1" lang="zh-CN" sz="1200" dirty="0">
                <a:solidFill>
                  <a:schemeClr val="tx2"/>
                </a:solidFill>
                <a:ea typeface="+mj-ea"/>
              </a:endParaRPr>
            </a:p>
          </p:txBody>
        </p:sp>
        <p:sp>
          <p:nvSpPr>
            <p:cNvPr id="18" name="圆角矩形 155"/>
            <p:cNvSpPr/>
            <p:nvPr/>
          </p:nvSpPr>
          <p:spPr>
            <a:xfrm>
              <a:off x="8675948" y="1869433"/>
              <a:ext cx="3272685" cy="324000"/>
            </a:xfrm>
            <a:prstGeom prst="roundRect">
              <a:avLst>
                <a:gd name="adj" fmla="val 28939"/>
              </a:avLst>
            </a:prstGeom>
            <a:solidFill>
              <a:srgbClr val="EB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accent1"/>
                  </a:solidFill>
                  <a:latin typeface="微软雅黑" panose="020B0502040204020203" pitchFamily="34" charset="-122"/>
                  <a:ea typeface="微软雅黑" panose="020B0502040204020203" pitchFamily="34" charset="-122"/>
                </a:rPr>
                <a:t>标杆与商机</a:t>
              </a:r>
              <a:endParaRPr kumimoji="1" lang="zh-CN" altLang="en-US" sz="1200" b="1" dirty="0">
                <a:solidFill>
                  <a:schemeClr val="accent1"/>
                </a:solidFill>
                <a:latin typeface="微软雅黑" panose="020B0502040204020203" pitchFamily="34" charset="-122"/>
                <a:ea typeface="微软雅黑" panose="020B0502040204020203" pitchFamily="34" charset="-122"/>
              </a:endParaRPr>
            </a:p>
          </p:txBody>
        </p:sp>
      </p:grpSp>
      <p:sp>
        <p:nvSpPr>
          <p:cNvPr id="72" name="圆角矩形 71"/>
          <p:cNvSpPr/>
          <p:nvPr/>
        </p:nvSpPr>
        <p:spPr bwMode="auto">
          <a:xfrm>
            <a:off x="396000" y="5148000"/>
            <a:ext cx="7847965" cy="432000"/>
          </a:xfrm>
          <a:prstGeom prst="roundRect">
            <a:avLst>
              <a:gd name="adj" fmla="val 8005"/>
            </a:avLst>
          </a:prstGeom>
          <a:gradFill flip="none" rotWithShape="1">
            <a:gsLst>
              <a:gs pos="100000">
                <a:schemeClr val="accent1"/>
              </a:gs>
              <a:gs pos="0">
                <a:schemeClr val="accent2"/>
              </a:gs>
            </a:gsLst>
            <a:lin ang="2700000" scaled="0"/>
            <a:tileRect/>
          </a:gra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应用开发平台</a:t>
            </a:r>
            <a:endPar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74" name="圆角矩形 73"/>
          <p:cNvSpPr/>
          <p:nvPr/>
        </p:nvSpPr>
        <p:spPr bwMode="auto">
          <a:xfrm>
            <a:off x="396000" y="5652000"/>
            <a:ext cx="7847965" cy="432000"/>
          </a:xfrm>
          <a:prstGeom prst="roundRect">
            <a:avLst>
              <a:gd name="adj" fmla="val 8005"/>
            </a:avLst>
          </a:prstGeom>
          <a:gradFill flip="none" rotWithShape="1">
            <a:gsLst>
              <a:gs pos="100000">
                <a:schemeClr val="accent1"/>
              </a:gs>
              <a:gs pos="0">
                <a:schemeClr val="accent2"/>
              </a:gs>
            </a:gsLst>
            <a:lin ang="2700000" scaled="0"/>
            <a:tileRect/>
          </a:gra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模型开发平台</a:t>
            </a:r>
            <a:endPar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 name="圆角矩形 9"/>
          <p:cNvSpPr/>
          <p:nvPr/>
        </p:nvSpPr>
        <p:spPr bwMode="auto">
          <a:xfrm>
            <a:off x="396875" y="6156000"/>
            <a:ext cx="7847965" cy="432000"/>
          </a:xfrm>
          <a:prstGeom prst="roundRect">
            <a:avLst>
              <a:gd name="adj" fmla="val 6784"/>
            </a:avLst>
          </a:prstGeom>
          <a:gradFill flip="none" rotWithShape="1">
            <a:gsLst>
              <a:gs pos="100000">
                <a:schemeClr val="accent1"/>
              </a:gs>
              <a:gs pos="0">
                <a:schemeClr val="accent2"/>
              </a:gs>
            </a:gsLst>
            <a:lin ang="2700000" scaled="0"/>
            <a:tileRect/>
          </a:gra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多模态数据治理平台</a:t>
            </a:r>
            <a:endParaRPr kumimoji="1" lang="zh-CN" altLang="en-US" sz="16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2" name="矩形: 圆角 5"/>
          <p:cNvSpPr/>
          <p:nvPr>
            <p:custDataLst>
              <p:tags r:id="rId8"/>
            </p:custDataLst>
          </p:nvPr>
        </p:nvSpPr>
        <p:spPr>
          <a:xfrm>
            <a:off x="396000" y="3456000"/>
            <a:ext cx="3852000" cy="1620000"/>
          </a:xfrm>
          <a:prstGeom prst="roundRect">
            <a:avLst>
              <a:gd name="adj" fmla="val 35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9" name="矩形: 圆角 5"/>
          <p:cNvSpPr/>
          <p:nvPr>
            <p:custDataLst>
              <p:tags r:id="rId9"/>
            </p:custDataLst>
          </p:nvPr>
        </p:nvSpPr>
        <p:spPr>
          <a:xfrm>
            <a:off x="4392000" y="3456000"/>
            <a:ext cx="3852000" cy="1620000"/>
          </a:xfrm>
          <a:prstGeom prst="roundRect">
            <a:avLst>
              <a:gd name="adj" fmla="val 35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112" name="组合 111"/>
          <p:cNvGrpSpPr/>
          <p:nvPr/>
        </p:nvGrpSpPr>
        <p:grpSpPr>
          <a:xfrm>
            <a:off x="504000" y="3636000"/>
            <a:ext cx="3636010" cy="1368439"/>
            <a:chOff x="819" y="5666"/>
            <a:chExt cx="5726" cy="1998"/>
          </a:xfrm>
        </p:grpSpPr>
        <p:sp>
          <p:nvSpPr>
            <p:cNvPr id="19" name="矩形: 圆角 74"/>
            <p:cNvSpPr/>
            <p:nvPr>
              <p:custDataLst>
                <p:tags r:id="rId10"/>
              </p:custDataLst>
            </p:nvPr>
          </p:nvSpPr>
          <p:spPr bwMode="auto">
            <a:xfrm>
              <a:off x="819" y="5666"/>
              <a:ext cx="1871" cy="631"/>
            </a:xfrm>
            <a:prstGeom prst="roundRect">
              <a:avLst>
                <a:gd name="adj" fmla="val 1072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关联人员图谱</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25" name="矩形: 圆角 74"/>
            <p:cNvSpPr/>
            <p:nvPr>
              <p:custDataLst>
                <p:tags r:id="rId11"/>
              </p:custDataLst>
            </p:nvPr>
          </p:nvSpPr>
          <p:spPr bwMode="auto">
            <a:xfrm>
              <a:off x="2746" y="5666"/>
              <a:ext cx="1871" cy="631"/>
            </a:xfrm>
            <a:prstGeom prst="roundRect">
              <a:avLst>
                <a:gd name="adj" fmla="val 926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监督方案要素</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a:p>
              <a:pPr lvl="0" algn="ctr">
                <a:buClrTx/>
                <a:buSzTx/>
                <a:buFontTx/>
              </a:pPr>
              <a:r>
                <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自动生成</a:t>
              </a:r>
              <a:endParaRPr kumimoji="1" lang="zh-CN" altLang="en-US" sz="10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1" name="矩形: 圆角 74"/>
            <p:cNvSpPr/>
            <p:nvPr>
              <p:custDataLst>
                <p:tags r:id="rId12"/>
              </p:custDataLst>
            </p:nvPr>
          </p:nvSpPr>
          <p:spPr bwMode="auto">
            <a:xfrm>
              <a:off x="4674" y="5666"/>
              <a:ext cx="1871" cy="631"/>
            </a:xfrm>
            <a:prstGeom prst="roundRect">
              <a:avLst>
                <a:gd name="adj" fmla="val 961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动态优化机制</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2" name="矩形: 圆角 74"/>
            <p:cNvSpPr/>
            <p:nvPr>
              <p:custDataLst>
                <p:tags r:id="rId13"/>
              </p:custDataLst>
            </p:nvPr>
          </p:nvSpPr>
          <p:spPr bwMode="auto">
            <a:xfrm>
              <a:off x="819" y="6349"/>
              <a:ext cx="1871" cy="631"/>
            </a:xfrm>
            <a:prstGeom prst="roundRect">
              <a:avLst>
                <a:gd name="adj" fmla="val 973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问题线索处置</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3" name="矩形: 圆角 74"/>
            <p:cNvSpPr/>
            <p:nvPr>
              <p:custDataLst>
                <p:tags r:id="rId14"/>
              </p:custDataLst>
            </p:nvPr>
          </p:nvSpPr>
          <p:spPr bwMode="auto">
            <a:xfrm>
              <a:off x="2746" y="6349"/>
              <a:ext cx="1871" cy="624"/>
            </a:xfrm>
            <a:prstGeom prst="roundRect">
              <a:avLst>
                <a:gd name="adj" fmla="val 910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数据疑点挖掘</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4" name="矩形: 圆角 74"/>
            <p:cNvSpPr/>
            <p:nvPr>
              <p:custDataLst>
                <p:tags r:id="rId15"/>
              </p:custDataLst>
            </p:nvPr>
          </p:nvSpPr>
          <p:spPr bwMode="auto">
            <a:xfrm>
              <a:off x="4674" y="6349"/>
              <a:ext cx="1871" cy="631"/>
            </a:xfrm>
            <a:prstGeom prst="roundRect">
              <a:avLst>
                <a:gd name="adj" fmla="val 914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文件智能处理</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5" name="矩形: 圆角 74"/>
            <p:cNvSpPr/>
            <p:nvPr>
              <p:custDataLst>
                <p:tags r:id="rId16"/>
              </p:custDataLst>
            </p:nvPr>
          </p:nvSpPr>
          <p:spPr bwMode="auto">
            <a:xfrm>
              <a:off x="819" y="7033"/>
              <a:ext cx="1871" cy="631"/>
            </a:xfrm>
            <a:prstGeom prst="roundRect">
              <a:avLst>
                <a:gd name="adj" fmla="val 1039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报告生成辅助</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6" name="矩形: 圆角 74"/>
            <p:cNvSpPr/>
            <p:nvPr>
              <p:custDataLst>
                <p:tags r:id="rId17"/>
              </p:custDataLst>
            </p:nvPr>
          </p:nvSpPr>
          <p:spPr bwMode="auto">
            <a:xfrm>
              <a:off x="2746" y="7033"/>
              <a:ext cx="1871" cy="631"/>
            </a:xfrm>
            <a:prstGeom prst="roundRect">
              <a:avLst>
                <a:gd name="adj" fmla="val 910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廉政风险画像</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7" name="矩形: 圆角 74"/>
            <p:cNvSpPr/>
            <p:nvPr>
              <p:custDataLst>
                <p:tags r:id="rId18"/>
              </p:custDataLst>
            </p:nvPr>
          </p:nvSpPr>
          <p:spPr bwMode="auto">
            <a:xfrm>
              <a:off x="4674" y="7033"/>
              <a:ext cx="1871" cy="631"/>
            </a:xfrm>
            <a:prstGeom prst="roundRect">
              <a:avLst>
                <a:gd name="adj" fmla="val 1054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领域趋势分析</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grpSp>
        <p:nvGrpSpPr>
          <p:cNvPr id="65" name="组合 64" hidden="1"/>
          <p:cNvGrpSpPr/>
          <p:nvPr/>
        </p:nvGrpSpPr>
        <p:grpSpPr>
          <a:xfrm>
            <a:off x="4514215" y="3675380"/>
            <a:ext cx="3613150" cy="1185545"/>
            <a:chOff x="7168" y="5720"/>
            <a:chExt cx="5690" cy="1867"/>
          </a:xfrm>
        </p:grpSpPr>
        <p:sp>
          <p:nvSpPr>
            <p:cNvPr id="40" name="矩形: 圆角 74"/>
            <p:cNvSpPr/>
            <p:nvPr>
              <p:custDataLst>
                <p:tags r:id="rId19"/>
              </p:custDataLst>
            </p:nvPr>
          </p:nvSpPr>
          <p:spPr bwMode="auto">
            <a:xfrm>
              <a:off x="7168" y="5720"/>
              <a:ext cx="1784" cy="509"/>
            </a:xfrm>
            <a:prstGeom prst="roundRect">
              <a:avLst>
                <a:gd name="adj" fmla="val 507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线索价值评估</a:t>
              </a:r>
              <a:endParaRPr kumimoji="1" lang="zh-CN" altLang="en-US" sz="1000" kern="0" dirty="0">
                <a:solidFill>
                  <a:schemeClr val="tx2"/>
                </a:solidFill>
                <a:latin typeface="+mj-ea"/>
                <a:ea typeface="+mj-ea"/>
                <a:sym typeface="+mn-ea"/>
              </a:endParaRPr>
            </a:p>
          </p:txBody>
        </p:sp>
        <p:sp>
          <p:nvSpPr>
            <p:cNvPr id="41" name="矩形: 圆角 74"/>
            <p:cNvSpPr/>
            <p:nvPr>
              <p:custDataLst>
                <p:tags r:id="rId20"/>
              </p:custDataLst>
            </p:nvPr>
          </p:nvSpPr>
          <p:spPr bwMode="auto">
            <a:xfrm>
              <a:off x="9119" y="5720"/>
              <a:ext cx="1784" cy="509"/>
            </a:xfrm>
            <a:prstGeom prst="roundRect">
              <a:avLst>
                <a:gd name="adj" fmla="val 669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初核策略建议</a:t>
              </a:r>
              <a:endParaRPr kumimoji="1" lang="zh-CN" altLang="en-US" sz="1000" kern="0" dirty="0">
                <a:solidFill>
                  <a:schemeClr val="tx2"/>
                </a:solidFill>
                <a:latin typeface="+mj-ea"/>
                <a:ea typeface="+mj-ea"/>
                <a:sym typeface="+mn-ea"/>
              </a:endParaRPr>
            </a:p>
          </p:txBody>
        </p:sp>
        <p:sp>
          <p:nvSpPr>
            <p:cNvPr id="42" name="矩形: 圆角 74"/>
            <p:cNvSpPr/>
            <p:nvPr>
              <p:custDataLst>
                <p:tags r:id="rId21"/>
              </p:custDataLst>
            </p:nvPr>
          </p:nvSpPr>
          <p:spPr bwMode="auto">
            <a:xfrm>
              <a:off x="11074" y="5720"/>
              <a:ext cx="1784" cy="509"/>
            </a:xfrm>
            <a:prstGeom prst="roundRect">
              <a:avLst>
                <a:gd name="adj" fmla="val 811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能数据处理</a:t>
              </a:r>
              <a:endParaRPr kumimoji="1" lang="zh-CN" altLang="en-US" sz="1000" kern="0" dirty="0">
                <a:solidFill>
                  <a:schemeClr val="tx2"/>
                </a:solidFill>
                <a:latin typeface="+mj-ea"/>
                <a:ea typeface="+mj-ea"/>
                <a:sym typeface="+mn-ea"/>
              </a:endParaRPr>
            </a:p>
          </p:txBody>
        </p:sp>
        <p:sp>
          <p:nvSpPr>
            <p:cNvPr id="43" name="矩形: 圆角 74"/>
            <p:cNvSpPr/>
            <p:nvPr>
              <p:custDataLst>
                <p:tags r:id="rId22"/>
              </p:custDataLst>
            </p:nvPr>
          </p:nvSpPr>
          <p:spPr bwMode="auto">
            <a:xfrm>
              <a:off x="7168" y="6401"/>
              <a:ext cx="1784" cy="509"/>
            </a:xfrm>
            <a:prstGeom prst="roundRect">
              <a:avLst>
                <a:gd name="adj" fmla="val 669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财务数据穿透</a:t>
              </a:r>
              <a:endParaRPr kumimoji="1" lang="zh-CN" altLang="en-US" sz="1000" kern="0" dirty="0">
                <a:solidFill>
                  <a:schemeClr val="tx2"/>
                </a:solidFill>
                <a:latin typeface="+mj-ea"/>
                <a:ea typeface="+mj-ea"/>
                <a:sym typeface="+mn-ea"/>
              </a:endParaRPr>
            </a:p>
          </p:txBody>
        </p:sp>
        <p:sp>
          <p:nvSpPr>
            <p:cNvPr id="44" name="矩形: 圆角 74"/>
            <p:cNvSpPr/>
            <p:nvPr>
              <p:custDataLst>
                <p:tags r:id="rId23"/>
              </p:custDataLst>
            </p:nvPr>
          </p:nvSpPr>
          <p:spPr bwMode="auto">
            <a:xfrm>
              <a:off x="9119" y="6401"/>
              <a:ext cx="1784" cy="509"/>
            </a:xfrm>
            <a:prstGeom prst="roundRect">
              <a:avLst>
                <a:gd name="adj" fmla="val 507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非结构化数据</a:t>
              </a:r>
              <a:endParaRPr kumimoji="1" lang="zh-CN" altLang="en-US" sz="1000" kern="0" dirty="0">
                <a:solidFill>
                  <a:schemeClr val="tx2"/>
                </a:solidFill>
                <a:latin typeface="+mj-ea"/>
                <a:ea typeface="+mj-ea"/>
                <a:sym typeface="+mn-ea"/>
              </a:endParaRPr>
            </a:p>
          </p:txBody>
        </p:sp>
        <p:sp>
          <p:nvSpPr>
            <p:cNvPr id="45" name="矩形: 圆角 74"/>
            <p:cNvSpPr/>
            <p:nvPr>
              <p:custDataLst>
                <p:tags r:id="rId24"/>
              </p:custDataLst>
            </p:nvPr>
          </p:nvSpPr>
          <p:spPr bwMode="auto">
            <a:xfrm>
              <a:off x="11074" y="6401"/>
              <a:ext cx="1784" cy="509"/>
            </a:xfrm>
            <a:prstGeom prst="roundRect">
              <a:avLst>
                <a:gd name="adj" fmla="val 507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隐蔽关联挖掘</a:t>
              </a:r>
              <a:endParaRPr kumimoji="1" lang="zh-CN" altLang="en-US" sz="1000" kern="0" dirty="0">
                <a:solidFill>
                  <a:schemeClr val="tx2"/>
                </a:solidFill>
                <a:latin typeface="+mj-ea"/>
                <a:ea typeface="+mj-ea"/>
                <a:sym typeface="+mn-ea"/>
              </a:endParaRPr>
            </a:p>
          </p:txBody>
        </p:sp>
        <p:sp>
          <p:nvSpPr>
            <p:cNvPr id="46" name="矩形: 圆角 74"/>
            <p:cNvSpPr/>
            <p:nvPr>
              <p:custDataLst>
                <p:tags r:id="rId25"/>
              </p:custDataLst>
            </p:nvPr>
          </p:nvSpPr>
          <p:spPr bwMode="auto">
            <a:xfrm>
              <a:off x="7168" y="7078"/>
              <a:ext cx="1784" cy="509"/>
            </a:xfrm>
            <a:prstGeom prst="roundRect">
              <a:avLst>
                <a:gd name="adj" fmla="val 669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行为模式预警</a:t>
              </a:r>
              <a:endParaRPr kumimoji="1" lang="zh-CN" altLang="en-US" sz="1000" kern="0" dirty="0">
                <a:solidFill>
                  <a:schemeClr val="tx2"/>
                </a:solidFill>
                <a:latin typeface="+mj-ea"/>
                <a:ea typeface="+mj-ea"/>
                <a:sym typeface="+mn-ea"/>
              </a:endParaRPr>
            </a:p>
          </p:txBody>
        </p:sp>
        <p:sp>
          <p:nvSpPr>
            <p:cNvPr id="47" name="矩形: 圆角 74"/>
            <p:cNvSpPr/>
            <p:nvPr>
              <p:custDataLst>
                <p:tags r:id="rId26"/>
              </p:custDataLst>
            </p:nvPr>
          </p:nvSpPr>
          <p:spPr bwMode="auto">
            <a:xfrm>
              <a:off x="9119" y="7078"/>
              <a:ext cx="1784" cy="509"/>
            </a:xfrm>
            <a:prstGeom prst="roundRect">
              <a:avLst>
                <a:gd name="adj" fmla="val 669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谈话策略支持</a:t>
              </a:r>
              <a:endParaRPr kumimoji="1" lang="zh-CN" altLang="en-US" sz="1000" kern="0" dirty="0">
                <a:solidFill>
                  <a:schemeClr val="tx2"/>
                </a:solidFill>
                <a:latin typeface="+mj-ea"/>
                <a:ea typeface="+mj-ea"/>
                <a:sym typeface="+mn-ea"/>
              </a:endParaRPr>
            </a:p>
          </p:txBody>
        </p:sp>
        <p:sp>
          <p:nvSpPr>
            <p:cNvPr id="48" name="矩形: 圆角 74"/>
            <p:cNvSpPr/>
            <p:nvPr>
              <p:custDataLst>
                <p:tags r:id="rId27"/>
              </p:custDataLst>
            </p:nvPr>
          </p:nvSpPr>
          <p:spPr bwMode="auto">
            <a:xfrm>
              <a:off x="11074" y="7078"/>
              <a:ext cx="1784" cy="509"/>
            </a:xfrm>
            <a:prstGeom prst="roundRect">
              <a:avLst>
                <a:gd name="adj" fmla="val 5070"/>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000" kern="0" dirty="0">
                  <a:solidFill>
                    <a:schemeClr val="tx2"/>
                  </a:solidFill>
                  <a:latin typeface="+mj-ea"/>
                  <a:ea typeface="+mj-ea"/>
                  <a:sym typeface="+mn-ea"/>
                </a:rPr>
                <a:t>矛盾点提示</a:t>
              </a:r>
              <a:endParaRPr kumimoji="1" lang="zh-CN" altLang="en-US" sz="1000" kern="0" dirty="0">
                <a:solidFill>
                  <a:schemeClr val="tx2"/>
                </a:solidFill>
                <a:latin typeface="+mj-ea"/>
                <a:ea typeface="+mj-ea"/>
                <a:sym typeface="+mn-ea"/>
              </a:endParaRPr>
            </a:p>
          </p:txBody>
        </p:sp>
      </p:grpSp>
      <p:sp>
        <p:nvSpPr>
          <p:cNvPr id="11" name="流程图: 可选过程 21"/>
          <p:cNvSpPr/>
          <p:nvPr>
            <p:custDataLst>
              <p:tags r:id="rId28"/>
            </p:custDataLst>
          </p:nvPr>
        </p:nvSpPr>
        <p:spPr bwMode="auto">
          <a:xfrm>
            <a:off x="396000" y="3204000"/>
            <a:ext cx="3851910" cy="360000"/>
          </a:xfrm>
          <a:prstGeom prst="roundRect">
            <a:avLst>
              <a:gd name="adj" fmla="val 12935"/>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监督智能体</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8" name="流程图: 可选过程 21"/>
          <p:cNvSpPr/>
          <p:nvPr>
            <p:custDataLst>
              <p:tags r:id="rId29"/>
            </p:custDataLst>
          </p:nvPr>
        </p:nvSpPr>
        <p:spPr bwMode="auto">
          <a:xfrm>
            <a:off x="4392000" y="3204000"/>
            <a:ext cx="3851910" cy="360000"/>
          </a:xfrm>
          <a:prstGeom prst="roundRect">
            <a:avLst>
              <a:gd name="adj" fmla="val 14895"/>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办案智能体</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1" name="矩形: 圆角 5"/>
          <p:cNvSpPr/>
          <p:nvPr>
            <p:custDataLst>
              <p:tags r:id="rId30"/>
            </p:custDataLst>
          </p:nvPr>
        </p:nvSpPr>
        <p:spPr>
          <a:xfrm>
            <a:off x="396000" y="1836000"/>
            <a:ext cx="3851910" cy="1296000"/>
          </a:xfrm>
          <a:prstGeom prst="roundRect">
            <a:avLst>
              <a:gd name="adj" fmla="val 35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68" name="组合 67"/>
          <p:cNvGrpSpPr/>
          <p:nvPr/>
        </p:nvGrpSpPr>
        <p:grpSpPr>
          <a:xfrm>
            <a:off x="504000" y="2016000"/>
            <a:ext cx="3635413" cy="1044175"/>
            <a:chOff x="928" y="3408"/>
            <a:chExt cx="5508" cy="1177"/>
          </a:xfrm>
        </p:grpSpPr>
        <p:sp>
          <p:nvSpPr>
            <p:cNvPr id="92" name="矩形: 圆角 74"/>
            <p:cNvSpPr/>
            <p:nvPr>
              <p:custDataLst>
                <p:tags r:id="rId31"/>
              </p:custDataLst>
            </p:nvPr>
          </p:nvSpPr>
          <p:spPr bwMode="auto">
            <a:xfrm>
              <a:off x="928" y="3408"/>
              <a:ext cx="2727" cy="568"/>
            </a:xfrm>
            <a:prstGeom prst="roundRect">
              <a:avLst>
                <a:gd name="adj" fmla="val 469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信访法规查询</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3" name="矩形: 圆角 74"/>
            <p:cNvSpPr/>
            <p:nvPr>
              <p:custDataLst>
                <p:tags r:id="rId32"/>
              </p:custDataLst>
            </p:nvPr>
          </p:nvSpPr>
          <p:spPr bwMode="auto">
            <a:xfrm>
              <a:off x="3709" y="3408"/>
              <a:ext cx="2727" cy="568"/>
            </a:xfrm>
            <a:prstGeom prst="roundRect">
              <a:avLst>
                <a:gd name="adj" fmla="val 602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信访内容智能解析</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4" name="矩形: 圆角 74"/>
            <p:cNvSpPr/>
            <p:nvPr>
              <p:custDataLst>
                <p:tags r:id="rId33"/>
              </p:custDataLst>
            </p:nvPr>
          </p:nvSpPr>
          <p:spPr bwMode="auto">
            <a:xfrm>
              <a:off x="928" y="4017"/>
              <a:ext cx="2727" cy="568"/>
            </a:xfrm>
            <a:prstGeom prst="roundRect">
              <a:avLst>
                <a:gd name="adj" fmla="val 469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重复信访材料筛选</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5" name="矩形: 圆角 74"/>
            <p:cNvSpPr/>
            <p:nvPr>
              <p:custDataLst>
                <p:tags r:id="rId34"/>
              </p:custDataLst>
            </p:nvPr>
          </p:nvSpPr>
          <p:spPr bwMode="auto">
            <a:xfrm>
              <a:off x="3709" y="4017"/>
              <a:ext cx="2727" cy="568"/>
            </a:xfrm>
            <a:prstGeom prst="roundRect">
              <a:avLst>
                <a:gd name="adj" fmla="val 685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贪腐风险防控</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sp>
        <p:nvSpPr>
          <p:cNvPr id="97" name="矩形: 圆角 5"/>
          <p:cNvSpPr/>
          <p:nvPr>
            <p:custDataLst>
              <p:tags r:id="rId35"/>
            </p:custDataLst>
          </p:nvPr>
        </p:nvSpPr>
        <p:spPr>
          <a:xfrm>
            <a:off x="4392000" y="1836000"/>
            <a:ext cx="3852000" cy="1296000"/>
          </a:xfrm>
          <a:prstGeom prst="roundRect">
            <a:avLst>
              <a:gd name="adj" fmla="val 35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64" name="组合 63"/>
          <p:cNvGrpSpPr/>
          <p:nvPr/>
        </p:nvGrpSpPr>
        <p:grpSpPr>
          <a:xfrm>
            <a:off x="4500000" y="2016000"/>
            <a:ext cx="3636010" cy="1044497"/>
            <a:chOff x="7266" y="3486"/>
            <a:chExt cx="5391" cy="1032"/>
          </a:xfrm>
        </p:grpSpPr>
        <p:sp>
          <p:nvSpPr>
            <p:cNvPr id="98" name="矩形: 圆角 74"/>
            <p:cNvSpPr/>
            <p:nvPr>
              <p:custDataLst>
                <p:tags r:id="rId36"/>
              </p:custDataLst>
            </p:nvPr>
          </p:nvSpPr>
          <p:spPr bwMode="auto">
            <a:xfrm>
              <a:off x="7266" y="3486"/>
              <a:ext cx="1761" cy="498"/>
            </a:xfrm>
            <a:prstGeom prst="roundRect">
              <a:avLst>
                <a:gd name="adj" fmla="val 634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党纪法规查询</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9" name="矩形: 圆角 74"/>
            <p:cNvSpPr/>
            <p:nvPr>
              <p:custDataLst>
                <p:tags r:id="rId37"/>
              </p:custDataLst>
            </p:nvPr>
          </p:nvSpPr>
          <p:spPr bwMode="auto">
            <a:xfrm>
              <a:off x="9081" y="3486"/>
              <a:ext cx="1761" cy="498"/>
            </a:xfrm>
            <a:prstGeom prst="roundRect">
              <a:avLst>
                <a:gd name="adj" fmla="val 698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案卷电子化录入</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0" name="矩形: 圆角 74"/>
            <p:cNvSpPr/>
            <p:nvPr>
              <p:custDataLst>
                <p:tags r:id="rId38"/>
              </p:custDataLst>
            </p:nvPr>
          </p:nvSpPr>
          <p:spPr bwMode="auto">
            <a:xfrm>
              <a:off x="10896" y="3486"/>
              <a:ext cx="1761" cy="498"/>
            </a:xfrm>
            <a:prstGeom prst="roundRect">
              <a:avLst>
                <a:gd name="adj" fmla="val 7498"/>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检索关联案件</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1" name="矩形: 圆角 74"/>
            <p:cNvSpPr/>
            <p:nvPr>
              <p:custDataLst>
                <p:tags r:id="rId39"/>
              </p:custDataLst>
            </p:nvPr>
          </p:nvSpPr>
          <p:spPr bwMode="auto">
            <a:xfrm>
              <a:off x="7266" y="4020"/>
              <a:ext cx="1761" cy="498"/>
            </a:xfrm>
            <a:prstGeom prst="roundRect">
              <a:avLst>
                <a:gd name="adj" fmla="val 675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补证建议</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2" name="矩形: 圆角 74"/>
            <p:cNvSpPr/>
            <p:nvPr>
              <p:custDataLst>
                <p:tags r:id="rId40"/>
              </p:custDataLst>
            </p:nvPr>
          </p:nvSpPr>
          <p:spPr bwMode="auto">
            <a:xfrm>
              <a:off x="9081" y="4020"/>
              <a:ext cx="1761" cy="498"/>
            </a:xfrm>
            <a:prstGeom prst="roundRect">
              <a:avLst>
                <a:gd name="adj" fmla="val 850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读笔录生成</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3" name="矩形: 圆角 74"/>
            <p:cNvSpPr/>
            <p:nvPr>
              <p:custDataLst>
                <p:tags r:id="rId41"/>
              </p:custDataLst>
            </p:nvPr>
          </p:nvSpPr>
          <p:spPr bwMode="auto">
            <a:xfrm>
              <a:off x="10896" y="4020"/>
              <a:ext cx="1761" cy="498"/>
            </a:xfrm>
            <a:prstGeom prst="roundRect">
              <a:avLst>
                <a:gd name="adj" fmla="val 4603"/>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审理结果生产</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sp>
        <p:nvSpPr>
          <p:cNvPr id="96" name="流程图: 可选过程 21"/>
          <p:cNvSpPr/>
          <p:nvPr>
            <p:custDataLst>
              <p:tags r:id="rId42"/>
            </p:custDataLst>
          </p:nvPr>
        </p:nvSpPr>
        <p:spPr bwMode="auto">
          <a:xfrm>
            <a:off x="4392000" y="1584000"/>
            <a:ext cx="3851910" cy="360000"/>
          </a:xfrm>
          <a:prstGeom prst="roundRect">
            <a:avLst>
              <a:gd name="adj" fmla="val 13725"/>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审理智能体</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90" name="流程图: 可选过程 21"/>
          <p:cNvSpPr/>
          <p:nvPr>
            <p:custDataLst>
              <p:tags r:id="rId43"/>
            </p:custDataLst>
          </p:nvPr>
        </p:nvSpPr>
        <p:spPr bwMode="auto">
          <a:xfrm>
            <a:off x="396000" y="1584000"/>
            <a:ext cx="3851910" cy="360000"/>
          </a:xfrm>
          <a:prstGeom prst="roundRect">
            <a:avLst/>
          </a:prstGeom>
          <a:solidFill>
            <a:schemeClr val="accent2"/>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p>
            <a:pPr lvl="0" algn="ctr">
              <a:buClrTx/>
              <a:buSzTx/>
              <a:buFontTx/>
            </a:pPr>
            <a:r>
              <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rPr>
              <a:t>信访智能体</a:t>
            </a:r>
            <a:endParaRPr kumimoji="1" lang="zh-CN" altLang="en-US" sz="1400" b="1" dirty="0">
              <a:solidFill>
                <a:schemeClr val="bg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30" name="文本框 29"/>
          <p:cNvSpPr txBox="1"/>
          <p:nvPr/>
        </p:nvSpPr>
        <p:spPr>
          <a:xfrm>
            <a:off x="8425180" y="1975485"/>
            <a:ext cx="3491865" cy="972185"/>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政策：</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《中央纪委国家监委数字纪检监察体系建设规划（</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2023-2027 </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年）》</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需求：</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智慧监督、智慧办案、智慧管理</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49" name="圆角矩形 155"/>
          <p:cNvSpPr/>
          <p:nvPr/>
        </p:nvSpPr>
        <p:spPr>
          <a:xfrm>
            <a:off x="8460105" y="1583690"/>
            <a:ext cx="3347720" cy="360045"/>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pP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方案依据</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52" name="文本框 51"/>
          <p:cNvSpPr txBox="1"/>
          <p:nvPr/>
        </p:nvSpPr>
        <p:spPr>
          <a:xfrm>
            <a:off x="8425180" y="3543972"/>
            <a:ext cx="3528060" cy="1259840"/>
          </a:xfrm>
          <a:prstGeom prst="rect">
            <a:avLst/>
          </a:prstGeom>
          <a:noFill/>
        </p:spPr>
        <p:txBody>
          <a:bodyPr wrap="square" lIns="71755" tIns="71755" rIns="71755" bIns="71755" rtlCol="0">
            <a:noAutofit/>
          </a:bodyPr>
          <a:lstStyle/>
          <a:p>
            <a:pPr marL="228600" indent="-228600" algn="l">
              <a:lnSpc>
                <a:spcPct val="125000"/>
              </a:lnSpc>
              <a:spcBef>
                <a:spcPts val="300"/>
              </a:spcBef>
              <a:spcAft>
                <a:spcPts val="300"/>
              </a:spcAft>
              <a:buFont typeface="Wingdings" panose="05000000000000000000" charset="0"/>
              <a:buChar char=""/>
            </a:pPr>
            <a:r>
              <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深度契合政策需求</a:t>
            </a:r>
            <a:endPar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228600" indent="-228600" algn="l">
              <a:lnSpc>
                <a:spcPct val="125000"/>
              </a:lnSpc>
              <a:spcBef>
                <a:spcPts val="300"/>
              </a:spcBef>
              <a:spcAft>
                <a:spcPts val="300"/>
              </a:spcAft>
              <a:buFont typeface="Wingdings" panose="05000000000000000000" charset="0"/>
              <a:buChar char=""/>
            </a:pP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业务场景的全流程覆盖，从</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 “</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单点应用</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 </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到</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 “</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体系化解决方案</a:t>
            </a:r>
            <a:r>
              <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228600" indent="-228600" algn="l">
              <a:lnSpc>
                <a:spcPct val="125000"/>
              </a:lnSpc>
              <a:spcBef>
                <a:spcPts val="300"/>
              </a:spcBef>
              <a:spcAft>
                <a:spcPts val="300"/>
              </a:spcAft>
              <a:buFont typeface="Wingdings" panose="05000000000000000000" charset="0"/>
              <a:buChar char=""/>
            </a:pP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可落地性强，价值闭环的可验证</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53" name="圆角矩形 155"/>
          <p:cNvSpPr/>
          <p:nvPr/>
        </p:nvSpPr>
        <p:spPr>
          <a:xfrm>
            <a:off x="8460105" y="3168015"/>
            <a:ext cx="3347720" cy="360045"/>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lstStyle/>
          <a:p>
            <a:pPr algn="ct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方案竞争力</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endParaRPr>
          </a:p>
        </p:txBody>
      </p:sp>
      <p:grpSp>
        <p:nvGrpSpPr>
          <p:cNvPr id="55" name="组合 54" hidden="1"/>
          <p:cNvGrpSpPr/>
          <p:nvPr/>
        </p:nvGrpSpPr>
        <p:grpSpPr>
          <a:xfrm>
            <a:off x="8549640" y="4865370"/>
            <a:ext cx="3225800" cy="1514475"/>
            <a:chOff x="13291" y="2541"/>
            <a:chExt cx="5080" cy="2385"/>
          </a:xfrm>
        </p:grpSpPr>
        <p:sp>
          <p:nvSpPr>
            <p:cNvPr id="56" name="文本框 55"/>
            <p:cNvSpPr txBox="1"/>
            <p:nvPr/>
          </p:nvSpPr>
          <p:spPr>
            <a:xfrm>
              <a:off x="13291" y="3038"/>
              <a:ext cx="5046" cy="1888"/>
            </a:xfrm>
            <a:prstGeom prst="rect">
              <a:avLst/>
            </a:prstGeom>
            <a:noFill/>
          </p:spPr>
          <p:txBody>
            <a:bodyPr wrap="square" rtlCol="0">
              <a:spAutoFit/>
            </a:bodyPr>
            <a:lstStyle/>
            <a:p>
              <a:pPr marL="228600" indent="-228600" algn="l">
                <a:lnSpc>
                  <a:spcPct val="150000"/>
                </a:lnSpc>
                <a:buFont typeface="Wingdings" panose="05000000000000000000" charset="0"/>
                <a:buChar char=""/>
              </a:pPr>
              <a:r>
                <a:rPr kumimoji="1" lang="zh-CN" sz="1200" dirty="0">
                  <a:solidFill>
                    <a:schemeClr val="tx2"/>
                  </a:solidFill>
                  <a:ea typeface="+mj-ea"/>
                  <a:sym typeface="+mn-ea"/>
                </a:rPr>
                <a:t>深度契合政策需求</a:t>
              </a:r>
              <a:endParaRPr kumimoji="1" lang="zh-CN" sz="1200" dirty="0">
                <a:solidFill>
                  <a:schemeClr val="tx2"/>
                </a:solidFill>
                <a:ea typeface="+mj-ea"/>
              </a:endParaRPr>
            </a:p>
            <a:p>
              <a:pPr marL="228600" indent="-228600" algn="l">
                <a:lnSpc>
                  <a:spcPct val="150000"/>
                </a:lnSpc>
                <a:buFont typeface="Wingdings" panose="05000000000000000000" charset="0"/>
                <a:buChar char=""/>
              </a:pPr>
              <a:r>
                <a:rPr kumimoji="1" lang="zh-CN" altLang="en-US" sz="1200" dirty="0">
                  <a:solidFill>
                    <a:schemeClr val="tx2"/>
                  </a:solidFill>
                  <a:ea typeface="+mj-ea"/>
                  <a:sym typeface="+mn-ea"/>
                </a:rPr>
                <a:t>业务场景的全流程覆盖，从</a:t>
              </a:r>
              <a:r>
                <a:rPr kumimoji="1" lang="en-US" altLang="zh-CN" sz="1200" dirty="0">
                  <a:solidFill>
                    <a:schemeClr val="tx2"/>
                  </a:solidFill>
                  <a:ea typeface="+mj-ea"/>
                  <a:sym typeface="+mn-ea"/>
                </a:rPr>
                <a:t> “</a:t>
              </a:r>
              <a:r>
                <a:rPr kumimoji="1" lang="zh-CN" altLang="en-US" sz="1200" dirty="0">
                  <a:solidFill>
                    <a:schemeClr val="tx2"/>
                  </a:solidFill>
                  <a:ea typeface="+mj-ea"/>
                  <a:sym typeface="+mn-ea"/>
                </a:rPr>
                <a:t>单点应用</a:t>
              </a:r>
              <a:r>
                <a:rPr kumimoji="1" lang="en-US" altLang="zh-CN" sz="1200" dirty="0">
                  <a:solidFill>
                    <a:schemeClr val="tx2"/>
                  </a:solidFill>
                  <a:ea typeface="+mj-ea"/>
                  <a:sym typeface="+mn-ea"/>
                </a:rPr>
                <a:t>” </a:t>
              </a:r>
              <a:r>
                <a:rPr kumimoji="1" lang="zh-CN" altLang="en-US" sz="1200" dirty="0">
                  <a:solidFill>
                    <a:schemeClr val="tx2"/>
                  </a:solidFill>
                  <a:ea typeface="+mj-ea"/>
                  <a:sym typeface="+mn-ea"/>
                </a:rPr>
                <a:t>到</a:t>
              </a:r>
              <a:r>
                <a:rPr kumimoji="1" lang="en-US" altLang="zh-CN" sz="1200" dirty="0">
                  <a:solidFill>
                    <a:schemeClr val="tx2"/>
                  </a:solidFill>
                  <a:ea typeface="+mj-ea"/>
                  <a:sym typeface="+mn-ea"/>
                </a:rPr>
                <a:t> “</a:t>
              </a:r>
              <a:r>
                <a:rPr kumimoji="1" lang="zh-CN" altLang="en-US" sz="1200" dirty="0">
                  <a:solidFill>
                    <a:schemeClr val="tx2"/>
                  </a:solidFill>
                  <a:ea typeface="+mj-ea"/>
                  <a:sym typeface="+mn-ea"/>
                </a:rPr>
                <a:t>体系化解决方案</a:t>
              </a:r>
              <a:r>
                <a:rPr kumimoji="1" lang="en-US" altLang="zh-CN" sz="1200" dirty="0">
                  <a:solidFill>
                    <a:schemeClr val="tx2"/>
                  </a:solidFill>
                  <a:ea typeface="+mj-ea"/>
                  <a:sym typeface="+mn-ea"/>
                </a:rPr>
                <a:t>”</a:t>
              </a:r>
              <a:endParaRPr kumimoji="1" lang="en-US" altLang="zh-CN" sz="1200" dirty="0">
                <a:solidFill>
                  <a:schemeClr val="tx2"/>
                </a:solidFill>
                <a:ea typeface="+mj-ea"/>
              </a:endParaRPr>
            </a:p>
            <a:p>
              <a:pPr marL="228600" indent="-228600" algn="l">
                <a:lnSpc>
                  <a:spcPct val="150000"/>
                </a:lnSpc>
                <a:buFont typeface="Wingdings" panose="05000000000000000000" charset="0"/>
                <a:buChar char=""/>
              </a:pPr>
              <a:r>
                <a:rPr kumimoji="1" lang="zh-CN" altLang="en-US" sz="1200" dirty="0">
                  <a:solidFill>
                    <a:schemeClr val="tx2"/>
                  </a:solidFill>
                  <a:ea typeface="+mj-ea"/>
                  <a:sym typeface="+mn-ea"/>
                </a:rPr>
                <a:t>可落地性强，价值闭环的可验证</a:t>
              </a:r>
              <a:endParaRPr kumimoji="1" lang="zh-CN" altLang="en-US" sz="1200" dirty="0">
                <a:solidFill>
                  <a:schemeClr val="tx2"/>
                </a:solidFill>
                <a:ea typeface="+mj-ea"/>
              </a:endParaRPr>
            </a:p>
          </p:txBody>
        </p:sp>
        <p:sp>
          <p:nvSpPr>
            <p:cNvPr id="57" name="圆角矩形 155"/>
            <p:cNvSpPr/>
            <p:nvPr/>
          </p:nvSpPr>
          <p:spPr>
            <a:xfrm>
              <a:off x="13324" y="2541"/>
              <a:ext cx="5047" cy="510"/>
            </a:xfrm>
            <a:prstGeom prst="roundRect">
              <a:avLst>
                <a:gd name="adj" fmla="val 1438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solidFill>
                    <a:schemeClr val="accent1"/>
                  </a:solidFill>
                  <a:latin typeface="微软雅黑" panose="020B0502040204020203" pitchFamily="34" charset="-122"/>
                  <a:ea typeface="微软雅黑" panose="020B0502040204020203" pitchFamily="34" charset="-122"/>
                </a:rPr>
                <a:t>方案依据</a:t>
              </a:r>
              <a:endParaRPr kumimoji="1" lang="zh-CN" altLang="en-US" sz="1200" b="1" dirty="0">
                <a:solidFill>
                  <a:schemeClr val="accent1"/>
                </a:solidFill>
                <a:latin typeface="微软雅黑" panose="020B0502040204020203" pitchFamily="34" charset="-122"/>
                <a:ea typeface="微软雅黑" panose="020B0502040204020203" pitchFamily="34" charset="-122"/>
              </a:endParaRPr>
            </a:p>
          </p:txBody>
        </p:sp>
      </p:grpSp>
      <p:sp>
        <p:nvSpPr>
          <p:cNvPr id="62" name="文本框 61"/>
          <p:cNvSpPr txBox="1"/>
          <p:nvPr/>
        </p:nvSpPr>
        <p:spPr>
          <a:xfrm>
            <a:off x="8425180" y="5472105"/>
            <a:ext cx="3384550" cy="683895"/>
          </a:xfrm>
          <a:prstGeom prst="rect">
            <a:avLst/>
          </a:prstGeom>
          <a:noFill/>
        </p:spPr>
        <p:txBody>
          <a:bodyPr wrap="square" lIns="71755" tIns="71755" rIns="71755" bIns="71755" rtlCol="0">
            <a:noAutofit/>
          </a:bodyPr>
          <a:lstStyle/>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标杆：</a:t>
            </a:r>
            <a:r>
              <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天津河东区智慧纪检监测平台二期项目</a:t>
            </a:r>
            <a:endParaRPr kumimoji="1" lang="en-US" alt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a:p>
            <a:pPr marL="171450" indent="-171450" algn="l">
              <a:lnSpc>
                <a:spcPct val="125000"/>
              </a:lnSpc>
              <a:spcBef>
                <a:spcPts val="300"/>
              </a:spcBef>
              <a:spcAft>
                <a:spcPts val="300"/>
              </a:spcAft>
              <a:buFont typeface="Wingdings" panose="05000000000000000000" charset="0"/>
              <a:buChar char=""/>
            </a:pPr>
            <a:r>
              <a:rPr kumimoji="1" lang="zh-CN" altLang="en-US" sz="1200" b="1"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商机：</a:t>
            </a:r>
            <a:r>
              <a:rPr kumimoji="1" lang="zh-CN" sz="120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天津市纪检、昆明市纪检、江西纪委</a:t>
            </a:r>
            <a:endParaRPr kumimoji="1" lang="zh-CN" altLang="en-US" sz="1200" dirty="0">
              <a:solidFill>
                <a:schemeClr val="tx2"/>
              </a:solidFill>
              <a:latin typeface="Arial" panose="020B0604020202090204" pitchFamily="34" charset="0"/>
              <a:ea typeface="Microsoft YaHei" panose="020B0502040204020203" pitchFamily="34" charset="-122"/>
              <a:cs typeface="Arial" panose="020B0604020202090204" pitchFamily="34" charset="0"/>
            </a:endParaRPr>
          </a:p>
        </p:txBody>
      </p:sp>
      <p:sp>
        <p:nvSpPr>
          <p:cNvPr id="63" name="圆角矩形 155"/>
          <p:cNvSpPr/>
          <p:nvPr/>
        </p:nvSpPr>
        <p:spPr>
          <a:xfrm>
            <a:off x="8460105" y="5076190"/>
            <a:ext cx="3347720" cy="360045"/>
          </a:xfrm>
          <a:prstGeom prst="roundRect">
            <a:avLst>
              <a:gd name="adj" fmla="val 14387"/>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36195" rIns="71755" bIns="36195" numCol="1" spcCol="0" rtlCol="0" fromWordArt="0" anchor="ctr" anchorCtr="0" forceAA="0" compatLnSpc="1">
            <a:noAutofit/>
          </a:bodyPr>
          <a:lstStyle/>
          <a:p>
            <a:pPr lvl="0" algn="ctr">
              <a:buClrTx/>
              <a:buSzTx/>
              <a:buFontTx/>
            </a:pPr>
            <a:r>
              <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rPr>
              <a:t>标杆与商机</a:t>
            </a:r>
            <a:endParaRPr kumimoji="1" lang="zh-CN" altLang="en-US" sz="1200" b="1" dirty="0">
              <a:solidFill>
                <a:schemeClr val="accent1"/>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nvGrpSpPr>
          <p:cNvPr id="111" name="组合 110"/>
          <p:cNvGrpSpPr/>
          <p:nvPr/>
        </p:nvGrpSpPr>
        <p:grpSpPr>
          <a:xfrm>
            <a:off x="4500000" y="3636000"/>
            <a:ext cx="3636210" cy="1367929"/>
            <a:chOff x="7094" y="5647"/>
            <a:chExt cx="5787" cy="2278"/>
          </a:xfrm>
        </p:grpSpPr>
        <p:sp>
          <p:nvSpPr>
            <p:cNvPr id="82" name="矩形: 圆角 74"/>
            <p:cNvSpPr/>
            <p:nvPr>
              <p:custDataLst>
                <p:tags r:id="rId44"/>
              </p:custDataLst>
            </p:nvPr>
          </p:nvSpPr>
          <p:spPr bwMode="auto">
            <a:xfrm>
              <a:off x="7094" y="5647"/>
              <a:ext cx="1891" cy="719"/>
            </a:xfrm>
            <a:prstGeom prst="roundRect">
              <a:avLst>
                <a:gd name="adj" fmla="val 1072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线索价值评估</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3" name="矩形: 圆角 74"/>
            <p:cNvSpPr/>
            <p:nvPr>
              <p:custDataLst>
                <p:tags r:id="rId45"/>
              </p:custDataLst>
            </p:nvPr>
          </p:nvSpPr>
          <p:spPr bwMode="auto">
            <a:xfrm>
              <a:off x="9042" y="5647"/>
              <a:ext cx="1891" cy="719"/>
            </a:xfrm>
            <a:prstGeom prst="roundRect">
              <a:avLst>
                <a:gd name="adj" fmla="val 8484"/>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0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初核策略建议</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4" name="矩形: 圆角 74"/>
            <p:cNvSpPr/>
            <p:nvPr>
              <p:custDataLst>
                <p:tags r:id="rId46"/>
              </p:custDataLst>
            </p:nvPr>
          </p:nvSpPr>
          <p:spPr bwMode="auto">
            <a:xfrm>
              <a:off x="10990" y="5647"/>
              <a:ext cx="1891" cy="719"/>
            </a:xfrm>
            <a:prstGeom prst="roundRect">
              <a:avLst>
                <a:gd name="adj" fmla="val 8057"/>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能数据处理</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5" name="矩形: 圆角 74"/>
            <p:cNvSpPr/>
            <p:nvPr>
              <p:custDataLst>
                <p:tags r:id="rId47"/>
              </p:custDataLst>
            </p:nvPr>
          </p:nvSpPr>
          <p:spPr bwMode="auto">
            <a:xfrm>
              <a:off x="7094" y="6426"/>
              <a:ext cx="1891" cy="719"/>
            </a:xfrm>
            <a:prstGeom prst="roundRect">
              <a:avLst>
                <a:gd name="adj" fmla="val 973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财务数据穿透</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6" name="矩形: 圆角 74"/>
            <p:cNvSpPr/>
            <p:nvPr>
              <p:custDataLst>
                <p:tags r:id="rId48"/>
              </p:custDataLst>
            </p:nvPr>
          </p:nvSpPr>
          <p:spPr bwMode="auto">
            <a:xfrm>
              <a:off x="9042" y="6426"/>
              <a:ext cx="1891" cy="719"/>
            </a:xfrm>
            <a:prstGeom prst="roundRect">
              <a:avLst>
                <a:gd name="adj" fmla="val 9106"/>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非结构化数据</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7" name="矩形: 圆角 74"/>
            <p:cNvSpPr/>
            <p:nvPr>
              <p:custDataLst>
                <p:tags r:id="rId49"/>
              </p:custDataLst>
            </p:nvPr>
          </p:nvSpPr>
          <p:spPr bwMode="auto">
            <a:xfrm>
              <a:off x="10990" y="6426"/>
              <a:ext cx="1891" cy="719"/>
            </a:xfrm>
            <a:prstGeom prst="roundRect">
              <a:avLst>
                <a:gd name="adj" fmla="val 914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隐蔽关联挖掘</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8" name="矩形: 圆角 74"/>
            <p:cNvSpPr/>
            <p:nvPr>
              <p:custDataLst>
                <p:tags r:id="rId50"/>
              </p:custDataLst>
            </p:nvPr>
          </p:nvSpPr>
          <p:spPr bwMode="auto">
            <a:xfrm>
              <a:off x="7094" y="7206"/>
              <a:ext cx="1891" cy="719"/>
            </a:xfrm>
            <a:prstGeom prst="roundRect">
              <a:avLst>
                <a:gd name="adj" fmla="val 10392"/>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行为模式预警</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89" name="矩形: 圆角 74"/>
            <p:cNvSpPr/>
            <p:nvPr>
              <p:custDataLst>
                <p:tags r:id="rId51"/>
              </p:custDataLst>
            </p:nvPr>
          </p:nvSpPr>
          <p:spPr bwMode="auto">
            <a:xfrm>
              <a:off x="9042" y="7206"/>
              <a:ext cx="1891" cy="719"/>
            </a:xfrm>
            <a:prstGeom prst="roundRect">
              <a:avLst>
                <a:gd name="adj" fmla="val 7551"/>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谈话策略支持</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sp>
          <p:nvSpPr>
            <p:cNvPr id="104" name="矩形: 圆角 74"/>
            <p:cNvSpPr/>
            <p:nvPr>
              <p:custDataLst>
                <p:tags r:id="rId52"/>
              </p:custDataLst>
            </p:nvPr>
          </p:nvSpPr>
          <p:spPr bwMode="auto">
            <a:xfrm>
              <a:off x="10990" y="7206"/>
              <a:ext cx="1891" cy="719"/>
            </a:xfrm>
            <a:prstGeom prst="roundRect">
              <a:avLst>
                <a:gd name="adj" fmla="val 7435"/>
              </a:avLst>
            </a:prstGeom>
            <a:solidFill>
              <a:schemeClr val="bg1"/>
            </a:solidFill>
            <a:ln w="12700" cap="flat" cmpd="sng" algn="ctr">
              <a:noFill/>
              <a:prstDash val="solid"/>
              <a:miter lim="800000"/>
            </a:ln>
            <a:effectLst/>
          </p:spPr>
          <p:txBody>
            <a:bodyPr rot="0" spcFirstLastPara="0" vert="horz" wrap="square" lIns="0" tIns="0" rIns="0" bIns="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10000"/>
                </a:lnSpc>
                <a:buClrTx/>
                <a:buSzTx/>
                <a:buFontTx/>
              </a:pPr>
              <a:r>
                <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rPr>
                <a:t>矛盾点提示</a:t>
              </a:r>
              <a:endParaRPr kumimoji="1" lang="zh-CN" altLang="en-US" sz="1200" kern="0" dirty="0">
                <a:solidFill>
                  <a:schemeClr val="tx2"/>
                </a:solidFill>
                <a:latin typeface="Arial" panose="020B0604020202090204" pitchFamily="34" charset="0"/>
                <a:ea typeface="Microsoft YaHei" panose="020B0502040204020203" pitchFamily="34" charset="-122"/>
                <a:cs typeface="Arial" panose="020B0604020202090204" pitchFamily="34" charset="0"/>
                <a:sym typeface="+mn-ea"/>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表格样式</a:t>
            </a:r>
            <a:endParaRPr kumimoji="1" lang="zh-CN" altLang="en-US" dirty="0"/>
          </a:p>
        </p:txBody>
      </p:sp>
      <p:graphicFrame>
        <p:nvGraphicFramePr>
          <p:cNvPr id="4" name="表格 4"/>
          <p:cNvGraphicFramePr>
            <a:graphicFrameLocks noGrp="1"/>
          </p:cNvGraphicFramePr>
          <p:nvPr/>
        </p:nvGraphicFramePr>
        <p:xfrm>
          <a:off x="406800" y="1296000"/>
          <a:ext cx="11378565" cy="4701600"/>
        </p:xfrm>
        <a:graphic>
          <a:graphicData uri="http://schemas.openxmlformats.org/drawingml/2006/table">
            <a:tbl>
              <a:tblPr firstRow="1" bandRow="1">
                <a:tableStyleId>{6E25E649-3F16-4E02-A733-19D2CDBF48F0}</a:tableStyleId>
              </a:tblPr>
              <a:tblGrid>
                <a:gridCol w="976630"/>
                <a:gridCol w="4578985"/>
                <a:gridCol w="5822950"/>
              </a:tblGrid>
              <a:tr h="360000">
                <a:tc>
                  <a:txBody>
                    <a:bodyPr/>
                    <a:lstStyle/>
                    <a:p>
                      <a:pPr algn="ctr"/>
                      <a:r>
                        <a:rPr lang="zh-CN" altLang="en-US" sz="1400" b="1" i="0" dirty="0">
                          <a:solidFill>
                            <a:schemeClr val="bg1"/>
                          </a:solidFill>
                          <a:latin typeface="微软雅黑" panose="020B0502040204020203" pitchFamily="34" charset="-122"/>
                          <a:ea typeface="微软雅黑" panose="020B0502040204020203" pitchFamily="34" charset="-122"/>
                        </a:rPr>
                        <a:t>维度</a:t>
                      </a:r>
                      <a:endParaRPr lang="zh-CN" altLang="en-US" sz="1400" b="1" i="0" dirty="0">
                        <a:solidFill>
                          <a:schemeClr val="bg1"/>
                        </a:solidFill>
                        <a:latin typeface="微软雅黑" panose="020B0502040204020203" pitchFamily="34" charset="-122"/>
                        <a:ea typeface="微软雅黑" panose="020B0502040204020203" pitchFamily="34" charset="-122"/>
                      </a:endParaRPr>
                    </a:p>
                  </a:txBody>
                  <a:tcPr anchor="ctr">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ctr"/>
                      <a:r>
                        <a:rPr lang="en-US" altLang="zh-CN" sz="1400" b="1" i="0" dirty="0">
                          <a:solidFill>
                            <a:schemeClr val="bg1"/>
                          </a:solidFill>
                          <a:latin typeface="微软雅黑" panose="020B0502040204020203" pitchFamily="34" charset="-122"/>
                          <a:ea typeface="微软雅黑" panose="020B0502040204020203" pitchFamily="34" charset="-122"/>
                          <a:cs typeface="微软雅黑" panose="020B0502040204020203" pitchFamily="34" charset="-122"/>
                        </a:rPr>
                        <a:t>Palantir</a:t>
                      </a:r>
                      <a:r>
                        <a:rPr lang="zh-CN" altLang="en-US" sz="1400" b="1" i="0" dirty="0">
                          <a:solidFill>
                            <a:schemeClr val="bg1"/>
                          </a:solidFill>
                          <a:latin typeface="微软雅黑" panose="020B0502040204020203" pitchFamily="34" charset="-122"/>
                          <a:ea typeface="微软雅黑" panose="020B0502040204020203" pitchFamily="34" charset="-122"/>
                          <a:cs typeface="微软雅黑" panose="020B0502040204020203" pitchFamily="34" charset="-122"/>
                        </a:rPr>
                        <a:t>动态本体技术</a:t>
                      </a:r>
                      <a:endParaRPr lang="zh-CN" altLang="en-US" sz="1400" b="1" i="0" dirty="0">
                        <a:solidFill>
                          <a:schemeClr val="bg1"/>
                        </a:solidFill>
                        <a:latin typeface="微软雅黑" panose="020B0502040204020203" pitchFamily="34" charset="-122"/>
                        <a:ea typeface="微软雅黑" panose="020B0502040204020203" pitchFamily="34" charset="-122"/>
                        <a:cs typeface="微软雅黑" panose="020B0502040204020203" pitchFamily="34" charset="-122"/>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ctr"/>
                      <a:r>
                        <a:rPr lang="zh-CN" altLang="en-US" sz="1400" b="1" i="0" dirty="0">
                          <a:solidFill>
                            <a:schemeClr val="bg1"/>
                          </a:solidFill>
                          <a:latin typeface="微软雅黑" panose="020B0502040204020203" pitchFamily="34" charset="-122"/>
                          <a:ea typeface="微软雅黑" panose="020B0502040204020203" pitchFamily="34" charset="-122"/>
                          <a:cs typeface="微软雅黑" panose="020B0502040204020203" pitchFamily="34" charset="-122"/>
                        </a:rPr>
                        <a:t>传统大数据工程技术</a:t>
                      </a:r>
                      <a:endParaRPr lang="zh-CN" altLang="en-US" sz="1400" b="1" i="0" dirty="0">
                        <a:solidFill>
                          <a:schemeClr val="bg1"/>
                        </a:solidFill>
                        <a:latin typeface="微软雅黑" panose="020B0502040204020203" pitchFamily="34" charset="-122"/>
                        <a:ea typeface="微软雅黑" panose="020B0502040204020203" pitchFamily="34" charset="-122"/>
                        <a:cs typeface="微软雅黑" panose="020B0502040204020203" pitchFamily="34" charset="-122"/>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r>
              <a:tr h="1447200">
                <a:tc>
                  <a:txBody>
                    <a:bodyPr/>
                    <a:lstStyle/>
                    <a:p>
                      <a:pPr algn="ctr">
                        <a:buNone/>
                      </a:pPr>
                      <a:r>
                        <a:rPr lang="zh-CN" altLang="en-US" sz="1400" b="1"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sym typeface="+mn-ea"/>
                        </a:rPr>
                        <a:t>数据特性</a:t>
                      </a:r>
                      <a:endParaRPr lang="zh-CN" altLang="en-US" sz="1400" b="1" i="0"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未知且动态型问题：</a:t>
                      </a:r>
                      <a:r>
                        <a:rPr lang="zh-CN" altLang="en-US" sz="1400" dirty="0">
                          <a:solidFill>
                            <a:schemeClr val="tx2"/>
                          </a:solidFill>
                          <a:latin typeface="微软雅黑" panose="020B0502040204020203" pitchFamily="34" charset="-122"/>
                          <a:ea typeface="微软雅黑" panose="020B0502040204020203" pitchFamily="34" charset="-122"/>
                        </a:rPr>
                        <a:t>问题边界模糊、动态变化，无固定解法，需要通过关联分析挖掘新认知</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1455"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“模型适配现实”，可直接映射现实世界的复杂动态关联，从</a:t>
                      </a:r>
                      <a:r>
                        <a:rPr lang="zh-CN" altLang="en-US" sz="1400" b="1" dirty="0">
                          <a:solidFill>
                            <a:schemeClr val="tx2"/>
                          </a:solidFill>
                          <a:latin typeface="微软雅黑" panose="020B0502040204020203" pitchFamily="34" charset="-122"/>
                          <a:ea typeface="微软雅黑" panose="020B0502040204020203" pitchFamily="34" charset="-122"/>
                        </a:rPr>
                        <a:t>碎片化信息中挖掘隐性链路</a:t>
                      </a:r>
                      <a:endParaRPr lang="zh-CN" altLang="en-US" sz="1400" b="1"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已知且重复型问题：</a:t>
                      </a:r>
                      <a:r>
                        <a:rPr lang="zh-CN" altLang="en-US" sz="1400" dirty="0">
                          <a:solidFill>
                            <a:schemeClr val="tx2"/>
                          </a:solidFill>
                          <a:latin typeface="微软雅黑" panose="020B0502040204020203" pitchFamily="34" charset="-122"/>
                          <a:ea typeface="微软雅黑" panose="020B0502040204020203" pitchFamily="34" charset="-122"/>
                        </a:rPr>
                        <a:t>问题边界清晰、重复发生，解法已形成固定范式，追求计算效率与结果确定性</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传统大数据工程技术的</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数据适配模型</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逻辑天然契合，以</a:t>
                      </a:r>
                      <a:r>
                        <a:rPr lang="zh-CN" altLang="en-US" sz="1400" b="1" dirty="0">
                          <a:solidFill>
                            <a:schemeClr val="tx2"/>
                          </a:solidFill>
                          <a:latin typeface="微软雅黑" panose="020B0502040204020203" pitchFamily="34" charset="-122"/>
                          <a:ea typeface="微软雅黑" panose="020B0502040204020203" pitchFamily="34" charset="-122"/>
                        </a:rPr>
                        <a:t>低边际成本实现结构化数据</a:t>
                      </a:r>
                      <a:r>
                        <a:rPr lang="zh-CN" altLang="en-US" sz="1400" b="0" dirty="0">
                          <a:solidFill>
                            <a:schemeClr val="tx2"/>
                          </a:solidFill>
                          <a:latin typeface="微软雅黑" panose="020B0502040204020203" pitchFamily="34" charset="-122"/>
                          <a:ea typeface="微软雅黑" panose="020B0502040204020203" pitchFamily="34" charset="-122"/>
                        </a:rPr>
                        <a:t>的快速存储、计算与调用，完全匹配已知问题求解的效率需求</a:t>
                      </a:r>
                      <a:endParaRPr lang="zh-CN" altLang="en-US" sz="1400" b="0"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solidFill>
                        <a:schemeClr val="bg2">
                          <a:lumMod val="90000"/>
                        </a:schemeClr>
                      </a:solidFill>
                      <a:prstDash val="solid"/>
                      <a:round/>
                      <a:headEnd type="none" w="med" len="med"/>
                      <a:tailEnd type="none" w="med" len="med"/>
                    </a:lnB>
                    <a:solidFill>
                      <a:schemeClr val="bg1"/>
                    </a:solidFill>
                  </a:tcPr>
                </a:tc>
              </a:tr>
              <a:tr h="1447200">
                <a:tc>
                  <a:txBody>
                    <a:bodyPr/>
                    <a:lstStyle/>
                    <a:p>
                      <a:pPr algn="ctr">
                        <a:buNone/>
                      </a:pPr>
                      <a:r>
                        <a:rPr lang="zh-CN" altLang="en-US" sz="1400" b="1"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sym typeface="+mn-ea"/>
                        </a:rPr>
                        <a:t>数据特性</a:t>
                      </a:r>
                      <a:endParaRPr lang="zh-CN" altLang="en-US" sz="1400" b="1"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sym typeface="+mn-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未知且动态型问题：</a:t>
                      </a:r>
                      <a:r>
                        <a:rPr lang="zh-CN" altLang="en-US" sz="1400" dirty="0">
                          <a:solidFill>
                            <a:schemeClr val="tx2"/>
                          </a:solidFill>
                          <a:latin typeface="微软雅黑" panose="020B0502040204020203" pitchFamily="34" charset="-122"/>
                          <a:ea typeface="微软雅黑" panose="020B0502040204020203" pitchFamily="34" charset="-122"/>
                        </a:rPr>
                        <a:t>问题边界模糊、动态变化，无固定解法，需要通过关联分析挖掘新认知</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1455"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“模型适配现实”，可直接映射现实世界的复杂动态关联，从</a:t>
                      </a:r>
                      <a:r>
                        <a:rPr lang="zh-CN" altLang="en-US" sz="1400" b="1" dirty="0">
                          <a:solidFill>
                            <a:schemeClr val="tx2"/>
                          </a:solidFill>
                          <a:latin typeface="微软雅黑" panose="020B0502040204020203" pitchFamily="34" charset="-122"/>
                          <a:ea typeface="微软雅黑" panose="020B0502040204020203" pitchFamily="34" charset="-122"/>
                        </a:rPr>
                        <a:t>碎片化信息中挖掘隐性链路</a:t>
                      </a:r>
                      <a:endParaRPr lang="zh-CN" altLang="en-US" sz="1400" b="1"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已知且重复型问题：</a:t>
                      </a:r>
                      <a:r>
                        <a:rPr lang="zh-CN" altLang="en-US" sz="1400" dirty="0">
                          <a:solidFill>
                            <a:schemeClr val="tx2"/>
                          </a:solidFill>
                          <a:latin typeface="微软雅黑" panose="020B0502040204020203" pitchFamily="34" charset="-122"/>
                          <a:ea typeface="微软雅黑" panose="020B0502040204020203" pitchFamily="34" charset="-122"/>
                        </a:rPr>
                        <a:t>问题边界清晰、重复发生，解法已形成固定范式，追求计算效率与结果确定性</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传统大数据工程技术的</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数据适配模型</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逻辑天然契合，以</a:t>
                      </a:r>
                      <a:r>
                        <a:rPr lang="zh-CN" altLang="en-US" sz="1400" b="1" dirty="0">
                          <a:solidFill>
                            <a:schemeClr val="tx2"/>
                          </a:solidFill>
                          <a:latin typeface="微软雅黑" panose="020B0502040204020203" pitchFamily="34" charset="-122"/>
                          <a:ea typeface="微软雅黑" panose="020B0502040204020203" pitchFamily="34" charset="-122"/>
                        </a:rPr>
                        <a:t>低边际成本实现结构化数据</a:t>
                      </a:r>
                      <a:r>
                        <a:rPr lang="zh-CN" altLang="en-US" sz="1400" b="0" dirty="0">
                          <a:solidFill>
                            <a:schemeClr val="tx2"/>
                          </a:solidFill>
                          <a:latin typeface="微软雅黑" panose="020B0502040204020203" pitchFamily="34" charset="-122"/>
                          <a:ea typeface="微软雅黑" panose="020B0502040204020203" pitchFamily="34" charset="-122"/>
                        </a:rPr>
                        <a:t>的快速存储、计算与调用，完全匹配已知问题求解的效率需求</a:t>
                      </a:r>
                      <a:endParaRPr lang="zh-CN" altLang="en-US" sz="1400" b="0"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1447200">
                <a:tc>
                  <a:txBody>
                    <a:bodyPr/>
                    <a:p>
                      <a:pPr algn="ctr">
                        <a:buNone/>
                      </a:pPr>
                      <a:r>
                        <a:rPr lang="zh-CN" altLang="en-US" sz="1400" b="1"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sym typeface="+mn-ea"/>
                        </a:rPr>
                        <a:t>数据特性</a:t>
                      </a:r>
                      <a:endParaRPr lang="zh-CN" altLang="en-US" sz="1400" b="1" dirty="0">
                        <a:solidFill>
                          <a:schemeClr val="tx2"/>
                        </a:solidFill>
                        <a:latin typeface="微软雅黑" panose="020B0502040204020203" pitchFamily="34" charset="-122"/>
                        <a:ea typeface="微软雅黑" panose="020B0502040204020203" pitchFamily="34" charset="-122"/>
                        <a:cs typeface="微软雅黑" panose="020B0502040204020203" pitchFamily="34" charset="-122"/>
                        <a:sym typeface="+mn-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未知且动态型问题：</a:t>
                      </a:r>
                      <a:r>
                        <a:rPr lang="zh-CN" altLang="en-US" sz="1400" dirty="0">
                          <a:solidFill>
                            <a:schemeClr val="tx2"/>
                          </a:solidFill>
                          <a:latin typeface="微软雅黑" panose="020B0502040204020203" pitchFamily="34" charset="-122"/>
                          <a:ea typeface="微软雅黑" panose="020B0502040204020203" pitchFamily="34" charset="-122"/>
                        </a:rPr>
                        <a:t>问题边界模糊、动态变化，无固定解法，需要通过关联分析挖掘新认知</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1455"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“模型适配现实”，可直接映射现实世界的复杂动态关联，从</a:t>
                      </a:r>
                      <a:r>
                        <a:rPr lang="zh-CN" altLang="en-US" sz="1400" b="1" dirty="0">
                          <a:solidFill>
                            <a:schemeClr val="tx2"/>
                          </a:solidFill>
                          <a:latin typeface="微软雅黑" panose="020B0502040204020203" pitchFamily="34" charset="-122"/>
                          <a:ea typeface="微软雅黑" panose="020B0502040204020203" pitchFamily="34" charset="-122"/>
                        </a:rPr>
                        <a:t>碎片化信息中挖掘隐性链路</a:t>
                      </a:r>
                      <a:endParaRPr lang="zh-CN" altLang="en-US" sz="1400" b="1"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u="sng" dirty="0">
                          <a:solidFill>
                            <a:schemeClr val="tx2"/>
                          </a:solidFill>
                          <a:latin typeface="微软雅黑" panose="020B0502040204020203" pitchFamily="34" charset="-122"/>
                          <a:ea typeface="微软雅黑" panose="020B0502040204020203" pitchFamily="34" charset="-122"/>
                        </a:rPr>
                        <a:t>已知且重复型问题：</a:t>
                      </a:r>
                      <a:r>
                        <a:rPr lang="zh-CN" altLang="en-US" sz="1400" dirty="0">
                          <a:solidFill>
                            <a:schemeClr val="tx2"/>
                          </a:solidFill>
                          <a:latin typeface="微软雅黑" panose="020B0502040204020203" pitchFamily="34" charset="-122"/>
                          <a:ea typeface="微软雅黑" panose="020B0502040204020203" pitchFamily="34" charset="-122"/>
                        </a:rPr>
                        <a:t>问题边界清晰、重复发生，解法已形成固定范式，追求计算效率与结果确定性</a:t>
                      </a:r>
                      <a:endParaRPr lang="en-US" altLang="zh-CN" sz="1400" dirty="0">
                        <a:solidFill>
                          <a:schemeClr val="tx2"/>
                        </a:solidFill>
                        <a:latin typeface="微软雅黑" panose="020B0502040204020203" pitchFamily="34" charset="-122"/>
                        <a:ea typeface="微软雅黑" panose="020B0502040204020203" pitchFamily="34" charset="-122"/>
                      </a:endParaRPr>
                    </a:p>
                    <a:p>
                      <a:pPr marL="212090" marR="0" lvl="0" indent="-212090" algn="l" defTabSz="914400" rtl="0" fontAlgn="auto">
                        <a:lnSpc>
                          <a:spcPct val="120000"/>
                        </a:lnSpc>
                        <a:spcBef>
                          <a:spcPts val="300"/>
                        </a:spcBef>
                        <a:spcAft>
                          <a:spcPts val="300"/>
                        </a:spcAft>
                        <a:buClrTx/>
                        <a:buSzTx/>
                        <a:buFont typeface="Arial" panose="020B0604020202090204" pitchFamily="34" charset="0"/>
                        <a:buChar char="•"/>
                        <a:defRPr/>
                      </a:pPr>
                      <a:r>
                        <a:rPr lang="zh-CN" altLang="en-US" sz="1400" b="1" dirty="0">
                          <a:solidFill>
                            <a:schemeClr val="tx2"/>
                          </a:solidFill>
                          <a:latin typeface="微软雅黑" panose="020B0502040204020203" pitchFamily="34" charset="-122"/>
                          <a:ea typeface="微软雅黑" panose="020B0502040204020203" pitchFamily="34" charset="-122"/>
                        </a:rPr>
                        <a:t>方案：</a:t>
                      </a:r>
                      <a:r>
                        <a:rPr lang="zh-CN" altLang="en-US" sz="1400" b="0" dirty="0">
                          <a:solidFill>
                            <a:schemeClr val="tx2"/>
                          </a:solidFill>
                          <a:latin typeface="微软雅黑" panose="020B0502040204020203" pitchFamily="34" charset="-122"/>
                          <a:ea typeface="微软雅黑" panose="020B0502040204020203" pitchFamily="34" charset="-122"/>
                        </a:rPr>
                        <a:t>传统大数据工程技术的</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数据适配模型</a:t>
                      </a:r>
                      <a:r>
                        <a:rPr lang="en-US" altLang="zh-CN" sz="1400" b="0" dirty="0">
                          <a:solidFill>
                            <a:schemeClr val="tx2"/>
                          </a:solidFill>
                          <a:latin typeface="微软雅黑" panose="020B0502040204020203" pitchFamily="34" charset="-122"/>
                          <a:ea typeface="微软雅黑" panose="020B0502040204020203" pitchFamily="34" charset="-122"/>
                        </a:rPr>
                        <a:t>”</a:t>
                      </a:r>
                      <a:r>
                        <a:rPr lang="zh-CN" altLang="en-US" sz="1400" b="0" dirty="0">
                          <a:solidFill>
                            <a:schemeClr val="tx2"/>
                          </a:solidFill>
                          <a:latin typeface="微软雅黑" panose="020B0502040204020203" pitchFamily="34" charset="-122"/>
                          <a:ea typeface="微软雅黑" panose="020B0502040204020203" pitchFamily="34" charset="-122"/>
                        </a:rPr>
                        <a:t>逻辑天然契合，以</a:t>
                      </a:r>
                      <a:r>
                        <a:rPr lang="zh-CN" altLang="en-US" sz="1400" b="1" dirty="0">
                          <a:solidFill>
                            <a:schemeClr val="tx2"/>
                          </a:solidFill>
                          <a:latin typeface="微软雅黑" panose="020B0502040204020203" pitchFamily="34" charset="-122"/>
                          <a:ea typeface="微软雅黑" panose="020B0502040204020203" pitchFamily="34" charset="-122"/>
                        </a:rPr>
                        <a:t>低边际成本实现结构化数据</a:t>
                      </a:r>
                      <a:r>
                        <a:rPr lang="zh-CN" altLang="en-US" sz="1400" b="0" dirty="0">
                          <a:solidFill>
                            <a:schemeClr val="tx2"/>
                          </a:solidFill>
                          <a:latin typeface="微软雅黑" panose="020B0502040204020203" pitchFamily="34" charset="-122"/>
                          <a:ea typeface="微软雅黑" panose="020B0502040204020203" pitchFamily="34" charset="-122"/>
                        </a:rPr>
                        <a:t>的快速存储、计算与调用，完全匹配已知问题求解的效率需求</a:t>
                      </a:r>
                      <a:endParaRPr lang="zh-CN" altLang="en-US" sz="1400" b="0" dirty="0">
                        <a:solidFill>
                          <a:schemeClr val="tx2"/>
                        </a:solidFill>
                        <a:latin typeface="微软雅黑" panose="020B0502040204020203" pitchFamily="34" charset="-122"/>
                        <a:ea typeface="微软雅黑" panose="020B0502040204020203" pitchFamily="34" charset="-122"/>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bl>
          </a:graphicData>
        </a:graphic>
      </p:graphicFrame>
      <p:sp>
        <p:nvSpPr>
          <p:cNvPr id="6" name="副标题 5"/>
          <p:cNvSpPr>
            <a:spLocks noGrp="1"/>
          </p:cNvSpPr>
          <p:nvPr/>
        </p:nvSpPr>
        <p:spPr>
          <a:xfrm>
            <a:off x="407988" y="864000"/>
            <a:ext cx="7446474"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solidFill>
                  <a:schemeClr val="tx2"/>
                </a:solidFill>
                <a:latin typeface="+mj-ea"/>
                <a:ea typeface="+mj-ea"/>
                <a:cs typeface="Arial" panose="020B0604020202090204" pitchFamily="34" charset="0"/>
                <a:sym typeface="+mn-ea"/>
              </a:rPr>
              <a:t>样式一（</a:t>
            </a:r>
            <a:r>
              <a:rPr lang="zh-CN" altLang="en-US" sz="1600" b="1" dirty="0">
                <a:solidFill>
                  <a:schemeClr val="tx2"/>
                </a:solidFill>
                <a:latin typeface="+mj-ea"/>
                <a:ea typeface="+mj-ea"/>
                <a:cs typeface="Arial" panose="020B0604020202090204" pitchFamily="34" charset="0"/>
                <a:sym typeface="+mn-ea"/>
              </a:rPr>
              <a:t>推荐）：用于板块类型对比，行列少，文本多，采用白底横线单元格</a:t>
            </a:r>
            <a:endParaRPr lang="zh-CN" altLang="en-US" sz="1600" b="1" dirty="0">
              <a:solidFill>
                <a:schemeClr val="tx2"/>
              </a:solidFill>
              <a:latin typeface="+mj-ea"/>
              <a:ea typeface="+mj-ea"/>
              <a:cs typeface="Arial" panose="020B0604020202090204" pitchFamily="34" charset="0"/>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988" y="301625"/>
            <a:ext cx="9286412" cy="455930"/>
          </a:xfrm>
        </p:spPr>
        <p:txBody>
          <a:bodyPr/>
          <a:lstStyle/>
          <a:p>
            <a:r>
              <a:rPr kumimoji="1" lang="zh-CN" altLang="en-US" dirty="0"/>
              <a:t>表格样式</a:t>
            </a:r>
            <a:endParaRPr kumimoji="1" lang="zh-CN" altLang="en-US" dirty="0"/>
          </a:p>
        </p:txBody>
      </p:sp>
      <p:graphicFrame>
        <p:nvGraphicFramePr>
          <p:cNvPr id="4" name="表格 4"/>
          <p:cNvGraphicFramePr>
            <a:graphicFrameLocks noGrp="1"/>
          </p:cNvGraphicFramePr>
          <p:nvPr/>
        </p:nvGraphicFramePr>
        <p:xfrm>
          <a:off x="406800" y="1296000"/>
          <a:ext cx="11440160" cy="5400045"/>
        </p:xfrm>
        <a:graphic>
          <a:graphicData uri="http://schemas.openxmlformats.org/drawingml/2006/table">
            <a:tbl>
              <a:tblPr firstRow="1" bandRow="1">
                <a:tableStyleId>{6E25E649-3F16-4E02-A733-19D2CDBF48F0}</a:tableStyleId>
              </a:tblPr>
              <a:tblGrid>
                <a:gridCol w="976630"/>
                <a:gridCol w="10463530"/>
              </a:tblGrid>
              <a:tr h="360045">
                <a:tc>
                  <a:txBody>
                    <a:bodyPr/>
                    <a:lstStyle/>
                    <a:p>
                      <a:pPr algn="ctr">
                        <a:lnSpc>
                          <a:spcPct val="100000"/>
                        </a:lnSpc>
                      </a:pPr>
                      <a:r>
                        <a:rPr lang="zh-CN" altLang="en-US" sz="1400" b="1" i="0" dirty="0">
                          <a:solidFill>
                            <a:schemeClr val="bg1"/>
                          </a:solidFill>
                          <a:latin typeface="+mj-ea"/>
                          <a:ea typeface="+mj-ea"/>
                        </a:rPr>
                        <a:t>序号</a:t>
                      </a:r>
                      <a:endParaRPr lang="zh-CN" altLang="en-US" sz="1400" b="1" i="0" dirty="0">
                        <a:solidFill>
                          <a:schemeClr val="bg1"/>
                        </a:solidFill>
                        <a:latin typeface="+mj-ea"/>
                        <a:ea typeface="+mj-ea"/>
                      </a:endParaRPr>
                    </a:p>
                  </a:txBody>
                  <a:tcPr marL="0" marR="0" marT="0" marB="0" anchor="ctr" anchorCtr="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l">
                        <a:lnSpc>
                          <a:spcPct val="100000"/>
                        </a:lnSpc>
                      </a:pPr>
                      <a:r>
                        <a:rPr lang="zh-CN" altLang="en-US" sz="1400" b="1" i="0" dirty="0">
                          <a:solidFill>
                            <a:schemeClr val="bg1"/>
                          </a:solidFill>
                          <a:latin typeface="+mj-ea"/>
                          <a:ea typeface="+mj-ea"/>
                          <a:cs typeface="Microsoft YaHei Regular" panose="020B0502040204020203" charset="-122"/>
                        </a:rPr>
                        <a:t>名称</a:t>
                      </a:r>
                      <a:endParaRPr lang="zh-CN" altLang="en-US" sz="1400" b="1" i="0" dirty="0">
                        <a:solidFill>
                          <a:schemeClr val="bg1"/>
                        </a:solidFill>
                        <a:latin typeface="+mj-ea"/>
                        <a:ea typeface="+mj-ea"/>
                        <a:cs typeface="Microsoft YaHei Regular" panose="020B0502040204020203" charset="-122"/>
                      </a:endParaRPr>
                    </a:p>
                  </a:txBody>
                  <a:tcPr marL="0" marR="0" marT="0" marB="0" anchor="ctr" anchorCtr="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r>
              <a:tr h="252000">
                <a:tc>
                  <a:txBody>
                    <a:bodyPr/>
                    <a:lstStyle/>
                    <a:p>
                      <a:pPr algn="ctr">
                        <a:lnSpc>
                          <a:spcPct val="100000"/>
                        </a:lnSpc>
                      </a:pPr>
                      <a:r>
                        <a:rPr lang="en-US" altLang="zh-CN" sz="1400" b="1" i="0" dirty="0">
                          <a:solidFill>
                            <a:schemeClr val="tx2"/>
                          </a:solidFill>
                          <a:latin typeface="+mj-ea"/>
                          <a:ea typeface="+mj-ea"/>
                          <a:cs typeface="微软雅黑" panose="020B0502040204020203" pitchFamily="34" charset="-122"/>
                        </a:rPr>
                        <a:t>1</a:t>
                      </a:r>
                      <a:endParaRPr lang="en-US" altLang="zh-CN" sz="1400" b="1" i="0" dirty="0">
                        <a:solidFill>
                          <a:schemeClr val="tx2"/>
                        </a:solidFill>
                        <a:latin typeface="+mj-ea"/>
                        <a:ea typeface="+mj-ea"/>
                        <a:cs typeface="微软雅黑" panose="020B0502040204020203" pitchFamily="34"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R="0" lvl="0" indent="0" algn="l" defTabSz="914400" rtl="0" fontAlgn="auto">
                        <a:lnSpc>
                          <a:spcPct val="100000"/>
                        </a:lnSpc>
                        <a:spcBef>
                          <a:spcPts val="300"/>
                        </a:spcBef>
                        <a:spcAft>
                          <a:spcPts val="300"/>
                        </a:spcAft>
                        <a:buClrTx/>
                        <a:buSzTx/>
                        <a:buFont typeface="Arial" panose="020B0604020202090204" pitchFamily="34" charset="0"/>
                        <a:buNone/>
                        <a:defRPr/>
                      </a:pPr>
                      <a:r>
                        <a:rPr lang="zh-CN" altLang="en-US" sz="1400" b="0" dirty="0">
                          <a:solidFill>
                            <a:schemeClr val="tx2"/>
                          </a:solidFill>
                          <a:latin typeface="+mj-ea"/>
                          <a:ea typeface="+mj-ea"/>
                        </a:rPr>
                        <a:t>问题边界模糊、动态变化，无固定解法，需要通过关联分析挖掘新认知</a:t>
                      </a:r>
                      <a:endParaRPr lang="zh-CN" altLang="en-US" sz="1400" b="0" dirty="0">
                        <a:solidFill>
                          <a:schemeClr val="tx2"/>
                        </a:solidFill>
                        <a:latin typeface="+mj-ea"/>
                        <a:ea typeface="+mj-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lstStyle/>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2</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R="0" lvl="0" indent="0" algn="l" defTabSz="914400" rtl="0" fontAlgn="auto">
                        <a:lnSpc>
                          <a:spcPct val="100000"/>
                        </a:lnSpc>
                        <a:spcBef>
                          <a:spcPts val="300"/>
                        </a:spcBef>
                        <a:spcAft>
                          <a:spcPts val="300"/>
                        </a:spcAft>
                        <a:buClrTx/>
                        <a:buSzTx/>
                        <a:buFont typeface="Arial" panose="020B0604020202090204" pitchFamily="34" charset="0"/>
                        <a:buNone/>
                        <a:defRPr/>
                      </a:pPr>
                      <a:r>
                        <a:rPr lang="zh-CN" altLang="en-US" sz="1400" b="0" dirty="0">
                          <a:solidFill>
                            <a:schemeClr val="tx2"/>
                          </a:solidFill>
                          <a:latin typeface="+mj-ea"/>
                          <a:ea typeface="+mj-ea"/>
                          <a:cs typeface="+mj-ea"/>
                        </a:rPr>
                        <a:t>数据多模态、来源分散、变动频繁，需要保持语义完整与处理灵活性，</a:t>
                      </a:r>
                      <a:r>
                        <a:rPr lang="en-US" altLang="zh-CN" sz="1400" b="0" dirty="0">
                          <a:solidFill>
                            <a:schemeClr val="tx2"/>
                          </a:solidFill>
                          <a:latin typeface="+mj-ea"/>
                          <a:ea typeface="+mj-ea"/>
                          <a:cs typeface="+mj-ea"/>
                        </a:rPr>
                        <a:t>“</a:t>
                      </a:r>
                      <a:r>
                        <a:rPr lang="zh-CN" altLang="en-US" sz="1400" b="0" dirty="0">
                          <a:solidFill>
                            <a:schemeClr val="tx2"/>
                          </a:solidFill>
                          <a:latin typeface="+mj-ea"/>
                          <a:ea typeface="+mj-ea"/>
                          <a:cs typeface="+mj-ea"/>
                        </a:rPr>
                        <a:t>强预处理</a:t>
                      </a:r>
                      <a:r>
                        <a:rPr lang="en-US" altLang="zh-CN" sz="1400" b="0" dirty="0">
                          <a:solidFill>
                            <a:schemeClr val="tx2"/>
                          </a:solidFill>
                          <a:latin typeface="+mj-ea"/>
                          <a:ea typeface="+mj-ea"/>
                          <a:cs typeface="+mj-ea"/>
                        </a:rPr>
                        <a:t>”</a:t>
                      </a:r>
                      <a:r>
                        <a:rPr lang="zh-CN" altLang="en-US" sz="1400" b="0" dirty="0">
                          <a:solidFill>
                            <a:schemeClr val="tx2"/>
                          </a:solidFill>
                          <a:latin typeface="+mj-ea"/>
                          <a:ea typeface="+mj-ea"/>
                          <a:cs typeface="+mj-ea"/>
                        </a:rPr>
                        <a:t>易丢失语义细节</a:t>
                      </a:r>
                      <a:endParaRPr lang="zh-CN" altLang="en-US" sz="1400" b="0" dirty="0">
                        <a:solidFill>
                          <a:schemeClr val="tx2"/>
                        </a:solidFill>
                        <a:latin typeface="+mj-ea"/>
                        <a:ea typeface="+mj-ea"/>
                        <a:cs typeface="+mj-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3</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4</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5</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6</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7</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8</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9</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10</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11</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12</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13</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14</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15</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16</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17</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18</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19</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r h="252000">
                <a:tc>
                  <a:txBody>
                    <a:bodyPr/>
                    <a:p>
                      <a:pPr algn="ctr">
                        <a:lnSpc>
                          <a:spcPct val="100000"/>
                        </a:lnSpc>
                        <a:buNone/>
                      </a:pPr>
                      <a:r>
                        <a:rPr lang="en-US" altLang="zh-CN" sz="1400" b="1" dirty="0">
                          <a:solidFill>
                            <a:schemeClr val="tx2"/>
                          </a:solidFill>
                          <a:latin typeface="+mj-ea"/>
                          <a:ea typeface="+mj-ea"/>
                          <a:cs typeface="微软雅黑" panose="020B0502040204020203" pitchFamily="34" charset="-122"/>
                          <a:sym typeface="+mn-ea"/>
                        </a:rPr>
                        <a:t>20</a:t>
                      </a:r>
                      <a:endParaRPr lang="en-US" altLang="zh-CN" sz="1400" b="1" dirty="0">
                        <a:solidFill>
                          <a:schemeClr val="tx2"/>
                        </a:solidFill>
                        <a:latin typeface="+mj-ea"/>
                        <a:ea typeface="+mj-ea"/>
                        <a:cs typeface="微软雅黑" panose="020B0502040204020203" pitchFamily="34" charset="-122"/>
                        <a:sym typeface="+mn-ea"/>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p>
                      <a:pPr marR="0" lvl="0" indent="0" algn="l" defTabSz="914400" rtl="0" fontAlgn="auto">
                        <a:lnSpc>
                          <a:spcPct val="100000"/>
                        </a:lnSpc>
                        <a:spcBef>
                          <a:spcPts val="300"/>
                        </a:spcBef>
                        <a:spcAft>
                          <a:spcPts val="300"/>
                        </a:spcAft>
                        <a:buClrTx/>
                        <a:buSzTx/>
                        <a:buFont typeface="Arial" panose="020B0604020202090204" pitchFamily="34" charset="0"/>
                        <a:buNone/>
                        <a:defRPr/>
                      </a:pPr>
                      <a:endParaRPr lang="zh-CN" altLang="en-US" sz="1400" b="0" dirty="0">
                        <a:solidFill>
                          <a:schemeClr val="tx2"/>
                        </a:solidFill>
                        <a:latin typeface="+mj-ea"/>
                        <a:ea typeface="+mj-ea"/>
                        <a:cs typeface="Microsoft YaHei Regular" panose="020B0502040204020203" charset="-122"/>
                      </a:endParaRPr>
                    </a:p>
                  </a:txBody>
                  <a:tcPr marL="0" marR="0" marT="0" marB="0" anchor="ctr" anchorCtr="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r>
            </a:tbl>
          </a:graphicData>
        </a:graphic>
      </p:graphicFrame>
      <p:sp>
        <p:nvSpPr>
          <p:cNvPr id="10" name="副标题 5"/>
          <p:cNvSpPr>
            <a:spLocks noGrp="1"/>
          </p:cNvSpPr>
          <p:nvPr/>
        </p:nvSpPr>
        <p:spPr>
          <a:xfrm>
            <a:off x="407988" y="864000"/>
            <a:ext cx="7446474"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样式一：密集行</a:t>
            </a: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示例</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表格样式</a:t>
            </a:r>
            <a:endParaRPr kumimoji="1" lang="zh-CN" altLang="en-US" dirty="0"/>
          </a:p>
        </p:txBody>
      </p:sp>
      <p:graphicFrame>
        <p:nvGraphicFramePr>
          <p:cNvPr id="4" name="表格 4"/>
          <p:cNvGraphicFramePr>
            <a:graphicFrameLocks noGrp="1"/>
          </p:cNvGraphicFramePr>
          <p:nvPr/>
        </p:nvGraphicFramePr>
        <p:xfrm>
          <a:off x="407670" y="1296000"/>
          <a:ext cx="11376025" cy="3042285"/>
        </p:xfrm>
        <a:graphic>
          <a:graphicData uri="http://schemas.openxmlformats.org/drawingml/2006/table">
            <a:tbl>
              <a:tblPr firstRow="1" firstCol="1" lastRow="1" lastCol="1" bandRow="1">
                <a:tableStyleId>{6E25E649-3F16-4E02-A733-19D2CDBF48F0}</a:tableStyleId>
              </a:tblPr>
              <a:tblGrid>
                <a:gridCol w="2275205"/>
                <a:gridCol w="2275205"/>
                <a:gridCol w="2275205"/>
                <a:gridCol w="2275205"/>
                <a:gridCol w="2275205"/>
              </a:tblGrid>
              <a:tr h="360000">
                <a:tc>
                  <a:txBody>
                    <a:bodyPr/>
                    <a:lstStyle/>
                    <a:p>
                      <a:r>
                        <a:rPr lang="zh-CN" altLang="en-US" sz="1400" dirty="0">
                          <a:latin typeface="+mj-ea"/>
                          <a:ea typeface="+mj-ea"/>
                          <a:cs typeface="Arial" panose="020B0604020202090204" pitchFamily="34" charset="0"/>
                        </a:rPr>
                        <a:t>名称</a:t>
                      </a:r>
                      <a:endParaRPr lang="zh-CN" altLang="en-US" sz="1400" dirty="0">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mj-ea"/>
                          <a:ea typeface="+mj-ea"/>
                          <a:cs typeface="Arial" panose="020B0604020202090204" pitchFamily="34" charset="0"/>
                        </a:rPr>
                        <a:t>名称</a:t>
                      </a:r>
                      <a:endParaRPr lang="zh-CN" altLang="en-US" sz="1400" dirty="0">
                        <a:latin typeface="+mj-ea"/>
                        <a:ea typeface="+mj-ea"/>
                        <a:cs typeface="Arial" panose="020B0604020202090204" pitchFamily="34" charset="0"/>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r"/>
                      <a:r>
                        <a:rPr lang="zh-CN" altLang="en-US" sz="1400" dirty="0">
                          <a:latin typeface="+mj-ea"/>
                          <a:ea typeface="+mj-ea"/>
                          <a:cs typeface="Arial" panose="020B0604020202090204" pitchFamily="34" charset="0"/>
                        </a:rPr>
                        <a:t>数据（万元）</a:t>
                      </a:r>
                      <a:endParaRPr lang="zh-CN" altLang="en-US" sz="1400" dirty="0">
                        <a:latin typeface="+mj-ea"/>
                        <a:ea typeface="+mj-ea"/>
                        <a:cs typeface="Arial" panose="020B0604020202090204" pitchFamily="34" charset="0"/>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r"/>
                      <a:r>
                        <a:rPr lang="zh-CN" altLang="en-US" sz="1400" dirty="0">
                          <a:latin typeface="+mj-ea"/>
                          <a:ea typeface="+mj-ea"/>
                          <a:cs typeface="Arial" panose="020B0604020202090204" pitchFamily="34" charset="0"/>
                        </a:rPr>
                        <a:t>数据对比右对齐</a:t>
                      </a:r>
                      <a:endParaRPr lang="zh-CN" altLang="en-US" sz="1400" dirty="0">
                        <a:latin typeface="+mj-ea"/>
                        <a:ea typeface="+mj-ea"/>
                        <a:cs typeface="Arial" panose="020B0604020202090204" pitchFamily="34" charset="0"/>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c>
                  <a:txBody>
                    <a:bodyPr/>
                    <a:lstStyle/>
                    <a:p>
                      <a:pPr algn="r"/>
                      <a:r>
                        <a:rPr lang="zh-CN" altLang="en-US" sz="1400" dirty="0">
                          <a:latin typeface="+mj-ea"/>
                          <a:ea typeface="+mj-ea"/>
                          <a:cs typeface="Arial" panose="020B0604020202090204" pitchFamily="34" charset="0"/>
                        </a:rPr>
                        <a:t>数据（万元）</a:t>
                      </a:r>
                      <a:endParaRPr lang="zh-CN" altLang="en-US" sz="1400" dirty="0">
                        <a:latin typeface="+mj-ea"/>
                        <a:ea typeface="+mj-ea"/>
                        <a:cs typeface="Arial" panose="020B0604020202090204" pitchFamily="34" charset="0"/>
                      </a:endParaRPr>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tcPr>
                </a:tc>
              </a:tr>
              <a:tr h="334800">
                <a:tc>
                  <a:txBody>
                    <a:bodyPr/>
                    <a:lstStyle/>
                    <a:p>
                      <a:r>
                        <a:rPr lang="zh-CN" altLang="en-US" sz="1600" dirty="0">
                          <a:solidFill>
                            <a:schemeClr val="tx2"/>
                          </a:solidFill>
                          <a:latin typeface="+mj-ea"/>
                          <a:ea typeface="+mj-ea"/>
                          <a:cs typeface="Arial" panose="020B0604020202090204" pitchFamily="34" charset="0"/>
                        </a:rPr>
                        <a:t>文本类型左对齐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solidFill>
                      <a:schemeClr val="bg2"/>
                    </a:solidFill>
                  </a:tcPr>
                </a:tc>
                <a:tc>
                  <a:txBody>
                    <a:bodyPr/>
                    <a:lstStyle/>
                    <a:p>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110,690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110,690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110,690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solidFill>
                      <a:schemeClr val="bg2"/>
                    </a:solidFill>
                  </a:tcPr>
                </a:tc>
              </a:tr>
              <a:tr h="334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Arial" panose="020B0604020202090204" pitchFamily="34" charset="0"/>
                        </a:rPr>
                        <a:t>文本左对齐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100,000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100,000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100,000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r>
              <a:tr h="334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Arial" panose="020B0604020202090204" pitchFamily="34" charset="0"/>
                        </a:rPr>
                        <a:t>文本左对齐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r>
              <a:tr h="334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Arial" panose="020B0604020202090204" pitchFamily="34" charset="0"/>
                        </a:rPr>
                        <a:t>文本左对齐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r>
              <a:tr h="334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Arial" panose="020B0604020202090204" pitchFamily="34" charset="0"/>
                        </a:rPr>
                        <a:t>文本左对齐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99,890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r>
              <a:tr h="334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Arial" panose="020B0604020202090204" pitchFamily="34" charset="0"/>
                        </a:rPr>
                        <a:t>文本左对齐</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90,098</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90,098</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r"/>
                      <a:r>
                        <a:rPr lang="en-US" altLang="zh-CN" sz="1600" dirty="0">
                          <a:solidFill>
                            <a:schemeClr val="tx2"/>
                          </a:solidFill>
                          <a:latin typeface="+mj-ea"/>
                          <a:ea typeface="+mj-ea"/>
                          <a:cs typeface="Arial" panose="020B0604020202090204" pitchFamily="34" charset="0"/>
                        </a:rPr>
                        <a:t>90,098</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r>
              <a:tr h="334800">
                <a:tc>
                  <a:txBody>
                    <a:bodyPr/>
                    <a:lstStyle/>
                    <a:p>
                      <a:r>
                        <a:rPr lang="zh-CN" altLang="en-US" sz="1600" dirty="0">
                          <a:solidFill>
                            <a:schemeClr val="tx2"/>
                          </a:solidFill>
                          <a:latin typeface="+mj-ea"/>
                          <a:ea typeface="+mj-ea"/>
                          <a:cs typeface="Arial" panose="020B0604020202090204" pitchFamily="34" charset="0"/>
                        </a:rPr>
                        <a:t>文本</a:t>
                      </a:r>
                      <a:endParaRPr lang="zh-CN" altLang="en-US"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2"/>
                          </a:solidFill>
                          <a:latin typeface="+mj-ea"/>
                          <a:ea typeface="+mj-ea"/>
                          <a:cs typeface="+mj-ea"/>
                        </a:rPr>
                        <a:t>文本</a:t>
                      </a:r>
                      <a:r>
                        <a:rPr lang="en-US" altLang="zh-CN" sz="1600" dirty="0" err="1">
                          <a:solidFill>
                            <a:schemeClr val="tx2"/>
                          </a:solidFill>
                          <a:latin typeface="+mj-ea"/>
                          <a:ea typeface="+mj-ea"/>
                          <a:cs typeface="+mj-ea"/>
                        </a:rPr>
                        <a:t>xxxxx</a:t>
                      </a:r>
                      <a:endParaRPr lang="zh-CN" altLang="en-US" sz="1600" dirty="0">
                        <a:solidFill>
                          <a:schemeClr val="tx2"/>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80,870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80,870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r"/>
                      <a:r>
                        <a:rPr lang="en-US" altLang="zh-CN" sz="1600" dirty="0">
                          <a:solidFill>
                            <a:schemeClr val="tx2"/>
                          </a:solidFill>
                          <a:latin typeface="+mj-ea"/>
                          <a:ea typeface="+mj-ea"/>
                          <a:cs typeface="Arial" panose="020B0604020202090204" pitchFamily="34" charset="0"/>
                        </a:rPr>
                        <a:t>80,870</a:t>
                      </a:r>
                      <a:endParaRPr lang="en-US" altLang="zh-CN" sz="1600" dirty="0">
                        <a:solidFill>
                          <a:schemeClr val="tx2"/>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r>
              <a:tr h="334800">
                <a:tc>
                  <a:txBody>
                    <a:bodyPr/>
                    <a:lstStyle/>
                    <a:p>
                      <a:r>
                        <a:rPr lang="zh-CN" altLang="en-US" sz="1600" dirty="0">
                          <a:solidFill>
                            <a:schemeClr val="accent1"/>
                          </a:solidFill>
                          <a:latin typeface="+mj-ea"/>
                          <a:ea typeface="+mj-ea"/>
                          <a:cs typeface="Arial" panose="020B0604020202090204" pitchFamily="34" charset="0"/>
                        </a:rPr>
                        <a:t>汇总行</a:t>
                      </a:r>
                      <a:endParaRPr lang="zh-CN" altLang="en-US" sz="1600" dirty="0">
                        <a:solidFill>
                          <a:schemeClr val="accent1"/>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accent1"/>
                          </a:solidFill>
                          <a:latin typeface="+mj-ea"/>
                          <a:ea typeface="+mj-ea"/>
                          <a:cs typeface="+mj-ea"/>
                        </a:rPr>
                        <a:t>文本</a:t>
                      </a:r>
                      <a:r>
                        <a:rPr lang="en-US" altLang="zh-CN" sz="1600" dirty="0" err="1">
                          <a:solidFill>
                            <a:schemeClr val="accent1"/>
                          </a:solidFill>
                          <a:latin typeface="+mj-ea"/>
                          <a:ea typeface="+mj-ea"/>
                          <a:cs typeface="+mj-ea"/>
                        </a:rPr>
                        <a:t>xxxxx</a:t>
                      </a:r>
                      <a:endParaRPr lang="en-US" altLang="zh-CN" sz="1600" dirty="0" err="1">
                        <a:solidFill>
                          <a:schemeClr val="accent1"/>
                        </a:solidFill>
                        <a:latin typeface="+mj-ea"/>
                        <a:ea typeface="+mj-ea"/>
                        <a:cs typeface="+mj-ea"/>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1">
                        <a:lumMod val="20000"/>
                        <a:lumOff val="80000"/>
                      </a:schemeClr>
                    </a:solidFill>
                  </a:tcPr>
                </a:tc>
                <a:tc>
                  <a:txBody>
                    <a:bodyPr/>
                    <a:lstStyle/>
                    <a:p>
                      <a:pPr algn="r"/>
                      <a:r>
                        <a:rPr lang="en-US" altLang="zh-CN" sz="1600" dirty="0">
                          <a:solidFill>
                            <a:schemeClr val="accent1"/>
                          </a:solidFill>
                          <a:latin typeface="+mj-ea"/>
                          <a:ea typeface="+mj-ea"/>
                          <a:cs typeface="Arial" panose="020B0604020202090204" pitchFamily="34" charset="0"/>
                        </a:rPr>
                        <a:t>80,001</a:t>
                      </a:r>
                      <a:endParaRPr lang="en-US" altLang="zh-CN" sz="1600" dirty="0">
                        <a:solidFill>
                          <a:schemeClr val="accent1"/>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1">
                        <a:lumMod val="20000"/>
                        <a:lumOff val="80000"/>
                      </a:schemeClr>
                    </a:solidFill>
                  </a:tcPr>
                </a:tc>
                <a:tc>
                  <a:txBody>
                    <a:bodyPr/>
                    <a:lstStyle/>
                    <a:p>
                      <a:pPr algn="r"/>
                      <a:r>
                        <a:rPr lang="en-US" altLang="zh-CN" sz="1600" dirty="0">
                          <a:solidFill>
                            <a:schemeClr val="accent1"/>
                          </a:solidFill>
                          <a:latin typeface="+mj-ea"/>
                          <a:ea typeface="+mj-ea"/>
                          <a:cs typeface="Arial" panose="020B0604020202090204" pitchFamily="34" charset="0"/>
                        </a:rPr>
                        <a:t>80,001</a:t>
                      </a:r>
                      <a:endParaRPr lang="en-US" altLang="zh-CN" sz="1600" dirty="0">
                        <a:solidFill>
                          <a:schemeClr val="accent1"/>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1">
                        <a:lumMod val="20000"/>
                        <a:lumOff val="80000"/>
                      </a:schemeClr>
                    </a:solidFill>
                  </a:tcPr>
                </a:tc>
                <a:tc>
                  <a:txBody>
                    <a:bodyPr/>
                    <a:lstStyle/>
                    <a:p>
                      <a:pPr algn="r"/>
                      <a:r>
                        <a:rPr lang="en-US" altLang="zh-CN" sz="1600" dirty="0">
                          <a:solidFill>
                            <a:schemeClr val="accent1"/>
                          </a:solidFill>
                          <a:latin typeface="+mj-ea"/>
                          <a:ea typeface="+mj-ea"/>
                          <a:cs typeface="Arial" panose="020B0604020202090204" pitchFamily="34" charset="0"/>
                        </a:rPr>
                        <a:t>5,180,008</a:t>
                      </a:r>
                      <a:endParaRPr lang="en-US" altLang="zh-CN" sz="1600" dirty="0">
                        <a:solidFill>
                          <a:schemeClr val="accent1"/>
                        </a:solidFill>
                        <a:latin typeface="+mj-ea"/>
                        <a:ea typeface="+mj-ea"/>
                        <a:cs typeface="Arial" panose="020B060402020209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1">
                        <a:lumMod val="20000"/>
                        <a:lumOff val="80000"/>
                      </a:schemeClr>
                    </a:solidFill>
                  </a:tcPr>
                </a:tc>
              </a:tr>
            </a:tbl>
          </a:graphicData>
        </a:graphic>
      </p:graphicFrame>
      <p:sp>
        <p:nvSpPr>
          <p:cNvPr id="6" name="副标题 5"/>
          <p:cNvSpPr>
            <a:spLocks noGrp="1"/>
          </p:cNvSpPr>
          <p:nvPr/>
        </p:nvSpPr>
        <p:spPr>
          <a:xfrm>
            <a:off x="407988" y="864000"/>
            <a:ext cx="7446474"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样式二：用于数据表格，行列多，数据多，采用斑马纹单元格</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表格样式</a:t>
            </a:r>
            <a:endParaRPr kumimoji="1" lang="zh-CN" altLang="en-US" dirty="0"/>
          </a:p>
        </p:txBody>
      </p:sp>
      <p:graphicFrame>
        <p:nvGraphicFramePr>
          <p:cNvPr id="7" name="表格 6"/>
          <p:cNvGraphicFramePr>
            <a:graphicFrameLocks noGrp="1"/>
          </p:cNvGraphicFramePr>
          <p:nvPr>
            <p:custDataLst>
              <p:tags r:id="rId1"/>
            </p:custDataLst>
          </p:nvPr>
        </p:nvGraphicFramePr>
        <p:xfrm>
          <a:off x="406800" y="1296000"/>
          <a:ext cx="11199444" cy="4419065"/>
        </p:xfrm>
        <a:graphic>
          <a:graphicData uri="http://schemas.openxmlformats.org/drawingml/2006/table">
            <a:tbl>
              <a:tblPr firstRow="1" bandRow="1">
                <a:effectLst/>
                <a:tableStyleId>{5940675A-B579-460E-94D1-54222C63F5DA}</a:tableStyleId>
              </a:tblPr>
              <a:tblGrid>
                <a:gridCol w="3271681"/>
                <a:gridCol w="1213944"/>
                <a:gridCol w="1166649"/>
                <a:gridCol w="1198179"/>
                <a:gridCol w="1053650"/>
                <a:gridCol w="1043164"/>
                <a:gridCol w="1111275"/>
                <a:gridCol w="1140902"/>
              </a:tblGrid>
              <a:tr h="360000">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algn="l"/>
                      <a:r>
                        <a:rPr lang="zh-CN" altLang="en-US" sz="1400" b="1" dirty="0">
                          <a:solidFill>
                            <a:srgbClr val="FFFFFF"/>
                          </a:solidFill>
                          <a:latin typeface="+mj-ea"/>
                          <a:ea typeface="+mj-ea"/>
                          <a:cs typeface="Arial" panose="020B0604020202090204" pitchFamily="34" charset="0"/>
                        </a:rPr>
                        <a:t>名称</a:t>
                      </a:r>
                      <a:endParaRPr lang="zh-CN" altLang="en-US" sz="1400" b="1" dirty="0">
                        <a:solidFill>
                          <a:srgbClr val="FFFFFF"/>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indent="0" algn="r" defTabSz="914400" rtl="0" fontAlgn="auto">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indent="0" algn="r" defTabSz="914400" rtl="0" fontAlgn="auto">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indent="0" algn="r" defTabSz="914400" rtl="0" fontAlgn="auto">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indent="0" algn="r" defTabSz="914400" rtl="0" fontAlgn="auto">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b="1" kern="1200">
                          <a:solidFill>
                            <a:srgbClr val="FFFFFF"/>
                          </a:solidFill>
                          <a:latin typeface="Calibri" panose="020F0502020204030204"/>
                        </a:defRPr>
                      </a:lvl1pPr>
                      <a:lvl2pPr marL="457200" algn="l" defTabSz="914400" rtl="0" eaLnBrk="1" latinLnBrk="0" hangingPunct="1">
                        <a:defRPr sz="1800" b="1" kern="1200">
                          <a:solidFill>
                            <a:srgbClr val="FFFFFF"/>
                          </a:solidFill>
                          <a:latin typeface="Calibri" panose="020F0502020204030204"/>
                        </a:defRPr>
                      </a:lvl2pPr>
                      <a:lvl3pPr marL="914400" algn="l" defTabSz="914400" rtl="0" eaLnBrk="1" latinLnBrk="0" hangingPunct="1">
                        <a:defRPr sz="1800" b="1" kern="1200">
                          <a:solidFill>
                            <a:srgbClr val="FFFFFF"/>
                          </a:solidFill>
                          <a:latin typeface="Calibri" panose="020F0502020204030204"/>
                        </a:defRPr>
                      </a:lvl3pPr>
                      <a:lvl4pPr marL="1371600" algn="l" defTabSz="914400" rtl="0" eaLnBrk="1" latinLnBrk="0" hangingPunct="1">
                        <a:defRPr sz="1800" b="1" kern="1200">
                          <a:solidFill>
                            <a:srgbClr val="FFFFFF"/>
                          </a:solidFill>
                          <a:latin typeface="Calibri" panose="020F0502020204030204"/>
                        </a:defRPr>
                      </a:lvl4pPr>
                      <a:lvl5pPr marL="1828800" algn="l" defTabSz="914400" rtl="0" eaLnBrk="1" latinLnBrk="0" hangingPunct="1">
                        <a:defRPr sz="1800" b="1" kern="1200">
                          <a:solidFill>
                            <a:srgbClr val="FFFFFF"/>
                          </a:solidFill>
                          <a:latin typeface="Calibri" panose="020F0502020204030204"/>
                        </a:defRPr>
                      </a:lvl5pPr>
                      <a:lvl6pPr marL="2286000" algn="l" defTabSz="914400" rtl="0" eaLnBrk="1" latinLnBrk="0" hangingPunct="1">
                        <a:defRPr sz="1800" b="1" kern="1200">
                          <a:solidFill>
                            <a:srgbClr val="FFFFFF"/>
                          </a:solidFill>
                          <a:latin typeface="Calibri" panose="020F0502020204030204"/>
                        </a:defRPr>
                      </a:lvl6pPr>
                      <a:lvl7pPr marL="2743200" algn="l" defTabSz="914400" rtl="0" eaLnBrk="1" latinLnBrk="0" hangingPunct="1">
                        <a:defRPr sz="1800" b="1" kern="1200">
                          <a:solidFill>
                            <a:srgbClr val="FFFFFF"/>
                          </a:solidFill>
                          <a:latin typeface="Calibri" panose="020F0502020204030204"/>
                        </a:defRPr>
                      </a:lvl7pPr>
                      <a:lvl8pPr marL="3200400" algn="l" defTabSz="914400" rtl="0" eaLnBrk="1" latinLnBrk="0" hangingPunct="1">
                        <a:defRPr sz="1800" b="1" kern="1200">
                          <a:solidFill>
                            <a:srgbClr val="FFFFFF"/>
                          </a:solidFill>
                          <a:latin typeface="Calibri" panose="020F0502020204030204"/>
                        </a:defRPr>
                      </a:lvl8pPr>
                      <a:lvl9pPr marL="3657600" algn="l" defTabSz="914400" rtl="0" eaLnBrk="1" latinLnBrk="0" hangingPunct="1">
                        <a:defRPr sz="1800" b="1" kern="1200">
                          <a:solidFill>
                            <a:srgbClr val="FFFFFF"/>
                          </a:solidFill>
                          <a:latin typeface="Calibri" panose="020F0502020204030204"/>
                        </a:defRPr>
                      </a:lvl9pPr>
                    </a:lstStyle>
                    <a:p>
                      <a:pPr marL="0" marR="0" indent="0" algn="r" defTabSz="914400" rtl="0" fontAlgn="auto">
                        <a:lnSpc>
                          <a:spcPct val="100000"/>
                        </a:lnSpc>
                        <a:spcBef>
                          <a:spcPts val="0"/>
                        </a:spcBef>
                        <a:spcAft>
                          <a:spcPts val="0"/>
                        </a:spcAft>
                        <a:buClrTx/>
                        <a:buSzTx/>
                        <a:buFontTx/>
                        <a:buNone/>
                        <a:defRPr/>
                      </a:pPr>
                      <a:r>
                        <a:rPr lang="zh-CN" altLang="en-US" sz="1400" b="1" dirty="0">
                          <a:solidFill>
                            <a:srgbClr val="FFFFFF"/>
                          </a:solidFill>
                          <a:latin typeface="+mj-ea"/>
                          <a:ea typeface="+mj-ea"/>
                          <a:cs typeface="+mj-ea"/>
                          <a:sym typeface="+mn-ea"/>
                        </a:rPr>
                        <a:t>数据</a:t>
                      </a:r>
                      <a:r>
                        <a:rPr lang="en-US" altLang="zh-CN" sz="1400" b="1" dirty="0">
                          <a:solidFill>
                            <a:srgbClr val="FFFFFF"/>
                          </a:solidFill>
                          <a:latin typeface="+mj-ea"/>
                          <a:ea typeface="+mj-ea"/>
                          <a:cs typeface="+mj-ea"/>
                          <a:sym typeface="+mn-ea"/>
                        </a:rPr>
                        <a:t>(</a:t>
                      </a:r>
                      <a:r>
                        <a:rPr lang="zh-CN" altLang="en-US" sz="1400" b="1" dirty="0">
                          <a:solidFill>
                            <a:srgbClr val="FFFFFF"/>
                          </a:solidFill>
                          <a:latin typeface="+mj-ea"/>
                          <a:ea typeface="+mj-ea"/>
                          <a:cs typeface="+mj-ea"/>
                          <a:sym typeface="+mn-ea"/>
                        </a:rPr>
                        <a:t>个</a:t>
                      </a:r>
                      <a:r>
                        <a:rPr lang="en-US" altLang="zh-CN" sz="1400" b="1" dirty="0">
                          <a:solidFill>
                            <a:srgbClr val="FFFFFF"/>
                          </a:solidFill>
                          <a:latin typeface="+mj-ea"/>
                          <a:ea typeface="+mj-ea"/>
                          <a:cs typeface="+mj-ea"/>
                          <a:sym typeface="+mn-ea"/>
                        </a:rPr>
                        <a:t>)</a:t>
                      </a:r>
                      <a:endParaRPr lang="zh-CN" altLang="en-US" sz="1400" b="1" dirty="0">
                        <a:solidFill>
                          <a:srgbClr val="0046FF">
                            <a:lumMod val="65000"/>
                            <a:lumOff val="35000"/>
                          </a:srgbClr>
                        </a:solidFill>
                        <a:latin typeface="+mj-ea"/>
                        <a:ea typeface="+mj-ea"/>
                        <a:cs typeface="+mj-ea"/>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chemeClr val="accent1"/>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地垫、浴帘清洁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楼梯清洁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更衣柜清洁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ln>
                          <a:solidFill>
                            <a:srgbClr val="FFFFFF"/>
                          </a:solidFill>
                        </a:ln>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风幕机清洁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沙发保养</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窗台除垢</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壁画、指示牌清洁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玻璃清洁（含镜子）</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蜘蛛网清洁</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r h="360000">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l"/>
                      <a:r>
                        <a:rPr lang="zh-CN" altLang="en-US" sz="1400" b="0" dirty="0">
                          <a:solidFill>
                            <a:srgbClr val="343C4E"/>
                          </a:solidFill>
                          <a:latin typeface="+mj-ea"/>
                          <a:ea typeface="+mj-ea"/>
                          <a:cs typeface="Arial" panose="020B0604020202090204" pitchFamily="34" charset="0"/>
                        </a:rPr>
                        <a:t>出风口滤网</a:t>
                      </a: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endParaRPr lang="zh-CN" altLang="en-US"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rgbClr val="0046FF"/>
                          </a:solidFill>
                          <a:latin typeface="Calibri" panose="020F0502020204030204"/>
                        </a:defRPr>
                      </a:lvl1pPr>
                      <a:lvl2pPr marL="457200" algn="l" defTabSz="914400" rtl="0" eaLnBrk="1" latinLnBrk="0" hangingPunct="1">
                        <a:defRPr sz="1800" kern="1200">
                          <a:solidFill>
                            <a:srgbClr val="0046FF"/>
                          </a:solidFill>
                          <a:latin typeface="Calibri" panose="020F0502020204030204"/>
                        </a:defRPr>
                      </a:lvl2pPr>
                      <a:lvl3pPr marL="914400" algn="l" defTabSz="914400" rtl="0" eaLnBrk="1" latinLnBrk="0" hangingPunct="1">
                        <a:defRPr sz="1800" kern="1200">
                          <a:solidFill>
                            <a:srgbClr val="0046FF"/>
                          </a:solidFill>
                          <a:latin typeface="Calibri" panose="020F0502020204030204"/>
                        </a:defRPr>
                      </a:lvl3pPr>
                      <a:lvl4pPr marL="1371600" algn="l" defTabSz="914400" rtl="0" eaLnBrk="1" latinLnBrk="0" hangingPunct="1">
                        <a:defRPr sz="1800" kern="1200">
                          <a:solidFill>
                            <a:srgbClr val="0046FF"/>
                          </a:solidFill>
                          <a:latin typeface="Calibri" panose="020F0502020204030204"/>
                        </a:defRPr>
                      </a:lvl4pPr>
                      <a:lvl5pPr marL="1828800" algn="l" defTabSz="914400" rtl="0" eaLnBrk="1" latinLnBrk="0" hangingPunct="1">
                        <a:defRPr sz="1800" kern="1200">
                          <a:solidFill>
                            <a:srgbClr val="0046FF"/>
                          </a:solidFill>
                          <a:latin typeface="Calibri" panose="020F0502020204030204"/>
                        </a:defRPr>
                      </a:lvl5pPr>
                      <a:lvl6pPr marL="2286000" algn="l" defTabSz="914400" rtl="0" eaLnBrk="1" latinLnBrk="0" hangingPunct="1">
                        <a:defRPr sz="1800" kern="1200">
                          <a:solidFill>
                            <a:srgbClr val="0046FF"/>
                          </a:solidFill>
                          <a:latin typeface="Calibri" panose="020F0502020204030204"/>
                        </a:defRPr>
                      </a:lvl6pPr>
                      <a:lvl7pPr marL="2743200" algn="l" defTabSz="914400" rtl="0" eaLnBrk="1" latinLnBrk="0" hangingPunct="1">
                        <a:defRPr sz="1800" kern="1200">
                          <a:solidFill>
                            <a:srgbClr val="0046FF"/>
                          </a:solidFill>
                          <a:latin typeface="Calibri" panose="020F0502020204030204"/>
                        </a:defRPr>
                      </a:lvl7pPr>
                      <a:lvl8pPr marL="3200400" algn="l" defTabSz="914400" rtl="0" eaLnBrk="1" latinLnBrk="0" hangingPunct="1">
                        <a:defRPr sz="1800" kern="1200">
                          <a:solidFill>
                            <a:srgbClr val="0046FF"/>
                          </a:solidFill>
                          <a:latin typeface="Calibri" panose="020F0502020204030204"/>
                        </a:defRPr>
                      </a:lvl8pPr>
                      <a:lvl9pPr marL="3657600" algn="l" defTabSz="914400" rtl="0" eaLnBrk="1" latinLnBrk="0" hangingPunct="1">
                        <a:defRPr sz="1800" kern="1200">
                          <a:solidFill>
                            <a:srgbClr val="0046FF"/>
                          </a:solidFill>
                          <a:latin typeface="Calibri" panose="020F0502020204030204"/>
                        </a:defRPr>
                      </a:lvl9pPr>
                    </a:lstStyle>
                    <a:p>
                      <a:pPr algn="r"/>
                      <a:r>
                        <a:rPr lang="en-US" altLang="zh-CN" sz="1400" b="0" dirty="0">
                          <a:solidFill>
                            <a:srgbClr val="343C4E"/>
                          </a:solidFill>
                          <a:latin typeface="+mj-ea"/>
                          <a:ea typeface="+mj-ea"/>
                          <a:cs typeface="Arial" panose="020B0604020202090204" pitchFamily="34" charset="0"/>
                        </a:rPr>
                        <a:t>1</a:t>
                      </a:r>
                      <a:endParaRPr lang="en-US" altLang="zh-CN" sz="1400" b="0" dirty="0">
                        <a:solidFill>
                          <a:srgbClr val="343C4E"/>
                        </a:solidFill>
                        <a:latin typeface="+mj-ea"/>
                        <a:ea typeface="+mj-ea"/>
                        <a:cs typeface="Arial" panose="020B0604020202090204" pitchFamily="34" charset="0"/>
                      </a:endParaRPr>
                    </a:p>
                  </a:txBody>
                  <a:tcPr anchor="ctr">
                    <a:lnL w="6350" cap="flat" cmpd="sng" algn="ctr">
                      <a:solidFill>
                        <a:srgbClr val="343C4E">
                          <a:lumMod val="60000"/>
                          <a:lumOff val="40000"/>
                        </a:srgbClr>
                      </a:solidFill>
                      <a:prstDash val="solid"/>
                      <a:round/>
                      <a:headEnd type="none" w="med" len="med"/>
                      <a:tailEnd type="none" w="med" len="med"/>
                    </a:lnL>
                    <a:lnR w="6350" cap="flat" cmpd="sng" algn="ctr">
                      <a:solidFill>
                        <a:srgbClr val="343C4E">
                          <a:lumMod val="60000"/>
                          <a:lumOff val="40000"/>
                        </a:srgbClr>
                      </a:solidFill>
                      <a:prstDash val="solid"/>
                      <a:round/>
                      <a:headEnd type="none" w="med" len="med"/>
                      <a:tailEnd type="none" w="med" len="med"/>
                    </a:lnR>
                    <a:lnT w="6350" cap="flat" cmpd="sng" algn="ctr">
                      <a:solidFill>
                        <a:srgbClr val="343C4E">
                          <a:lumMod val="60000"/>
                          <a:lumOff val="40000"/>
                        </a:srgbClr>
                      </a:solidFill>
                      <a:prstDash val="solid"/>
                      <a:round/>
                      <a:headEnd type="none" w="med" len="med"/>
                      <a:tailEnd type="none" w="med" len="med"/>
                    </a:lnT>
                    <a:lnB w="6350" cap="flat" cmpd="sng" algn="ctr">
                      <a:solidFill>
                        <a:srgbClr val="343C4E">
                          <a:lumMod val="60000"/>
                          <a:lumOff val="40000"/>
                        </a:srgbClr>
                      </a:solidFill>
                      <a:prstDash val="solid"/>
                      <a:round/>
                      <a:headEnd type="none" w="med" len="med"/>
                      <a:tailEnd type="none" w="med" len="med"/>
                    </a:lnB>
                    <a:solidFill>
                      <a:srgbClr val="FFFFFF"/>
                    </a:solidFill>
                  </a:tcPr>
                </a:tc>
              </a:tr>
            </a:tbl>
          </a:graphicData>
        </a:graphic>
      </p:graphicFrame>
      <p:sp>
        <p:nvSpPr>
          <p:cNvPr id="5" name="副标题 5"/>
          <p:cNvSpPr>
            <a:spLocks noGrp="1"/>
          </p:cNvSpPr>
          <p:nvPr/>
        </p:nvSpPr>
        <p:spPr>
          <a:xfrm>
            <a:off x="407988" y="864000"/>
            <a:ext cx="7446474" cy="35496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l">
              <a:lnSpc>
                <a:spcPct val="100000"/>
              </a:lnSpc>
              <a:spcBef>
                <a:spcPts val="0"/>
              </a:spcBef>
              <a:spcAft>
                <a:spcPts val="0"/>
              </a:spcAft>
            </a:pP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样式三：</a:t>
            </a: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备用</a:t>
            </a:r>
            <a:r>
              <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rPr>
              <a:t>格子</a:t>
            </a:r>
            <a:endParaRPr lang="zh-CN" altLang="en-US" sz="1600" b="1" dirty="0">
              <a:solidFill>
                <a:schemeClr val="tx2"/>
              </a:solidFill>
              <a:latin typeface="Arial" panose="020B0604020202090204" pitchFamily="34" charset="0"/>
              <a:ea typeface="微软雅黑" panose="020B0502040204020203" pitchFamily="34" charset="-122"/>
              <a:cs typeface="Arial" panose="020B0604020202090204" pitchFamily="34" charset="0"/>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mn-ea"/>
              </a:rPr>
              <a:t>星辰聚智，感恩同行</a:t>
            </a:r>
            <a:br>
              <a:rPr lang="zh-CN" altLang="en-US" dirty="0">
                <a:sym typeface="+mn-ea"/>
              </a:rPr>
            </a:br>
            <a:r>
              <a:rPr lang="zh-CN" altLang="en-US" dirty="0">
                <a:sym typeface="+mn-ea"/>
              </a:rPr>
              <a:t>千行厚载，智启新程</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mn-ea"/>
              </a:rPr>
              <a:t>谢谢</a:t>
            </a:r>
            <a:endParaRPr lang="zh-CN" altLang="en-US" dirty="0">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DIAGRAM_VIRTUALLY_FRAME" val="{&quot;height&quot;:346.04527559055117,&quot;left&quot;:0,&quot;top&quot;:112.35259842519686,&quot;width&quot;:960}"/>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319_7*m_i*1_1"/>
  <p:tag name="KSO_WM_TEMPLATE_CATEGORY" val="diagram"/>
  <p:tag name="KSO_WM_TEMPLATE_INDEX" val="20230319"/>
  <p:tag name="KSO_WM_UNIT_LAYERLEVEL" val="1_1"/>
  <p:tag name="KSO_WM_TAG_VERSION" val="3.0"/>
  <p:tag name="KSO_WM_DIAGRAM_VERSION" val="3"/>
  <p:tag name="KSO_WM_DIAGRAM_COLOR_TRICK" val="2"/>
  <p:tag name="KSO_WM_DIAGRAM_COLOR_TEXT_CAN_REMOVE" val="n"/>
  <p:tag name="KSO_WM_UNIT_TYPE" val="m_i"/>
  <p:tag name="KSO_WM_UNIT_INDEX" val="1_1"/>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gradient&quot;:[{&quot;brightness&quot;:0.949999988079071,&quot;colorType&quot;:1,&quot;foreColorIndex&quot;:5,&quot;pos&quot;:0,&quot;transparency&quot;:1},{&quot;brightness&quot;:0,&quot;colorType&quot;:1,&quot;foreColorIndex&quot;:5,&quot;pos&quot;:0.6700000166893005,&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1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UNIT_LINE_FILL_TYPE" val="2"/>
  <p:tag name="KSO_WM_UNIT_USESOURCEFORMAT_APPLY" val="1"/>
</p:tagLst>
</file>

<file path=ppt/tags/tag8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1_1"/>
  <p:tag name="KSO_WM_TEMPLATE_CATEGORY" val="diagram"/>
  <p:tag name="KSO_WM_TEMPLATE_INDEX" val="20230319"/>
  <p:tag name="KSO_WM_UNIT_LAYERLEVEL" val="1_1_1"/>
  <p:tag name="KSO_WM_TAG_VERSION" val="3.0"/>
  <p:tag name="KSO_WM_DIAGRAM_GROUP_CODE" val="m1-1"/>
  <p:tag name="KSO_WM_UNIT_TYPE" val="m_h_i"/>
  <p:tag name="KSO_WM_UNIT_INDEX" val="1_1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USESOURCEFORMAT_APPLY" val="1"/>
</p:tagLst>
</file>

<file path=ppt/tags/tag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319_7*m_h_f*1_1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3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3_1"/>
  <p:tag name="KSO_WM_DIAGRAM_VERSION" val="3"/>
  <p:tag name="KSO_WM_DIAGRAM_COLOR_TRICK" val="2"/>
  <p:tag name="KSO_WM_DIAGRAM_COLOR_TEXT_CAN_REMOVE" val="n"/>
  <p:tag name="KSO_WM_UNIT_VALUE" val="14"/>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7"/>
  <p:tag name="KSO_WM_UNIT_TEXT_FILL_FORE_SCHEMECOLOR_INDEX" val="1"/>
  <p:tag name="KSO_WM_UNIT_TEXT_FILL_TYPE" val="1"/>
  <p:tag name="KSO_WM_UNIT_TEXT_TYPE" val="1"/>
  <p:tag name="KSO_WM_UNIT_LINE_FILL_TYPE" val="2"/>
  <p:tag name="KSO_WM_UNIT_USESOURCEFORMAT_APPLY" val="1"/>
</p:tagLst>
</file>

<file path=ppt/tags/tag83.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3_1"/>
  <p:tag name="KSO_WM_TEMPLATE_CATEGORY" val="diagram"/>
  <p:tag name="KSO_WM_TEMPLATE_INDEX" val="20230319"/>
  <p:tag name="KSO_WM_UNIT_LAYERLEVEL" val="1_1_1"/>
  <p:tag name="KSO_WM_TAG_VERSION" val="3.0"/>
  <p:tag name="KSO_WM_DIAGRAM_GROUP_CODE" val="m1-1"/>
  <p:tag name="KSO_WM_UNIT_TYPE" val="m_h_i"/>
  <p:tag name="KSO_WM_UNIT_INDEX" val="1_3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7"/>
  <p:tag name="KSO_WM_UNIT_SHADOW_SCHEMECOLOR_INDEX" val="7"/>
  <p:tag name="KSO_WM_UNIT_USESOURCEFORMAT_APPLY" val="1"/>
</p:tagLst>
</file>

<file path=ppt/tags/tag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319_7*m_h_f*1_3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5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5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9"/>
  <p:tag name="KSO_WM_UNIT_TEXT_FILL_FORE_SCHEMECOLOR_INDEX" val="1"/>
  <p:tag name="KSO_WM_UNIT_TEXT_FILL_TYPE" val="1"/>
  <p:tag name="KSO_WM_UNIT_TEXT_TYPE" val="1"/>
  <p:tag name="KSO_WM_UNIT_LINE_FILL_TYPE" val="2"/>
  <p:tag name="KSO_WM_UNIT_USESOURCEFORMAT_APPLY" val="1"/>
</p:tagLst>
</file>

<file path=ppt/tags/tag86.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5_1"/>
  <p:tag name="KSO_WM_TEMPLATE_CATEGORY" val="diagram"/>
  <p:tag name="KSO_WM_TEMPLATE_INDEX" val="20230319"/>
  <p:tag name="KSO_WM_UNIT_LAYERLEVEL" val="1_1_1"/>
  <p:tag name="KSO_WM_TAG_VERSION" val="3.0"/>
  <p:tag name="KSO_WM_DIAGRAM_GROUP_CODE" val="m1-1"/>
  <p:tag name="KSO_WM_UNIT_TYPE" val="m_h_i"/>
  <p:tag name="KSO_WM_UNIT_INDEX" val="1_5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9"/>
  <p:tag name="KSO_WM_UNIT_SHADOW_SCHEMECOLOR_INDEX" val="9"/>
  <p:tag name="KSO_WM_UNIT_USESOURCEFORMAT_APPLY" val="1"/>
</p:tagLst>
</file>

<file path=ppt/tags/tag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0319_7*m_h_f*1_5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7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7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UNIT_LINE_FILL_TYPE" val="2"/>
  <p:tag name="KSO_WM_UNIT_USESOURCEFORMAT_APPLY" val="1"/>
</p:tagLst>
</file>

<file path=ppt/tags/tag8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7_1"/>
  <p:tag name="KSO_WM_TEMPLATE_CATEGORY" val="diagram"/>
  <p:tag name="KSO_WM_TEMPLATE_INDEX" val="20230319"/>
  <p:tag name="KSO_WM_UNIT_LAYERLEVEL" val="1_1_1"/>
  <p:tag name="KSO_WM_TAG_VERSION" val="3.0"/>
  <p:tag name="KSO_WM_DIAGRAM_GROUP_CODE" val="m1-1"/>
  <p:tag name="KSO_WM_UNIT_TYPE" val="m_h_i"/>
  <p:tag name="KSO_WM_UNIT_INDEX" val="1_7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USESOURCEFORMAT_APPLY" val="1"/>
</p:tagLst>
</file>

<file path=ppt/tags/tag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7_1"/>
  <p:tag name="KSO_WM_UNIT_ID" val="diagram20230319_7*m_h_f*1_7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9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2_1"/>
  <p:tag name="KSO_WM_TEMPLATE_CATEGORY" val="diagram"/>
  <p:tag name="KSO_WM_TEMPLATE_INDEX" val="20230319"/>
  <p:tag name="KSO_WM_UNIT_LAYERLEVEL" val="1_1_1"/>
  <p:tag name="KSO_WM_TAG_VERSION" val="3.0"/>
  <p:tag name="KSO_WM_DIAGRAM_GROUP_CODE" val="m1-1"/>
  <p:tag name="KSO_WM_UNIT_TYPE" val="m_h_i"/>
  <p:tag name="KSO_WM_UNIT_INDEX" val="1_2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6"/>
  <p:tag name="KSO_WM_UNIT_SHADOW_SCHEMECOLOR_INDEX" val="6"/>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2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
  <p:tag name="KSO_WM_UNIT_PRESET_TEXT" val="添加标题"/>
  <p:tag name="KSO_WM_UNIT_FILL_TYPE" val="3"/>
  <p:tag name="KSO_WM_UNIT_LINE_FORE_SCHEMECOLOR_INDEX" val="6"/>
  <p:tag name="KSO_WM_UNIT_TEXT_FILL_FORE_SCHEMECOLOR_INDEX" val="1"/>
  <p:tag name="KSO_WM_UNIT_TEXT_FILL_TYPE" val="1"/>
  <p:tag name="KSO_WM_UNIT_TEXT_TYPE" val="1"/>
  <p:tag name="KSO_WM_UNIT_LINE_FILL_TYPE" val="2"/>
  <p:tag name="KSO_WM_UNIT_USESOURCEFORMAT_APPLY" val="1"/>
</p:tagLst>
</file>

<file path=ppt/tags/tag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319_7*m_h_f*1_2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9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4_1"/>
  <p:tag name="KSO_WM_TEMPLATE_CATEGORY" val="diagram"/>
  <p:tag name="KSO_WM_TEMPLATE_INDEX" val="20230319"/>
  <p:tag name="KSO_WM_UNIT_LAYERLEVEL" val="1_1_1"/>
  <p:tag name="KSO_WM_TAG_VERSION" val="3.0"/>
  <p:tag name="KSO_WM_DIAGRAM_GROUP_CODE" val="m1-1"/>
  <p:tag name="KSO_WM_UNIT_TYPE" val="m_h_i"/>
  <p:tag name="KSO_WM_UNIT_INDEX" val="1_4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8"/>
  <p:tag name="KSO_WM_UNIT_SHADOW_SCHEMECOLOR_INDEX" val="8"/>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4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4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8"/>
  <p:tag name="KSO_WM_UNIT_TEXT_FILL_FORE_SCHEMECOLOR_INDEX" val="1"/>
  <p:tag name="KSO_WM_UNIT_TEXT_FILL_TYPE" val="1"/>
  <p:tag name="KSO_WM_UNIT_TEXT_TYPE" val="1"/>
  <p:tag name="KSO_WM_UNIT_LINE_FILL_TYPE" val="2"/>
  <p:tag name="KSO_WM_UNIT_USESOURCEFORMAT_APPLY" val="1"/>
</p:tagLst>
</file>

<file path=ppt/tags/tag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0319_7*m_h_f*1_4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9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6_1"/>
  <p:tag name="KSO_WM_TEMPLATE_CATEGORY" val="diagram"/>
  <p:tag name="KSO_WM_TEMPLATE_INDEX" val="20230319"/>
  <p:tag name="KSO_WM_UNIT_LAYERLEVEL" val="1_1_1"/>
  <p:tag name="KSO_WM_TAG_VERSION" val="3.0"/>
  <p:tag name="KSO_WM_DIAGRAM_GROUP_CODE" val="m1-1"/>
  <p:tag name="KSO_WM_UNIT_TYPE" val="m_h_i"/>
  <p:tag name="KSO_WM_UNIT_INDEX" val="1_6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0"/>
  <p:tag name="KSO_WM_UNIT_SHADOW_SCHEMECOLOR_INDEX" val="10"/>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6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6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10"/>
  <p:tag name="KSO_WM_UNIT_TEXT_FILL_FORE_SCHEMECOLOR_INDEX" val="1"/>
  <p:tag name="KSO_WM_UNIT_TEXT_FILL_TYPE" val="1"/>
  <p:tag name="KSO_WM_UNIT_TEXT_TYPE" val="1"/>
  <p:tag name="KSO_WM_UNIT_LINE_FILL_TYPE" val="2"/>
  <p:tag name="KSO_WM_UNIT_USESOURCEFORMAT_APPLY" val="1"/>
</p:tagLst>
</file>

<file path=ppt/tags/tag9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6_1"/>
  <p:tag name="KSO_WM_UNIT_ID" val="diagram20230319_7*m_h_f*1_6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UNIT_USESOURCEFORMAT_APPLY" val="1"/>
</p:tagLst>
</file>

<file path=ppt/tags/tag10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7*m_h_i*1_8_1"/>
  <p:tag name="KSO_WM_TEMPLATE_CATEGORY" val="diagram"/>
  <p:tag name="KSO_WM_TEMPLATE_INDEX" val="20230319"/>
  <p:tag name="KSO_WM_UNIT_LAYERLEVEL" val="1_1_1"/>
  <p:tag name="KSO_WM_TAG_VERSION" val="3.0"/>
  <p:tag name="KSO_WM_DIAGRAM_GROUP_CODE" val="m1-1"/>
  <p:tag name="KSO_WM_UNIT_TYPE" val="m_h_i"/>
  <p:tag name="KSO_WM_UNIT_INDEX" val="1_8_1"/>
  <p:tag name="KSO_WM_DIAGRAM_VERSION" val="3"/>
  <p:tag name="KSO_WM_DIAGRAM_COLOR_TRICK" val="2"/>
  <p:tag name="KSO_WM_DIAGRAM_COLOR_TEXT_CAN_REMOVE" val="n"/>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6"/>
  <p:tag name="KSO_WM_UNIT_SHADOW_SCHEMECOLOR_INDEX" val="6"/>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7*m_h_a*1_8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8_1"/>
  <p:tag name="KSO_WM_DIAGRAM_VERSION" val="3"/>
  <p:tag name="KSO_WM_DIAGRAM_COLOR_TRICK" val="2"/>
  <p:tag name="KSO_WM_DIAGRAM_COLOR_TEXT_CAN_REMOVE" val="n"/>
  <p:tag name="KSO_WM_UNIT_VALUE" val="14"/>
  <p:tag name="KSO_WM_DIAGRAM_MAX_ITEMCNT" val="8"/>
  <p:tag name="KSO_WM_DIAGRAM_MIN_ITEMCNT" val="2"/>
  <p:tag name="KSO_WM_DIAGRAM_VIRTUALLY_FRAME" val="{&quot;height&quot;:408.85,&quot;left&quot;:7.9,&quot;top&quot;:92.8,&quot;width&quot;:914.7}"/>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6"/>
  <p:tag name="KSO_WM_UNIT_TEXT_FILL_FORE_SCHEMECOLOR_INDEX" val="1"/>
  <p:tag name="KSO_WM_UNIT_TEXT_FILL_TYPE" val="1"/>
  <p:tag name="KSO_WM_UNIT_TEXT_TYPE" val="1"/>
  <p:tag name="KSO_WM_UNIT_LINE_FILL_TYPE" val="2"/>
  <p:tag name="KSO_WM_UNIT_USESOURCEFORMAT_APPLY" val="1"/>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1*n_h_h_a*1_2_1_1"/>
  <p:tag name="KSO_WM_TEMPLATE_CATEGORY" val="diagram"/>
  <p:tag name="KSO_WM_TEMPLATE_INDEX" val="20230957"/>
  <p:tag name="KSO_WM_UNIT_LAYERLEVEL" val="1_1_1_1"/>
  <p:tag name="KSO_WM_TAG_VERSION" val="3.0"/>
  <p:tag name="KSO_WM_DIAGRAM_GROUP_CODE" val="n1-1"/>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
  <p:tag name="KSO_WM_DIAGRAM_VERSION" val="3"/>
  <p:tag name="KSO_WM_DIAGRAM_COLOR_TRICK" val="1"/>
  <p:tag name="KSO_WM_DIAGRAM_COLOR_TEXT_CAN_REMOVE" val="n"/>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
</p:tagLst>
</file>

<file path=ppt/tags/tag1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57_1*n_h_h_f*1_2_1_1"/>
  <p:tag name="KSO_WM_TEMPLATE_CATEGORY" val="diagram"/>
  <p:tag name="KSO_WM_TEMPLATE_INDEX" val="20230957"/>
  <p:tag name="KSO_WM_UNIT_LAYERLEVEL" val="1_1_1_1"/>
  <p:tag name="KSO_WM_TAG_VERSION" val="3.0"/>
  <p:tag name="KSO_WM_BEAUTIFY_FLAG" val=""/>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
</p:tagLst>
</file>

<file path=ppt/tags/tag1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1*n_h_h_a*1_2_1_1"/>
  <p:tag name="KSO_WM_TEMPLATE_CATEGORY" val="diagram"/>
  <p:tag name="KSO_WM_TEMPLATE_INDEX" val="20230957"/>
  <p:tag name="KSO_WM_UNIT_LAYERLEVEL" val="1_1_1_1"/>
  <p:tag name="KSO_WM_TAG_VERSION" val="3.0"/>
  <p:tag name="KSO_WM_DIAGRAM_GROUP_CODE" val="n1-1"/>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
  <p:tag name="KSO_WM_DIAGRAM_VERSION" val="3"/>
  <p:tag name="KSO_WM_DIAGRAM_COLOR_TRICK" val="1"/>
  <p:tag name="KSO_WM_DIAGRAM_COLOR_TEXT_CAN_REMOVE" val="n"/>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DIAGRAM_VIRTUALLY_FRAME" val="{&quot;height&quot;:426.84244094488184,&quot;left&quot;:25,&quot;top&quot;:74.1,&quot;width&quot;:906.6}"/>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0957_1*n_h_i*1_1_4"/>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gradient&quot;:[{&quot;brightness&quot;:0.800000011920929,&quot;colorType&quot;:1,&quot;foreColorIndex&quot;:5,&quot;pos&quot;:0,&quot;transparency&quot;:1},{&quot;brightness&quot;:0.6000000238418579,&quot;colorType&quot;:1,&quot;foreColorIndex&quot;:5,&quot;pos&quot;:1,&quot;transparency&quot;:0.64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0957_1*n_h_i*1_1_3"/>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type&quot;:0},&quot;glow&quot;:{&quot;colorType&quot;:0},&quot;line&quot;:{&quot;solidLine&quot;:{&quot;brightness&quot;:0,&quot;colorType&quot;:1,&quot;foreColorIndex&quot;:5,&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LINE_FORE_SCHEMECOLOR_INDEX" val="5"/>
  <p:tag name="KSO_WM_DIAGRAM_USE_COLOR_VALUE" val="{&quot;color_scheme&quot;:1,&quot;color_type&quot;:1,&quot;theme_color_indexes&quot;:[]}"/>
</p:tagLst>
</file>

<file path=ppt/tags/tag117.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0957_1*n_h_i*1_1_2"/>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solid&quot;:{&quot;brightness&quot;:0.800000011920929,&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8"/>
  <p:tag name="KSO_WM_DIAGRAM_USE_COLOR_VALUE" val="{&quot;color_scheme&quot;:1,&quot;color_type&quot;:1,&quot;theme_color_indexes&quot;:[]}"/>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0957_1*n_h_h_i*1_2_1_1"/>
  <p:tag name="KSO_WM_TEMPLATE_CATEGORY" val="diagram"/>
  <p:tag name="KSO_WM_TEMPLATE_INDEX" val="20230957"/>
  <p:tag name="KSO_WM_UNIT_LAYERLEVEL" val="1_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0957_1*n_h_h_i*1_2_1_2"/>
  <p:tag name="KSO_WM_TEMPLATE_CATEGORY" val="diagram"/>
  <p:tag name="KSO_WM_TEMPLATE_INDEX" val="20230957"/>
  <p:tag name="KSO_WM_UNIT_LAYERLEVEL" val="1_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0957_1*n_h_h_i*1_2_2_2"/>
  <p:tag name="KSO_WM_TEMPLATE_CATEGORY" val="diagram"/>
  <p:tag name="KSO_WM_TEMPLATE_INDEX" val="20230957"/>
  <p:tag name="KSO_WM_UNIT_LAYERLEVEL" val="1_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0957_1*n_h_h_i*1_2_2_1"/>
  <p:tag name="KSO_WM_TEMPLATE_CATEGORY" val="diagram"/>
  <p:tag name="KSO_WM_TEMPLATE_INDEX" val="20230957"/>
  <p:tag name="KSO_WM_UNIT_LAYERLEVEL" val="1_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
</p:tagLst>
</file>

<file path=ppt/tags/tag123.xml><?xml version="1.0" encoding="utf-8"?>
<p:tagLst xmlns:p="http://schemas.openxmlformats.org/presentationml/2006/main">
  <p:tag name="KSO_WM_DIAGRAM_VERSION" val="3"/>
  <p:tag name="KSO_WM_DIAGRAM_COLOR_TRICK" val="1"/>
  <p:tag name="KSO_WM_DIAGRAM_COLOR_TEXT_CAN_REMOVE" val="n"/>
  <p:tag name="KSO_WM_UNIT_VALUE" val="73*7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0957_1*n_h_h_x*1_2_1_1"/>
  <p:tag name="KSO_WM_TEMPLATE_CATEGORY" val="diagram"/>
  <p:tag name="KSO_WM_TEMPLATE_INDEX" val="20230957"/>
  <p:tag name="KSO_WM_UNIT_LAYERLEVEL" val="1_1_1_1"/>
  <p:tag name="KSO_WM_TAG_VERSION" val="3.0"/>
  <p:tag name="KSO_WM_BEAUTIFY_FLAG" val="#wm#"/>
  <p:tag name="KSO_WM_DIAGRAM_MAX_ITEMCNT" val="6"/>
  <p:tag name="KSO_WM_DIAGRAM_MIN_ITEMCNT" val="2"/>
  <p:tag name="KSO_WM_DIAGRAM_VIRTUALLY_FRAME" val="{&quot;height&quot;:426.84244094488184,&quot;left&quot;:25,&quot;top&quot;:74.1,&quot;width&quot;:906.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24.xml><?xml version="1.0" encoding="utf-8"?>
<p:tagLst xmlns:p="http://schemas.openxmlformats.org/presentationml/2006/main">
  <p:tag name="KSO_WM_DIAGRAM_VERSION" val="3"/>
  <p:tag name="KSO_WM_DIAGRAM_COLOR_TRICK" val="1"/>
  <p:tag name="KSO_WM_DIAGRAM_COLOR_TEXT_CAN_REMOVE" val="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0957_1*n_h_h_x*1_2_2_1"/>
  <p:tag name="KSO_WM_TEMPLATE_CATEGORY" val="diagram"/>
  <p:tag name="KSO_WM_TEMPLATE_INDEX" val="20230957"/>
  <p:tag name="KSO_WM_UNIT_LAYERLEVEL" val="1_1_1_1"/>
  <p:tag name="KSO_WM_TAG_VERSION" val="3.0"/>
  <p:tag name="KSO_WM_BEAUTIFY_FLAG" val="#wm#"/>
  <p:tag name="KSO_WM_DIAGRAM_MAX_ITEMCNT" val="6"/>
  <p:tag name="KSO_WM_DIAGRAM_MIN_ITEMCNT" val="2"/>
  <p:tag name="KSO_WM_DIAGRAM_VIRTUALLY_FRAME" val="{&quot;height&quot;:426.84244094488184,&quot;left&quot;:25,&quot;top&quot;:74.1,&quot;width&quot;:906.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57_1*n_h_i*1_1_1"/>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426.84244094488184,&quot;left&quot;:25,&quot;top&quot;:74.1,&quot;width&quot;:906.6}"/>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1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1*n_h_h_a*1_2_1_1"/>
  <p:tag name="KSO_WM_TEMPLATE_CATEGORY" val="diagram"/>
  <p:tag name="KSO_WM_TEMPLATE_INDEX" val="20230957"/>
  <p:tag name="KSO_WM_UNIT_LAYERLEVEL" val="1_1_1_1"/>
  <p:tag name="KSO_WM_TAG_VERSION" val="3.0"/>
  <p:tag name="KSO_WM_DIAGRAM_GROUP_CODE" val="n1-1"/>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
  <p:tag name="KSO_WM_DIAGRAM_VERSION" val="3"/>
  <p:tag name="KSO_WM_DIAGRAM_COLOR_TRICK" val="1"/>
  <p:tag name="KSO_WM_DIAGRAM_COLOR_TEXT_CAN_REMOVE" val="n"/>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
</p:tagLst>
</file>

<file path=ppt/tags/tag1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57_1*n_h_h_f*1_2_1_1"/>
  <p:tag name="KSO_WM_TEMPLATE_CATEGORY" val="diagram"/>
  <p:tag name="KSO_WM_TEMPLATE_INDEX" val="20230957"/>
  <p:tag name="KSO_WM_UNIT_LAYERLEVEL" val="1_1_1_1"/>
  <p:tag name="KSO_WM_TAG_VERSION" val="3.0"/>
  <p:tag name="KSO_WM_BEAUTIFY_FLAG" val=""/>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
</p:tagLst>
</file>

<file path=ppt/tags/tag128.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1*n_h_h_a*1_2_1_1"/>
  <p:tag name="KSO_WM_TEMPLATE_CATEGORY" val="diagram"/>
  <p:tag name="KSO_WM_TEMPLATE_INDEX" val="20230957"/>
  <p:tag name="KSO_WM_UNIT_LAYERLEVEL" val="1_1_1_1"/>
  <p:tag name="KSO_WM_TAG_VERSION" val="3.0"/>
  <p:tag name="KSO_WM_DIAGRAM_GROUP_CODE" val="n1-1"/>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
  <p:tag name="KSO_WM_DIAGRAM_VERSION" val="3"/>
  <p:tag name="KSO_WM_DIAGRAM_COLOR_TRICK" val="1"/>
  <p:tag name="KSO_WM_DIAGRAM_COLOR_TEXT_CAN_REMOVE" val="n"/>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
</p:tagLst>
</file>

<file path=ppt/tags/tag1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57_1*n_h_h_f*1_2_1_1"/>
  <p:tag name="KSO_WM_TEMPLATE_CATEGORY" val="diagram"/>
  <p:tag name="KSO_WM_TEMPLATE_INDEX" val="20230957"/>
  <p:tag name="KSO_WM_UNIT_LAYERLEVEL" val="1_1_1_1"/>
  <p:tag name="KSO_WM_TAG_VERSION" val="3.0"/>
  <p:tag name="KSO_WM_BEAUTIFY_FLAG" val=""/>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
</p:tagLst>
</file>

<file path=ppt/tags/tag131.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72.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3.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4.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5.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6.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77.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8.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79.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80.xml><?xml version="1.0" encoding="utf-8"?>
<p:tagLst xmlns:p="http://schemas.openxmlformats.org/presentationml/2006/main">
  <p:tag name="KSO_WM_DIAGRAM_VIRTUALLY_FRAME" val="{&quot;height&quot;:440.4069291338583,&quot;left&quot;:22.15,&quot;top&quot;:71.39307086614173,&quot;width&quot;:916.4462204724408}"/>
</p:tagLst>
</file>

<file path=ppt/tags/tag181.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82.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83.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84.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85.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86.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87.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88.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89.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90.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1.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2.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3.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4.xml><?xml version="1.0" encoding="utf-8"?>
<p:tagLst xmlns:p="http://schemas.openxmlformats.org/presentationml/2006/main">
  <p:tag name="KSO_WM_DIAGRAM_VIRTUALLY_FRAME" val="{&quot;height&quot;:440.4069291338583,&quot;left&quot;:22.15,&quot;top&quot;:71.39307086614173,&quot;width&quot;:916.4462204724408}"/>
  <p:tag name="KSO_WM_BEAUTIFY_FLAG" val=""/>
</p:tagLst>
</file>

<file path=ppt/tags/tag195.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6.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7.xml><?xml version="1.0" encoding="utf-8"?>
<p:tagLst xmlns:p="http://schemas.openxmlformats.org/presentationml/2006/main">
  <p:tag name="KSO_WM_BEAUTIFY_FLAG" val=""/>
  <p:tag name="KSO_WM_DIAGRAM_VIRTUALLY_FRAME" val="{&quot;height&quot;:440.4069291338583,&quot;left&quot;:22.15,&quot;top&quot;:71.39307086614173,&quot;width&quot;:916.4462204724408}"/>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1"/>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2"/>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3"/>
  <p:tag name="KSO_WM_UNIT_FILL_TYPE" val="1"/>
  <p:tag name="KSO_WM_UNIT_FILL_FORE_SCHEMECOLOR_INDEX" val="5"/>
  <p:tag name="KSO_WM_UNIT_FILL_FORE_SCHEMECOLOR_INDEX_BRIGHTNESS" val="-0.2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25,&quot;colorType&quot;:1,&quot;foreColorIndex&quot;:5,&quot;transparency&quot;:0},&quot;type&quot;:1},&quot;glow&quot;:{&quot;colorType&quot;:0},&quot;line&quot;:{&quot;type&quot;:0},&quot;shadow&quot;:{&quot;brightness&quot;:0,&quot;colorType&quot;:1,&quot;foreColorIndex&quot;:5,&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4"/>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10000000149011612,&quot;colorType&quot;:1,&quot;foreColorIndex&quot;:5,&quot;pos&quot;:0,&quot;transparency&quot;:0},{&quot;brightness&quot;:0,&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5"/>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6"/>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7"/>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8"/>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9"/>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x*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1_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1"/>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2"/>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3"/>
  <p:tag name="KSO_WM_UNIT_FILL_TYPE" val="1"/>
  <p:tag name="KSO_WM_UNIT_FILL_FORE_SCHEMECOLOR_INDEX" val="5"/>
  <p:tag name="KSO_WM_UNIT_FILL_FORE_SCHEMECOLOR_INDEX_BRIGHTNESS" val="-0.2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25,&quot;colorType&quot;:1,&quot;foreColorIndex&quot;:5,&quot;transparency&quot;:0},&quot;type&quot;:1},&quot;glow&quot;:{&quot;colorType&quot;:0},&quot;line&quot;:{&quot;type&quot;:0},&quot;shadow&quot;:{&quot;brightness&quot;:0,&quot;colorType&quot;:1,&quot;foreColorIndex&quot;:5,&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4"/>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10000000149011612,&quot;colorType&quot;:1,&quot;foreColorIndex&quot;:5,&quot;pos&quot;:0,&quot;transparency&quot;:0},{&quot;brightness&quot;:0,&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5"/>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6"/>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7"/>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8"/>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9"/>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x*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1_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1"/>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2"/>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3"/>
  <p:tag name="KSO_WM_UNIT_FILL_TYPE" val="1"/>
  <p:tag name="KSO_WM_UNIT_FILL_FORE_SCHEMECOLOR_INDEX" val="5"/>
  <p:tag name="KSO_WM_UNIT_FILL_FORE_SCHEMECOLOR_INDEX_BRIGHTNESS" val="-0.2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25,&quot;colorType&quot;:1,&quot;foreColorIndex&quot;:5,&quot;transparency&quot;:0},&quot;type&quot;:1},&quot;glow&quot;:{&quot;colorType&quot;:0},&quot;line&quot;:{&quot;type&quot;:0},&quot;shadow&quot;:{&quot;brightness&quot;:0,&quot;colorType&quot;:1,&quot;foreColorIndex&quot;:5,&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4"/>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10000000149011612,&quot;colorType&quot;:1,&quot;foreColorIndex&quot;:5,&quot;pos&quot;:0,&quot;transparency&quot;:0},{&quot;brightness&quot;:0,&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5"/>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6"/>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7"/>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8"/>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9"/>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x*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1_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1"/>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2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2"/>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2"/>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3"/>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3"/>
  <p:tag name="KSO_WM_UNIT_FILL_TYPE" val="1"/>
  <p:tag name="KSO_WM_UNIT_FILL_FORE_SCHEMECOLOR_INDEX" val="5"/>
  <p:tag name="KSO_WM_UNIT_FILL_FORE_SCHEMECOLOR_INDEX_BRIGHTNESS" val="-0.2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25,&quot;colorType&quot;:1,&quot;foreColorIndex&quot;:5,&quot;transparency&quot;:0},&quot;type&quot;:1},&quot;glow&quot;:{&quot;colorType&quot;:0},&quot;line&quot;:{&quot;type&quot;:0},&quot;shadow&quot;:{&quot;brightness&quot;:0,&quot;colorType&quot;:1,&quot;foreColorIndex&quot;:5,&quot;transparency&quot;:0.6200000047683716},&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4"/>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4"/>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10000000149011612,&quot;colorType&quot;:1,&quot;foreColorIndex&quot;:5,&quot;pos&quot;:0,&quot;transparency&quot;:0},{&quot;brightness&quot;:0,&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5"/>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5"/>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6"/>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6"/>
  <p:tag name="KSO_WM_UNIT_FILL_TYPE" val="3"/>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gradient&quot;:[{&quot;brightness&quot;:0.4000000059604645,&quot;colorType&quot;:1,&quot;foreColorIndex&quot;:5,&quot;pos&quot;:0,&quot;transparency&quot;:0},{&quot;brightness&quot;:0.20000000298023224,&quot;colorType&quot;:1,&quot;foreColorIndex&quot;:5,&quot;pos&quot;:0.69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7"/>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7"/>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8"/>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8"/>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i*1_1_9"/>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UNIT_TYPE" val="l_h_i"/>
  <p:tag name="KSO_WM_UNIT_INDEX" val="1_1_9"/>
  <p:tag name="KSO_WM_UNIT_LINE_FORE_SCHEMECOLOR_INDEX" val="5"/>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type&quot;:0},&quot;glow&quot;:{&quot;colorType&quot;:0},&quot;line&quot;:{&quot;solidLine&quot;:{&quot;brightness&quot;:0.800000011920929,&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x*1_1_1"/>
  <p:tag name="KSO_WM_TEMPLATE_CATEGORY" val="diagram"/>
  <p:tag name="KSO_WM_TEMPLATE_INDEX" val="20230929"/>
  <p:tag name="KSO_WM_UNIT_LAYERLEVEL" val="1_1_1"/>
  <p:tag name="KSO_WM_TAG_VERSION" val="3.0"/>
  <p:tag name="KSO_WM_BEAUTIFY_FLAG" val="#wm#"/>
  <p:tag name="KSO_WM_DIAGRAM_VERSION" val="3"/>
  <p:tag name="KSO_WM_DIAGRAM_COLOR_TRICK" val="4"/>
  <p:tag name="KSO_WM_DIAGRAM_COLOR_TEXT_CAN_REMOVE" val="n"/>
  <p:tag name="KSO_WM_UNIT_VALUE" val="170*170"/>
  <p:tag name="KSO_WM_DIAGRAM_GROUP_CODE" val="l1-1"/>
  <p:tag name="KSO_WM_UNIT_TYPE" val="l_h_x"/>
  <p:tag name="KSO_WM_UNIT_INDEX" val="1_1_1"/>
  <p:tag name="KSO_WM_DIAGRAM_MAX_ITEMCNT" val="6"/>
  <p:tag name="KSO_WM_DIAGRAM_MIN_ITEMCNT" val="3"/>
  <p:tag name="KSO_WM_DIAGRAM_VIRTUALLY_FRAME" val="{&quot;height&quot;:406.7000035677912,&quot;left&quot;:33.35,&quot;top&quot;:111.3,&quot;width&quot;:888.9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46.xml><?xml version="1.0" encoding="utf-8"?>
<p:tagLst xmlns:p="http://schemas.openxmlformats.org/presentationml/2006/main">
  <p:tag name="KSO_WM_SLIDE_ID" val="diagram20230929_4"/>
  <p:tag name="KSO_WM_TEMPLATE_SUBCATEGORY" val="0"/>
  <p:tag name="KSO_WM_TEMPLATE_MASTER_TYPE" val="0"/>
  <p:tag name="KSO_WM_TEMPLATE_COLOR_TYPE" val="0"/>
  <p:tag name="KSO_WM_SLIDE_ITEM_CNT" val="6"/>
  <p:tag name="KSO_WM_SLIDE_INDEX" val="4"/>
  <p:tag name="KSO_WM_TAG_VERSION" val="3.0"/>
  <p:tag name="KSO_WM_BEAUTIFY_FLAG" val="#wm#"/>
  <p:tag name="KSO_WM_TEMPLATE_CATEGORY" val="diagram"/>
  <p:tag name="KSO_WM_TEMPLATE_INDEX" val="20230929"/>
  <p:tag name="KSO_WM_SLIDE_TYPE" val="text"/>
  <p:tag name="KSO_WM_SLIDE_SUBTYPE" val="diag"/>
  <p:tag name="KSO_WM_SLIDE_SIZE" val="865.2*306.55"/>
  <p:tag name="KSO_WM_SLIDE_POSITION" val="47.5*185"/>
  <p:tag name="KSO_WM_SLIDE_LAYOUT" val="a_l"/>
  <p:tag name="KSO_WM_SLIDE_LAYOUT_CNT" val="1_1"/>
  <p:tag name="KSO_WM_SPECIAL_SOURCE" val="bdnull"/>
  <p:tag name="KSO_WM_DIAGRAM_GROUP_CODE" val="l1-1"/>
  <p:tag name="KSO_WM_SLIDE_DIAGTYPE" val="l"/>
</p:tagLst>
</file>

<file path=ppt/tags/tag247.xml><?xml version="1.0" encoding="utf-8"?>
<p:tagLst xmlns:p="http://schemas.openxmlformats.org/presentationml/2006/main">
  <p:tag name="KSO_WM_DIAGRAM_VIRTUALLY_FRAME" val="{&quot;height&quot;:417.95,&quot;left&quot;:28.85,&quot;top&quot;:73.1,&quot;width&quot;:916.2}"/>
</p:tagLst>
</file>

<file path=ppt/tags/tag248.xml><?xml version="1.0" encoding="utf-8"?>
<p:tagLst xmlns:p="http://schemas.openxmlformats.org/presentationml/2006/main">
  <p:tag name="KSO_WM_DIAGRAM_VIRTUALLY_FRAME" val="{&quot;height&quot;:512.5618442149511,&quot;left&quot;:22.5,&quot;top&quot;:19.428251120870915,&quot;width&quot;:912.55}"/>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1"/>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quot;colorType&quot;:1,&quot;foreColorIndex&quot;:5,&quot;pos&quot;:0.5400000214576721,&quot;transparency&quot;:0.8999999761581421},{&quot;brightness&quot;:0,&quot;colorType&quot;:1,&quot;foreColorIndex&quot;:5,&quot;pos&quot;:0,&quot;transparency&quot;:1},{&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quot;colorType&quot;:2,&quot;rgb&quot;:&quot;#000000&quot;,&quot;transparency&quot;:0.5686299800872803},&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2"/>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2"/>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quot;colorType&quot;:1,&quot;foreColorIndex&quot;:5,&quot;pos&quot;:1,&quot;transparency&quot;:0.6499999761581421},{&quot;brightness&quot;:0,&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3"/>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3"/>
  <p:tag name="KSO_WM_DIAGRAM_MAX_ITEMCNT" val="5"/>
  <p:tag name="KSO_WM_DIAGRAM_MIN_ITEMCNT" val="3"/>
  <p:tag name="KSO_WM_DIAGRAM_VIRTUALLY_FRAME" val="{&quot;height&quot;:417.95,&quot;left&quot;:28.85,&quot;top&quot;:73.1,&quot;width&quot;:916.2}"/>
  <p:tag name="KSO_WM_DIAGRAM_COLOR_MATCH_VALUE" val="{&quot;shape&quot;:{&quot;fill&quot;:{&quot;type&quot;:0},&quot;glow&quot;:{&quot;colorType&quot;:0},&quot;line&quot;:{&quot;gradient&quot;:[{&quot;brightness&quot;:0,&quot;colorType&quot;:1,&quot;foreColorIndex&quot;:5,&quot;pos&quot;:0.25999999046325684,&quot;transparency&quot;:1},{&quot;brightness&quot;:0,&quot;colorType&quot;:1,&quot;foreColorIndex&quot;:5,&quot;pos&quot;:1,&quot;transparency&quot;:0.3300000131130218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4"/>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4"/>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5"/>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5"/>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quot;colorType&quot;:1,&quot;foreColorIndex&quot;:5,&quot;pos&quot;:0,&quot;transparency&quot;:0.5},{&quot;brightness&quot;:0,&quot;colorType&quot;:1,&quot;foreColorIndex&quot;:5,&quot;pos&quot;:0.4099999964237213,&quot;transparency&quot;:0.800000011920929},{&quot;brightness&quot;:0.800000011920929,&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57_1*n_h_i*1_1_1"/>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368.5749938964844,&quot;left&quot;:22.65,&quot;top&quot;:95.7,&quot;width&quot;:879.5000061035156}"/>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255.xml><?xml version="1.0" encoding="utf-8"?>
<p:tagLst xmlns:p="http://schemas.openxmlformats.org/presentationml/2006/main">
  <p:tag name="KSO_WM_DIAGRAM_VIRTUALLY_FRAME" val="{&quot;height&quot;:512.5618442149511,&quot;left&quot;:22.5,&quot;top&quot;:19.428251120870915,&quot;width&quot;:912.55}"/>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19_3*m_i*1_6"/>
  <p:tag name="KSO_WM_TEMPLATE_CATEGORY" val="diagram"/>
  <p:tag name="KSO_WM_TEMPLATE_INDEX" val="2023691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6"/>
  <p:tag name="KSO_WM_DIAGRAM_MAX_ITEMCNT" val="5"/>
  <p:tag name="KSO_WM_DIAGRAM_MIN_ITEMCNT" val="3"/>
  <p:tag name="KSO_WM_DIAGRAM_VIRTUALLY_FRAME" val="{&quot;height&quot;:417.95,&quot;left&quot;:28.85,&quot;top&quot;:73.1,&quot;width&quot;:916.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1_1"/>
  <p:tag name="KSO_WM_UNIT_ID" val="diagram20236919_3*m_h_i*1_1_1"/>
  <p:tag name="KSO_WM_TEMPLATE_CATEGORY" val="diagram"/>
  <p:tag name="KSO_WM_TEMPLATE_INDEX" val="2023691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3_1"/>
  <p:tag name="KSO_WM_UNIT_ID" val="diagram20236919_3*m_h_i*1_3_1"/>
  <p:tag name="KSO_WM_TEMPLATE_CATEGORY" val="diagram"/>
  <p:tag name="KSO_WM_TEMPLATE_INDEX" val="2023691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2_1"/>
  <p:tag name="KSO_WM_UNIT_ID" val="diagram20236919_3*m_h_i*1_2_1"/>
  <p:tag name="KSO_WM_TEMPLATE_CATEGORY" val="diagram"/>
  <p:tag name="KSO_WM_TEMPLATE_INDEX" val="2023691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4_1"/>
  <p:tag name="KSO_WM_UNIT_ID" val="diagram20236919_3*m_h_i*1_4_1"/>
  <p:tag name="KSO_WM_TEMPLATE_CATEGORY" val="diagram"/>
  <p:tag name="KSO_WM_TEMPLATE_INDEX" val="2023691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5_1"/>
  <p:tag name="KSO_WM_UNIT_ID" val="diagram20236919_3*m_h_i*1_5_1"/>
  <p:tag name="KSO_WM_TEMPLATE_CATEGORY" val="diagram"/>
  <p:tag name="KSO_WM_TEMPLATE_INDEX" val="2023691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417.95,&quot;left&quot;:28.85,&quot;top&quot;:73.1,&quot;width&quot;:91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5_1"/>
  <p:tag name="KSO_WM_UNIT_ID" val="diagram20236919_3*m_h_i*1_5_1"/>
  <p:tag name="KSO_WM_TEMPLATE_CATEGORY" val="diagram"/>
  <p:tag name="KSO_WM_TEMPLATE_INDEX" val="20236919"/>
  <p:tag name="KSO_WM_UNIT_LAYERLEVEL" val="1_1_1"/>
  <p:tag name="KSO_WM_TAG_VERSION" val="3.0"/>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m1-1"/>
  <p:tag name="KSO_WM_DIAGRAM_MAX_ITEMCNT" val="5"/>
  <p:tag name="KSO_WM_DIAGRAM_MIN_ITEMCNT" val="3"/>
  <p:tag name="KSO_WM_DIAGRAM_VIRTUALLY_FRAME" val="{&quot;height&quot;:512.5618442149511,&quot;left&quot;:61.25,&quot;top&quot;:20.578251120870913,&quot;width&quot;:874.5410891540662}"/>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4699999988079071,&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f*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正文，文字是您思想的提炼，请简意的阐述您的观点。"/>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9_2*l_h_a*1_1_1"/>
  <p:tag name="KSO_WM_TEMPLATE_CATEGORY" val="diagram"/>
  <p:tag name="KSO_WM_TEMPLATE_INDEX" val="2023092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添加标题"/>
  <p:tag name="KSO_WM_UNIT_TEXT_FILL_FORE_SCHEMECOLOR_INDEX" val="1"/>
  <p:tag name="KSO_WM_UNIT_TEXT_FILL_TYPE" val="1"/>
  <p:tag name="KSO_WM_UNIT_TEXT_TYPE" val="1"/>
  <p:tag name="KSO_WM_DIAGRAM_MAX_ITEMCNT" val="6"/>
  <p:tag name="KSO_WM_DIAGRAM_MIN_ITEMCNT" val="3"/>
  <p:tag name="KSO_WM_DIAGRAM_VIRTUALLY_FRAME" val="{&quot;height&quot;:382.6114208906259,&quot;left&quot;:47.499999999999986,&quot;top&quot;:135.38858267716535,&quot;width&quot;:865.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77.xml><?xml version="1.0" encoding="utf-8"?>
<p:tagLst xmlns:p="http://schemas.openxmlformats.org/presentationml/2006/main">
  <p:tag name="KSO_WM_DIAGRAM_VIRTUALLY_FRAME" val="{&quot;height&quot;:193.6388365095286,&quot;left&quot;:423.15,&quot;top&quot;:97.89999999999998,&quot;width&quot;:477.15804136253047}"/>
</p:tagLst>
</file>

<file path=ppt/tags/tag278.xml><?xml version="1.0" encoding="utf-8"?>
<p:tagLst xmlns:p="http://schemas.openxmlformats.org/presentationml/2006/main">
  <p:tag name="KSO_WM_BEAUTIFY_FLAG" val=""/>
  <p:tag name="KSO_WM_DIAGRAM_VIRTUALLY_FRAME" val="{&quot;height&quot;:193.6388365095286,&quot;left&quot;:423.15,&quot;top&quot;:97.89999999999998,&quot;width&quot;:477.15804136253047}"/>
</p:tagLst>
</file>

<file path=ppt/tags/tag279.xml><?xml version="1.0" encoding="utf-8"?>
<p:tagLst xmlns:p="http://schemas.openxmlformats.org/presentationml/2006/main">
  <p:tag name="KSO_WM_BEAUTIFY_FLAG" val=""/>
  <p:tag name="KSO_WM_DIAGRAM_VIRTUALLY_FRAME" val="{&quot;height&quot;:193.6388365095286,&quot;left&quot;:423.15,&quot;top&quot;:97.89999999999998,&quot;width&quot;:477.15804136253047}"/>
</p:tagLst>
</file>

<file path=ppt/tags/tag280.xml><?xml version="1.0" encoding="utf-8"?>
<p:tagLst xmlns:p="http://schemas.openxmlformats.org/presentationml/2006/main">
  <p:tag name="KSO_WM_BEAUTIFY_FLAG" val=""/>
  <p:tag name="KSO_WM_DIAGRAM_VIRTUALLY_FRAME" val="{&quot;height&quot;:193.6388365095286,&quot;left&quot;:423.15,&quot;top&quot;:97.89999999999998,&quot;width&quot;:477.15804136253047}"/>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DIAGRAM_VIRTUALLY_FRAME" val="{&quot;height&quot;:440.4069291338583,&quot;left&quot;:22.15,&quot;top&quot;:71.39307086614173,&quot;width&quot;:916.4462204724408}"/>
</p:tagLst>
</file>

<file path=ppt/tags/tag286.xml><?xml version="1.0" encoding="utf-8"?>
<p:tagLst xmlns:p="http://schemas.openxmlformats.org/presentationml/2006/main">
  <p:tag name="KSO_WM_DIAGRAM_VIRTUALLY_FRAME" val="{&quot;height&quot;:440.4069291338583,&quot;left&quot;:22.15,&quot;top&quot;:71.39307086614173,&quot;width&quot;:916.4462204724408}"/>
</p:tagLst>
</file>

<file path=ppt/tags/tag287.xml><?xml version="1.0" encoding="utf-8"?>
<p:tagLst xmlns:p="http://schemas.openxmlformats.org/presentationml/2006/main">
  <p:tag name="KSO_WM_DIAGRAM_VIRTUALLY_FRAME" val="{&quot;height&quot;:440.4069291338583,&quot;left&quot;:22.15,&quot;top&quot;:71.39307086614173,&quot;width&quot;:916.4462204724408}"/>
</p:tagLst>
</file>

<file path=ppt/tags/tag288.xml><?xml version="1.0" encoding="utf-8"?>
<p:tagLst xmlns:p="http://schemas.openxmlformats.org/presentationml/2006/main">
  <p:tag name="KSO_WM_DIAGRAM_VIRTUALLY_FRAME" val="{&quot;height&quot;:440.4069291338583,&quot;left&quot;:22.15,&quot;top&quot;:71.39307086614173,&quot;width&quot;:916.4462204724408}"/>
</p:tagLst>
</file>

<file path=ppt/tags/tag289.xml><?xml version="1.0" encoding="utf-8"?>
<p:tagLst xmlns:p="http://schemas.openxmlformats.org/presentationml/2006/main">
  <p:tag name="KSO_WM_DIAGRAM_VIRTUALLY_FRAME" val="{&quot;height&quot;:440.4069291338583,&quot;left&quot;:22.15,&quot;top&quot;:71.39307086614173,&quot;width&quot;:916.4462204724408}"/>
</p:tagLst>
</file>

<file path=ppt/tags/tag290.xml><?xml version="1.0" encoding="utf-8"?>
<p:tagLst xmlns:p="http://schemas.openxmlformats.org/presentationml/2006/main">
  <p:tag name="KSO_WM_DIAGRAM_VIRTUALLY_FRAME" val="{&quot;height&quot;:440.4069291338583,&quot;left&quot;:22.15,&quot;top&quot;:71.39307086614173,&quot;width&quot;:916.4462204724408}"/>
</p:tagLst>
</file>

<file path=ppt/tags/tag291.xml><?xml version="1.0" encoding="utf-8"?>
<p:tagLst xmlns:p="http://schemas.openxmlformats.org/presentationml/2006/main">
  <p:tag name="KSO_WM_DIAGRAM_VIRTUALLY_FRAME" val="{&quot;height&quot;:380.44740157480317,&quot;left&quot;:0,&quot;top&quot;:112.35259842519686,&quot;width&quot;:960}"/>
</p:tagLst>
</file>

<file path=ppt/tags/tag292.xml><?xml version="1.0" encoding="utf-8"?>
<p:tagLst xmlns:p="http://schemas.openxmlformats.org/presentationml/2006/main">
  <p:tag name="KSO_WM_DIAGRAM_VIRTUALLY_FRAME" val="{&quot;height&quot;:380.44740157480317,&quot;left&quot;:0,&quot;top&quot;:112.35259842519686,&quot;width&quot;:960}"/>
</p:tagLst>
</file>

<file path=ppt/tags/tag293.xml><?xml version="1.0" encoding="utf-8"?>
<p:tagLst xmlns:p="http://schemas.openxmlformats.org/presentationml/2006/main">
  <p:tag name="KSO_WM_DIAGRAM_VIRTUALLY_FRAME" val="{&quot;height&quot;:380.44740157480317,&quot;left&quot;:0,&quot;top&quot;:112.35259842519686,&quot;width&quot;:960}"/>
</p:tagLst>
</file>

<file path=ppt/tags/tag294.xml><?xml version="1.0" encoding="utf-8"?>
<p:tagLst xmlns:p="http://schemas.openxmlformats.org/presentationml/2006/main">
  <p:tag name="KSO_WM_DIAGRAM_VIRTUALLY_FRAME" val="{&quot;height&quot;:380.44740157480317,&quot;left&quot;:0,&quot;top&quot;:112.35259842519686,&quot;width&quot;:960}"/>
</p:tagLst>
</file>

<file path=ppt/tags/tag295.xml><?xml version="1.0" encoding="utf-8"?>
<p:tagLst xmlns:p="http://schemas.openxmlformats.org/presentationml/2006/main">
  <p:tag name="KSO_WM_DIAGRAM_VIRTUALLY_FRAME" val="{&quot;height&quot;:380.44740157480317,&quot;left&quot;:0,&quot;top&quot;:112.35259842519686,&quot;width&quot;:960}"/>
</p:tagLst>
</file>

<file path=ppt/tags/tag296.xml><?xml version="1.0" encoding="utf-8"?>
<p:tagLst xmlns:p="http://schemas.openxmlformats.org/presentationml/2006/main">
  <p:tag name="KSO_WM_DIAGRAM_VIRTUALLY_FRAME" val="{&quot;height&quot;:380.44740157480317,&quot;left&quot;:0,&quot;top&quot;:112.35259842519686,&quot;width&quot;:960}"/>
</p:tagLst>
</file>

<file path=ppt/tags/tag297.xml><?xml version="1.0" encoding="utf-8"?>
<p:tagLst xmlns:p="http://schemas.openxmlformats.org/presentationml/2006/main">
  <p:tag name="KSO_WM_DIAGRAM_VIRTUALLY_FRAME" val="{&quot;height&quot;:380.44740157480317,&quot;left&quot;:0,&quot;top&quot;:112.35259842519686,&quot;width&quot;:960}"/>
</p:tagLst>
</file>

<file path=ppt/tags/tag298.xml><?xml version="1.0" encoding="utf-8"?>
<p:tagLst xmlns:p="http://schemas.openxmlformats.org/presentationml/2006/main">
  <p:tag name="KSO_WM_DIAGRAM_VIRTUALLY_FRAME" val="{&quot;height&quot;:380.44740157480317,&quot;left&quot;:0,&quot;top&quot;:112.35259842519686,&quot;width&quot;:960}"/>
</p:tagLst>
</file>

<file path=ppt/tags/tag299.xml><?xml version="1.0" encoding="utf-8"?>
<p:tagLst xmlns:p="http://schemas.openxmlformats.org/presentationml/2006/main">
  <p:tag name="KSO_WM_DIAGRAM_VIRTUALLY_FRAME" val="{&quot;height&quot;:380.44740157480317,&quot;left&quot;:0,&quot;top&quot;:112.35259842519686,&quot;width&quot;:960}"/>
</p:tagLst>
</file>

<file path=ppt/tags/tag300.xml><?xml version="1.0" encoding="utf-8"?>
<p:tagLst xmlns:p="http://schemas.openxmlformats.org/presentationml/2006/main">
  <p:tag name="KSO_WM_DIAGRAM_VIRTUALLY_FRAME" val="{&quot;height&quot;:380.44740157480317,&quot;left&quot;:0,&quot;top&quot;:112.35259842519686,&quot;width&quot;:960}"/>
</p:tagLst>
</file>

<file path=ppt/tags/tag301.xml><?xml version="1.0" encoding="utf-8"?>
<p:tagLst xmlns:p="http://schemas.openxmlformats.org/presentationml/2006/main">
  <p:tag name="KSO_WM_DIAGRAM_VIRTUALLY_FRAME" val="{&quot;height&quot;:380.44740157480317,&quot;left&quot;:0,&quot;top&quot;:112.35259842519686,&quot;width&quot;:960}"/>
</p:tagLst>
</file>

<file path=ppt/tags/tag302.xml><?xml version="1.0" encoding="utf-8"?>
<p:tagLst xmlns:p="http://schemas.openxmlformats.org/presentationml/2006/main">
  <p:tag name="KSO_WM_DIAGRAM_VIRTUALLY_FRAME" val="{&quot;height&quot;:380.44740157480317,&quot;left&quot;:0,&quot;top&quot;:112.35259842519686,&quot;width&quot;:960}"/>
</p:tagLst>
</file>

<file path=ppt/tags/tag303.xml><?xml version="1.0" encoding="utf-8"?>
<p:tagLst xmlns:p="http://schemas.openxmlformats.org/presentationml/2006/main">
  <p:tag name="KSO_WM_DIAGRAM_VIRTUALLY_FRAME" val="{&quot;height&quot;:380.44740157480317,&quot;left&quot;:0,&quot;top&quot;:112.35259842519686,&quot;width&quot;:960}"/>
</p:tagLst>
</file>

<file path=ppt/tags/tag304.xml><?xml version="1.0" encoding="utf-8"?>
<p:tagLst xmlns:p="http://schemas.openxmlformats.org/presentationml/2006/main">
  <p:tag name="KSO_WM_DIAGRAM_VIRTUALLY_FRAME" val="{&quot;height&quot;:380.44740157480317,&quot;left&quot;:0,&quot;top&quot;:112.35259842519686,&quot;width&quot;:960}"/>
</p:tagLst>
</file>

<file path=ppt/tags/tag305.xml><?xml version="1.0" encoding="utf-8"?>
<p:tagLst xmlns:p="http://schemas.openxmlformats.org/presentationml/2006/main">
  <p:tag name="KSO_WM_DIAGRAM_VIRTUALLY_FRAME" val="{&quot;height&quot;:380.44740157480317,&quot;left&quot;:0,&quot;top&quot;:112.35259842519686,&quot;width&quot;:960}"/>
</p:tagLst>
</file>

<file path=ppt/tags/tag306.xml><?xml version="1.0" encoding="utf-8"?>
<p:tagLst xmlns:p="http://schemas.openxmlformats.org/presentationml/2006/main">
  <p:tag name="KSO_WM_DIAGRAM_VIRTUALLY_FRAME" val="{&quot;height&quot;:380.44740157480317,&quot;left&quot;:0,&quot;top&quot;:112.35259842519686,&quot;width&quot;:960}"/>
</p:tagLst>
</file>

<file path=ppt/tags/tag307.xml><?xml version="1.0" encoding="utf-8"?>
<p:tagLst xmlns:p="http://schemas.openxmlformats.org/presentationml/2006/main">
  <p:tag name="KSO_WM_DIAGRAM_VIRTUALLY_FRAME" val="{&quot;height&quot;:380.44740157480317,&quot;left&quot;:0,&quot;top&quot;:112.35259842519686,&quot;width&quot;:960}"/>
</p:tagLst>
</file>

<file path=ppt/tags/tag308.xml><?xml version="1.0" encoding="utf-8"?>
<p:tagLst xmlns:p="http://schemas.openxmlformats.org/presentationml/2006/main">
  <p:tag name="KSO_WM_DIAGRAM_VIRTUALLY_FRAME" val="{&quot;height&quot;:380.44740157480317,&quot;left&quot;:0,&quot;top&quot;:112.35259842519686,&quot;width&quot;:960}"/>
</p:tagLst>
</file>

<file path=ppt/tags/tag309.xml><?xml version="1.0" encoding="utf-8"?>
<p:tagLst xmlns:p="http://schemas.openxmlformats.org/presentationml/2006/main">
  <p:tag name="KSO_WM_DIAGRAM_VIRTUALLY_FRAME" val="{&quot;height&quot;:380.44740157480317,&quot;left&quot;:0,&quot;top&quot;:112.35259842519686,&quot;width&quot;:960}"/>
</p:tagLst>
</file>

<file path=ppt/tags/tag310.xml><?xml version="1.0" encoding="utf-8"?>
<p:tagLst xmlns:p="http://schemas.openxmlformats.org/presentationml/2006/main">
  <p:tag name="KSO_WM_DIAGRAM_VIRTUALLY_FRAME" val="{&quot;height&quot;:380.44740157480317,&quot;left&quot;:0,&quot;top&quot;:112.35259842519686,&quot;width&quot;:960}"/>
</p:tagLst>
</file>

<file path=ppt/tags/tag311.xml><?xml version="1.0" encoding="utf-8"?>
<p:tagLst xmlns:p="http://schemas.openxmlformats.org/presentationml/2006/main">
  <p:tag name="KSO_WM_DIAGRAM_VIRTUALLY_FRAME" val="{&quot;height&quot;:380.44740157480317,&quot;left&quot;:0,&quot;top&quot;:112.35259842519686,&quot;width&quot;:960}"/>
</p:tagLst>
</file>

<file path=ppt/tags/tag312.xml><?xml version="1.0" encoding="utf-8"?>
<p:tagLst xmlns:p="http://schemas.openxmlformats.org/presentationml/2006/main">
  <p:tag name="KSO_WM_DIAGRAM_VIRTUALLY_FRAME" val="{&quot;height&quot;:362.44740157480317,&quot;left&quot;:0,&quot;top&quot;:112.35259842519686,&quot;width&quot;:960}"/>
</p:tagLst>
</file>

<file path=ppt/tags/tag313.xml><?xml version="1.0" encoding="utf-8"?>
<p:tagLst xmlns:p="http://schemas.openxmlformats.org/presentationml/2006/main">
  <p:tag name="KSO_WM_DIAGRAM_VIRTUALLY_FRAME" val="{&quot;height&quot;:362.44740157480317,&quot;left&quot;:0,&quot;top&quot;:112.35259842519686,&quot;width&quot;:960}"/>
</p:tagLst>
</file>

<file path=ppt/tags/tag314.xml><?xml version="1.0" encoding="utf-8"?>
<p:tagLst xmlns:p="http://schemas.openxmlformats.org/presentationml/2006/main">
  <p:tag name="KSO_WM_DIAGRAM_VIRTUALLY_FRAME" val="{&quot;height&quot;:362.44740157480317,&quot;left&quot;:0,&quot;top&quot;:112.35259842519686,&quot;width&quot;:960}"/>
</p:tagLst>
</file>

<file path=ppt/tags/tag315.xml><?xml version="1.0" encoding="utf-8"?>
<p:tagLst xmlns:p="http://schemas.openxmlformats.org/presentationml/2006/main">
  <p:tag name="KSO_WM_DIAGRAM_VIRTUALLY_FRAME" val="{&quot;height&quot;:362.44740157480317,&quot;left&quot;:0,&quot;top&quot;:112.35259842519686,&quot;width&quot;:960}"/>
</p:tagLst>
</file>

<file path=ppt/tags/tag316.xml><?xml version="1.0" encoding="utf-8"?>
<p:tagLst xmlns:p="http://schemas.openxmlformats.org/presentationml/2006/main">
  <p:tag name="KSO_WM_DIAGRAM_VIRTUALLY_FRAME" val="{&quot;height&quot;:362.44740157480317,&quot;left&quot;:0,&quot;top&quot;:112.35259842519686,&quot;width&quot;:960}"/>
</p:tagLst>
</file>

<file path=ppt/tags/tag317.xml><?xml version="1.0" encoding="utf-8"?>
<p:tagLst xmlns:p="http://schemas.openxmlformats.org/presentationml/2006/main">
  <p:tag name="KSO_WM_DIAGRAM_VIRTUALLY_FRAME" val="{&quot;height&quot;:362.44740157480317,&quot;left&quot;:0,&quot;top&quot;:112.35259842519686,&quot;width&quot;:960}"/>
</p:tagLst>
</file>

<file path=ppt/tags/tag318.xml><?xml version="1.0" encoding="utf-8"?>
<p:tagLst xmlns:p="http://schemas.openxmlformats.org/presentationml/2006/main">
  <p:tag name="KSO_WM_DIAGRAM_VIRTUALLY_FRAME" val="{&quot;height&quot;:362.44740157480317,&quot;left&quot;:0,&quot;top&quot;:112.35259842519686,&quot;width&quot;:960}"/>
</p:tagLst>
</file>

<file path=ppt/tags/tag319.xml><?xml version="1.0" encoding="utf-8"?>
<p:tagLst xmlns:p="http://schemas.openxmlformats.org/presentationml/2006/main">
  <p:tag name="KSO_WM_DIAGRAM_VIRTUALLY_FRAME" val="{&quot;height&quot;:362.44740157480317,&quot;left&quot;:0,&quot;top&quot;:112.35259842519686,&quot;width&quot;:960}"/>
</p:tagLst>
</file>

<file path=ppt/tags/tag320.xml><?xml version="1.0" encoding="utf-8"?>
<p:tagLst xmlns:p="http://schemas.openxmlformats.org/presentationml/2006/main">
  <p:tag name="KSO_WM_DIAGRAM_VIRTUALLY_FRAME" val="{&quot;height&quot;:362.44740157480317,&quot;left&quot;:0,&quot;top&quot;:112.35259842519686,&quot;width&quot;:960}"/>
</p:tagLst>
</file>

<file path=ppt/tags/tag321.xml><?xml version="1.0" encoding="utf-8"?>
<p:tagLst xmlns:p="http://schemas.openxmlformats.org/presentationml/2006/main">
  <p:tag name="KSO_WM_DIAGRAM_VIRTUALLY_FRAME" val="{&quot;height&quot;:362.44740157480317,&quot;left&quot;:0,&quot;top&quot;:112.35259842519686,&quot;width&quot;:960}"/>
</p:tagLst>
</file>

<file path=ppt/tags/tag322.xml><?xml version="1.0" encoding="utf-8"?>
<p:tagLst xmlns:p="http://schemas.openxmlformats.org/presentationml/2006/main">
  <p:tag name="KSO_WM_DIAGRAM_VIRTUALLY_FRAME" val="{&quot;height&quot;:362.44740157480317,&quot;left&quot;:0,&quot;top&quot;:112.35259842519686,&quot;width&quot;:960}"/>
</p:tagLst>
</file>

<file path=ppt/tags/tag323.xml><?xml version="1.0" encoding="utf-8"?>
<p:tagLst xmlns:p="http://schemas.openxmlformats.org/presentationml/2006/main">
  <p:tag name="KSO_WM_DIAGRAM_VIRTUALLY_FRAME" val="{&quot;height&quot;:362.44740157480317,&quot;left&quot;:0,&quot;top&quot;:112.35259842519686,&quot;width&quot;:960}"/>
</p:tagLst>
</file>

<file path=ppt/tags/tag324.xml><?xml version="1.0" encoding="utf-8"?>
<p:tagLst xmlns:p="http://schemas.openxmlformats.org/presentationml/2006/main">
  <p:tag name="KSO_WM_DIAGRAM_VIRTUALLY_FRAME" val="{&quot;height&quot;:362.44740157480317,&quot;left&quot;:0,&quot;top&quot;:112.35259842519686,&quot;width&quot;:960}"/>
</p:tagLst>
</file>

<file path=ppt/tags/tag325.xml><?xml version="1.0" encoding="utf-8"?>
<p:tagLst xmlns:p="http://schemas.openxmlformats.org/presentationml/2006/main">
  <p:tag name="KSO_WM_DIAGRAM_VIRTUALLY_FRAME" val="{&quot;height&quot;:362.44740157480317,&quot;left&quot;:0,&quot;top&quot;:112.35259842519686,&quot;width&quot;:960}"/>
</p:tagLst>
</file>

<file path=ppt/tags/tag326.xml><?xml version="1.0" encoding="utf-8"?>
<p:tagLst xmlns:p="http://schemas.openxmlformats.org/presentationml/2006/main">
  <p:tag name="KSO_WM_DIAGRAM_VIRTUALLY_FRAME" val="{&quot;height&quot;:362.44740157480317,&quot;left&quot;:0,&quot;top&quot;:112.35259842519686,&quot;width&quot;:960}"/>
</p:tagLst>
</file>

<file path=ppt/tags/tag327.xml><?xml version="1.0" encoding="utf-8"?>
<p:tagLst xmlns:p="http://schemas.openxmlformats.org/presentationml/2006/main">
  <p:tag name="KSO_WM_DIAGRAM_VIRTUALLY_FRAME" val="{&quot;height&quot;:362.44740157480317,&quot;left&quot;:0,&quot;top&quot;:112.35259842519686,&quot;width&quot;:960}"/>
</p:tagLst>
</file>

<file path=ppt/tags/tag328.xml><?xml version="1.0" encoding="utf-8"?>
<p:tagLst xmlns:p="http://schemas.openxmlformats.org/presentationml/2006/main">
  <p:tag name="KSO_WM_DIAGRAM_VIRTUALLY_FRAME" val="{&quot;height&quot;:362.44740157480317,&quot;left&quot;:0,&quot;top&quot;:112.35259842519686,&quot;width&quot;:960}"/>
</p:tagLst>
</file>

<file path=ppt/tags/tag329.xml><?xml version="1.0" encoding="utf-8"?>
<p:tagLst xmlns:p="http://schemas.openxmlformats.org/presentationml/2006/main">
  <p:tag name="KSO_WM_DIAGRAM_VIRTUALLY_FRAME" val="{&quot;height&quot;:362.44740157480317,&quot;left&quot;:0,&quot;top&quot;:112.35259842519686,&quot;width&quot;:960}"/>
</p:tagLst>
</file>

<file path=ppt/tags/tag330.xml><?xml version="1.0" encoding="utf-8"?>
<p:tagLst xmlns:p="http://schemas.openxmlformats.org/presentationml/2006/main">
  <p:tag name="KSO_WM_DIAGRAM_VIRTUALLY_FRAME" val="{&quot;height&quot;:362.44740157480317,&quot;left&quot;:0,&quot;top&quot;:112.35259842519686,&quot;width&quot;:960}"/>
</p:tagLst>
</file>

<file path=ppt/tags/tag331.xml><?xml version="1.0" encoding="utf-8"?>
<p:tagLst xmlns:p="http://schemas.openxmlformats.org/presentationml/2006/main">
  <p:tag name="KSO_WM_DIAGRAM_VIRTUALLY_FRAME" val="{&quot;height&quot;:362.44740157480317,&quot;left&quot;:0,&quot;top&quot;:112.35259842519686,&quot;width&quot;:960}"/>
</p:tagLst>
</file>

<file path=ppt/tags/tag332.xml><?xml version="1.0" encoding="utf-8"?>
<p:tagLst xmlns:p="http://schemas.openxmlformats.org/presentationml/2006/main">
  <p:tag name="KSO_WM_DIAGRAM_VIRTUALLY_FRAME" val="{&quot;height&quot;:362.44740157480317,&quot;left&quot;:0,&quot;top&quot;:112.35259842519686,&quot;width&quot;:960}"/>
</p:tagLst>
</file>

<file path=ppt/tags/tag333.xml><?xml version="1.0" encoding="utf-8"?>
<p:tagLst xmlns:p="http://schemas.openxmlformats.org/presentationml/2006/main">
  <p:tag name="KSO_WM_DIAGRAM_VIRTUALLY_FRAME" val="{&quot;height&quot;:362.44740157480317,&quot;left&quot;:0,&quot;top&quot;:112.35259842519686,&quot;width&quot;:960}"/>
</p:tagLst>
</file>

<file path=ppt/tags/tag334.xml><?xml version="1.0" encoding="utf-8"?>
<p:tagLst xmlns:p="http://schemas.openxmlformats.org/presentationml/2006/main">
  <p:tag name="KSO_WM_DIAGRAM_VIRTUALLY_FRAME" val="{&quot;height&quot;:362.44740157480317,&quot;left&quot;:0,&quot;top&quot;:112.35259842519686,&quot;width&quot;:960}"/>
</p:tagLst>
</file>

<file path=ppt/tags/tag335.xml><?xml version="1.0" encoding="utf-8"?>
<p:tagLst xmlns:p="http://schemas.openxmlformats.org/presentationml/2006/main">
  <p:tag name="KSO_WM_DIAGRAM_VIRTUALLY_FRAME" val="{&quot;height&quot;:362.44740157480317,&quot;left&quot;:0,&quot;top&quot;:112.35259842519686,&quot;width&quot;:960}"/>
</p:tagLst>
</file>

<file path=ppt/tags/tag336.xml><?xml version="1.0" encoding="utf-8"?>
<p:tagLst xmlns:p="http://schemas.openxmlformats.org/presentationml/2006/main">
  <p:tag name="KSO_WM_DIAGRAM_VIRTUALLY_FRAME" val="{&quot;height&quot;:362.44740157480317,&quot;left&quot;:0,&quot;top&quot;:112.35259842519686,&quot;width&quot;:960}"/>
</p:tagLst>
</file>

<file path=ppt/tags/tag337.xml><?xml version="1.0" encoding="utf-8"?>
<p:tagLst xmlns:p="http://schemas.openxmlformats.org/presentationml/2006/main">
  <p:tag name="KSO_WM_DIAGRAM_VIRTUALLY_FRAME" val="{&quot;height&quot;:371.85,&quot;left&quot;:0,&quot;top&quot;:102.95,&quot;width&quot;:960}"/>
</p:tagLst>
</file>

<file path=ppt/tags/tag338.xml><?xml version="1.0" encoding="utf-8"?>
<p:tagLst xmlns:p="http://schemas.openxmlformats.org/presentationml/2006/main">
  <p:tag name="KSO_WM_DIAGRAM_VIRTUALLY_FRAME" val="{&quot;height&quot;:371.85,&quot;left&quot;:0,&quot;top&quot;:102.95,&quot;width&quot;:960}"/>
</p:tagLst>
</file>

<file path=ppt/tags/tag339.xml><?xml version="1.0" encoding="utf-8"?>
<p:tagLst xmlns:p="http://schemas.openxmlformats.org/presentationml/2006/main">
  <p:tag name="KSO_WM_DIAGRAM_VIRTUALLY_FRAME" val="{&quot;height&quot;:371.85,&quot;left&quot;:0,&quot;top&quot;:102.95,&quot;width&quot;:960}"/>
</p:tagLst>
</file>

<file path=ppt/tags/tag340.xml><?xml version="1.0" encoding="utf-8"?>
<p:tagLst xmlns:p="http://schemas.openxmlformats.org/presentationml/2006/main">
  <p:tag name="KSO_WM_DIAGRAM_VIRTUALLY_FRAME" val="{&quot;height&quot;:371.85,&quot;left&quot;:0,&quot;top&quot;:102.95,&quot;width&quot;:960}"/>
</p:tagLst>
</file>

<file path=ppt/tags/tag341.xml><?xml version="1.0" encoding="utf-8"?>
<p:tagLst xmlns:p="http://schemas.openxmlformats.org/presentationml/2006/main">
  <p:tag name="KSO_WM_DIAGRAM_VIRTUALLY_FRAME" val="{&quot;height&quot;:371.85,&quot;left&quot;:0,&quot;top&quot;:102.95,&quot;width&quot;:960}"/>
</p:tagLst>
</file>

<file path=ppt/tags/tag342.xml><?xml version="1.0" encoding="utf-8"?>
<p:tagLst xmlns:p="http://schemas.openxmlformats.org/presentationml/2006/main">
  <p:tag name="KSO_WM_DIAGRAM_VIRTUALLY_FRAME" val="{&quot;height&quot;:371.85,&quot;left&quot;:0,&quot;top&quot;:102.95,&quot;width&quot;:960}"/>
</p:tagLst>
</file>

<file path=ppt/tags/tag343.xml><?xml version="1.0" encoding="utf-8"?>
<p:tagLst xmlns:p="http://schemas.openxmlformats.org/presentationml/2006/main">
  <p:tag name="KSO_WM_DIAGRAM_VIRTUALLY_FRAME" val="{&quot;height&quot;:362.44740157480317,&quot;left&quot;:0,&quot;top&quot;:112.35259842519686,&quot;width&quot;:960}"/>
</p:tagLst>
</file>

<file path=ppt/tags/tag344.xml><?xml version="1.0" encoding="utf-8"?>
<p:tagLst xmlns:p="http://schemas.openxmlformats.org/presentationml/2006/main">
  <p:tag name="KSO_WM_DIAGRAM_VIRTUALLY_FRAME" val="{&quot;height&quot;:362.44740157480317,&quot;left&quot;:0,&quot;top&quot;:112.35259842519686,&quot;width&quot;:960}"/>
</p:tagLst>
</file>

<file path=ppt/tags/tag345.xml><?xml version="1.0" encoding="utf-8"?>
<p:tagLst xmlns:p="http://schemas.openxmlformats.org/presentationml/2006/main">
  <p:tag name="KSO_WM_DIAGRAM_VIRTUALLY_FRAME" val="{&quot;height&quot;:362.44740157480317,&quot;left&quot;:0,&quot;top&quot;:112.35259842519686,&quot;width&quot;:960}"/>
</p:tagLst>
</file>

<file path=ppt/tags/tag346.xml><?xml version="1.0" encoding="utf-8"?>
<p:tagLst xmlns:p="http://schemas.openxmlformats.org/presentationml/2006/main">
  <p:tag name="KSO_WM_DIAGRAM_VIRTUALLY_FRAME" val="{&quot;height&quot;:362.44740157480317,&quot;left&quot;:0,&quot;top&quot;:112.35259842519686,&quot;width&quot;:960}"/>
</p:tagLst>
</file>

<file path=ppt/tags/tag347.xml><?xml version="1.0" encoding="utf-8"?>
<p:tagLst xmlns:p="http://schemas.openxmlformats.org/presentationml/2006/main">
  <p:tag name="KSO_WM_DIAGRAM_VIRTUALLY_FRAME" val="{&quot;height&quot;:362.44740157480317,&quot;left&quot;:0,&quot;top&quot;:112.35259842519686,&quot;width&quot;:960}"/>
</p:tagLst>
</file>

<file path=ppt/tags/tag348.xml><?xml version="1.0" encoding="utf-8"?>
<p:tagLst xmlns:p="http://schemas.openxmlformats.org/presentationml/2006/main">
  <p:tag name="KSO_WM_DIAGRAM_VIRTUALLY_FRAME" val="{&quot;height&quot;:362.44740157480317,&quot;left&quot;:0,&quot;top&quot;:112.35259842519686,&quot;width&quot;:960}"/>
</p:tagLst>
</file>

<file path=ppt/tags/tag349.xml><?xml version="1.0" encoding="utf-8"?>
<p:tagLst xmlns:p="http://schemas.openxmlformats.org/presentationml/2006/main">
  <p:tag name="KSO_WM_DIAGRAM_VIRTUALLY_FRAME" val="{&quot;height&quot;:157.85,&quot;left&quot;:690.9,&quot;top&quot;:326.9,&quot;width&quot;:320}"/>
</p:tagLst>
</file>

<file path=ppt/tags/tag350.xml><?xml version="1.0" encoding="utf-8"?>
<p:tagLst xmlns:p="http://schemas.openxmlformats.org/presentationml/2006/main">
  <p:tag name="KSO_WM_DIAGRAM_VIRTUALLY_FRAME" val="{&quot;height&quot;:157.85,&quot;left&quot;:690.9,&quot;top&quot;:326.9,&quot;width&quot;:320}"/>
</p:tagLst>
</file>

<file path=ppt/tags/tag351.xml><?xml version="1.0" encoding="utf-8"?>
<p:tagLst xmlns:p="http://schemas.openxmlformats.org/presentationml/2006/main">
  <p:tag name="KSO_WM_DIAGRAM_VIRTUALLY_FRAME" val="{&quot;height&quot;:157.85,&quot;left&quot;:690.9,&quot;top&quot;:326.9,&quot;width&quot;:320}"/>
</p:tagLst>
</file>

<file path=ppt/tags/tag352.xml><?xml version="1.0" encoding="utf-8"?>
<p:tagLst xmlns:p="http://schemas.openxmlformats.org/presentationml/2006/main">
  <p:tag name="KSO_WM_DIAGRAM_VIRTUALLY_FRAME" val="{&quot;height&quot;:157.85,&quot;left&quot;:690.9,&quot;top&quot;:326.9,&quot;width&quot;:320}"/>
</p:tagLst>
</file>

<file path=ppt/tags/tag353.xml><?xml version="1.0" encoding="utf-8"?>
<p:tagLst xmlns:p="http://schemas.openxmlformats.org/presentationml/2006/main">
  <p:tag name="KSO_WM_DIAGRAM_VIRTUALLY_FRAME" val="{&quot;height&quot;:157.85,&quot;left&quot;:690.9,&quot;top&quot;:326.9,&quot;width&quot;:320}"/>
</p:tagLst>
</file>

<file path=ppt/tags/tag354.xml><?xml version="1.0" encoding="utf-8"?>
<p:tagLst xmlns:p="http://schemas.openxmlformats.org/presentationml/2006/main">
  <p:tag name="KSO_WM_DIAGRAM_VIRTUALLY_FRAME" val="{&quot;height&quot;:157.85,&quot;left&quot;:690.9,&quot;top&quot;:326.9,&quot;width&quot;:320}"/>
</p:tagLst>
</file>

<file path=ppt/tags/tag355.xml><?xml version="1.0" encoding="utf-8"?>
<p:tagLst xmlns:p="http://schemas.openxmlformats.org/presentationml/2006/main">
  <p:tag name="KSO_WM_DIAGRAM_VIRTUALLY_FRAME" val="{&quot;height&quot;:363.4,&quot;left&quot;:0,&quot;top&quot;:111.4,&quot;width&quot;:960}"/>
</p:tagLst>
</file>

<file path=ppt/tags/tag356.xml><?xml version="1.0" encoding="utf-8"?>
<p:tagLst xmlns:p="http://schemas.openxmlformats.org/presentationml/2006/main">
  <p:tag name="KSO_WM_DIAGRAM_VIRTUALLY_FRAME" val="{&quot;height&quot;:363.4,&quot;left&quot;:0,&quot;top&quot;:111.4,&quot;width&quot;:960}"/>
</p:tagLst>
</file>

<file path=ppt/tags/tag357.xml><?xml version="1.0" encoding="utf-8"?>
<p:tagLst xmlns:p="http://schemas.openxmlformats.org/presentationml/2006/main">
  <p:tag name="KSO_WM_DIAGRAM_VIRTUALLY_FRAME" val="{&quot;height&quot;:440.4069291338583,&quot;left&quot;:22.15,&quot;top&quot;:71.39307086614173,&quot;width&quot;:916.4462204724408}"/>
</p:tagLst>
</file>

<file path=ppt/tags/tag358.xml><?xml version="1.0" encoding="utf-8"?>
<p:tagLst xmlns:p="http://schemas.openxmlformats.org/presentationml/2006/main">
  <p:tag name="KSO_WM_DIAGRAM_VIRTUALLY_FRAME" val="{&quot;height&quot;:363.4,&quot;left&quot;:0,&quot;top&quot;:111.4,&quot;width&quot;:960}"/>
</p:tagLst>
</file>

<file path=ppt/tags/tag359.xml><?xml version="1.0" encoding="utf-8"?>
<p:tagLst xmlns:p="http://schemas.openxmlformats.org/presentationml/2006/main">
  <p:tag name="KSO_WM_DIAGRAM_VIRTUALLY_FRAME" val="{&quot;height&quot;:363.4,&quot;left&quot;:0,&quot;top&quot;:111.4,&quot;width&quot;:960}"/>
</p:tagLst>
</file>

<file path=ppt/tags/tag360.xml><?xml version="1.0" encoding="utf-8"?>
<p:tagLst xmlns:p="http://schemas.openxmlformats.org/presentationml/2006/main">
  <p:tag name="KSO_WM_DIAGRAM_VIRTUALLY_FRAME" val="{&quot;height&quot;:363.4,&quot;left&quot;:0,&quot;top&quot;:111.4,&quot;width&quot;:960}"/>
</p:tagLst>
</file>

<file path=ppt/tags/tag361.xml><?xml version="1.0" encoding="utf-8"?>
<p:tagLst xmlns:p="http://schemas.openxmlformats.org/presentationml/2006/main">
  <p:tag name="KSO_WM_DIAGRAM_VIRTUALLY_FRAME" val="{&quot;height&quot;:363.4,&quot;left&quot;:0,&quot;top&quot;:111.4,&quot;width&quot;:960}"/>
</p:tagLst>
</file>

<file path=ppt/tags/tag362.xml><?xml version="1.0" encoding="utf-8"?>
<p:tagLst xmlns:p="http://schemas.openxmlformats.org/presentationml/2006/main">
  <p:tag name="KSO_WM_DIAGRAM_VIRTUALLY_FRAME" val="{&quot;height&quot;:440.4069291338583,&quot;left&quot;:22.15,&quot;top&quot;:71.39307086614173,&quot;width&quot;:916.4462204724408}"/>
</p:tagLst>
</file>

<file path=ppt/tags/tag363.xml><?xml version="1.0" encoding="utf-8"?>
<p:tagLst xmlns:p="http://schemas.openxmlformats.org/presentationml/2006/main">
  <p:tag name="KSO_WM_DIAGRAM_VIRTUALLY_FRAME" val="{&quot;height&quot;:363.4,&quot;left&quot;:0,&quot;top&quot;:111.4,&quot;width&quot;:960}"/>
</p:tagLst>
</file>

<file path=ppt/tags/tag364.xml><?xml version="1.0" encoding="utf-8"?>
<p:tagLst xmlns:p="http://schemas.openxmlformats.org/presentationml/2006/main">
  <p:tag name="KSO_WM_DIAGRAM_VIRTUALLY_FRAME" val="{&quot;height&quot;:363.4,&quot;left&quot;:0,&quot;top&quot;:111.4,&quot;width&quot;:960}"/>
</p:tagLst>
</file>

<file path=ppt/tags/tag365.xml><?xml version="1.0" encoding="utf-8"?>
<p:tagLst xmlns:p="http://schemas.openxmlformats.org/presentationml/2006/main">
  <p:tag name="KSO_WM_DIAGRAM_VIRTUALLY_FRAME" val="{&quot;height&quot;:363.4,&quot;left&quot;:0,&quot;top&quot;:111.4,&quot;width&quot;:960}"/>
</p:tagLst>
</file>

<file path=ppt/tags/tag366.xml><?xml version="1.0" encoding="utf-8"?>
<p:tagLst xmlns:p="http://schemas.openxmlformats.org/presentationml/2006/main">
  <p:tag name="KSO_WM_BEAUTIFY_FLAG" val=""/>
  <p:tag name="KSO_WM_DIAGRAM_VIRTUALLY_FRAME" val="{&quot;height&quot;:363.4,&quot;left&quot;:0,&quot;top&quot;:111.4,&quot;width&quot;:960}"/>
</p:tagLst>
</file>

<file path=ppt/tags/tag367.xml><?xml version="1.0" encoding="utf-8"?>
<p:tagLst xmlns:p="http://schemas.openxmlformats.org/presentationml/2006/main">
  <p:tag name="KSO_WM_BEAUTIFY_FLAG" val=""/>
  <p:tag name="KSO_WM_DIAGRAM_VIRTUALLY_FRAME" val="{&quot;height&quot;:363.4,&quot;left&quot;:0,&quot;top&quot;:111.4,&quot;width&quot;:960}"/>
</p:tagLst>
</file>

<file path=ppt/tags/tag368.xml><?xml version="1.0" encoding="utf-8"?>
<p:tagLst xmlns:p="http://schemas.openxmlformats.org/presentationml/2006/main">
  <p:tag name="KSO_WM_BEAUTIFY_FLAG" val=""/>
  <p:tag name="KSO_WM_DIAGRAM_VIRTUALLY_FRAME" val="{&quot;height&quot;:363.4,&quot;left&quot;:0,&quot;top&quot;:111.4,&quot;width&quot;:960}"/>
</p:tagLst>
</file>

<file path=ppt/tags/tag369.xml><?xml version="1.0" encoding="utf-8"?>
<p:tagLst xmlns:p="http://schemas.openxmlformats.org/presentationml/2006/main">
  <p:tag name="KSO_WM_DIAGRAM_VIRTUALLY_FRAME" val="{&quot;height&quot;:363.4,&quot;left&quot;:0,&quot;top&quot;:111.4,&quot;width&quot;:960}"/>
</p:tagLst>
</file>

<file path=ppt/tags/tag370.xml><?xml version="1.0" encoding="utf-8"?>
<p:tagLst xmlns:p="http://schemas.openxmlformats.org/presentationml/2006/main">
  <p:tag name="KSO_WM_DIAGRAM_VIRTUALLY_FRAME" val="{&quot;height&quot;:363.4,&quot;left&quot;:0,&quot;top&quot;:111.4,&quot;width&quot;:960}"/>
</p:tagLst>
</file>

<file path=ppt/tags/tag371.xml><?xml version="1.0" encoding="utf-8"?>
<p:tagLst xmlns:p="http://schemas.openxmlformats.org/presentationml/2006/main">
  <p:tag name="KSO_WM_DIAGRAM_VIRTUALLY_FRAME" val="{&quot;height&quot;:363.4,&quot;left&quot;:0,&quot;top&quot;:111.4,&quot;width&quot;:960}"/>
</p:tagLst>
</file>

<file path=ppt/tags/tag372.xml><?xml version="1.0" encoding="utf-8"?>
<p:tagLst xmlns:p="http://schemas.openxmlformats.org/presentationml/2006/main">
  <p:tag name="KSO_WM_DIAGRAM_VIRTUALLY_FRAME" val="{&quot;height&quot;:363.4,&quot;left&quot;:0,&quot;top&quot;:111.4,&quot;width&quot;:960}"/>
</p:tagLst>
</file>

<file path=ppt/tags/tag373.xml><?xml version="1.0" encoding="utf-8"?>
<p:tagLst xmlns:p="http://schemas.openxmlformats.org/presentationml/2006/main">
  <p:tag name="KSO_WM_DIAGRAM_VIRTUALLY_FRAME" val="{&quot;height&quot;:363.4,&quot;left&quot;:0,&quot;top&quot;:111.4,&quot;width&quot;:960}"/>
</p:tagLst>
</file>

<file path=ppt/tags/tag374.xml><?xml version="1.0" encoding="utf-8"?>
<p:tagLst xmlns:p="http://schemas.openxmlformats.org/presentationml/2006/main">
  <p:tag name="KSO_WM_DIAGRAM_VIRTUALLY_FRAME" val="{&quot;height&quot;:363.4,&quot;left&quot;:0,&quot;top&quot;:111.4,&quot;width&quot;:960}"/>
</p:tagLst>
</file>

<file path=ppt/tags/tag375.xml><?xml version="1.0" encoding="utf-8"?>
<p:tagLst xmlns:p="http://schemas.openxmlformats.org/presentationml/2006/main">
  <p:tag name="KSO_WM_DIAGRAM_VIRTUALLY_FRAME" val="{&quot;height&quot;:363.4,&quot;left&quot;:0,&quot;top&quot;:111.4,&quot;width&quot;:960}"/>
</p:tagLst>
</file>

<file path=ppt/tags/tag376.xml><?xml version="1.0" encoding="utf-8"?>
<p:tagLst xmlns:p="http://schemas.openxmlformats.org/presentationml/2006/main">
  <p:tag name="KSO_WM_DIAGRAM_VIRTUALLY_FRAME" val="{&quot;height&quot;:363.4,&quot;left&quot;:0,&quot;top&quot;:111.4,&quot;width&quot;:960}"/>
</p:tagLst>
</file>

<file path=ppt/tags/tag377.xml><?xml version="1.0" encoding="utf-8"?>
<p:tagLst xmlns:p="http://schemas.openxmlformats.org/presentationml/2006/main">
  <p:tag name="KSO_WM_DIAGRAM_VIRTUALLY_FRAME" val="{&quot;height&quot;:440.4069291338583,&quot;left&quot;:22.15,&quot;top&quot;:71.39307086614173,&quot;width&quot;:916.4462204724408}"/>
</p:tagLst>
</file>

<file path=ppt/tags/tag378.xml><?xml version="1.0" encoding="utf-8"?>
<p:tagLst xmlns:p="http://schemas.openxmlformats.org/presentationml/2006/main">
  <p:tag name="KSO_WM_DIAGRAM_VIRTUALLY_FRAME" val="{&quot;height&quot;:363.4,&quot;left&quot;:0,&quot;top&quot;:111.4,&quot;width&quot;:960}"/>
</p:tagLst>
</file>

<file path=ppt/tags/tag379.xml><?xml version="1.0" encoding="utf-8"?>
<p:tagLst xmlns:p="http://schemas.openxmlformats.org/presentationml/2006/main">
  <p:tag name="KSO_WM_DIAGRAM_VIRTUALLY_FRAME" val="{&quot;height&quot;:363.4,&quot;left&quot;:0,&quot;top&quot;:111.4,&quot;width&quot;:960}"/>
</p:tagLst>
</file>

<file path=ppt/tags/tag380.xml><?xml version="1.0" encoding="utf-8"?>
<p:tagLst xmlns:p="http://schemas.openxmlformats.org/presentationml/2006/main">
  <p:tag name="KSO_WM_DIAGRAM_VIRTUALLY_FRAME" val="{&quot;height&quot;:363.4,&quot;left&quot;:0,&quot;top&quot;:111.4,&quot;width&quot;:960}"/>
</p:tagLst>
</file>

<file path=ppt/tags/tag381.xml><?xml version="1.0" encoding="utf-8"?>
<p:tagLst xmlns:p="http://schemas.openxmlformats.org/presentationml/2006/main">
  <p:tag name="KSO_WM_DIAGRAM_VIRTUALLY_FRAME" val="{&quot;height&quot;:363.4,&quot;left&quot;:0,&quot;top&quot;:111.4,&quot;width&quot;:960}"/>
</p:tagLst>
</file>

<file path=ppt/tags/tag382.xml><?xml version="1.0" encoding="utf-8"?>
<p:tagLst xmlns:p="http://schemas.openxmlformats.org/presentationml/2006/main">
  <p:tag name="KSO_WM_DIAGRAM_VIRTUALLY_FRAME" val="{&quot;height&quot;:440.4069291338583,&quot;left&quot;:22.15,&quot;top&quot;:71.39307086614173,&quot;width&quot;:916.4462204724408}"/>
</p:tagLst>
</file>

<file path=ppt/tags/tag383.xml><?xml version="1.0" encoding="utf-8"?>
<p:tagLst xmlns:p="http://schemas.openxmlformats.org/presentationml/2006/main">
  <p:tag name="KSO_WM_DIAGRAM_VIRTUALLY_FRAME" val="{&quot;height&quot;:363.4,&quot;left&quot;:0,&quot;top&quot;:111.4,&quot;width&quot;:960}"/>
</p:tagLst>
</file>

<file path=ppt/tags/tag384.xml><?xml version="1.0" encoding="utf-8"?>
<p:tagLst xmlns:p="http://schemas.openxmlformats.org/presentationml/2006/main">
  <p:tag name="KSO_WM_DIAGRAM_VIRTUALLY_FRAME" val="{&quot;height&quot;:363.4,&quot;left&quot;:0,&quot;top&quot;:111.4,&quot;width&quot;:960}"/>
</p:tagLst>
</file>

<file path=ppt/tags/tag385.xml><?xml version="1.0" encoding="utf-8"?>
<p:tagLst xmlns:p="http://schemas.openxmlformats.org/presentationml/2006/main">
  <p:tag name="KSO_WM_DIAGRAM_VIRTUALLY_FRAME" val="{&quot;height&quot;:363.4,&quot;left&quot;:0,&quot;top&quot;:111.4,&quot;width&quot;:960}"/>
</p:tagLst>
</file>

<file path=ppt/tags/tag386.xml><?xml version="1.0" encoding="utf-8"?>
<p:tagLst xmlns:p="http://schemas.openxmlformats.org/presentationml/2006/main">
  <p:tag name="KSO_WM_DIAGRAM_VIRTUALLY_FRAME" val="{&quot;height&quot;:363.4,&quot;left&quot;:0,&quot;top&quot;:111.4,&quot;width&quot;:960}"/>
</p:tagLst>
</file>

<file path=ppt/tags/tag387.xml><?xml version="1.0" encoding="utf-8"?>
<p:tagLst xmlns:p="http://schemas.openxmlformats.org/presentationml/2006/main">
  <p:tag name="KSO_WM_DIAGRAM_VIRTUALLY_FRAME" val="{&quot;height&quot;:440.4069291338583,&quot;left&quot;:22.15,&quot;top&quot;:71.39307086614173,&quot;width&quot;:916.4462204724408}"/>
</p:tagLst>
</file>

<file path=ppt/tags/tag388.xml><?xml version="1.0" encoding="utf-8"?>
<p:tagLst xmlns:p="http://schemas.openxmlformats.org/presentationml/2006/main">
  <p:tag name="KSO_WM_DIAGRAM_VIRTUALLY_FRAME" val="{&quot;height&quot;:363.4,&quot;left&quot;:0,&quot;top&quot;:111.4,&quot;width&quot;:960}"/>
</p:tagLst>
</file>

<file path=ppt/tags/tag389.xml><?xml version="1.0" encoding="utf-8"?>
<p:tagLst xmlns:p="http://schemas.openxmlformats.org/presentationml/2006/main">
  <p:tag name="KSO_WM_DIAGRAM_VIRTUALLY_FRAME" val="{&quot;height&quot;:363.4,&quot;left&quot;:0,&quot;top&quot;:111.4,&quot;width&quot;:960}"/>
</p:tagLst>
</file>

<file path=ppt/tags/tag390.xml><?xml version="1.0" encoding="utf-8"?>
<p:tagLst xmlns:p="http://schemas.openxmlformats.org/presentationml/2006/main">
  <p:tag name="KSO_WM_DIAGRAM_VIRTUALLY_FRAME" val="{&quot;height&quot;:252.05606299212596,&quot;left&quot;:55.63354330708661,&quot;top&quot;:148.34456692913386,&quot;width&quot;:849.9053543307087}"/>
</p:tagLst>
</file>

<file path=ppt/tags/tag391.xml><?xml version="1.0" encoding="utf-8"?>
<p:tagLst xmlns:p="http://schemas.openxmlformats.org/presentationml/2006/main">
  <p:tag name="KSO_WM_DIAGRAM_VIRTUALLY_FRAME" val="{&quot;height&quot;:252.05606299212596,&quot;left&quot;:55.63354330708661,&quot;top&quot;:148.34456692913386,&quot;width&quot;:849.9053543307087}"/>
</p:tagLst>
</file>

<file path=ppt/tags/tag392.xml><?xml version="1.0" encoding="utf-8"?>
<p:tagLst xmlns:p="http://schemas.openxmlformats.org/presentationml/2006/main">
  <p:tag name="KSO_WM_DIAGRAM_VIRTUALLY_FRAME" val="{&quot;height&quot;:252.05606299212596,&quot;left&quot;:55.63354330708661,&quot;top&quot;:148.34456692913386,&quot;width&quot;:849.9053543307087}"/>
</p:tagLst>
</file>

<file path=ppt/tags/tag393.xml><?xml version="1.0" encoding="utf-8"?>
<p:tagLst xmlns:p="http://schemas.openxmlformats.org/presentationml/2006/main">
  <p:tag name="KSO_WM_DIAGRAM_VIRTUALLY_FRAME" val="{&quot;height&quot;:252.05606299212596,&quot;left&quot;:55.63354330708661,&quot;top&quot;:148.34456692913386,&quot;width&quot;:849.9053543307087}"/>
</p:tagLst>
</file>

<file path=ppt/tags/tag394.xml><?xml version="1.0" encoding="utf-8"?>
<p:tagLst xmlns:p="http://schemas.openxmlformats.org/presentationml/2006/main">
  <p:tag name="KSO_WM_DIAGRAM_VIRTUALLY_FRAME" val="{&quot;height&quot;:252.05606299212596,&quot;left&quot;:55.63354330708661,&quot;top&quot;:148.34456692913386,&quot;width&quot;:849.9053543307087}"/>
</p:tagLst>
</file>

<file path=ppt/tags/tag395.xml><?xml version="1.0" encoding="utf-8"?>
<p:tagLst xmlns:p="http://schemas.openxmlformats.org/presentationml/2006/main">
  <p:tag name="KSO_WM_DIAGRAM_VIRTUALLY_FRAME" val="{&quot;height&quot;:363.4,&quot;left&quot;:0,&quot;top&quot;:111.4,&quot;width&quot;:960}"/>
</p:tagLst>
</file>

<file path=ppt/tags/tag396.xml><?xml version="1.0" encoding="utf-8"?>
<p:tagLst xmlns:p="http://schemas.openxmlformats.org/presentationml/2006/main">
  <p:tag name="KSO_WM_DIAGRAM_VIRTUALLY_FRAME" val="{&quot;height&quot;:363.4,&quot;left&quot;:0,&quot;top&quot;:111.4,&quot;width&quot;:960}"/>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DIAGRAM_VIRTUALLY_FRAME" val="{&quot;height&quot;:440.4069291338583,&quot;left&quot;:22.15,&quot;top&quot;:71.39307086614173,&quot;width&quot;:916.4462204724408}"/>
</p:tagLst>
</file>

<file path=ppt/tags/tag399.xml><?xml version="1.0" encoding="utf-8"?>
<p:tagLst xmlns:p="http://schemas.openxmlformats.org/presentationml/2006/main">
  <p:tag name="KSO_WM_DIAGRAM_VIRTUALLY_FRAME" val="{&quot;height&quot;:440.4069291338583,&quot;left&quot;:22.15,&quot;top&quot;:71.39307086614173,&quot;width&quot;:916.4462204724408}"/>
</p:tagLst>
</file>

<file path=ppt/tags/tag400.xml><?xml version="1.0" encoding="utf-8"?>
<p:tagLst xmlns:p="http://schemas.openxmlformats.org/presentationml/2006/main">
  <p:tag name="KSO_WM_DIAGRAM_VIRTUALLY_FRAME" val="{&quot;height&quot;:440.4069291338583,&quot;left&quot;:22.15,&quot;top&quot;:71.39307086614173,&quot;width&quot;:916.4462204724408}"/>
</p:tagLst>
</file>

<file path=ppt/tags/tag401.xml><?xml version="1.0" encoding="utf-8"?>
<p:tagLst xmlns:p="http://schemas.openxmlformats.org/presentationml/2006/main">
  <p:tag name="KSO_WM_DIAGRAM_VIRTUALLY_FRAME" val="{&quot;height&quot;:440.4069291338583,&quot;left&quot;:22.15,&quot;top&quot;:71.39307086614173,&quot;width&quot;:916.4462204724408}"/>
</p:tagLst>
</file>

<file path=ppt/tags/tag402.xml><?xml version="1.0" encoding="utf-8"?>
<p:tagLst xmlns:p="http://schemas.openxmlformats.org/presentationml/2006/main">
  <p:tag name="KSO_WM_DIAGRAM_VIRTUALLY_FRAME" val="{&quot;height&quot;:440.4069291338583,&quot;left&quot;:22.15,&quot;top&quot;:71.39307086614173,&quot;width&quot;:916.4462204724408}"/>
</p:tagLst>
</file>

<file path=ppt/tags/tag403.xml><?xml version="1.0" encoding="utf-8"?>
<p:tagLst xmlns:p="http://schemas.openxmlformats.org/presentationml/2006/main">
  <p:tag name="KSO_WM_DIAGRAM_VIRTUALLY_FRAME" val="{&quot;height&quot;:440.4069291338583,&quot;left&quot;:22.15,&quot;top&quot;:71.39307086614173,&quot;width&quot;:916.4462204724408}"/>
</p:tagLst>
</file>

<file path=ppt/tags/tag404.xml><?xml version="1.0" encoding="utf-8"?>
<p:tagLst xmlns:p="http://schemas.openxmlformats.org/presentationml/2006/main">
  <p:tag name="KSO_WM_DIAGRAM_VIRTUALLY_FRAME" val="{&quot;height&quot;:440.4069291338583,&quot;left&quot;:22.15,&quot;top&quot;:71.39307086614173,&quot;width&quot;:916.4462204724408}"/>
</p:tagLst>
</file>

<file path=ppt/tags/tag405.xml><?xml version="1.0" encoding="utf-8"?>
<p:tagLst xmlns:p="http://schemas.openxmlformats.org/presentationml/2006/main">
  <p:tag name="KSO_WM_DIAGRAM_VIRTUALLY_FRAME" val="{&quot;height&quot;:376.24034412671165,&quot;left&quot;:56.2,&quot;top&quot;:112.55965587328835,&quot;width&quot;:846.15}"/>
</p:tagLst>
</file>

<file path=ppt/tags/tag406.xml><?xml version="1.0" encoding="utf-8"?>
<p:tagLst xmlns:p="http://schemas.openxmlformats.org/presentationml/2006/main">
  <p:tag name="KSO_WM_DIAGRAM_VIRTUALLY_FRAME" val="{&quot;height&quot;:376.24034412671165,&quot;left&quot;:56.2,&quot;top&quot;:112.55965587328835,&quot;width&quot;:846.15}"/>
</p:tagLst>
</file>

<file path=ppt/tags/tag407.xml><?xml version="1.0" encoding="utf-8"?>
<p:tagLst xmlns:p="http://schemas.openxmlformats.org/presentationml/2006/main">
  <p:tag name="KSO_WM_DIAGRAM_VIRTUALLY_FRAME" val="{&quot;height&quot;:376.24034412671165,&quot;left&quot;:56.2,&quot;top&quot;:112.55965587328835,&quot;width&quot;:846.15}"/>
</p:tagLst>
</file>

<file path=ppt/tags/tag408.xml><?xml version="1.0" encoding="utf-8"?>
<p:tagLst xmlns:p="http://schemas.openxmlformats.org/presentationml/2006/main">
  <p:tag name="KSO_WM_DIAGRAM_VIRTUALLY_FRAME" val="{&quot;height&quot;:376.24034412671165,&quot;left&quot;:56.2,&quot;top&quot;:112.55965587328835,&quot;width&quot;:846.15}"/>
</p:tagLst>
</file>

<file path=ppt/tags/tag409.xml><?xml version="1.0" encoding="utf-8"?>
<p:tagLst xmlns:p="http://schemas.openxmlformats.org/presentationml/2006/main">
  <p:tag name="KSO_WM_DIAGRAM_VIRTUALLY_FRAME" val="{&quot;height&quot;:376.24034412671165,&quot;left&quot;:56.2,&quot;top&quot;:112.55965587328835,&quot;width&quot;:846.15}"/>
</p:tagLst>
</file>

<file path=ppt/tags/tag410.xml><?xml version="1.0" encoding="utf-8"?>
<p:tagLst xmlns:p="http://schemas.openxmlformats.org/presentationml/2006/main">
  <p:tag name="KSO_WM_DIAGRAM_VIRTUALLY_FRAME" val="{&quot;height&quot;:376.24034412671165,&quot;left&quot;:56.2,&quot;top&quot;:112.55965587328835,&quot;width&quot;:846.15}"/>
</p:tagLst>
</file>

<file path=ppt/tags/tag411.xml><?xml version="1.0" encoding="utf-8"?>
<p:tagLst xmlns:p="http://schemas.openxmlformats.org/presentationml/2006/main">
  <p:tag name="KSO_WM_DIAGRAM_VIRTUALLY_FRAME" val="{&quot;height&quot;:376.24034412671165,&quot;left&quot;:56.2,&quot;top&quot;:112.55965587328835,&quot;width&quot;:846.15}"/>
</p:tagLst>
</file>

<file path=ppt/tags/tag412.xml><?xml version="1.0" encoding="utf-8"?>
<p:tagLst xmlns:p="http://schemas.openxmlformats.org/presentationml/2006/main">
  <p:tag name="KSO_WM_DIAGRAM_VIRTUALLY_FRAME" val="{&quot;height&quot;:376.24034412671165,&quot;left&quot;:56.2,&quot;top&quot;:112.55965587328835,&quot;width&quot;:846.15}"/>
</p:tagLst>
</file>

<file path=ppt/tags/tag413.xml><?xml version="1.0" encoding="utf-8"?>
<p:tagLst xmlns:p="http://schemas.openxmlformats.org/presentationml/2006/main">
  <p:tag name="KSO_WM_DIAGRAM_VIRTUALLY_FRAME" val="{&quot;height&quot;:376.24034412671165,&quot;left&quot;:56.2,&quot;top&quot;:112.55965587328835,&quot;width&quot;:846.15}"/>
</p:tagLst>
</file>

<file path=ppt/tags/tag414.xml><?xml version="1.0" encoding="utf-8"?>
<p:tagLst xmlns:p="http://schemas.openxmlformats.org/presentationml/2006/main">
  <p:tag name="KSO_WM_DIAGRAM_VIRTUALLY_FRAME" val="{&quot;height&quot;:376.24034412671165,&quot;left&quot;:56.2,&quot;top&quot;:112.55965587328835,&quot;width&quot;:846.15}"/>
</p:tagLst>
</file>

<file path=ppt/tags/tag415.xml><?xml version="1.0" encoding="utf-8"?>
<p:tagLst xmlns:p="http://schemas.openxmlformats.org/presentationml/2006/main">
  <p:tag name="KSO_WM_DIAGRAM_VIRTUALLY_FRAME" val="{&quot;height&quot;:376.24034412671165,&quot;left&quot;:56.2,&quot;top&quot;:112.55965587328835,&quot;width&quot;:846.15}"/>
</p:tagLst>
</file>

<file path=ppt/tags/tag416.xml><?xml version="1.0" encoding="utf-8"?>
<p:tagLst xmlns:p="http://schemas.openxmlformats.org/presentationml/2006/main">
  <p:tag name="KSO_WM_DIAGRAM_VIRTUALLY_FRAME" val="{&quot;height&quot;:376.24034412671165,&quot;left&quot;:56.2,&quot;top&quot;:112.55965587328835,&quot;width&quot;:846.15}"/>
</p:tagLst>
</file>

<file path=ppt/tags/tag417.xml><?xml version="1.0" encoding="utf-8"?>
<p:tagLst xmlns:p="http://schemas.openxmlformats.org/presentationml/2006/main">
  <p:tag name="KSO_WM_DIAGRAM_VIRTUALLY_FRAME" val="{&quot;height&quot;:376.24034412671165,&quot;left&quot;:56.2,&quot;top&quot;:112.55965587328835,&quot;width&quot;:846.15}"/>
</p:tagLst>
</file>

<file path=ppt/tags/tag418.xml><?xml version="1.0" encoding="utf-8"?>
<p:tagLst xmlns:p="http://schemas.openxmlformats.org/presentationml/2006/main">
  <p:tag name="KSO_WM_DIAGRAM_VIRTUALLY_FRAME" val="{&quot;height&quot;:376.24034412671165,&quot;left&quot;:56.2,&quot;top&quot;:112.55965587328835,&quot;width&quot;:846.15}"/>
</p:tagLst>
</file>

<file path=ppt/tags/tag419.xml><?xml version="1.0" encoding="utf-8"?>
<p:tagLst xmlns:p="http://schemas.openxmlformats.org/presentationml/2006/main">
  <p:tag name="KSO_WM_DIAGRAM_VIRTUALLY_FRAME" val="{&quot;height&quot;:376.24034412671165,&quot;left&quot;:56.2,&quot;top&quot;:112.55965587328835,&quot;width&quot;:846.15}"/>
</p:tagLst>
</file>

<file path=ppt/tags/tag420.xml><?xml version="1.0" encoding="utf-8"?>
<p:tagLst xmlns:p="http://schemas.openxmlformats.org/presentationml/2006/main">
  <p:tag name="KSO_WM_DIAGRAM_VIRTUALLY_FRAME" val="{&quot;height&quot;:376.24034412671165,&quot;left&quot;:56.2,&quot;top&quot;:112.55965587328835,&quot;width&quot;:846.15}"/>
</p:tagLst>
</file>

<file path=ppt/tags/tag421.xml><?xml version="1.0" encoding="utf-8"?>
<p:tagLst xmlns:p="http://schemas.openxmlformats.org/presentationml/2006/main">
  <p:tag name="KSO_WM_DIAGRAM_VIRTUALLY_FRAME" val="{&quot;height&quot;:376.24034412671165,&quot;left&quot;:56.2,&quot;top&quot;:112.55965587328835,&quot;width&quot;:846.15}"/>
</p:tagLst>
</file>

<file path=ppt/tags/tag422.xml><?xml version="1.0" encoding="utf-8"?>
<p:tagLst xmlns:p="http://schemas.openxmlformats.org/presentationml/2006/main">
  <p:tag name="KSO_WM_DIAGRAM_VIRTUALLY_FRAME" val="{&quot;height&quot;:376.24034412671165,&quot;left&quot;:56.2,&quot;top&quot;:112.55965587328835,&quot;width&quot;:846.15}"/>
</p:tagLst>
</file>

<file path=ppt/tags/tag423.xml><?xml version="1.0" encoding="utf-8"?>
<p:tagLst xmlns:p="http://schemas.openxmlformats.org/presentationml/2006/main">
  <p:tag name="KSO_WM_DIAGRAM_VIRTUALLY_FRAME" val="{&quot;height&quot;:376.24034412671165,&quot;left&quot;:56.2,&quot;top&quot;:112.55965587328835,&quot;width&quot;:846.15}"/>
</p:tagLst>
</file>

<file path=ppt/tags/tag424.xml><?xml version="1.0" encoding="utf-8"?>
<p:tagLst xmlns:p="http://schemas.openxmlformats.org/presentationml/2006/main">
  <p:tag name="KSO_WM_DIAGRAM_VIRTUALLY_FRAME" val="{&quot;height&quot;:376.24034412671165,&quot;left&quot;:56.2,&quot;top&quot;:112.55965587328835,&quot;width&quot;:846.15}"/>
</p:tagLst>
</file>

<file path=ppt/tags/tag425.xml><?xml version="1.0" encoding="utf-8"?>
<p:tagLst xmlns:p="http://schemas.openxmlformats.org/presentationml/2006/main">
  <p:tag name="KSO_WM_DIAGRAM_VIRTUALLY_FRAME" val="{&quot;height&quot;:376.24034412671165,&quot;left&quot;:56.2,&quot;top&quot;:112.55965587328835,&quot;width&quot;:846.15}"/>
</p:tagLst>
</file>

<file path=ppt/tags/tag426.xml><?xml version="1.0" encoding="utf-8"?>
<p:tagLst xmlns:p="http://schemas.openxmlformats.org/presentationml/2006/main">
  <p:tag name="KSO_WM_DIAGRAM_VIRTUALLY_FRAME" val="{&quot;height&quot;:376.24034412671165,&quot;left&quot;:56.2,&quot;top&quot;:112.55965587328835,&quot;width&quot;:846.15}"/>
</p:tagLst>
</file>

<file path=ppt/tags/tag427.xml><?xml version="1.0" encoding="utf-8"?>
<p:tagLst xmlns:p="http://schemas.openxmlformats.org/presentationml/2006/main">
  <p:tag name="KSO_WM_DIAGRAM_VIRTUALLY_FRAME" val="{&quot;height&quot;:376.24034412671165,&quot;left&quot;:56.2,&quot;top&quot;:112.55965587328835,&quot;width&quot;:846.15}"/>
</p:tagLst>
</file>

<file path=ppt/tags/tag428.xml><?xml version="1.0" encoding="utf-8"?>
<p:tagLst xmlns:p="http://schemas.openxmlformats.org/presentationml/2006/main">
  <p:tag name="KSO_WM_DIAGRAM_VIRTUALLY_FRAME" val="{&quot;height&quot;:376.24034412671165,&quot;left&quot;:56.2,&quot;top&quot;:112.55965587328835,&quot;width&quot;:846.15}"/>
</p:tagLst>
</file>

<file path=ppt/tags/tag429.xml><?xml version="1.0" encoding="utf-8"?>
<p:tagLst xmlns:p="http://schemas.openxmlformats.org/presentationml/2006/main">
  <p:tag name="KSO_WM_DIAGRAM_VIRTUALLY_FRAME" val="{&quot;height&quot;:376.24034412671165,&quot;left&quot;:56.2,&quot;top&quot;:112.55965587328835,&quot;width&quot;:846.15}"/>
</p:tagLst>
</file>

<file path=ppt/tags/tag430.xml><?xml version="1.0" encoding="utf-8"?>
<p:tagLst xmlns:p="http://schemas.openxmlformats.org/presentationml/2006/main">
  <p:tag name="KSO_WM_DIAGRAM_VIRTUALLY_FRAME" val="{&quot;height&quot;:376.24034412671165,&quot;left&quot;:56.2,&quot;top&quot;:112.55965587328835,&quot;width&quot;:846.15}"/>
</p:tagLst>
</file>

<file path=ppt/tags/tag431.xml><?xml version="1.0" encoding="utf-8"?>
<p:tagLst xmlns:p="http://schemas.openxmlformats.org/presentationml/2006/main">
  <p:tag name="KSO_WM_DIAGRAM_VIRTUALLY_FRAME" val="{&quot;height&quot;:380.44740157480317,&quot;left&quot;:0,&quot;top&quot;:112.35259842519686,&quot;width&quot;:960}"/>
</p:tagLst>
</file>

<file path=ppt/tags/tag432.xml><?xml version="1.0" encoding="utf-8"?>
<p:tagLst xmlns:p="http://schemas.openxmlformats.org/presentationml/2006/main">
  <p:tag name="KSO_WM_DIAGRAM_VIRTUALLY_FRAME" val="{&quot;height&quot;:380.44740157480317,&quot;left&quot;:0,&quot;top&quot;:112.35259842519686,&quot;width&quot;:960}"/>
</p:tagLst>
</file>

<file path=ppt/tags/tag433.xml><?xml version="1.0" encoding="utf-8"?>
<p:tagLst xmlns:p="http://schemas.openxmlformats.org/presentationml/2006/main">
  <p:tag name="KSO_WM_DIAGRAM_VIRTUALLY_FRAME" val="{&quot;height&quot;:380.44740157480317,&quot;left&quot;:0,&quot;top&quot;:112.35259842519686,&quot;width&quot;:960}"/>
</p:tagLst>
</file>

<file path=ppt/tags/tag434.xml><?xml version="1.0" encoding="utf-8"?>
<p:tagLst xmlns:p="http://schemas.openxmlformats.org/presentationml/2006/main">
  <p:tag name="KSO_WM_DIAGRAM_VIRTUALLY_FRAME" val="{&quot;height&quot;:380.44740157480317,&quot;left&quot;:0,&quot;top&quot;:112.35259842519686,&quot;width&quot;:960}"/>
</p:tagLst>
</file>

<file path=ppt/tags/tag435.xml><?xml version="1.0" encoding="utf-8"?>
<p:tagLst xmlns:p="http://schemas.openxmlformats.org/presentationml/2006/main">
  <p:tag name="KSO_WM_DIAGRAM_VIRTUALLY_FRAME" val="{&quot;height&quot;:380.44740157480317,&quot;left&quot;:0,&quot;top&quot;:112.35259842519686,&quot;width&quot;:960}"/>
</p:tagLst>
</file>

<file path=ppt/tags/tag436.xml><?xml version="1.0" encoding="utf-8"?>
<p:tagLst xmlns:p="http://schemas.openxmlformats.org/presentationml/2006/main">
  <p:tag name="KSO_WM_DIAGRAM_VIRTUALLY_FRAME" val="{&quot;height&quot;:380.44740157480317,&quot;left&quot;:0,&quot;top&quot;:112.35259842519686,&quot;width&quot;:960}"/>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SHADOWSIZE" val="100"/>
</p:tagLst>
</file>

<file path=ppt/tags/tag443.xml><?xml version="1.0" encoding="utf-8"?>
<p:tagLst xmlns:p="http://schemas.openxmlformats.org/presentationml/2006/main">
  <p:tag name="SHADOWSIZE" val="100"/>
</p:tagLst>
</file>

<file path=ppt/tags/tag444.xml><?xml version="1.0" encoding="utf-8"?>
<p:tagLst xmlns:p="http://schemas.openxmlformats.org/presentationml/2006/main">
  <p:tag name="SHADOWSIZE" val="100"/>
</p:tagLst>
</file>

<file path=ppt/tags/tag445.xml><?xml version="1.0" encoding="utf-8"?>
<p:tagLst xmlns:p="http://schemas.openxmlformats.org/presentationml/2006/main">
  <p:tag name="SHADOWSIZE" val="100"/>
</p:tagLst>
</file>

<file path=ppt/tags/tag446.xml><?xml version="1.0" encoding="utf-8"?>
<p:tagLst xmlns:p="http://schemas.openxmlformats.org/presentationml/2006/main">
  <p:tag name="SHADOWSIZE" val="100"/>
</p:tagLst>
</file>

<file path=ppt/tags/tag447.xml><?xml version="1.0" encoding="utf-8"?>
<p:tagLst xmlns:p="http://schemas.openxmlformats.org/presentationml/2006/main">
  <p:tag name="SHADOWSIZE" val="100"/>
</p:tagLst>
</file>

<file path=ppt/tags/tag448.xml><?xml version="1.0" encoding="utf-8"?>
<p:tagLst xmlns:p="http://schemas.openxmlformats.org/presentationml/2006/main">
  <p:tag name="SHADOWSIZE" val="100"/>
</p:tagLst>
</file>

<file path=ppt/tags/tag449.xml><?xml version="1.0" encoding="utf-8"?>
<p:tagLst xmlns:p="http://schemas.openxmlformats.org/presentationml/2006/main">
  <p:tag name="SHADOWSIZE" val="100"/>
</p:tagLst>
</file>

<file path=ppt/tags/tag450.xml><?xml version="1.0" encoding="utf-8"?>
<p:tagLst xmlns:p="http://schemas.openxmlformats.org/presentationml/2006/main">
  <p:tag name="SHADOWSIZE" val="100"/>
</p:tagLst>
</file>

<file path=ppt/tags/tag451.xml><?xml version="1.0" encoding="utf-8"?>
<p:tagLst xmlns:p="http://schemas.openxmlformats.org/presentationml/2006/main">
  <p:tag name="SHADOWSIZE" val="100"/>
</p:tagLst>
</file>

<file path=ppt/tags/tag452.xml><?xml version="1.0" encoding="utf-8"?>
<p:tagLst xmlns:p="http://schemas.openxmlformats.org/presentationml/2006/main">
  <p:tag name="SHADOWSIZE" val="100"/>
</p:tagLst>
</file>

<file path=ppt/tags/tag453.xml><?xml version="1.0" encoding="utf-8"?>
<p:tagLst xmlns:p="http://schemas.openxmlformats.org/presentationml/2006/main">
  <p:tag name="SHADOWSIZE" val="100"/>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0.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1.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2.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3.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4.xml><?xml version="1.0" encoding="utf-8"?>
<p:tagLst xmlns:p="http://schemas.openxmlformats.org/presentationml/2006/main">
  <p:tag name="KSO_WM_DIAGRAM_VIRTUALLY_FRAME" val="{&quot;height&quot;:237.59732283464572,&quot;left&quot;:681.1745669291338,&quot;top&quot;:147.19944881889762,&quot;width&quot;:259.6626771653544}"/>
</p:tagLst>
</file>

<file path=ppt/tags/tag685.xml><?xml version="1.0" encoding="utf-8"?>
<p:tagLst xmlns:p="http://schemas.openxmlformats.org/presentationml/2006/main">
  <p:tag name="KSO_WM_DIAGRAM_VIRTUALLY_FRAME" val="{&quot;height&quot;:293.7703937007874,&quot;left&quot;:15.65,&quot;top&quot;:113.17960629921261,&quot;width&quot;:926.3070078740157}"/>
</p:tagLst>
</file>

<file path=ppt/tags/tag686.xml><?xml version="1.0" encoding="utf-8"?>
<p:tagLst xmlns:p="http://schemas.openxmlformats.org/presentationml/2006/main">
  <p:tag name="KSO_WM_DIAGRAM_VIRTUALLY_FRAME" val="{&quot;height&quot;:293.7703937007874,&quot;left&quot;:15.65,&quot;top&quot;:113.17960629921261,&quot;width&quot;:926.3070078740157}"/>
</p:tagLst>
</file>

<file path=ppt/tags/tag687.xml><?xml version="1.0" encoding="utf-8"?>
<p:tagLst xmlns:p="http://schemas.openxmlformats.org/presentationml/2006/main">
  <p:tag name="KSO_WM_DIAGRAM_VIRTUALLY_FRAME" val="{&quot;height&quot;:293.7703937007874,&quot;left&quot;:15.65,&quot;top&quot;:113.17960629921261,&quot;width&quot;:926.3070078740157}"/>
</p:tagLst>
</file>

<file path=ppt/tags/tag688.xml><?xml version="1.0" encoding="utf-8"?>
<p:tagLst xmlns:p="http://schemas.openxmlformats.org/presentationml/2006/main">
  <p:tag name="KSO_WM_DIAGRAM_VIRTUALLY_FRAME" val="{&quot;height&quot;:293.7703937007874,&quot;left&quot;:15.65,&quot;top&quot;:113.17960629921261,&quot;width&quot;:926.3070078740157}"/>
</p:tagLst>
</file>

<file path=ppt/tags/tag689.xml><?xml version="1.0" encoding="utf-8"?>
<p:tagLst xmlns:p="http://schemas.openxmlformats.org/presentationml/2006/main">
  <p:tag name="KSO_WM_DIAGRAM_VIRTUALLY_FRAME" val="{&quot;height&quot;:293.7703937007874,&quot;left&quot;:15.65,&quot;top&quot;:113.17960629921261,&quot;width&quot;:926.3070078740157}"/>
</p:tagLst>
</file>

<file path=ppt/tags/tag690.xml><?xml version="1.0" encoding="utf-8"?>
<p:tagLst xmlns:p="http://schemas.openxmlformats.org/presentationml/2006/main">
  <p:tag name="KSO_WM_DIAGRAM_VIRTUALLY_FRAME" val="{&quot;height&quot;:293.7703937007874,&quot;left&quot;:15.65,&quot;top&quot;:113.17960629921261,&quot;width&quot;:926.3070078740157}"/>
</p:tagLst>
</file>

<file path=ppt/tags/tag691.xml><?xml version="1.0" encoding="utf-8"?>
<p:tagLst xmlns:p="http://schemas.openxmlformats.org/presentationml/2006/main">
  <p:tag name="KSO_WM_DIAGRAM_VIRTUALLY_FRAME" val="{&quot;height&quot;:293.7703937007874,&quot;left&quot;:15.65,&quot;top&quot;:113.17960629921261,&quot;width&quot;:926.3070078740157}"/>
</p:tagLst>
</file>

<file path=ppt/tags/tag692.xml><?xml version="1.0" encoding="utf-8"?>
<p:tagLst xmlns:p="http://schemas.openxmlformats.org/presentationml/2006/main">
  <p:tag name="KSO_WM_DIAGRAM_VIRTUALLY_FRAME" val="{&quot;height&quot;:293.7703937007874,&quot;left&quot;:15.65,&quot;top&quot;:113.17960629921261,&quot;width&quot;:926.3070078740157}"/>
</p:tagLst>
</file>

<file path=ppt/tags/tag693.xml><?xml version="1.0" encoding="utf-8"?>
<p:tagLst xmlns:p="http://schemas.openxmlformats.org/presentationml/2006/main">
  <p:tag name="KSO_WM_DIAGRAM_VIRTUALLY_FRAME" val="{&quot;height&quot;:293.7703937007874,&quot;left&quot;:15.65,&quot;top&quot;:113.17960629921261,&quot;width&quot;:926.3070078740157}"/>
</p:tagLst>
</file>

<file path=ppt/tags/tag694.xml><?xml version="1.0" encoding="utf-8"?>
<p:tagLst xmlns:p="http://schemas.openxmlformats.org/presentationml/2006/main">
  <p:tag name="KSO_WM_DIAGRAM_VIRTUALLY_FRAME" val="{&quot;height&quot;:293.7703937007874,&quot;left&quot;:15.65,&quot;top&quot;:113.17960629921261,&quot;width&quot;:926.3070078740157}"/>
</p:tagLst>
</file>

<file path=ppt/tags/tag695.xml><?xml version="1.0" encoding="utf-8"?>
<p:tagLst xmlns:p="http://schemas.openxmlformats.org/presentationml/2006/main">
  <p:tag name="KSO_WM_DIAGRAM_VIRTUALLY_FRAME" val="{&quot;height&quot;:293.7703937007874,&quot;left&quot;:15.65,&quot;top&quot;:113.17960629921261,&quot;width&quot;:926.3070078740157}"/>
</p:tagLst>
</file>

<file path=ppt/tags/tag696.xml><?xml version="1.0" encoding="utf-8"?>
<p:tagLst xmlns:p="http://schemas.openxmlformats.org/presentationml/2006/main">
  <p:tag name="KSO_WM_DIAGRAM_VIRTUALLY_FRAME" val="{&quot;height&quot;:293.7703937007874,&quot;left&quot;:15.65,&quot;top&quot;:113.17960629921261,&quot;width&quot;:926.3070078740157}"/>
</p:tagLst>
</file>

<file path=ppt/tags/tag697.xml><?xml version="1.0" encoding="utf-8"?>
<p:tagLst xmlns:p="http://schemas.openxmlformats.org/presentationml/2006/main">
  <p:tag name="KSO_WM_DIAGRAM_VIRTUALLY_FRAME" val="{&quot;height&quot;:293.7703937007874,&quot;left&quot;:15.65,&quot;top&quot;:113.17960629921261,&quot;width&quot;:926.3070078740157}"/>
</p:tagLst>
</file>

<file path=ppt/tags/tag698.xml><?xml version="1.0" encoding="utf-8"?>
<p:tagLst xmlns:p="http://schemas.openxmlformats.org/presentationml/2006/main">
  <p:tag name="KSO_WM_DIAGRAM_VIRTUALLY_FRAME" val="{&quot;height&quot;:293.7703937007874,&quot;left&quot;:15.65,&quot;top&quot;:113.17960629921261,&quot;width&quot;:926.3070078740157}"/>
</p:tagLst>
</file>

<file path=ppt/tags/tag699.xml><?xml version="1.0" encoding="utf-8"?>
<p:tagLst xmlns:p="http://schemas.openxmlformats.org/presentationml/2006/main">
  <p:tag name="KSO_WM_DIAGRAM_VIRTUALLY_FRAME" val="{&quot;height&quot;:293.7703937007874,&quot;left&quot;:15.65,&quot;top&quot;:113.17960629921261,&quot;width&quot;:926.3070078740157}"/>
</p:tagLst>
</file>

<file path=ppt/tags/tag700.xml><?xml version="1.0" encoding="utf-8"?>
<p:tagLst xmlns:p="http://schemas.openxmlformats.org/presentationml/2006/main">
  <p:tag name="KSO_WM_DIAGRAM_VIRTUALLY_FRAME" val="{&quot;height&quot;:293.7703937007874,&quot;left&quot;:15.65,&quot;top&quot;:113.17960629921261,&quot;width&quot;:926.3070078740157}"/>
</p:tagLst>
</file>

<file path=ppt/tags/tag701.xml><?xml version="1.0" encoding="utf-8"?>
<p:tagLst xmlns:p="http://schemas.openxmlformats.org/presentationml/2006/main">
  <p:tag name="KSO_WM_DIAGRAM_VIRTUALLY_FRAME" val="{&quot;height&quot;:293.7703937007874,&quot;left&quot;:15.65,&quot;top&quot;:113.17960629921261,&quot;width&quot;:926.3070078740157}"/>
</p:tagLst>
</file>

<file path=ppt/tags/tag702.xml><?xml version="1.0" encoding="utf-8"?>
<p:tagLst xmlns:p="http://schemas.openxmlformats.org/presentationml/2006/main">
  <p:tag name="KSO_WM_DIAGRAM_VIRTUALLY_FRAME" val="{&quot;height&quot;:293.7703937007874,&quot;left&quot;:15.65,&quot;top&quot;:113.17960629921261,&quot;width&quot;:926.3070078740157}"/>
</p:tagLst>
</file>

<file path=ppt/tags/tag703.xml><?xml version="1.0" encoding="utf-8"?>
<p:tagLst xmlns:p="http://schemas.openxmlformats.org/presentationml/2006/main">
  <p:tag name="KSO_WM_DIAGRAM_VIRTUALLY_FRAME" val="{&quot;height&quot;:293.7703937007874,&quot;left&quot;:15.65,&quot;top&quot;:113.17960629921261,&quot;width&quot;:926.3070078740157}"/>
</p:tagLst>
</file>

<file path=ppt/tags/tag704.xml><?xml version="1.0" encoding="utf-8"?>
<p:tagLst xmlns:p="http://schemas.openxmlformats.org/presentationml/2006/main">
  <p:tag name="KSO_WM_DIAGRAM_VIRTUALLY_FRAME" val="{&quot;height&quot;:293.7703937007874,&quot;left&quot;:15.65,&quot;top&quot;:113.17960629921261,&quot;width&quot;:926.3070078740157}"/>
</p:tagLst>
</file>

<file path=ppt/tags/tag705.xml><?xml version="1.0" encoding="utf-8"?>
<p:tagLst xmlns:p="http://schemas.openxmlformats.org/presentationml/2006/main">
  <p:tag name="KSO_WM_DIAGRAM_VIRTUALLY_FRAME" val="{&quot;height&quot;:293.7703937007874,&quot;left&quot;:15.65,&quot;top&quot;:113.17960629921261,&quot;width&quot;:926.3070078740157}"/>
</p:tagLst>
</file>

<file path=ppt/tags/tag706.xml><?xml version="1.0" encoding="utf-8"?>
<p:tagLst xmlns:p="http://schemas.openxmlformats.org/presentationml/2006/main">
  <p:tag name="KSO_WM_DIAGRAM_VIRTUALLY_FRAME" val="{&quot;height&quot;:293.7703937007874,&quot;left&quot;:15.65,&quot;top&quot;:113.17960629921261,&quot;width&quot;:926.3070078740157}"/>
</p:tagLst>
</file>

<file path=ppt/tags/tag707.xml><?xml version="1.0" encoding="utf-8"?>
<p:tagLst xmlns:p="http://schemas.openxmlformats.org/presentationml/2006/main">
  <p:tag name="KSO_WM_DIAGRAM_VIRTUALLY_FRAME" val="{&quot;height&quot;:293.7703937007874,&quot;left&quot;:15.65,&quot;top&quot;:113.17960629921261,&quot;width&quot;:926.3070078740157}"/>
</p:tagLst>
</file>

<file path=ppt/tags/tag708.xml><?xml version="1.0" encoding="utf-8"?>
<p:tagLst xmlns:p="http://schemas.openxmlformats.org/presentationml/2006/main">
  <p:tag name="KSO_WM_DIAGRAM_VIRTUALLY_FRAME" val="{&quot;height&quot;:293.7703937007874,&quot;left&quot;:15.65,&quot;top&quot;:113.17960629921261,&quot;width&quot;:926.3070078740157}"/>
</p:tagLst>
</file>

<file path=ppt/tags/tag709.xml><?xml version="1.0" encoding="utf-8"?>
<p:tagLst xmlns:p="http://schemas.openxmlformats.org/presentationml/2006/main">
  <p:tag name="KSO_WM_DIAGRAM_VIRTUALLY_FRAME" val="{&quot;height&quot;:293.7703937007874,&quot;left&quot;:15.65,&quot;top&quot;:113.17960629921261,&quot;width&quot;:926.3070078740157}"/>
</p:tagLst>
</file>

<file path=ppt/tags/tag710.xml><?xml version="1.0" encoding="utf-8"?>
<p:tagLst xmlns:p="http://schemas.openxmlformats.org/presentationml/2006/main">
  <p:tag name="KSO_WM_DIAGRAM_VIRTUALLY_FRAME" val="{&quot;height&quot;:293.7703937007874,&quot;left&quot;:15.65,&quot;top&quot;:113.17960629921261,&quot;width&quot;:926.3070078740157}"/>
</p:tagLst>
</file>

<file path=ppt/tags/tag711.xml><?xml version="1.0" encoding="utf-8"?>
<p:tagLst xmlns:p="http://schemas.openxmlformats.org/presentationml/2006/main">
  <p:tag name="KSO_WM_DIAGRAM_VIRTUALLY_FRAME" val="{&quot;height&quot;:293.7703937007874,&quot;left&quot;:15.65,&quot;top&quot;:113.17960629921261,&quot;width&quot;:926.3070078740157}"/>
</p:tagLst>
</file>

<file path=ppt/tags/tag712.xml><?xml version="1.0" encoding="utf-8"?>
<p:tagLst xmlns:p="http://schemas.openxmlformats.org/presentationml/2006/main">
  <p:tag name="KSO_WM_DIAGRAM_VIRTUALLY_FRAME" val="{&quot;height&quot;:293.7703937007874,&quot;left&quot;:15.65,&quot;top&quot;:113.17960629921261,&quot;width&quot;:926.3070078740157}"/>
</p:tagLst>
</file>

<file path=ppt/tags/tag713.xml><?xml version="1.0" encoding="utf-8"?>
<p:tagLst xmlns:p="http://schemas.openxmlformats.org/presentationml/2006/main">
  <p:tag name="KSO_WM_DIAGRAM_VIRTUALLY_FRAME" val="{&quot;height&quot;:293.7703937007874,&quot;left&quot;:15.65,&quot;top&quot;:113.17960629921261,&quot;width&quot;:926.3070078740157}"/>
</p:tagLst>
</file>

<file path=ppt/tags/tag714.xml><?xml version="1.0" encoding="utf-8"?>
<p:tagLst xmlns:p="http://schemas.openxmlformats.org/presentationml/2006/main">
  <p:tag name="KSO_WM_DIAGRAM_VIRTUALLY_FRAME" val="{&quot;height&quot;:293.7703937007874,&quot;left&quot;:15.65,&quot;top&quot;:113.17960629921261,&quot;width&quot;:926.3070078740157}"/>
</p:tagLst>
</file>

<file path=ppt/tags/tag715.xml><?xml version="1.0" encoding="utf-8"?>
<p:tagLst xmlns:p="http://schemas.openxmlformats.org/presentationml/2006/main">
  <p:tag name="KSO_WM_DIAGRAM_VIRTUALLY_FRAME" val="{&quot;height&quot;:293.7703937007874,&quot;left&quot;:15.65,&quot;top&quot;:113.17960629921261,&quot;width&quot;:926.3070078740157}"/>
</p:tagLst>
</file>

<file path=ppt/tags/tag716.xml><?xml version="1.0" encoding="utf-8"?>
<p:tagLst xmlns:p="http://schemas.openxmlformats.org/presentationml/2006/main">
  <p:tag name="KSO_WM_DIAGRAM_VIRTUALLY_FRAME" val="{&quot;height&quot;:293.7703937007874,&quot;left&quot;:15.65,&quot;top&quot;:113.17960629921261,&quot;width&quot;:926.3070078740157}"/>
</p:tagLst>
</file>

<file path=ppt/tags/tag717.xml><?xml version="1.0" encoding="utf-8"?>
<p:tagLst xmlns:p="http://schemas.openxmlformats.org/presentationml/2006/main">
  <p:tag name="KSO_WM_DIAGRAM_VIRTUALLY_FRAME" val="{&quot;height&quot;:293.7703937007874,&quot;left&quot;:15.65,&quot;top&quot;:113.17960629921261,&quot;width&quot;:926.3070078740157}"/>
</p:tagLst>
</file>

<file path=ppt/tags/tag718.xml><?xml version="1.0" encoding="utf-8"?>
<p:tagLst xmlns:p="http://schemas.openxmlformats.org/presentationml/2006/main">
  <p:tag name="KSO_WM_DIAGRAM_VIRTUALLY_FRAME" val="{&quot;height&quot;:293.7703937007874,&quot;left&quot;:15.65,&quot;top&quot;:113.17960629921261,&quot;width&quot;:926.3070078740157}"/>
</p:tagLst>
</file>

<file path=ppt/tags/tag719.xml><?xml version="1.0" encoding="utf-8"?>
<p:tagLst xmlns:p="http://schemas.openxmlformats.org/presentationml/2006/main">
  <p:tag name="KSO_WM_DIAGRAM_VIRTUALLY_FRAME" val="{&quot;height&quot;:293.7703937007874,&quot;left&quot;:15.65,&quot;top&quot;:113.17960629921261,&quot;width&quot;:926.3070078740157}"/>
</p:tagLst>
</file>

<file path=ppt/tags/tag720.xml><?xml version="1.0" encoding="utf-8"?>
<p:tagLst xmlns:p="http://schemas.openxmlformats.org/presentationml/2006/main">
  <p:tag name="KSO_WM_DIAGRAM_VIRTUALLY_FRAME" val="{&quot;height&quot;:293.7703937007874,&quot;left&quot;:15.65,&quot;top&quot;:113.17960629921261,&quot;width&quot;:926.3070078740157}"/>
</p:tagLst>
</file>

<file path=ppt/tags/tag721.xml><?xml version="1.0" encoding="utf-8"?>
<p:tagLst xmlns:p="http://schemas.openxmlformats.org/presentationml/2006/main">
  <p:tag name="KSO_WM_DIAGRAM_VIRTUALLY_FRAME" val="{&quot;height&quot;:293.7703937007874,&quot;left&quot;:15.65,&quot;top&quot;:113.17960629921261,&quot;width&quot;:926.3070078740157}"/>
</p:tagLst>
</file>

<file path=ppt/tags/tag722.xml><?xml version="1.0" encoding="utf-8"?>
<p:tagLst xmlns:p="http://schemas.openxmlformats.org/presentationml/2006/main">
  <p:tag name="KSO_WM_DIAGRAM_VIRTUALLY_FRAME" val="{&quot;height&quot;:293.7703937007874,&quot;left&quot;:15.65,&quot;top&quot;:113.17960629921261,&quot;width&quot;:926.3070078740157}"/>
</p:tagLst>
</file>

<file path=ppt/tags/tag723.xml><?xml version="1.0" encoding="utf-8"?>
<p:tagLst xmlns:p="http://schemas.openxmlformats.org/presentationml/2006/main">
  <p:tag name="KSO_WM_DIAGRAM_VIRTUALLY_FRAME" val="{&quot;height&quot;:293.7703937007874,&quot;left&quot;:15.65,&quot;top&quot;:113.17960629921261,&quot;width&quot;:926.3070078740157}"/>
</p:tagLst>
</file>

<file path=ppt/tags/tag724.xml><?xml version="1.0" encoding="utf-8"?>
<p:tagLst xmlns:p="http://schemas.openxmlformats.org/presentationml/2006/main">
  <p:tag name="KSO_WM_DIAGRAM_VIRTUALLY_FRAME" val="{&quot;height&quot;:293.7703937007874,&quot;left&quot;:15.65,&quot;top&quot;:113.17960629921261,&quot;width&quot;:926.3070078740157}"/>
</p:tagLst>
</file>

<file path=ppt/tags/tag725.xml><?xml version="1.0" encoding="utf-8"?>
<p:tagLst xmlns:p="http://schemas.openxmlformats.org/presentationml/2006/main">
  <p:tag name="KSO_WM_DIAGRAM_VIRTUALLY_FRAME" val="{&quot;height&quot;:293.7703937007874,&quot;left&quot;:15.65,&quot;top&quot;:113.17960629921261,&quot;width&quot;:926.3070078740157}"/>
</p:tagLst>
</file>

<file path=ppt/tags/tag726.xml><?xml version="1.0" encoding="utf-8"?>
<p:tagLst xmlns:p="http://schemas.openxmlformats.org/presentationml/2006/main">
  <p:tag name="KSO_WM_DIAGRAM_VIRTUALLY_FRAME" val="{&quot;height&quot;:293.7703937007874,&quot;left&quot;:15.65,&quot;top&quot;:113.17960629921261,&quot;width&quot;:926.3070078740157}"/>
</p:tagLst>
</file>

<file path=ppt/tags/tag727.xml><?xml version="1.0" encoding="utf-8"?>
<p:tagLst xmlns:p="http://schemas.openxmlformats.org/presentationml/2006/main">
  <p:tag name="KSO_WM_DIAGRAM_VIRTUALLY_FRAME" val="{&quot;height&quot;:293.7703937007874,&quot;left&quot;:15.65,&quot;top&quot;:113.17960629921261,&quot;width&quot;:926.3070078740157}"/>
</p:tagLst>
</file>

<file path=ppt/tags/tag728.xml><?xml version="1.0" encoding="utf-8"?>
<p:tagLst xmlns:p="http://schemas.openxmlformats.org/presentationml/2006/main">
  <p:tag name="KSO_WM_DIAGRAM_VIRTUALLY_FRAME" val="{&quot;height&quot;:293.7703937007874,&quot;left&quot;:15.65,&quot;top&quot;:113.17960629921261,&quot;width&quot;:926.3070078740157}"/>
</p:tagLst>
</file>

<file path=ppt/tags/tag729.xml><?xml version="1.0" encoding="utf-8"?>
<p:tagLst xmlns:p="http://schemas.openxmlformats.org/presentationml/2006/main">
  <p:tag name="KSO_WM_DIAGRAM_VIRTUALLY_FRAME" val="{&quot;height&quot;:293.7703937007874,&quot;left&quot;:15.65,&quot;top&quot;:113.17960629921261,&quot;width&quot;:926.3070078740157}"/>
</p:tagLst>
</file>

<file path=ppt/tags/tag730.xml><?xml version="1.0" encoding="utf-8"?>
<p:tagLst xmlns:p="http://schemas.openxmlformats.org/presentationml/2006/main">
  <p:tag name="KSO_WM_UNIT_TABLE_BEAUTIFY" val="smartTable{09de9152-5a81-49a9-948c-999178d2884d}"/>
</p:tagLst>
</file>

<file path=ppt/tags/tag731.xml><?xml version="1.0" encoding="utf-8"?>
<p:tagLst xmlns:p="http://schemas.openxmlformats.org/presentationml/2006/main">
  <p:tag name="commondata" val="eyJoZGlkIjoiMTBhMDE1NzA3NDQyOWNlY2I4YTUzNjViYTlmMDEyY2EifQ=="/>
</p:tagLst>
</file>

<file path=ppt/theme/theme1.xml><?xml version="1.0" encoding="utf-8"?>
<a:theme xmlns:a="http://schemas.openxmlformats.org/drawingml/2006/main" name="1_Office 主题​​">
  <a:themeElements>
    <a:clrScheme name="CDA2026">
      <a:dk1>
        <a:srgbClr val="FFFFFF"/>
      </a:dk1>
      <a:lt1>
        <a:srgbClr val="FFFFFF"/>
      </a:lt1>
      <a:dk2>
        <a:srgbClr val="090909"/>
      </a:dk2>
      <a:lt2>
        <a:srgbClr val="F1F2F3"/>
      </a:lt2>
      <a:accent1>
        <a:srgbClr val="0058FF"/>
      </a:accent1>
      <a:accent2>
        <a:srgbClr val="3D7AFF"/>
      </a:accent2>
      <a:accent3>
        <a:srgbClr val="4F18F2"/>
      </a:accent3>
      <a:accent4>
        <a:srgbClr val="733FF5"/>
      </a:accent4>
      <a:accent5>
        <a:srgbClr val="00AFEA"/>
      </a:accent5>
      <a:accent6>
        <a:srgbClr val="54BEEE"/>
      </a:accent6>
      <a:hlink>
        <a:srgbClr val="0058FF"/>
      </a:hlink>
      <a:folHlink>
        <a:srgbClr val="4F18F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9525">
          <a:solidFill>
            <a:schemeClr val="bg2">
              <a:lumMod val="90000"/>
            </a:schemeClr>
          </a:solidFill>
        </a:ln>
      </a:spPr>
      <a:bodyPr rtlCol="0" anchor="ctr"/>
      <a:lstStyle>
        <a:defPPr algn="ctr">
          <a:defRPr kumimoji="1" sz="1400" dirty="0" smtClean="0">
            <a:solidFill>
              <a:schemeClr val="tx2"/>
            </a:solidFill>
            <a:latin typeface="Arial" panose="020B0604020202090204" pitchFamily="34" charset="0"/>
            <a:ea typeface="微软雅黑" panose="020B0502040204020203" pitchFamily="34" charset="-122"/>
            <a:cs typeface="Arial" panose="020B060402020209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2">
              <a:lumMod val="90000"/>
            </a:schemeClr>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sz="1400" dirty="0" smtClean="0">
            <a:solidFill>
              <a:schemeClr val="tx1"/>
            </a:solidFill>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14741</Words>
  <Application>WPS 演示</Application>
  <PresentationFormat>宽屏</PresentationFormat>
  <Paragraphs>3940</Paragraphs>
  <Slides>90</Slides>
  <Notes>69</Notes>
  <HiddenSlides>0</HiddenSlides>
  <MMClips>0</MMClips>
  <ScaleCrop>false</ScaleCrop>
  <HeadingPairs>
    <vt:vector size="6" baseType="variant">
      <vt:variant>
        <vt:lpstr>已用的字体</vt:lpstr>
      </vt:variant>
      <vt:variant>
        <vt:i4>33</vt:i4>
      </vt:variant>
      <vt:variant>
        <vt:lpstr>主题</vt:lpstr>
      </vt:variant>
      <vt:variant>
        <vt:i4>1</vt:i4>
      </vt:variant>
      <vt:variant>
        <vt:lpstr>幻灯片标题</vt:lpstr>
      </vt:variant>
      <vt:variant>
        <vt:i4>90</vt:i4>
      </vt:variant>
    </vt:vector>
  </HeadingPairs>
  <TitlesOfParts>
    <vt:vector size="124" baseType="lpstr">
      <vt:lpstr>Arial</vt:lpstr>
      <vt:lpstr>宋体</vt:lpstr>
      <vt:lpstr>Wingdings</vt:lpstr>
      <vt:lpstr>微软雅黑</vt:lpstr>
      <vt:lpstr>Microsoft YaHei Regular</vt:lpstr>
      <vt:lpstr>Microsoft YaHei</vt:lpstr>
      <vt:lpstr>Microsoft YaHei Heavy</vt:lpstr>
      <vt:lpstr>宋体-简</vt:lpstr>
      <vt:lpstr>FZLanTingHeiPro_GB18030 SemiBol</vt:lpstr>
      <vt:lpstr>华文宋体</vt:lpstr>
      <vt:lpstr>Microsoft YaHei Bold</vt:lpstr>
      <vt:lpstr>宋体</vt:lpstr>
      <vt:lpstr>Arial Unicode MS</vt:lpstr>
      <vt:lpstr>等线</vt:lpstr>
      <vt:lpstr>汉仪中等线KW</vt:lpstr>
      <vt:lpstr>FZLanTingHeiPro</vt:lpstr>
      <vt:lpstr>Helvetica Neue Medium</vt:lpstr>
      <vt:lpstr>FZLanTingHeiPro_GB18030 Bold</vt:lpstr>
      <vt:lpstr>冬青黑体简体中文</vt:lpstr>
      <vt:lpstr>FZLanTingHeiPro_GB18030 DemiBol</vt:lpstr>
      <vt:lpstr>Helvetica Neue</vt:lpstr>
      <vt:lpstr>思源黑体 CN Normal</vt:lpstr>
      <vt:lpstr>Wingdings</vt:lpstr>
      <vt:lpstr>等线</vt:lpstr>
      <vt:lpstr>Calibri</vt:lpstr>
      <vt:lpstr>Helvetica Neue</vt:lpstr>
      <vt:lpstr>黑体</vt:lpstr>
      <vt:lpstr>汉仪中黑KW</vt:lpstr>
      <vt:lpstr>Helvetica Neue Medium</vt:lpstr>
      <vt:lpstr>Microsoft YaHei Heavy</vt:lpstr>
      <vt:lpstr>汉仪书宋二KW</vt:lpstr>
      <vt:lpstr>苹方-简</vt:lpstr>
      <vt:lpstr>Apple Color Emoji</vt:lpstr>
      <vt:lpstr>1_Office 主题​​</vt:lpstr>
      <vt:lpstr>PPT模版规范</vt:lpstr>
      <vt:lpstr>PowerPoint 演示文稿</vt:lpstr>
      <vt:lpstr>封面使用说明</vt:lpstr>
      <vt:lpstr>中国电子云·新星</vt:lpstr>
      <vt:lpstr>中国系统</vt:lpstr>
      <vt:lpstr>目录页&amp;章节页使用说明</vt:lpstr>
      <vt:lpstr>目录文字</vt:lpstr>
      <vt:lpstr>内容版心设计说明</vt:lpstr>
      <vt:lpstr>主题色设计说明</vt:lpstr>
      <vt:lpstr>字体字号规范</vt:lpstr>
      <vt:lpstr>圆角设计</vt:lpstr>
      <vt:lpstr>说明</vt:lpstr>
      <vt:lpstr>原子组件</vt:lpstr>
      <vt:lpstr>内容卡片</vt:lpstr>
      <vt:lpstr>元素组件</vt:lpstr>
      <vt:lpstr>图标库</vt:lpstr>
      <vt:lpstr>小图标</vt:lpstr>
      <vt:lpstr>小图标</vt:lpstr>
      <vt:lpstr>小图标</vt:lpstr>
      <vt:lpstr>小图标</vt:lpstr>
      <vt:lpstr>小图标</vt:lpstr>
      <vt:lpstr>小图标</vt:lpstr>
      <vt:lpstr>反白图标</vt:lpstr>
      <vt:lpstr>反白图标</vt:lpstr>
      <vt:lpstr>反白图标</vt:lpstr>
      <vt:lpstr>反白图标</vt:lpstr>
      <vt:lpstr>反白图标</vt:lpstr>
      <vt:lpstr>反白图标</vt:lpstr>
      <vt:lpstr>插画图标</vt:lpstr>
      <vt:lpstr>插画图标</vt:lpstr>
      <vt:lpstr>插画图标</vt:lpstr>
      <vt:lpstr>设备图标</vt:lpstr>
      <vt:lpstr>设备图标</vt:lpstr>
      <vt:lpstr>模版库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此处添加主标题文案</vt:lpstr>
      <vt:lpstr>逻辑图：并列 | 列举</vt:lpstr>
      <vt:lpstr>逻辑图：并列 | 列举</vt:lpstr>
      <vt:lpstr>逻辑图：并列 | 列举</vt:lpstr>
      <vt:lpstr>逻辑图：金字塔</vt:lpstr>
      <vt:lpstr>逻辑图：并列 | 列举</vt:lpstr>
      <vt:lpstr>逻辑图：5要素</vt:lpstr>
      <vt:lpstr>资质列表</vt:lpstr>
      <vt:lpstr>数据图</vt:lpstr>
      <vt:lpstr>步骤流程图</vt:lpstr>
      <vt:lpstr>营销数字化新形态</vt:lpstr>
      <vt:lpstr>产品数据模型</vt:lpstr>
      <vt:lpstr>品牌推广模型</vt:lpstr>
      <vt:lpstr>公司架构模型</vt:lpstr>
      <vt:lpstr>产品矩阵模型</vt:lpstr>
      <vt:lpstr>城市大数据模型</vt:lpstr>
      <vt:lpstr>数据获取模型</vt:lpstr>
      <vt:lpstr>运营矩阵传播注入新动力</vt:lpstr>
      <vt:lpstr>系统架构图 / 双中台架构</vt:lpstr>
      <vt:lpstr>数字化转型战略屋 / 架构</vt:lpstr>
      <vt:lpstr>数据，分析和AI市场格局</vt:lpstr>
      <vt:lpstr>房子图/品牌策略/定位</vt:lpstr>
      <vt:lpstr>私域流量运营方法</vt:lpstr>
      <vt:lpstr>AI产线产品顶侧设计</vt:lpstr>
      <vt:lpstr>AI产线产品顶侧设计</vt:lpstr>
      <vt:lpstr>泛政务客群主推方案 – 跨境数据空间方案</vt:lpstr>
      <vt:lpstr>泛政务客群主推方案 – 医保数据空间方案</vt:lpstr>
      <vt:lpstr>泛政务客群主推方案 – AI赋能检察院智慧化转型</vt:lpstr>
      <vt:lpstr>泛政务客群主推方案 – 智慧纪检解决方案</vt:lpstr>
      <vt:lpstr>表格样式</vt:lpstr>
      <vt:lpstr>表格样式</vt:lpstr>
      <vt:lpstr>表格样式</vt:lpstr>
      <vt:lpstr>表格样式</vt:lpstr>
      <vt:lpstr>星辰聚智，感恩同行 千行厚载，智启新程</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vince</cp:lastModifiedBy>
  <cp:revision>2882</cp:revision>
  <dcterms:created xsi:type="dcterms:W3CDTF">2026-02-02T04:58:15Z</dcterms:created>
  <dcterms:modified xsi:type="dcterms:W3CDTF">2026-02-02T04:58:15Z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9DD678684C8701779CFE69694A168325_43</vt:lpwstr>
  </property>
  <property fmtid="{D5CDD505-2E9C-101B-9397-08002B2CF9AE}" pid="3" name="KSOProductBuildVer">
    <vt:lpwstr>2052-12.1.24709.24709</vt:lpwstr>
  </property>
</Properties>
</file>