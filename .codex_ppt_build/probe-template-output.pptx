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3e340bfb4b440d" /><Relationship Type="http://schemas.openxmlformats.org/officeDocument/2006/relationships/extended-properties" Target="/docProps/app.xml" Id="R5ea66ee8a1034dd3" /><Relationship Type="http://schemas.openxmlformats.org/officeDocument/2006/relationships/officeDocument" Target="/ppt/presentation.xml" Id="R435de715117644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bfc3c2ed3e4b02"/>
  </p:sldMasterIdLst>
  <p:notesMasterIdLst>
    <p:notesMasterId xmlns:r="http://schemas.openxmlformats.org/officeDocument/2006/relationships" r:id="Rc58a57d5a904484d"/>
  </p:notesMasterIdLst>
  <p:sldIdLst>
    <p:sldId xmlns:r="http://schemas.openxmlformats.org/officeDocument/2006/relationships" id="256" r:id="Rcbc25b3e6e02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ea0b423dc94390" /><Relationship Type="http://schemas.openxmlformats.org/officeDocument/2006/relationships/slideMaster" Target="/ppt/slideMasters/slideMaster1.xml" Id="Re4bfc3c2ed3e4b02" /><Relationship Type="http://schemas.openxmlformats.org/officeDocument/2006/relationships/notesMaster" Target="/ppt/notesMasters/notesMaster1.xml" Id="Rc58a57d5a904484d" /><Relationship Type="http://schemas.openxmlformats.org/officeDocument/2006/relationships/presProps" Target="/ppt/presProps.xml" Id="R094b13b590494851" /><Relationship Type="http://schemas.openxmlformats.org/officeDocument/2006/relationships/viewProps" Target="/ppt/viewProps.xml" Id="Rc892a77ddc484207" /><Relationship Type="http://schemas.openxmlformats.org/officeDocument/2006/relationships/tableStyles" Target="/ppt/tableStyles.xml" Id="Re148bc0700de4451" /><Relationship Type="http://schemas.openxmlformats.org/officeDocument/2006/relationships/slide" Target="/ppt/slides/slide1.xml" Id="Rcbc25b3e6e02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8b5bf917a048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Office 主题​​">
  <a:themeElements>
    <a:clrScheme name="CDA2026">
      <a:dk1>
        <a:srgbClr val="FFFFFF"/>
      </a:dk1>
      <a:lt1>
        <a:srgbClr val="FFFFFF"/>
      </a:lt1>
      <a:dk2>
        <a:srgbClr val="090909"/>
      </a:dk2>
      <a:lt2>
        <a:srgbClr val="F1F2F3"/>
      </a:lt2>
      <a:accent1>
        <a:srgbClr val="0058FF"/>
      </a:accent1>
      <a:accent2>
        <a:srgbClr val="3D7AFF"/>
      </a:accent2>
      <a:accent3>
        <a:srgbClr val="4F18F2"/>
      </a:accent3>
      <a:accent4>
        <a:srgbClr val="733FF5"/>
      </a:accent4>
      <a:accent5>
        <a:srgbClr val="00AFEA"/>
      </a:accent5>
      <a:accent6>
        <a:srgbClr val="54BEEE"/>
      </a:accent6>
      <a:hlink>
        <a:srgbClr val="0058FF"/>
      </a:hlink>
      <a:folHlink>
        <a:srgbClr val="4F18F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DA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51e9daa44d4d16" /><Relationship Type="http://schemas.openxmlformats.org/officeDocument/2006/relationships/notesMaster" Target="/ppt/notesMasters/notesMaster1.xml" Id="R08e26f9e2b5a4e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37f4fd7934220" /><Relationship Type="http://schemas.openxmlformats.org/officeDocument/2006/relationships/image" Target="/ppt/media/image2.png" Id="R002468f5d88543ff" /><Relationship Type="http://schemas.openxmlformats.org/officeDocument/2006/relationships/image" Target="/ppt/media/image3.png" Id="Re570219c680843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2a907a47f4b01" /><Relationship Type="http://schemas.openxmlformats.org/officeDocument/2006/relationships/image" Target="/ppt/media/image4.png" Id="Rc88d582973904d74" /><Relationship Type="http://schemas.openxmlformats.org/officeDocument/2006/relationships/image" Target="/ppt/media/image5.png" Id="R94ab9882d2f343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9dfb53b3fe4ef4" /><Relationship Type="http://schemas.openxmlformats.org/officeDocument/2006/relationships/image" Target="/ppt/media/image6.png" Id="R27bbb46493ac4afd" /><Relationship Type="http://schemas.openxmlformats.org/officeDocument/2006/relationships/image" Target="/ppt/media/image7.png" Id="R5e25b3691b2d4e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00e8867f4442a" /><Relationship Type="http://schemas.openxmlformats.org/officeDocument/2006/relationships/image" Target="/ppt/media/image8.png" Id="R120c8f5cfa514035" /><Relationship Type="http://schemas.openxmlformats.org/officeDocument/2006/relationships/image" Target="/ppt/media/image5.png" Id="Rdfab07a011a44a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a9816427e4ab6" /><Relationship Type="http://schemas.openxmlformats.org/officeDocument/2006/relationships/image" Target="/ppt/media/image7.png" Id="Rb1e67dce6e6b43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70ce7491b48f1" /><Relationship Type="http://schemas.openxmlformats.org/officeDocument/2006/relationships/image" Target="/ppt/media/image9.png" Id="R3635839db1f54b6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1a6c978974c58" /><Relationship Type="http://schemas.openxmlformats.org/officeDocument/2006/relationships/image" Target="/ppt/media/image10.png" Id="R83edd8f4f3034623" /></Relationships>
</file>

<file path=ppt/slideLayouts/slideLayout1.xml><?xml version="1.0" encoding="utf-8"?>
<p:sldLayout xmlns:p="http://schemas.openxmlformats.org/presentationml/2006/main" preserve="1" userDrawn="1">
  <p:cSld name="封面-主副标题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468f5d88543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3230" y="1044575"/>
            <a:ext cx="6668770" cy="4881245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C465B00F-389A-4FFD-BB25-45C57864785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8500" y="5096510"/>
            <a:ext cx="8255000" cy="650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tx1">
                    <a:alpha val="9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228600" lvl="0" indent="-228600">
              <a:spcBef>
                <a:spcPct val="0"/>
              </a:spcBef>
              <a:buNone/>
            </a:pPr>
            <a:r>
              <a:t>XXXX</a:t>
            </a:r>
            <a:r>
              <a:t> 公司职称 </a:t>
            </a:r>
            <a:r>
              <a:t>·</a:t>
            </a:r>
            <a:r>
              <a:t>人名</a:t>
            </a:r>
          </a:p>
          <a:p xmlns:a="http://schemas.openxmlformats.org/drawingml/2006/main">
            <a:pPr marL="228600" lvl="0" indent="-228600">
              <a:spcBef>
                <a:spcPct val="0"/>
              </a:spcBef>
              <a:buNone/>
            </a:pPr>
            <a:r>
              <a:t>2026.1.13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1E0B0F1-BCCC-46D1-9FDA-160C6D0EF16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98500" y="3228340"/>
            <a:ext cx="8255635" cy="645160"/>
          </a:xfrm>
        </p:spPr>
        <p:txBody>
          <a:bodyPr xmlns:a="http://schemas.openxmlformats.org/drawingml/2006/main" vert="horz" lIns="0" rIns="0">
            <a:sp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buClrTx/>
              <a:buSzTx/>
              <a:buFont typeface="Arial"/>
              <a:buNone/>
              <a:defRPr sz="4000" b="0" i="0" u="none" kern="1200" cap="none" spc="0" baseline="0">
                <a:solidFill>
                  <a:schemeClr val="tx1">
                    <a:alpha val="9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点击编辑副标题内</a:t>
            </a:r>
          </a:p>
        </p:txBody>
      </p:sp>
      <p:sp>
        <p:nvSpPr>
          <p:cNvPr id="4" name="标题 1">
            <a:extLst xmlns:a="http://schemas.openxmlformats.org/drawingml/2006/main">
              <a:ext uri="{FF2B5EF4-FFF2-40B4-BE49-F238E27FC236}">
                <a16:creationId xmlns:a16="http://schemas.microsoft.com/office/drawing/2014/main" id="{619BF8EB-EE9B-4252-BB2E-AF713051928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98500" y="2009775"/>
            <a:ext cx="8255000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215900" rIns="0" bIns="0" anchor="ctr"/>
          <a:lstStyle xmlns:a="http://schemas.openxmlformats.org/drawingml/2006/main">
            <a:lvl1pPr>
              <a:buNone/>
              <a:defRPr sz="6000" b="1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点击编辑主标题内容</a:t>
            </a:r>
          </a:p>
        </p:txBody>
      </p:sp>
      <p:pic>
        <p:nvPicPr>
          <p:cNvPr id="1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0219c680843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300" y="596900"/>
            <a:ext cx="3027045" cy="66802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showMasterSp="0" preserve="1" userDrawn="1">
  <p:cSld name="目录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d58297390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877945" cy="6859270"/>
          </a:xfrm>
          <a:prstGeom xmlns:a="http://schemas.openxmlformats.org/drawingml/2006/main" prst="rect">
            <a:avLst/>
          </a:prstGeom>
        </p:spPr>
      </p:pic>
      <p:sp>
        <p:nvSpPr>
          <p:cNvPr id="7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5711546-A366-4FF7-BA6B-AD723C28F48A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4519930" y="1412875"/>
            <a:ext cx="4217670" cy="40319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457200" indent="-4572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Font typeface="+mj-lt"/>
              <a:buAutoNum type="arabicPeriod"/>
              <a:defRPr sz="2400" b="1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第一级
第二级
第三级
第四级
第五级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00EDA72-297D-4B77-A975-2772F2BC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71" y="2644790"/>
            <a:ext cx="2745945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1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39FA91F-6E0F-4C81-9EB1-AA03D5C9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10" y="3352800"/>
            <a:ext cx="241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1C6CE32-33AF-4790-8FC2-D3912BEF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911" y="6499175"/>
            <a:ext cx="447701" cy="261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pic>
        <p:nvPicPr>
          <p:cNvPr id="19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b9882d2f343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4265" y="290013"/>
            <a:ext cx="1918335" cy="42320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bb46493ac4a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6193" y="0"/>
            <a:ext cx="12224385" cy="6876415"/>
          </a:xfrm>
          <a:prstGeom xmlns:a="http://schemas.openxmlformats.org/drawingml/2006/main" prst="rect">
            <a:avLst/>
          </a:prstGeom>
        </p:spPr>
      </p:pic>
      <p:pic>
        <p:nvPicPr>
          <p:cNvPr id="16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5b3691b2d4e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4265" y="290925"/>
            <a:ext cx="1918180" cy="423208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E69FABF-65E3-407B-81B2-D559A74E89B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65172" y="2520175"/>
            <a:ext cx="6297770" cy="1322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4000" b="0" i="0" u="none" kern="1200" cap="none" spc="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xxxxxxxxx</a:t>
            </a:r>
            <a:br/>
            <a:r>
              <a:t>xxxxxxxxx</a:t>
            </a:r>
          </a:p>
        </p:txBody>
      </p:sp>
      <p:sp>
        <p:nvSpPr>
          <p:cNvPr id="8" name="直线连接符 7">
            <a:extLst xmlns:a="http://schemas.openxmlformats.org/drawingml/2006/main">
              <a:ext uri="{FF2B5EF4-FFF2-40B4-BE49-F238E27FC236}">
                <a16:creationId xmlns:a16="http://schemas.microsoft.com/office/drawing/2014/main" id="{22A421F4-7BEA-4FE1-92FB-AE8F8BC9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290" y="2640298"/>
            <a:ext cx="0" cy="1081825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D6595EDB-8B08-452A-84EB-8372EC2C348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14626" y="2458580"/>
            <a:ext cx="1666875" cy="14452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buNone/>
              <a:defRPr sz="8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内容页-浅色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c8f5cfa514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31370" y="-2156982"/>
            <a:ext cx="2489200" cy="2413000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65C0978-CD19-42B5-8528-D06B4ED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73927" y="20225"/>
            <a:ext cx="2673927" cy="12618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字体：</a:t>
            </a:r>
          </a:p>
          <a:p xmlns:a="http://schemas.openxmlformats.org/drawingml/2006/main"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标题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: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 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24pt  </a:t>
            </a:r>
          </a:p>
          <a:p xmlns:a="http://schemas.openxmlformats.org/drawingml/2006/main"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内文：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12-20pt</a:t>
            </a:r>
            <a:br/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密集内容不用于讲解，可小于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12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号。</a:t>
            </a:r>
          </a:p>
          <a:p xmlns:a="http://schemas.openxmlformats.org/drawingml/2006/main"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字体：微软雅黑、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Arail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（数字和英文使用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Arail</a:t>
            </a:r>
            <a:r>
              <a:rPr sz="12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F864EBF-3F31-48EF-8FDA-8192C0E2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74526" y="1800640"/>
            <a:ext cx="504526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2799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12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强调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50AB5AD-F75E-4540-AB19-931150CE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74526" y="2261248"/>
            <a:ext cx="504526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2799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一级正文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9B1D26F-22FB-49F9-9822-7EAE4E80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62069" y="1429970"/>
            <a:ext cx="164499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文字颜色：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79114E3-28B8-4DEF-A5AE-D117C59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74526" y="2721856"/>
            <a:ext cx="504526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75000"/>
              <a:lumOff val="2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2799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1200">
                <a:solidFill>
                  <a:schemeClr val="tx2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二级正文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3740602-6DC7-490A-9E71-E4C073E8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81502" y="4939849"/>
            <a:ext cx="1008636" cy="286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文本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87BB8FC-F45D-4B58-BED3-4CE43925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68328" y="4939849"/>
            <a:ext cx="1778029" cy="286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段前       段后      行距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E082994-CBB4-4521-84E4-0B86460E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81502" y="5339093"/>
            <a:ext cx="1008636" cy="1518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lv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11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号字</a:t>
            </a:r>
          </a:p>
          <a:p xmlns:a="http://schemas.openxmlformats.org/drawingml/2006/main">
            <a:pPr lv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12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号字</a:t>
            </a:r>
          </a:p>
          <a:p xmlns:a="http://schemas.openxmlformats.org/drawingml/2006/main">
            <a:pPr lv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14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号字</a:t>
            </a:r>
          </a:p>
          <a:p xmlns:a="http://schemas.openxmlformats.org/drawingml/2006/main">
            <a:pPr lv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16~22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号</a:t>
            </a:r>
          </a:p>
          <a:p xmlns:a="http://schemas.openxmlformats.org/drawingml/2006/main">
            <a:pPr lv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号及以上</a:t>
            </a:r>
          </a:p>
          <a:p xmlns:a="http://schemas.openxmlformats.org/drawingml/2006/main">
            <a:pPr lvl="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11A27FF-92F0-44C0-8EE1-1089405F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68328" y="5339093"/>
            <a:ext cx="594313" cy="1518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6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6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254FF98-F037-4487-A169-EBBF94F9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78739" y="5339093"/>
            <a:ext cx="594313" cy="1518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6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6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磅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9B07520-CB1F-4236-BCAC-2BF7ECFC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84612" y="5339093"/>
            <a:ext cx="594313" cy="1518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1.1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倍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1.1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倍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1.2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倍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1.2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倍</a:t>
            </a:r>
          </a:p>
          <a:p xmlns:a="http://schemas.openxmlformats.org/drawingml/2006/main"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1.4</a:t>
            </a: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倍</a:t>
            </a:r>
          </a:p>
        </p:txBody>
      </p:sp>
      <p:sp>
        <p:nvSpPr>
          <p:cNvPr id="19" name="副标题 5">
            <a:extLst xmlns:a="http://schemas.openxmlformats.org/drawingml/2006/main">
              <a:ext uri="{FF2B5EF4-FFF2-40B4-BE49-F238E27FC236}">
                <a16:creationId xmlns:a16="http://schemas.microsoft.com/office/drawing/2014/main" id="{9CF50BDD-9E5B-4CD1-8EBA-79E9B5D9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73927" y="-1661028"/>
            <a:ext cx="5100400" cy="15300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600" b="1">
                <a:solidFill>
                  <a:schemeClr val="tx2"/>
                </a:solidFill>
                <a:latin typeface="+mj-ea"/>
                <a:ea typeface="+mj-ea"/>
                <a:cs typeface="+mj-ea"/>
              </a:rPr>
              <a:t>架构图设计原则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>
                <a:solidFill>
                  <a:schemeClr val="tx2"/>
                </a:solidFill>
                <a:latin typeface="+mj-ea"/>
                <a:ea typeface="+mj-ea"/>
                <a:cs typeface="+mj-ea"/>
              </a:rPr>
              <a:t>减少配色</a:t>
            </a:r>
            <a:r>
              <a:rPr sz="14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：元素配色少一点，只对重点信息赋予强调色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>
                <a:solidFill>
                  <a:schemeClr val="tx2"/>
                </a:solidFill>
                <a:latin typeface="+mj-ea"/>
                <a:ea typeface="+mj-ea"/>
                <a:cs typeface="+mj-ea"/>
              </a:rPr>
              <a:t>做好对齐</a:t>
            </a:r>
            <a:r>
              <a:rPr sz="14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：保证各元素对齐并保留一定的间距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400" b="1">
                <a:solidFill>
                  <a:schemeClr val="tx2"/>
                </a:solidFill>
                <a:latin typeface="+mj-ea"/>
                <a:ea typeface="+mj-ea"/>
                <a:cs typeface="+mj-ea"/>
              </a:rPr>
              <a:t>划分层级</a:t>
            </a:r>
            <a:r>
              <a:rPr sz="1400">
                <a:solidFill>
                  <a:schemeClr val="tx2"/>
                </a:solidFill>
                <a:latin typeface="+mj-ea"/>
                <a:ea typeface="+mj-ea"/>
                <a:cs typeface="+mj-ea"/>
              </a:rPr>
              <a:t>：划分好内容层级，统计的元素样式尽可能统一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543DC41-A9EE-4AF5-B565-3FF0A896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74526" y="3163383"/>
            <a:ext cx="504526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  <a:lumOff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2799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1200">
                <a:solidFill>
                  <a:schemeClr val="tx2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rPr>
              <a:t>三级正文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7F0A1D0-9AF8-460C-B6D6-78DB4F63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133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bg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白色背景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C86D809-74E5-44EA-9B41-906E604F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90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text</a:t>
            </a:r>
            <a:br/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白色文字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4216A5-B555-4198-8B15-8D46F697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133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DE701E7-0EA8-4614-9D3B-7AB08ADC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3847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默认</a:t>
            </a:r>
            <a:br/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中性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填充色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09D804D-1BD2-4F90-8D0C-32DE9783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682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  <a:br/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黑色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一级文本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0697AC4-B3BD-4666-8C9C-0BD817C1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517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  <a:p xmlns:a="http://schemas.openxmlformats.org/drawingml/2006/main">
            <a:pPr algn="ctr">
              <a:buNone/>
            </a:p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bg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蓝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2EC01FA-F532-428E-A972-0D2FE11F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2274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bg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蓝</a:t>
            </a: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交互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11C3AAA-B79B-43DF-8A1F-DC4F9E6D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385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bg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紫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120EA0B-8DDE-4D01-A979-941A03AD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496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bg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紫</a:t>
            </a: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交互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E5A2CBB-D2DD-4E08-8786-A99F858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607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bg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青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B69EC2B-1EC9-4898-AF64-179ACF89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8718" y="24469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bg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青</a:t>
            </a: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交互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E47BFA8-500D-48E6-85BE-F1C6F2A3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133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709E9A9-158D-4F22-87CB-A21C178D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133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747DC80-CA60-4290-A26A-2064A8A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133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3E284A1-FAD4-4128-A20E-17AEDA6B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3133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0638F764-FF61-4855-B637-0DCC0EB4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90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9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BE012AC-40AF-4981-8D78-C871239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90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4E1B733-AF35-4D46-A502-56BD0832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90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412CF87-0C66-42E3-AC3C-533D11F3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90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6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8ECBCB2-3650-4E45-896A-906771CB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90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22B6FA2-01AE-4B6C-887E-1B5C9480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3847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9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填充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描边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D5F54F19-9B8D-4A77-922E-4583F07B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3847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8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填充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描边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E72B977-9982-4A40-8462-565D994E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3847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填充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描边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F7CFC9F-77A4-4423-9819-452B704F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3847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6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填充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描边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0ACAE114-12AB-4DDE-8818-09651DE6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3847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填充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描边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22F1429-5E10-4FBD-B09F-9CE0EF5B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682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10000"/>
              <a:lumOff val="9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禁用文本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A21F6D1-7F63-4786-AF51-9F622306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682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28A24AE2-E3C2-4491-BBB3-D504ECE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682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  <a:lumOff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三级文本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6AD684C-CF30-492B-86E4-EE3EE403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682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75000"/>
              <a:lumOff val="2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二级文本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272A8EB4-06D0-4376-A731-613A6161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682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90000"/>
              <a:lumOff val="1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D228DD37-D24D-4A2F-9381-B48C1FB5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517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8578FF5F-CE0E-4F3F-80C1-1ED4AF6A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517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F8C17D4-CBF2-4E99-B9B8-418445E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517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9B478905-58FB-46DE-AFCF-D384036A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517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61255F2B-5883-4389-9624-2B10D018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5517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31D943CF-B14B-47A2-A1BB-7008EAB9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2274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17D8F0A7-10A0-4C08-AE0A-00869740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2274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40000"/>
              <a:lumOff val="6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0ED9574-E027-4236-B2F2-346C90C9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2274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22BF9C5-23D0-480E-93B7-F4B9B109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2274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9BB2160-CA10-420F-8F62-5F328371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2274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C897751-8817-413E-A5EE-E7AD7BF5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385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20000"/>
              <a:lumOff val="8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58685F78-0885-457B-B46F-ECFF757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385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40000"/>
              <a:lumOff val="6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F6DBB20-FBD9-4303-823C-CAD1C6F2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385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B26EEBDE-0973-4F22-867E-13D802C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385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3C3E5980-0318-4357-B1E0-A508768C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385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>
              <a:lumMod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982774BF-8AE8-4D23-9214-4D0927BE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496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79340823-0610-4BC8-8368-E29021B9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496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40000"/>
              <a:lumOff val="6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627D781D-57CA-4364-9AC8-E142654F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496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49B98F53-808A-4891-9D1A-1485412E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496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15A5F2F1-1BCA-4365-B0A2-6DF45784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496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0DFDD1EC-21E0-4E67-96CC-BD24940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607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A932DDD1-2D7E-452F-A4B9-F034A9D1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607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40000"/>
              <a:lumOff val="6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618B0FD0-9E9E-49C2-94FA-7695122E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607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F249BA08-0E37-43DA-83FE-D1D44AE5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607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FAA795E6-B944-4A1B-B817-CC16A35C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9607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2233357E-A846-4B50-8DF4-FAEFA98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8718" y="1269914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C86D92C-55E8-41EF-8795-ADD0D00C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8718" y="1927358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40000"/>
              <a:lumOff val="6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134A9338-34FD-4243-B467-86397685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8718" y="2584802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73ACFB67-49EE-4E0C-A674-0A95FF18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8718" y="3242246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E2DB0DDD-D4E8-4065-9069-8FF0CAA9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8718" y="389969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b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B06EE7F5-9697-4BC7-BA04-B8FFAE50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4464" y="4694246"/>
            <a:ext cx="6575619" cy="18322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" rIns="360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Font typeface="+mj-lt"/>
              <a:buNone/>
            </a:pPr>
            <a:r>
              <a:rPr sz="12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注意事项：</a:t>
            </a:r>
          </a:p>
          <a:p xmlns:a="http://schemas.openxmlformats.org/drawingml/2006/main">
            <a:pPr marL="228600" indent="-228600" algn="l">
              <a:lnSpc>
                <a:spcPct val="120000"/>
              </a:lnSpc>
              <a:buFont typeface="+mj-lt"/>
              <a:buAutoNum type="arabicPeriod"/>
            </a:pPr>
            <a:r>
              <a:rPr sz="1200" b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颜色选择统一点选，不可吸色；</a:t>
            </a:r>
          </a:p>
          <a:p xmlns:a="http://schemas.openxmlformats.org/drawingml/2006/main">
            <a:pPr marL="228600" indent="-228600" algn="l">
              <a:lnSpc>
                <a:spcPct val="120000"/>
              </a:lnSpc>
              <a:buFont typeface="+mj-lt"/>
              <a:buAutoNum type="arabicPeriod"/>
            </a:pPr>
            <a:r>
              <a:rPr sz="1200" b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注意两个白色的使用，左</a:t>
            </a:r>
            <a:r>
              <a:rPr sz="1200" b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1200" b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为白色背景，左</a:t>
            </a:r>
            <a:r>
              <a:rPr sz="1200" b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1200" b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为白色文字；</a:t>
            </a:r>
          </a:p>
          <a:p xmlns:a="http://schemas.openxmlformats.org/drawingml/2006/main">
            <a:pPr marL="228600" indent="-228600" algn="l">
              <a:lnSpc>
                <a:spcPct val="120000"/>
              </a:lnSpc>
              <a:buFont typeface="+mj-lt"/>
              <a:buAutoNum type="arabicPeriod"/>
            </a:pPr>
            <a:r>
              <a:rPr sz="1200" b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色彩层级由高到低，标红色斜线的禁止使用；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sz="1200" b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整体</a:t>
            </a:r>
            <a:r>
              <a:rPr sz="1200" b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PPT</a:t>
            </a:r>
            <a:r>
              <a:rPr sz="1200" b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浅色风格为主，切忌大面积使用高纯度颜色。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文字颜色与背景颜色需要较大对比度；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背景层上叠背景要慎重，搭配自然但要能清晰区分边界。</a:t>
            </a:r>
          </a:p>
        </p:txBody>
      </p:sp>
      <p:sp>
        <p:nvSpPr>
          <p:cNvPr id="82" name="直线连接符 81">
            <a:extLst xmlns:a="http://schemas.openxmlformats.org/drawingml/2006/main">
              <a:ext uri="{FF2B5EF4-FFF2-40B4-BE49-F238E27FC236}">
                <a16:creationId xmlns:a16="http://schemas.microsoft.com/office/drawing/2014/main" id="{108F8523-A427-45C1-B944-1EE75930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6953" y="-390356"/>
            <a:ext cx="4090626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AA741929-1F01-45A3-97EB-E2A7DE86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2565" y="-686132"/>
            <a:ext cx="131318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>
                <a:solidFill>
                  <a:srgbClr val="FF0000"/>
                </a:solidFill>
              </a:rPr>
              <a:t>跟随主题自动变色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8EFB4D3C-87F6-4FEE-B381-C7F3D8B3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6310" y="-249057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>
                <a:solidFill>
                  <a:srgbClr val="FF0000"/>
                </a:solidFill>
              </a:rPr>
              <a:t>不变色</a:t>
            </a:r>
          </a:p>
        </p:txBody>
      </p:sp>
      <p:sp>
        <p:nvSpPr>
          <p:cNvPr id="85" name="直线连接符 84">
            <a:extLst xmlns:a="http://schemas.openxmlformats.org/drawingml/2006/main">
              <a:ext uri="{FF2B5EF4-FFF2-40B4-BE49-F238E27FC236}">
                <a16:creationId xmlns:a16="http://schemas.microsoft.com/office/drawing/2014/main" id="{4668A2E4-9C7F-4F41-B7ED-2EDAE989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108562" y="1927358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6" name="直线连接符 85">
            <a:extLst xmlns:a="http://schemas.openxmlformats.org/drawingml/2006/main">
              <a:ext uri="{FF2B5EF4-FFF2-40B4-BE49-F238E27FC236}">
                <a16:creationId xmlns:a16="http://schemas.microsoft.com/office/drawing/2014/main" id="{3781DBE8-F0AF-4641-BF39-9D122F8F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108562" y="3878078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7" name="直线连接符 86">
            <a:extLst xmlns:a="http://schemas.openxmlformats.org/drawingml/2006/main">
              <a:ext uri="{FF2B5EF4-FFF2-40B4-BE49-F238E27FC236}">
                <a16:creationId xmlns:a16="http://schemas.microsoft.com/office/drawing/2014/main" id="{42357C0C-FB41-42BE-A560-3649E989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64128" y="1927358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8" name="直线连接符 87">
            <a:extLst xmlns:a="http://schemas.openxmlformats.org/drawingml/2006/main">
              <a:ext uri="{FF2B5EF4-FFF2-40B4-BE49-F238E27FC236}">
                <a16:creationId xmlns:a16="http://schemas.microsoft.com/office/drawing/2014/main" id="{3D472458-6511-4F8C-B613-3F14D27A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64128" y="3878078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9" name="直线连接符 88">
            <a:extLst xmlns:a="http://schemas.openxmlformats.org/drawingml/2006/main">
              <a:ext uri="{FF2B5EF4-FFF2-40B4-BE49-F238E27FC236}">
                <a16:creationId xmlns:a16="http://schemas.microsoft.com/office/drawing/2014/main" id="{849CC72C-D184-48F1-959C-219556D8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64128" y="3251061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线连接符 89">
            <a:extLst xmlns:a="http://schemas.openxmlformats.org/drawingml/2006/main">
              <a:ext uri="{FF2B5EF4-FFF2-40B4-BE49-F238E27FC236}">
                <a16:creationId xmlns:a16="http://schemas.microsoft.com/office/drawing/2014/main" id="{08B62A1A-2CDE-4EB7-A5F8-9F191363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64128" y="2589209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线连接符 90">
            <a:extLst xmlns:a="http://schemas.openxmlformats.org/drawingml/2006/main">
              <a:ext uri="{FF2B5EF4-FFF2-40B4-BE49-F238E27FC236}">
                <a16:creationId xmlns:a16="http://schemas.microsoft.com/office/drawing/2014/main" id="{3E67ECB0-D677-4AB6-B828-1FA511CF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64128" y="1282923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文本框 91">
            <a:extLst xmlns:a="http://schemas.openxmlformats.org/drawingml/2006/main">
              <a:ext uri="{FF2B5EF4-FFF2-40B4-BE49-F238E27FC236}">
                <a16:creationId xmlns:a16="http://schemas.microsoft.com/office/drawing/2014/main" id="{19D57676-C104-406E-900C-C51B9AD5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0578" y="-1540755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93" name="文本框 92">
            <a:extLst xmlns:a="http://schemas.openxmlformats.org/drawingml/2006/main">
              <a:ext uri="{FF2B5EF4-FFF2-40B4-BE49-F238E27FC236}">
                <a16:creationId xmlns:a16="http://schemas.microsoft.com/office/drawing/2014/main" id="{08DA285B-22D3-4245-B2B0-D45CDD8E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0578" y="-1335271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94" name="文本框 93">
            <a:extLst xmlns:a="http://schemas.openxmlformats.org/drawingml/2006/main">
              <a:ext uri="{FF2B5EF4-FFF2-40B4-BE49-F238E27FC236}">
                <a16:creationId xmlns:a16="http://schemas.microsoft.com/office/drawing/2014/main" id="{8E2209BE-2427-46A8-82C0-41D32877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0578" y="-1150336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95" name="文本框 94">
            <a:extLst xmlns:a="http://schemas.openxmlformats.org/drawingml/2006/main">
              <a:ext uri="{FF2B5EF4-FFF2-40B4-BE49-F238E27FC236}">
                <a16:creationId xmlns:a16="http://schemas.microsoft.com/office/drawing/2014/main" id="{837CF3C5-1518-453D-A1C3-CBBB8E86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0578" y="-955127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96" name="文本框 95">
            <a:extLst xmlns:a="http://schemas.openxmlformats.org/drawingml/2006/main">
              <a:ext uri="{FF2B5EF4-FFF2-40B4-BE49-F238E27FC236}">
                <a16:creationId xmlns:a16="http://schemas.microsoft.com/office/drawing/2014/main" id="{74A53653-4EEF-42E8-ACCB-9A0AFFE1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0578" y="-759918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97" name="文本框 96">
            <a:extLst xmlns:a="http://schemas.openxmlformats.org/drawingml/2006/main">
              <a:ext uri="{FF2B5EF4-FFF2-40B4-BE49-F238E27FC236}">
                <a16:creationId xmlns:a16="http://schemas.microsoft.com/office/drawing/2014/main" id="{89DD07FC-464B-4390-A078-E1E516D8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204" y="-1335271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98" name="文本框 97">
            <a:extLst xmlns:a="http://schemas.openxmlformats.org/drawingml/2006/main">
              <a:ext uri="{FF2B5EF4-FFF2-40B4-BE49-F238E27FC236}">
                <a16:creationId xmlns:a16="http://schemas.microsoft.com/office/drawing/2014/main" id="{87DEB0D3-C81F-49B3-8E88-35EBAD39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6204" y="-759918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99" name="文本框 98">
            <a:extLst xmlns:a="http://schemas.openxmlformats.org/drawingml/2006/main">
              <a:ext uri="{FF2B5EF4-FFF2-40B4-BE49-F238E27FC236}">
                <a16:creationId xmlns:a16="http://schemas.microsoft.com/office/drawing/2014/main" id="{90A586BA-D30A-4138-9A5E-7B7D035B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539" y="-1540755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100" name="文本框 99">
            <a:extLst xmlns:a="http://schemas.openxmlformats.org/drawingml/2006/main">
              <a:ext uri="{FF2B5EF4-FFF2-40B4-BE49-F238E27FC236}">
                <a16:creationId xmlns:a16="http://schemas.microsoft.com/office/drawing/2014/main" id="{AF7B2C4B-5BA7-4C75-A627-F91F444F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539" y="-1335271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101" name="文本框 100">
            <a:extLst xmlns:a="http://schemas.openxmlformats.org/drawingml/2006/main">
              <a:ext uri="{FF2B5EF4-FFF2-40B4-BE49-F238E27FC236}">
                <a16:creationId xmlns:a16="http://schemas.microsoft.com/office/drawing/2014/main" id="{A585898B-13E9-45BC-B1CD-DF7F7658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539" y="-1150336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32524D7B-9DA7-4FFD-9B43-7F215AA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539" y="-955127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01614BBE-82D3-4D96-8CF9-C30EDE06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539" y="-759918"/>
            <a:ext cx="31771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FF0000"/>
                </a:solidFill>
              </a:rPr>
              <a:t>×</a:t>
            </a:r>
          </a:p>
        </p:txBody>
      </p:sp>
      <p:sp>
        <p:nvSpPr>
          <p:cNvPr id="104" name="直线连接符 103">
            <a:extLst xmlns:a="http://schemas.openxmlformats.org/drawingml/2006/main">
              <a:ext uri="{FF2B5EF4-FFF2-40B4-BE49-F238E27FC236}">
                <a16:creationId xmlns:a16="http://schemas.microsoft.com/office/drawing/2014/main" id="{5AC217A2-95FD-4E2D-AA5C-D45C5531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45686" y="1927358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直线连接符 104">
            <a:extLst xmlns:a="http://schemas.openxmlformats.org/drawingml/2006/main">
              <a:ext uri="{FF2B5EF4-FFF2-40B4-BE49-F238E27FC236}">
                <a16:creationId xmlns:a16="http://schemas.microsoft.com/office/drawing/2014/main" id="{D7D3944D-AA6F-4413-895E-724B2017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45686" y="3878078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7A101692-C29A-43B1-A2BE-E532C8E4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2565" y="-1376206"/>
            <a:ext cx="131318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>
                <a:solidFill>
                  <a:srgbClr val="FF0000"/>
                </a:solidFill>
              </a:rPr>
              <a:t>请注意白色文字和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0000"/>
                </a:solidFill>
              </a:rPr>
              <a:t>白色背景的使用</a:t>
            </a: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F934FA65-F16C-4384-B0B5-A3A4FE24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774526" y="3610644"/>
            <a:ext cx="504526" cy="3385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10000"/>
              <a:lumOff val="9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82799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120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禁用色</a:t>
            </a:r>
          </a:p>
        </p:txBody>
      </p:sp>
      <p:sp>
        <p:nvSpPr>
          <p:cNvPr id="108" name="文本框 107">
            <a:extLst xmlns:a="http://schemas.openxmlformats.org/drawingml/2006/main">
              <a:ext uri="{FF2B5EF4-FFF2-40B4-BE49-F238E27FC236}">
                <a16:creationId xmlns:a16="http://schemas.microsoft.com/office/drawing/2014/main" id="{C3E08BE6-AB0C-45EB-A512-0BEF6F80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1781" y="928950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>
                <a:solidFill>
                  <a:srgbClr val="FF0000"/>
                </a:solidFill>
              </a:rPr>
              <a:t>白色背景</a:t>
            </a:r>
          </a:p>
        </p:txBody>
      </p:sp>
      <p:sp>
        <p:nvSpPr>
          <p:cNvPr id="109" name="直线连接符 108">
            <a:extLst xmlns:a="http://schemas.openxmlformats.org/drawingml/2006/main">
              <a:ext uri="{FF2B5EF4-FFF2-40B4-BE49-F238E27FC236}">
                <a16:creationId xmlns:a16="http://schemas.microsoft.com/office/drawing/2014/main" id="{AB86998C-BA60-449D-A11C-5D91BB2B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112186" y="2589209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线连接符 109">
            <a:extLst xmlns:a="http://schemas.openxmlformats.org/drawingml/2006/main">
              <a:ext uri="{FF2B5EF4-FFF2-40B4-BE49-F238E27FC236}">
                <a16:creationId xmlns:a16="http://schemas.microsoft.com/office/drawing/2014/main" id="{09C6DEA8-FDF2-4C08-99CE-A6E0E57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112186" y="1282923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线连接符 110">
            <a:extLst xmlns:a="http://schemas.openxmlformats.org/drawingml/2006/main">
              <a:ext uri="{FF2B5EF4-FFF2-40B4-BE49-F238E27FC236}">
                <a16:creationId xmlns:a16="http://schemas.microsoft.com/office/drawing/2014/main" id="{E8398AF2-8E10-4BE1-BCE4-F89D040D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124886" y="3251061"/>
            <a:ext cx="644724" cy="65744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FF0000"/>
            </a:solidFill>
            <a:tailEnd type="non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文本框 111">
            <a:extLst xmlns:a="http://schemas.openxmlformats.org/drawingml/2006/main">
              <a:ext uri="{FF2B5EF4-FFF2-40B4-BE49-F238E27FC236}">
                <a16:creationId xmlns:a16="http://schemas.microsoft.com/office/drawing/2014/main" id="{1DF97012-BB75-4F6A-9B1C-12A9F40A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0704" y="928950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>
                <a:solidFill>
                  <a:srgbClr val="FF0000"/>
                </a:solidFill>
              </a:rPr>
              <a:t>白色文字</a:t>
            </a:r>
          </a:p>
        </p:txBody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A08B8989-FE62-4A24-822E-C2B53E26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7988" cy="2968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矩形 113">
            <a:extLst xmlns:a="http://schemas.openxmlformats.org/drawingml/2006/main">
              <a:ext uri="{FF2B5EF4-FFF2-40B4-BE49-F238E27FC236}">
                <a16:creationId xmlns:a16="http://schemas.microsoft.com/office/drawing/2014/main" id="{3F7D353D-C114-4F18-BE5C-99565BCB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1137"/>
            <a:ext cx="407988" cy="2968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5" name="矩形 114">
            <a:extLst xmlns:a="http://schemas.openxmlformats.org/drawingml/2006/main">
              <a:ext uri="{FF2B5EF4-FFF2-40B4-BE49-F238E27FC236}">
                <a16:creationId xmlns:a16="http://schemas.microsoft.com/office/drawing/2014/main" id="{A1FA768C-E445-41C4-9428-B35806C2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012" y="0"/>
            <a:ext cx="407988" cy="2968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6" name="矩形 115">
            <a:extLst xmlns:a="http://schemas.openxmlformats.org/drawingml/2006/main">
              <a:ext uri="{FF2B5EF4-FFF2-40B4-BE49-F238E27FC236}">
                <a16:creationId xmlns:a16="http://schemas.microsoft.com/office/drawing/2014/main" id="{8C159C4B-7078-4AA6-9F94-193C74A6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012" y="6561137"/>
            <a:ext cx="407988" cy="2968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7" name="矩形 116">
            <a:extLst xmlns:a="http://schemas.openxmlformats.org/drawingml/2006/main">
              <a:ext uri="{FF2B5EF4-FFF2-40B4-BE49-F238E27FC236}">
                <a16:creationId xmlns:a16="http://schemas.microsoft.com/office/drawing/2014/main" id="{FD9C0256-3AA8-4ACC-AF27-8D50E05D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266065"/>
            <a:ext cx="408305" cy="1041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5511E5EF-9BFF-4A96-AE12-094D4D51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7170" y="6561455"/>
            <a:ext cx="1460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A0E44058-D80E-4E40-9C2D-7EBE1D98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7170" y="0"/>
            <a:ext cx="1460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BA1ECCDA-E5A9-4910-9616-C86CE86A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8520" y="6561455"/>
            <a:ext cx="1460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1" name="矩形 120">
            <a:extLst xmlns:a="http://schemas.openxmlformats.org/drawingml/2006/main">
              <a:ext uri="{FF2B5EF4-FFF2-40B4-BE49-F238E27FC236}">
                <a16:creationId xmlns:a16="http://schemas.microsoft.com/office/drawing/2014/main" id="{63B09C71-1F01-4BA1-A1FA-949C66F3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8520" y="0"/>
            <a:ext cx="1460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2" name="矩形 121">
            <a:extLst xmlns:a="http://schemas.openxmlformats.org/drawingml/2006/main">
              <a:ext uri="{FF2B5EF4-FFF2-40B4-BE49-F238E27FC236}">
                <a16:creationId xmlns:a16="http://schemas.microsoft.com/office/drawing/2014/main" id="{018F5180-CD52-4371-A807-A137C137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7060"/>
            <a:ext cx="408305" cy="1041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3" name="矩形 122">
            <a:extLst xmlns:a="http://schemas.openxmlformats.org/drawingml/2006/main">
              <a:ext uri="{FF2B5EF4-FFF2-40B4-BE49-F238E27FC236}">
                <a16:creationId xmlns:a16="http://schemas.microsoft.com/office/drawing/2014/main" id="{57380B1B-2A5C-495C-B84A-59596E69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695" y="-266065"/>
            <a:ext cx="408305" cy="1041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4" name="矩形 123">
            <a:extLst xmlns:a="http://schemas.openxmlformats.org/drawingml/2006/main">
              <a:ext uri="{FF2B5EF4-FFF2-40B4-BE49-F238E27FC236}">
                <a16:creationId xmlns:a16="http://schemas.microsoft.com/office/drawing/2014/main" id="{1E53F506-9139-49C8-8066-39B53F6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3695" y="6957060"/>
            <a:ext cx="408305" cy="1041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0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5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b07a011a44a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4265" y="290013"/>
            <a:ext cx="1918335" cy="423208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152CCA4-BDB9-456A-9C8E-18F0871C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00"/>
            <a:ext cx="3098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0" tIns="0" rIns="467995" bIns="0" anchor="ctr"/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AC66D2A-6273-4E4D-9EEC-AB35A3F3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592" y="6493627"/>
            <a:ext cx="447701" cy="261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04882E-58C2-4E8A-9DCD-39AA6EFEC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000" y="288000"/>
            <a:ext cx="9286412" cy="455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tIns="36195" bIns="3619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marL="0" lvl="0">
              <a:buNone/>
            </a:pPr>
            <a:r>
              <a:t>单击此处编辑母版标题样式</a:t>
            </a:r>
          </a:p>
        </p:txBody>
      </p:sp>
      <p:sp>
        <p:nvSpPr>
          <p:cNvPr id="12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8F0372F-5671-4ABF-ABA1-80376ABA879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96000" y="756000"/>
            <a:ext cx="11379389" cy="730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36195" bIns="36195"/>
          <a:lstStyle xmlns:a="http://schemas.openxmlformats.org/drawingml/2006/main"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/>
              <a:buNone/>
              <a:defRPr sz="1600">
                <a:solidFill>
                  <a:schemeClr val="tx2"/>
                </a:solidFill>
                <a:latin typeface="+mj-ea"/>
                <a:ea typeface="+mj-ea"/>
                <a:cs typeface="+mj-ea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r>
              <a:t>-</a:t>
            </a:r>
            <a:r>
              <a:t>双行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内容页-深色">
    <p:bg>
      <p:bgPr>
        <a:gradFill xmlns:a="http://schemas.openxmlformats.org/drawingml/2006/main">
          <a:gsLst>
            <a:gs pos="0">
              <a:schemeClr val="accent1"/>
            </a:gs>
            <a:gs pos="100000">
              <a:schemeClr val="accent2">
                <a:lumMod val="75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67dce6e6b43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94265" y="290925"/>
            <a:ext cx="1918180" cy="423208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4D51E8D-1E64-44AF-A6E9-D6AC2E60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7665"/>
            <a:ext cx="3098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D60A443-D41E-4F92-B724-D51DB57E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265" y="6493627"/>
            <a:ext cx="447701" cy="261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0F611AF-D1F7-4084-89FB-4C4711177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7988" y="301625"/>
            <a:ext cx="9286412" cy="455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>
              <a:buNone/>
            </a:pPr>
            <a:r>
              <a:t>单击此处编辑母版标题样式</a:t>
            </a:r>
          </a:p>
        </p:txBody>
      </p:sp>
      <p:sp>
        <p:nvSpPr>
          <p:cNvPr id="12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73FEBCB-3BD9-463C-8506-7B5F4928491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06305" y="757555"/>
            <a:ext cx="11379389" cy="730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/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单击此处编辑母版副标题样式</a:t>
            </a:r>
            <a:r>
              <a:t>-</a:t>
            </a:r>
            <a:r>
              <a:t>双行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8C30506-0B6E-4454-A0F7-2FE08D44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465" y="1862580"/>
            <a:ext cx="5307077" cy="1446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72000" tIns="45720" rIns="72000" bIns="45720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tabLst>
                <a:tab pos="1147445" algn="l"/>
              </a:tabLst>
            </a:pPr>
            <a:r>
              <a:rPr sz="8800" b="1" cap="none">
                <a:ln w="10160">
                  <a:gradFill>
                    <a:gsLst>
                      <a:gs pos="0">
                        <a:schemeClr val="tx1"/>
                      </a:gs>
                      <a:gs pos="77000">
                        <a:schemeClr val="tx1">
                          <a:alpha val="0"/>
                        </a:schemeClr>
                      </a:gs>
                    </a:gsLst>
                    <a:lin ang="5400000" scaled="1"/>
                  </a:gra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THANKS</a:t>
            </a:r>
          </a:p>
        </p:txBody>
      </p:sp>
      <p:pic>
        <p:nvPicPr>
          <p:cNvPr id="11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5839db1f54b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7240" y="5009136"/>
            <a:ext cx="2677519" cy="590741"/>
          </a:xfrm>
          <a:prstGeom xmlns:a="http://schemas.openxmlformats.org/drawingml/2006/main" prst="rect">
            <a:avLst/>
          </a:prstGeom>
        </p:spPr>
      </p:pic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B0AB5791-B559-4404-9487-D191C4E8BC3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825494" y="2714849"/>
            <a:ext cx="8541020" cy="1025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48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封底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内容页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dd8f4f30346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73665" y="290013"/>
            <a:ext cx="1918335" cy="423208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5DFEAE5-EF15-4AAA-B367-4B9CD6A9FC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6156" y="286909"/>
            <a:ext cx="996792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>
              <a:buNone/>
            </a:pPr>
            <a:r>
              <a:t>单击此处编辑母版标题样式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3F212C7-72D3-4124-B34B-1E516E94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635" y="358541"/>
            <a:ext cx="216638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1270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lvl="0"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6825360-8B8A-4F79-842C-76934B083A4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06305" y="969836"/>
            <a:ext cx="11379389" cy="730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/>
              <a:buNone/>
              <a:defRPr sz="1600">
                <a:solidFill>
                  <a:schemeClr val="tx2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29D2534-6376-4288-868C-40A79F08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1468" y="6424949"/>
            <a:ext cx="447701" cy="261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fd313ecc9da4f63" /><Relationship Type="http://schemas.openxmlformats.org/officeDocument/2006/relationships/theme" Target="/ppt/slideMasters/theme/theme2.xml" Id="R3db600c0e5c64425" /><Relationship Type="http://schemas.openxmlformats.org/officeDocument/2006/relationships/slideLayout" Target="/ppt/slideLayouts/slideLayout1.xml" Id="R417a07852a9d4b17" /><Relationship Type="http://schemas.openxmlformats.org/officeDocument/2006/relationships/slideLayout" Target="/ppt/slideLayouts/slideLayout2.xml" Id="Re7833d3fdef94c22" /><Relationship Type="http://schemas.openxmlformats.org/officeDocument/2006/relationships/slideLayout" Target="/ppt/slideLayouts/slideLayout3.xml" Id="Rea2303c7abd34942" /><Relationship Type="http://schemas.openxmlformats.org/officeDocument/2006/relationships/slideLayout" Target="/ppt/slideLayouts/slideLayout4.xml" Id="Rbca75a3bdb6645b5" /><Relationship Type="http://schemas.openxmlformats.org/officeDocument/2006/relationships/slideLayout" Target="/ppt/slideLayouts/slideLayout5.xml" Id="R5ce18565d3c14c97" /><Relationship Type="http://schemas.openxmlformats.org/officeDocument/2006/relationships/slideLayout" Target="/ppt/slideLayouts/slideLayout6.xml" Id="R8a4fb61467f346a9" /><Relationship Type="http://schemas.openxmlformats.org/officeDocument/2006/relationships/slideLayout" Target="/ppt/slideLayouts/slideLayout7.xml" Id="R3dd1019a395a473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313ecc9da4f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12192000" cy="6858198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7a07852a9d4b17"/>
    <p:sldLayoutId xmlns:r="http://schemas.openxmlformats.org/officeDocument/2006/relationships" id="2147483650" r:id="Re7833d3fdef94c22"/>
    <p:sldLayoutId xmlns:r="http://schemas.openxmlformats.org/officeDocument/2006/relationships" id="2147483651" r:id="Rea2303c7abd34942"/>
    <p:sldLayoutId xmlns:r="http://schemas.openxmlformats.org/officeDocument/2006/relationships" id="2147483652" r:id="Rbca75a3bdb6645b5"/>
    <p:sldLayoutId xmlns:r="http://schemas.openxmlformats.org/officeDocument/2006/relationships" id="2147483653" r:id="R5ce18565d3c14c97"/>
    <p:sldLayoutId xmlns:r="http://schemas.openxmlformats.org/officeDocument/2006/relationships" id="2147483654" r:id="R8a4fb61467f346a9"/>
    <p:sldLayoutId xmlns:r="http://schemas.openxmlformats.org/officeDocument/2006/relationships" id="2147483655" r:id="R3dd1019a395a473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Office 主题​​">
  <a:themeElements>
    <a:clrScheme name="CDA2026">
      <a:dk1>
        <a:srgbClr val="FFFFFF"/>
      </a:dk1>
      <a:lt1>
        <a:srgbClr val="FFFFFF"/>
      </a:lt1>
      <a:dk2>
        <a:srgbClr val="090909"/>
      </a:dk2>
      <a:lt2>
        <a:srgbClr val="F1F2F3"/>
      </a:lt2>
      <a:accent1>
        <a:srgbClr val="0058FF"/>
      </a:accent1>
      <a:accent2>
        <a:srgbClr val="3D7AFF"/>
      </a:accent2>
      <a:accent3>
        <a:srgbClr val="4F18F2"/>
      </a:accent3>
      <a:accent4>
        <a:srgbClr val="733FF5"/>
      </a:accent4>
      <a:accent5>
        <a:srgbClr val="00AFEA"/>
      </a:accent5>
      <a:accent6>
        <a:srgbClr val="54BEEE"/>
      </a:accent6>
      <a:hlink>
        <a:srgbClr val="0058FF"/>
      </a:hlink>
      <a:folHlink>
        <a:srgbClr val="4F18F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DA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96a474b234692" /><Relationship Type="http://schemas.openxmlformats.org/officeDocument/2006/relationships/notesSlide" Target="/ppt/notesSlides/notesSlide1.xml" Id="R1985112542754b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619BF8EB-EE9B-4252-BB2E-AF713051928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215900" rIns="0" bIns="0" anchor="ctr"/>
          <a:lstStyle xmlns:a="http://schemas.openxmlformats.org/drawingml/2006/main">
            <a:lvl1pPr>
              <a:buNone/>
              <a:defRPr sz="6000" b="1" i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穿透式监管智能应用平台</a:t>
            </a:r>
          </a:p>
        </p:txBody>
      </p:sp>
      <p:sp>
        <p:nvSpPr>
          <p:cNvPr id="2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C465B00F-389A-4FFD-BB25-45C57864785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0" y="0"/>
            <a:ext cx="0" cy="335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solidFill>
                  <a:schemeClr val="tx1">
                    <a:alpha val="9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228600" lvl="0" indent="-228600">
              <a:spcBef>
                <a:spcPct val="0"/>
              </a:spcBef>
              <a:buNone/>
            </a:pPr>
            <a:r>
              <a:t>产品介绍</a:t>
            </a:r>
          </a:p>
        </p:txBody>
      </p:sp>
    </p:spTree>
    <p:extLst>
      <p:ext uri="{BB962C8B-B14F-4D97-AF65-F5344CB8AC3E}">
        <p14:creationId xmlns:p14="http://schemas.microsoft.com/office/powerpoint/2010/main" val="317075903"/>
      </p:ext>
    </p:extLst>
  </p:cSld>
</p:sld>
</file>

<file path=ppt/theme/theme1.xml><?xml version="1.0" encoding="utf-8"?>
<a:theme xmlns:a="http://schemas.openxmlformats.org/drawingml/2006/main" name="1_Office 主题​​">
  <a:themeElements>
    <a:clrScheme name="CDA2026">
      <a:dk1>
        <a:srgbClr val="FFFFFF"/>
      </a:dk1>
      <a:lt1>
        <a:srgbClr val="FFFFFF"/>
      </a:lt1>
      <a:dk2>
        <a:srgbClr val="090909"/>
      </a:dk2>
      <a:lt2>
        <a:srgbClr val="F1F2F3"/>
      </a:lt2>
      <a:accent1>
        <a:srgbClr val="0058FF"/>
      </a:accent1>
      <a:accent2>
        <a:srgbClr val="3D7AFF"/>
      </a:accent2>
      <a:accent3>
        <a:srgbClr val="4F18F2"/>
      </a:accent3>
      <a:accent4>
        <a:srgbClr val="733FF5"/>
      </a:accent4>
      <a:accent5>
        <a:srgbClr val="00AFEA"/>
      </a:accent5>
      <a:accent6>
        <a:srgbClr val="54BEEE"/>
      </a:accent6>
      <a:hlink>
        <a:srgbClr val="0058FF"/>
      </a:hlink>
      <a:folHlink>
        <a:srgbClr val="4F18F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DA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2026-07-28T07:23:29.5950000Z</dcterms:created>
  <dcterms:modified xsi:type="dcterms:W3CDTF">2026-07-28T07:23:29.5950000Z</dcterms:modified>
</coreProperties>
</file>